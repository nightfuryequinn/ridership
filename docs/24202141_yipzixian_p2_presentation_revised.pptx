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61"/>
  </p:notesMasterIdLst>
  <p:sldIdLst>
    <p:sldId id="256" r:id="rId2"/>
    <p:sldId id="258" r:id="rId3"/>
    <p:sldId id="259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32" r:id="rId23"/>
    <p:sldId id="327" r:id="rId24"/>
    <p:sldId id="328" r:id="rId25"/>
    <p:sldId id="329" r:id="rId26"/>
    <p:sldId id="330" r:id="rId27"/>
    <p:sldId id="331" r:id="rId28"/>
    <p:sldId id="310" r:id="rId29"/>
    <p:sldId id="316" r:id="rId30"/>
    <p:sldId id="267" r:id="rId31"/>
    <p:sldId id="312" r:id="rId32"/>
    <p:sldId id="309" r:id="rId33"/>
    <p:sldId id="315" r:id="rId34"/>
    <p:sldId id="317" r:id="rId35"/>
    <p:sldId id="318" r:id="rId36"/>
    <p:sldId id="321" r:id="rId37"/>
    <p:sldId id="324" r:id="rId38"/>
    <p:sldId id="326" r:id="rId39"/>
    <p:sldId id="270" r:id="rId40"/>
    <p:sldId id="311" r:id="rId41"/>
    <p:sldId id="269" r:id="rId42"/>
    <p:sldId id="322" r:id="rId43"/>
    <p:sldId id="333" r:id="rId44"/>
    <p:sldId id="336" r:id="rId45"/>
    <p:sldId id="338" r:id="rId46"/>
    <p:sldId id="339" r:id="rId47"/>
    <p:sldId id="340" r:id="rId48"/>
    <p:sldId id="341" r:id="rId49"/>
    <p:sldId id="342" r:id="rId50"/>
    <p:sldId id="343" r:id="rId51"/>
    <p:sldId id="334" r:id="rId52"/>
    <p:sldId id="344" r:id="rId53"/>
    <p:sldId id="346" r:id="rId54"/>
    <p:sldId id="348" r:id="rId55"/>
    <p:sldId id="347" r:id="rId56"/>
    <p:sldId id="349" r:id="rId57"/>
    <p:sldId id="335" r:id="rId58"/>
    <p:sldId id="345" r:id="rId59"/>
    <p:sldId id="275" r:id="rId60"/>
  </p:sldIdLst>
  <p:sldSz cx="9144000" cy="5143500" type="screen16x9"/>
  <p:notesSz cx="6858000" cy="9144000"/>
  <p:embeddedFontLst>
    <p:embeddedFont>
      <p:font typeface="Anaheim" panose="020B0604020202020204" charset="0"/>
      <p:regular r:id="rId62"/>
      <p:bold r:id="rId63"/>
    </p:embeddedFont>
    <p:embeddedFont>
      <p:font typeface="Bebas Neue" panose="020B0606020202050201" pitchFamily="34" charset="0"/>
      <p:regular r:id="rId64"/>
    </p:embeddedFont>
    <p:embeddedFont>
      <p:font typeface="Cambria Math" panose="02040503050406030204" pitchFamily="18" charset="0"/>
      <p:regular r:id="rId65"/>
    </p:embeddedFont>
    <p:embeddedFont>
      <p:font typeface="Hanken Grotesk" panose="020B0604020202020204" charset="0"/>
      <p:regular r:id="rId66"/>
      <p:bold r:id="rId67"/>
      <p:italic r:id="rId68"/>
      <p:boldItalic r:id="rId69"/>
    </p:embeddedFont>
    <p:embeddedFont>
      <p:font typeface="Montserrat" panose="00000500000000000000" pitchFamily="2" charset="0"/>
      <p:regular r:id="rId70"/>
      <p:bold r:id="rId71"/>
      <p:italic r:id="rId72"/>
      <p:boldItalic r:id="rId73"/>
    </p:embeddedFont>
    <p:embeddedFont>
      <p:font typeface="Montserrat ExtraBold" panose="00000900000000000000" pitchFamily="2" charset="0"/>
      <p:bold r:id="rId74"/>
      <p:boldItalic r:id="rId75"/>
    </p:embeddedFont>
    <p:embeddedFont>
      <p:font typeface="Montserrat SemiBold" panose="00000700000000000000" pitchFamily="2" charset="0"/>
      <p:regular r:id="rId76"/>
      <p:bold r:id="rId77"/>
      <p:italic r:id="rId78"/>
      <p:boldItalic r:id="rId79"/>
    </p:embeddedFont>
    <p:embeddedFont>
      <p:font typeface="Nunito Light" pitchFamily="2" charset="0"/>
      <p:regular r:id="rId80"/>
      <p:italic r:id="rId81"/>
    </p:embeddedFont>
    <p:embeddedFont>
      <p:font typeface="PT Sans" panose="020B0503020203020204" pitchFamily="34" charset="0"/>
      <p:regular r:id="rId82"/>
      <p:bold r:id="rId83"/>
      <p:italic r:id="rId84"/>
      <p:boldItalic r:id="rId85"/>
    </p:embeddedFont>
    <p:embeddedFont>
      <p:font typeface="Raleway" pitchFamily="2" charset="0"/>
      <p:regular r:id="rId86"/>
      <p:bold r:id="rId87"/>
      <p:italic r:id="rId88"/>
      <p:boldItalic r:id="rId8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9" autoAdjust="0"/>
    <p:restoredTop sz="94660"/>
  </p:normalViewPr>
  <p:slideViewPr>
    <p:cSldViewPr snapToGrid="0">
      <p:cViewPr varScale="1">
        <p:scale>
          <a:sx n="87" d="100"/>
          <a:sy n="87" d="100"/>
        </p:scale>
        <p:origin x="12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84" Type="http://schemas.openxmlformats.org/officeDocument/2006/relationships/font" Target="fonts/font23.fntdata"/><Relationship Id="rId89" Type="http://schemas.openxmlformats.org/officeDocument/2006/relationships/font" Target="fonts/font28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3.fntdata"/><Relationship Id="rId79" Type="http://schemas.openxmlformats.org/officeDocument/2006/relationships/font" Target="fonts/font18.fntdata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80" Type="http://schemas.openxmlformats.org/officeDocument/2006/relationships/font" Target="fonts/font19.fntdata"/><Relationship Id="rId85" Type="http://schemas.openxmlformats.org/officeDocument/2006/relationships/font" Target="fonts/font24.fntdata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font" Target="fonts/font14.fntdata"/><Relationship Id="rId83" Type="http://schemas.openxmlformats.org/officeDocument/2006/relationships/font" Target="fonts/font22.fntdata"/><Relationship Id="rId88" Type="http://schemas.openxmlformats.org/officeDocument/2006/relationships/font" Target="fonts/font27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openxmlformats.org/officeDocument/2006/relationships/font" Target="fonts/font17.fntdata"/><Relationship Id="rId81" Type="http://schemas.openxmlformats.org/officeDocument/2006/relationships/font" Target="fonts/font20.fntdata"/><Relationship Id="rId86" Type="http://schemas.openxmlformats.org/officeDocument/2006/relationships/font" Target="fonts/font2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5.fntdata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5.fntdata"/><Relationship Id="rId87" Type="http://schemas.openxmlformats.org/officeDocument/2006/relationships/font" Target="fonts/font26.fntdata"/><Relationship Id="rId61" Type="http://schemas.openxmlformats.org/officeDocument/2006/relationships/notesMaster" Target="notesMasters/notesMaster1.xml"/><Relationship Id="rId82" Type="http://schemas.openxmlformats.org/officeDocument/2006/relationships/font" Target="fonts/font2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font" Target="fonts/font16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#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A09FEF-E5CB-40A2-B107-643AC21206A9}" type="doc">
      <dgm:prSet loTypeId="urn:microsoft.com/office/officeart/2024/layout/BulletTimeline#2" loCatId="timeline" qsTypeId="urn:microsoft.com/office/officeart/2005/8/quickstyle/simple1#2" qsCatId="simple" csTypeId="urn:microsoft.com/office/officeart/2005/8/colors/colorful2#2" csCatId="colorful" phldr="1"/>
      <dgm:spPr/>
      <dgm:t>
        <a:bodyPr/>
        <a:lstStyle/>
        <a:p>
          <a:endParaRPr lang="en-MY"/>
        </a:p>
      </dgm:t>
    </dgm:pt>
    <dgm:pt modelId="{4FE2CBB3-ACB5-471A-88A7-A8EB2359B63B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Proposal</a:t>
          </a:r>
        </a:p>
      </dgm:t>
    </dgm:pt>
    <dgm:pt modelId="{DB0A41AF-6798-41F3-91C6-C240B9B44491}" type="par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F78D658-02F1-4AF2-AAD3-B2B0DBEC601A}" type="sib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70B34A8-F732-418B-B86E-C398BDC45057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23th March 2026</a:t>
          </a:r>
        </a:p>
      </dgm:t>
    </dgm:pt>
    <dgm:pt modelId="{E0F2D73F-F472-4A9A-933B-C8BE0E44E090}" type="par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B022968-391B-4275-B69C-C7545BE45874}" type="sib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B8A11AE1-8216-4AC3-80BD-A2BD2F918844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Literature Review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92A7DA98-B8BC-4D63-A64F-76EF52F4008D}" type="par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23F59C54-C24D-456E-A3C6-3A75DEB50DCE}" type="sib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AB57118-F7C2-4BDD-87CA-27B958191324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30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March 2026</a:t>
          </a:r>
        </a:p>
      </dgm:t>
    </dgm:pt>
    <dgm:pt modelId="{33030F41-FA2C-40E6-A959-1E1535D27751}" type="par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4550341-DF65-42F9-BB71-28F969F2238E}" type="sib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DE94256-B048-4B97-8529-1D0ECFE6B62D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Methodology</a:t>
          </a:r>
        </a:p>
      </dgm:t>
    </dgm:pt>
    <dgm:pt modelId="{3CCCF216-D083-48B1-BEB4-A1A4D7F32A3B}" type="par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334C0497-9679-4A30-8537-496D2CEF27C1}" type="sib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B37ACC2-DE35-4662-A49D-C2DE6E51A5F2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0113B929-BE13-418E-B7F7-18622605F86D}" type="par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4045E4B-F043-4276-BC08-72C43FAD553C}" type="sib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D42CE19-8DC8-40E9-B8F0-9F9B2F7C56A8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4F51B84A-D37C-4244-BC5A-77F51EFB909B}" type="par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92E6147-C047-4CE4-A97F-892639E126EC}" type="sib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3418DA6-1974-471D-A2CA-36A66455AC63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8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FD02C0A3-63B3-47DD-A080-CDD1C232FD55}" type="par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87853B0B-347E-4C70-B918-879FC2DC1665}" type="sib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5505FD5-38F1-41C5-BE80-E664F6215BCE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Methodology Revision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B7DA5232-D57E-4011-A84E-80EF9922714C}" type="par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75D8635-98D8-4F1B-9246-CF0DDAFC1112}" type="sib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7B400F8-11AB-46D8-BEFF-E554E9D1E025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22th May 2026</a:t>
          </a:r>
        </a:p>
      </dgm:t>
    </dgm:pt>
    <dgm:pt modelId="{1D90B5EF-AEBE-44FF-9E09-6FF20C615ECC}" type="par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FDCE7C68-FC9B-486E-BFAB-1C870201827C}" type="sib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6B5BB7D-58AE-4016-9463-2B8DECE2960A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3CB795E7-5D8B-488D-94CD-3FF98E8A40E6}" type="par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8072B5D7-0508-4BF9-AC8F-4145E37025B6}" type="sib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6E878AE-3A7E-4AFF-A210-ADF812A4BC54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29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0EF7DAB3-A5C0-455B-B3B6-D8D91E73E292}" type="par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66893BE-1FBA-4C61-9697-0A56B39A819E}" type="sib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B25AECA-5AFE-4228-B803-B64F6CDB40F1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5B5D2D7C-A7E0-4BA0-8B91-B8CB292B06FF}" type="par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21FA350-1C04-4539-A50F-929747C084B4}" type="sib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FAA2DBA2-0587-4CE5-9864-E0C1E3F57616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4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June 2026</a:t>
          </a:r>
        </a:p>
      </dgm:t>
    </dgm:pt>
    <dgm:pt modelId="{B1DDDC58-3FEF-499B-9A94-70855FCB88EF}" type="par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64EEE9F-0CF8-4AC5-8F61-1FD03A51B85A}" type="sib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9BB0169-DA68-4432-AD55-8F91D0608620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P1 Presentation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33AFE67C-D6B9-4E9A-97A0-BECAC79889DB}" type="par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630CE86-12ED-4A0E-B3F7-6168BE0401DA}" type="sib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5379393-1C6E-4FA8-9E64-131D23A2DF5B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</a:t>
          </a:r>
          <a:r>
            <a:rPr lang="en-MY" sz="1100">
              <a:latin typeface="Raleway" pitchFamily="2" charset="0"/>
            </a:rPr>
            <a:t>July 2026</a:t>
          </a:r>
          <a:endParaRPr lang="en-MY" sz="1100" dirty="0">
            <a:latin typeface="Raleway" pitchFamily="2" charset="0"/>
          </a:endParaRPr>
        </a:p>
      </dgm:t>
    </dgm:pt>
    <dgm:pt modelId="{657A0216-ABF7-4189-BA45-CFCB12B03DE3}" type="par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8DC6556-16AE-444A-A543-F781B0363E6D}" type="sib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85E2B6C-854A-4F02-A74F-8C1F5C3D1EB2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8F419E5D-954C-4A84-99E5-28FDEB33388B}" type="par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D3F8B9BE-8DAF-461B-96F1-00F70F84F0C3}" type="sib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499BB29-A8E1-4EA5-98F6-3278E6B36C08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April 2026</a:t>
          </a:r>
        </a:p>
      </dgm:t>
    </dgm:pt>
    <dgm:pt modelId="{10A8519D-B5B8-4CB2-903D-8AE977A7E884}" type="par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67E1851-D357-40FC-B3B3-EB42A749032B}" type="sib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E8ED86A-2574-4947-B498-3963C66FAFD7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P2 Presentation</a:t>
          </a:r>
        </a:p>
      </dgm:t>
    </dgm:pt>
    <dgm:pt modelId="{87E99DDA-5860-4752-A80F-16053B28B802}" type="parTrans" cxnId="{A7CB1B72-8ADE-4E09-9681-4D2ED5A9638B}">
      <dgm:prSet/>
      <dgm:spPr/>
      <dgm:t>
        <a:bodyPr/>
        <a:lstStyle/>
        <a:p>
          <a:endParaRPr lang="en-MY" sz="1100"/>
        </a:p>
      </dgm:t>
    </dgm:pt>
    <dgm:pt modelId="{A1DC843C-84CB-4111-A7E1-605695A51421}" type="sibTrans" cxnId="{A7CB1B72-8ADE-4E09-9681-4D2ED5A9638B}">
      <dgm:prSet/>
      <dgm:spPr/>
      <dgm:t>
        <a:bodyPr/>
        <a:lstStyle/>
        <a:p>
          <a:endParaRPr lang="en-MY" sz="1100"/>
        </a:p>
      </dgm:t>
    </dgm:pt>
    <dgm:pt modelId="{A4BCFB83-9F0D-4171-87A8-CB84DB0C9391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Sept 2026</a:t>
          </a:r>
        </a:p>
      </dgm:t>
    </dgm:pt>
    <dgm:pt modelId="{3F73EFEA-7B26-46AE-B3B7-9B0F5D20B2DC}" type="parTrans" cxnId="{C7245F83-D4BE-4715-A71E-5EB8A5C0EB82}">
      <dgm:prSet/>
      <dgm:spPr/>
      <dgm:t>
        <a:bodyPr/>
        <a:lstStyle/>
        <a:p>
          <a:endParaRPr lang="en-MY" sz="1100"/>
        </a:p>
      </dgm:t>
    </dgm:pt>
    <dgm:pt modelId="{660884EE-CAF1-4C32-81B0-3DE2BFC949A9}" type="sibTrans" cxnId="{C7245F83-D4BE-4715-A71E-5EB8A5C0EB82}">
      <dgm:prSet/>
      <dgm:spPr/>
      <dgm:t>
        <a:bodyPr/>
        <a:lstStyle/>
        <a:p>
          <a:endParaRPr lang="en-MY" sz="1100"/>
        </a:p>
      </dgm:t>
    </dgm:pt>
    <dgm:pt modelId="{7F383E54-6833-49A1-ABF2-2B67BF869E3B}" type="pres">
      <dgm:prSet presAssocID="{ACA09FEF-E5CB-40A2-B107-643AC21206A9}" presName="root" presStyleCnt="0">
        <dgm:presLayoutVars>
          <dgm:dir/>
          <dgm:animLvl val="lvl"/>
        </dgm:presLayoutVars>
      </dgm:prSet>
      <dgm:spPr/>
    </dgm:pt>
    <dgm:pt modelId="{E084F7C7-1110-41B4-9964-C90E3DCA1780}" type="pres">
      <dgm:prSet presAssocID="{ACA09FEF-E5CB-40A2-B107-643AC21206A9}" presName="divider" presStyleCnt="0"/>
      <dgm:spPr/>
    </dgm:pt>
    <dgm:pt modelId="{34328478-9606-40A0-A019-3E85348BBE15}" type="pres">
      <dgm:prSet presAssocID="{ACA09FEF-E5CB-40A2-B107-643AC21206A9}" presName="rectBar" presStyleLbl="dkBgShp" presStyleIdx="0" presStyleCnt="12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7E1D547C-9F33-48DD-AA47-0C668AFF925E}" type="pres">
      <dgm:prSet presAssocID="{ACA09FEF-E5CB-40A2-B107-643AC21206A9}" presName="chevronArrow" presStyleLbl="dkBgShp" presStyleIdx="1" presStyleCnt="12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DF1824E9-3610-42BB-B0BE-461228C7AE20}" type="pres">
      <dgm:prSet presAssocID="{ACA09FEF-E5CB-40A2-B107-643AC21206A9}" presName="nodes" presStyleCnt="0">
        <dgm:presLayoutVars>
          <dgm:chMax/>
          <dgm:chPref/>
          <dgm:animLvl val="lvl"/>
        </dgm:presLayoutVars>
      </dgm:prSet>
      <dgm:spPr/>
    </dgm:pt>
    <dgm:pt modelId="{2FED2776-63E6-4683-ACAF-23EA3D727E4F}" type="pres">
      <dgm:prSet presAssocID="{4FE2CBB3-ACB5-471A-88A7-A8EB2359B63B}" presName="composite" presStyleCnt="0"/>
      <dgm:spPr/>
    </dgm:pt>
    <dgm:pt modelId="{41392459-D036-4001-A0D4-D443C59647BA}" type="pres">
      <dgm:prSet presAssocID="{4FE2CBB3-ACB5-471A-88A7-A8EB2359B63B}" presName="DropPinPlaceHolder" presStyleCnt="0"/>
      <dgm:spPr/>
    </dgm:pt>
    <dgm:pt modelId="{25158258-175E-40C9-9B39-2A888132A0E1}" type="pres">
      <dgm:prSet presAssocID="{4FE2CBB3-ACB5-471A-88A7-A8EB2359B63B}" presName="DropPin" presStyleLbl="alignNode1" presStyleIdx="0" presStyleCnt="10"/>
      <dgm:spPr/>
    </dgm:pt>
    <dgm:pt modelId="{D6CC832F-9C12-486A-97E2-C962D7F785C8}" type="pres">
      <dgm:prSet presAssocID="{4FE2CBB3-ACB5-471A-88A7-A8EB2359B63B}" presName="Ellipse" presStyleLbl="fgAcc1" presStyleIdx="0" presStyleCnt="10"/>
      <dgm:spPr/>
    </dgm:pt>
    <dgm:pt modelId="{A85E4AF4-AEE0-4487-B03A-901CE4C8E445}" type="pres">
      <dgm:prSet presAssocID="{4FE2CBB3-ACB5-471A-88A7-A8EB2359B63B}" presName="L2TextContainer" presStyleLbl="revTx" presStyleIdx="0" presStyleCnt="20">
        <dgm:presLayoutVars>
          <dgm:bulletEnabled val="1"/>
        </dgm:presLayoutVars>
      </dgm:prSet>
      <dgm:spPr/>
    </dgm:pt>
    <dgm:pt modelId="{65C2B039-FC52-4525-8FA0-AF00D8F80A7B}" type="pres">
      <dgm:prSet presAssocID="{4FE2CBB3-ACB5-471A-88A7-A8EB2359B63B}" presName="L1TextContainer" presStyleLbl="revTx" presStyleIdx="1" presStyleCnt="20">
        <dgm:presLayoutVars>
          <dgm:chMax val="1"/>
          <dgm:chPref val="1"/>
          <dgm:bulletEnabled val="1"/>
        </dgm:presLayoutVars>
      </dgm:prSet>
      <dgm:spPr/>
    </dgm:pt>
    <dgm:pt modelId="{4DD86C6B-A77E-4FD7-B08B-015119D8015F}" type="pres">
      <dgm:prSet presAssocID="{4FE2CBB3-ACB5-471A-88A7-A8EB2359B63B}" presName="ConnectLine" presStyleLbl="dkBgShp" presStyleIdx="2" presStyleCnt="12"/>
      <dgm:spPr/>
    </dgm:pt>
    <dgm:pt modelId="{E1C3A41C-FBF5-499F-8152-0F226F73A3F1}" type="pres">
      <dgm:prSet presAssocID="{4FE2CBB3-ACB5-471A-88A7-A8EB2359B63B}" presName="ConnectorPoint" presStyleCnt="0"/>
      <dgm:spPr/>
    </dgm:pt>
    <dgm:pt modelId="{6CF17B52-6377-4BB6-96BE-07E068BC0857}" type="pres">
      <dgm:prSet presAssocID="{4FE2CBB3-ACB5-471A-88A7-A8EB2359B63B}" presName="Bullet" presStyleLbl="lnNode1" presStyleIdx="0" presStyleCnt="10"/>
      <dgm:spPr/>
    </dgm:pt>
    <dgm:pt modelId="{4B907D41-9F5D-4E4C-A142-EF271FA3EF7C}" type="pres">
      <dgm:prSet presAssocID="{4FE2CBB3-ACB5-471A-88A7-A8EB2359B63B}" presName="EmptyPlaceHolder" presStyleCnt="0"/>
      <dgm:spPr/>
    </dgm:pt>
    <dgm:pt modelId="{1FAABB04-471C-406C-AC11-3E8395F0A0CF}" type="pres">
      <dgm:prSet presAssocID="{6F78D658-02F1-4AF2-AAD3-B2B0DBEC601A}" presName="spaceBetweenRectangles" presStyleCnt="0"/>
      <dgm:spPr/>
    </dgm:pt>
    <dgm:pt modelId="{B337F4DB-F89D-4D96-85A2-E8A360099E5F}" type="pres">
      <dgm:prSet presAssocID="{B8A11AE1-8216-4AC3-80BD-A2BD2F918844}" presName="composite" presStyleCnt="0"/>
      <dgm:spPr/>
    </dgm:pt>
    <dgm:pt modelId="{58FC55C0-539C-4BA5-824E-72EA3C11F2D1}" type="pres">
      <dgm:prSet presAssocID="{B8A11AE1-8216-4AC3-80BD-A2BD2F918844}" presName="DropPinPlaceHolder" presStyleCnt="0"/>
      <dgm:spPr/>
    </dgm:pt>
    <dgm:pt modelId="{D35F4377-8D11-454D-8630-1ACD3042447A}" type="pres">
      <dgm:prSet presAssocID="{B8A11AE1-8216-4AC3-80BD-A2BD2F918844}" presName="DropPin" presStyleLbl="alignNode1" presStyleIdx="1" presStyleCnt="10"/>
      <dgm:spPr/>
    </dgm:pt>
    <dgm:pt modelId="{07C8706F-1902-4C60-BCCB-177F2C4A8D05}" type="pres">
      <dgm:prSet presAssocID="{B8A11AE1-8216-4AC3-80BD-A2BD2F918844}" presName="Ellipse" presStyleLbl="fgAcc1" presStyleIdx="1" presStyleCnt="10"/>
      <dgm:spPr/>
    </dgm:pt>
    <dgm:pt modelId="{C072AB38-AFD1-4188-ABCB-B6F463D452ED}" type="pres">
      <dgm:prSet presAssocID="{B8A11AE1-8216-4AC3-80BD-A2BD2F918844}" presName="L2TextContainer" presStyleLbl="revTx" presStyleIdx="2" presStyleCnt="20">
        <dgm:presLayoutVars>
          <dgm:bulletEnabled val="1"/>
        </dgm:presLayoutVars>
      </dgm:prSet>
      <dgm:spPr/>
    </dgm:pt>
    <dgm:pt modelId="{C15D05A6-BD62-4E62-A250-223971DBD63A}" type="pres">
      <dgm:prSet presAssocID="{B8A11AE1-8216-4AC3-80BD-A2BD2F918844}" presName="L1TextContainer" presStyleLbl="revTx" presStyleIdx="3" presStyleCnt="20">
        <dgm:presLayoutVars>
          <dgm:chMax val="1"/>
          <dgm:chPref val="1"/>
          <dgm:bulletEnabled val="1"/>
        </dgm:presLayoutVars>
      </dgm:prSet>
      <dgm:spPr/>
    </dgm:pt>
    <dgm:pt modelId="{419FB993-7541-4A81-9B7A-69A5A60728CF}" type="pres">
      <dgm:prSet presAssocID="{B8A11AE1-8216-4AC3-80BD-A2BD2F918844}" presName="ConnectLine" presStyleLbl="dkBgShp" presStyleIdx="3" presStyleCnt="12"/>
      <dgm:spPr/>
    </dgm:pt>
    <dgm:pt modelId="{91833B26-84D7-4D15-81A3-45C06C15BC30}" type="pres">
      <dgm:prSet presAssocID="{B8A11AE1-8216-4AC3-80BD-A2BD2F918844}" presName="ConnectorPoint" presStyleCnt="0"/>
      <dgm:spPr/>
    </dgm:pt>
    <dgm:pt modelId="{092C44CD-5D9E-4F80-A998-49AB89275558}" type="pres">
      <dgm:prSet presAssocID="{B8A11AE1-8216-4AC3-80BD-A2BD2F918844}" presName="Bullet" presStyleLbl="lnNode1" presStyleIdx="1" presStyleCnt="10"/>
      <dgm:spPr/>
    </dgm:pt>
    <dgm:pt modelId="{F579B290-BCA1-4305-96A1-D7E20178296D}" type="pres">
      <dgm:prSet presAssocID="{B8A11AE1-8216-4AC3-80BD-A2BD2F918844}" presName="EmptyPlaceHolder" presStyleCnt="0"/>
      <dgm:spPr/>
    </dgm:pt>
    <dgm:pt modelId="{928B9C29-9EF2-4D79-84B0-7F9762FDA750}" type="pres">
      <dgm:prSet presAssocID="{23F59C54-C24D-456E-A3C6-3A75DEB50DCE}" presName="spaceBetweenRectangles" presStyleCnt="0"/>
      <dgm:spPr/>
    </dgm:pt>
    <dgm:pt modelId="{6A7CAAAE-3BA3-4913-979F-0F77D1E7E29B}" type="pres">
      <dgm:prSet presAssocID="{085E2B6C-854A-4F02-A74F-8C1F5C3D1EB2}" presName="composite" presStyleCnt="0"/>
      <dgm:spPr/>
    </dgm:pt>
    <dgm:pt modelId="{9F16DE35-A3B0-434A-9D67-F2552B78AADD}" type="pres">
      <dgm:prSet presAssocID="{085E2B6C-854A-4F02-A74F-8C1F5C3D1EB2}" presName="DropPinPlaceHolder" presStyleCnt="0"/>
      <dgm:spPr/>
    </dgm:pt>
    <dgm:pt modelId="{2D23B2C3-5700-47F9-A2C1-5AA522072337}" type="pres">
      <dgm:prSet presAssocID="{085E2B6C-854A-4F02-A74F-8C1F5C3D1EB2}" presName="DropPin" presStyleLbl="alignNode1" presStyleIdx="2" presStyleCnt="10"/>
      <dgm:spPr/>
    </dgm:pt>
    <dgm:pt modelId="{DFF4D3E7-EA33-40B3-B463-2EA0E3D17EEE}" type="pres">
      <dgm:prSet presAssocID="{085E2B6C-854A-4F02-A74F-8C1F5C3D1EB2}" presName="Ellipse" presStyleLbl="fgAcc1" presStyleIdx="2" presStyleCnt="10"/>
      <dgm:spPr/>
    </dgm:pt>
    <dgm:pt modelId="{9628FE65-2A7C-47F1-AA31-9EDE10F0F322}" type="pres">
      <dgm:prSet presAssocID="{085E2B6C-854A-4F02-A74F-8C1F5C3D1EB2}" presName="L2TextContainer" presStyleLbl="revTx" presStyleIdx="4" presStyleCnt="20">
        <dgm:presLayoutVars>
          <dgm:bulletEnabled val="1"/>
        </dgm:presLayoutVars>
      </dgm:prSet>
      <dgm:spPr/>
    </dgm:pt>
    <dgm:pt modelId="{01B78C00-EC64-4580-B336-0B54F5D143B1}" type="pres">
      <dgm:prSet presAssocID="{085E2B6C-854A-4F02-A74F-8C1F5C3D1EB2}" presName="L1TextContainer" presStyleLbl="revTx" presStyleIdx="5" presStyleCnt="20">
        <dgm:presLayoutVars>
          <dgm:chMax val="1"/>
          <dgm:chPref val="1"/>
          <dgm:bulletEnabled val="1"/>
        </dgm:presLayoutVars>
      </dgm:prSet>
      <dgm:spPr/>
    </dgm:pt>
    <dgm:pt modelId="{3435EE8B-F0D5-4CF0-B1C6-420B99BBA6C2}" type="pres">
      <dgm:prSet presAssocID="{085E2B6C-854A-4F02-A74F-8C1F5C3D1EB2}" presName="ConnectLine" presStyleLbl="dkBgShp" presStyleIdx="4" presStyleCnt="12"/>
      <dgm:spPr/>
    </dgm:pt>
    <dgm:pt modelId="{7D0BD0FB-41ED-4F77-A400-5B20F9643473}" type="pres">
      <dgm:prSet presAssocID="{085E2B6C-854A-4F02-A74F-8C1F5C3D1EB2}" presName="ConnectorPoint" presStyleCnt="0"/>
      <dgm:spPr/>
    </dgm:pt>
    <dgm:pt modelId="{9BABC9C2-3793-4E83-8F7E-21BB5B2765A0}" type="pres">
      <dgm:prSet presAssocID="{085E2B6C-854A-4F02-A74F-8C1F5C3D1EB2}" presName="Bullet" presStyleLbl="lnNode1" presStyleIdx="2" presStyleCnt="10"/>
      <dgm:spPr/>
    </dgm:pt>
    <dgm:pt modelId="{039B7613-09DD-4504-8A13-7EB9CDE81871}" type="pres">
      <dgm:prSet presAssocID="{085E2B6C-854A-4F02-A74F-8C1F5C3D1EB2}" presName="EmptyPlaceHolder" presStyleCnt="0"/>
      <dgm:spPr/>
    </dgm:pt>
    <dgm:pt modelId="{47A993BB-7F73-4378-81C2-BAD101563444}" type="pres">
      <dgm:prSet presAssocID="{D3F8B9BE-8DAF-461B-96F1-00F70F84F0C3}" presName="spaceBetweenRectangles" presStyleCnt="0"/>
      <dgm:spPr/>
    </dgm:pt>
    <dgm:pt modelId="{5493DEF6-36DA-4839-B135-0D5C07B72DBE}" type="pres">
      <dgm:prSet presAssocID="{7DE94256-B048-4B97-8529-1D0ECFE6B62D}" presName="composite" presStyleCnt="0"/>
      <dgm:spPr/>
    </dgm:pt>
    <dgm:pt modelId="{37202159-1885-40E8-86A8-161A91C8D08C}" type="pres">
      <dgm:prSet presAssocID="{7DE94256-B048-4B97-8529-1D0ECFE6B62D}" presName="DropPinPlaceHolder" presStyleCnt="0"/>
      <dgm:spPr/>
    </dgm:pt>
    <dgm:pt modelId="{AAC85CEB-076B-4626-84E5-ACDF80B16F28}" type="pres">
      <dgm:prSet presAssocID="{7DE94256-B048-4B97-8529-1D0ECFE6B62D}" presName="DropPin" presStyleLbl="alignNode1" presStyleIdx="3" presStyleCnt="10"/>
      <dgm:spPr/>
    </dgm:pt>
    <dgm:pt modelId="{8555632C-93C9-4931-84A1-D1D4424881B6}" type="pres">
      <dgm:prSet presAssocID="{7DE94256-B048-4B97-8529-1D0ECFE6B62D}" presName="Ellipse" presStyleLbl="fgAcc1" presStyleIdx="3" presStyleCnt="10"/>
      <dgm:spPr/>
    </dgm:pt>
    <dgm:pt modelId="{2B25094E-8357-45BA-B3FE-6824CB7E057A}" type="pres">
      <dgm:prSet presAssocID="{7DE94256-B048-4B97-8529-1D0ECFE6B62D}" presName="L2TextContainer" presStyleLbl="revTx" presStyleIdx="6" presStyleCnt="20">
        <dgm:presLayoutVars>
          <dgm:bulletEnabled val="1"/>
        </dgm:presLayoutVars>
      </dgm:prSet>
      <dgm:spPr/>
    </dgm:pt>
    <dgm:pt modelId="{489DD447-AC3E-4047-B917-C92E67CC6CBC}" type="pres">
      <dgm:prSet presAssocID="{7DE94256-B048-4B97-8529-1D0ECFE6B62D}" presName="L1TextContainer" presStyleLbl="revTx" presStyleIdx="7" presStyleCnt="20">
        <dgm:presLayoutVars>
          <dgm:chMax val="1"/>
          <dgm:chPref val="1"/>
          <dgm:bulletEnabled val="1"/>
        </dgm:presLayoutVars>
      </dgm:prSet>
      <dgm:spPr/>
    </dgm:pt>
    <dgm:pt modelId="{C158B7EF-63BB-4139-BE27-4C457B1C13BD}" type="pres">
      <dgm:prSet presAssocID="{7DE94256-B048-4B97-8529-1D0ECFE6B62D}" presName="ConnectLine" presStyleLbl="dkBgShp" presStyleIdx="5" presStyleCnt="12"/>
      <dgm:spPr/>
    </dgm:pt>
    <dgm:pt modelId="{8D9ED394-AF9F-4468-A174-0ABAAD1FDCFD}" type="pres">
      <dgm:prSet presAssocID="{7DE94256-B048-4B97-8529-1D0ECFE6B62D}" presName="ConnectorPoint" presStyleCnt="0"/>
      <dgm:spPr/>
    </dgm:pt>
    <dgm:pt modelId="{C90D9823-DE12-44FE-87CB-DAEEB8B88592}" type="pres">
      <dgm:prSet presAssocID="{7DE94256-B048-4B97-8529-1D0ECFE6B62D}" presName="Bullet" presStyleLbl="lnNode1" presStyleIdx="3" presStyleCnt="10"/>
      <dgm:spPr/>
    </dgm:pt>
    <dgm:pt modelId="{AAC9E280-3273-4430-8B92-5839C0B08697}" type="pres">
      <dgm:prSet presAssocID="{7DE94256-B048-4B97-8529-1D0ECFE6B62D}" presName="EmptyPlaceHolder" presStyleCnt="0"/>
      <dgm:spPr/>
    </dgm:pt>
    <dgm:pt modelId="{3458977F-2ED9-4546-9274-696D3EB28C9E}" type="pres">
      <dgm:prSet presAssocID="{334C0497-9679-4A30-8537-496D2CEF27C1}" presName="spaceBetweenRectangles" presStyleCnt="0"/>
      <dgm:spPr/>
    </dgm:pt>
    <dgm:pt modelId="{7FEB939A-A012-43C3-BDA1-9C11B9A704B1}" type="pres">
      <dgm:prSet presAssocID="{ED42CE19-8DC8-40E9-B8F0-9F9B2F7C56A8}" presName="composite" presStyleCnt="0"/>
      <dgm:spPr/>
    </dgm:pt>
    <dgm:pt modelId="{CA6F3DE5-38B4-4F6C-8D3B-D9225F700D58}" type="pres">
      <dgm:prSet presAssocID="{ED42CE19-8DC8-40E9-B8F0-9F9B2F7C56A8}" presName="DropPinPlaceHolder" presStyleCnt="0"/>
      <dgm:spPr/>
    </dgm:pt>
    <dgm:pt modelId="{832CD65D-7D60-4E3A-8BF2-9F8F1FC8F1E2}" type="pres">
      <dgm:prSet presAssocID="{ED42CE19-8DC8-40E9-B8F0-9F9B2F7C56A8}" presName="DropPin" presStyleLbl="alignNode1" presStyleIdx="4" presStyleCnt="10"/>
      <dgm:spPr/>
    </dgm:pt>
    <dgm:pt modelId="{1490B15C-D31E-4717-881F-6FD116B450DD}" type="pres">
      <dgm:prSet presAssocID="{ED42CE19-8DC8-40E9-B8F0-9F9B2F7C56A8}" presName="Ellipse" presStyleLbl="fgAcc1" presStyleIdx="4" presStyleCnt="10"/>
      <dgm:spPr/>
    </dgm:pt>
    <dgm:pt modelId="{04314D7E-ECD0-4673-8000-E9440A960DE0}" type="pres">
      <dgm:prSet presAssocID="{ED42CE19-8DC8-40E9-B8F0-9F9B2F7C56A8}" presName="L2TextContainer" presStyleLbl="revTx" presStyleIdx="8" presStyleCnt="20">
        <dgm:presLayoutVars>
          <dgm:bulletEnabled val="1"/>
        </dgm:presLayoutVars>
      </dgm:prSet>
      <dgm:spPr/>
    </dgm:pt>
    <dgm:pt modelId="{94AFF1FC-19E1-45E0-9E82-60EF1E52B68C}" type="pres">
      <dgm:prSet presAssocID="{ED42CE19-8DC8-40E9-B8F0-9F9B2F7C56A8}" presName="L1TextContainer" presStyleLbl="revTx" presStyleIdx="9" presStyleCnt="20">
        <dgm:presLayoutVars>
          <dgm:chMax val="1"/>
          <dgm:chPref val="1"/>
          <dgm:bulletEnabled val="1"/>
        </dgm:presLayoutVars>
      </dgm:prSet>
      <dgm:spPr/>
    </dgm:pt>
    <dgm:pt modelId="{19C23473-39AE-420A-93F7-3DBB6C84A007}" type="pres">
      <dgm:prSet presAssocID="{ED42CE19-8DC8-40E9-B8F0-9F9B2F7C56A8}" presName="ConnectLine" presStyleLbl="dkBgShp" presStyleIdx="6" presStyleCnt="12"/>
      <dgm:spPr/>
    </dgm:pt>
    <dgm:pt modelId="{A3F233FF-96F7-4AD3-8756-061083B9918B}" type="pres">
      <dgm:prSet presAssocID="{ED42CE19-8DC8-40E9-B8F0-9F9B2F7C56A8}" presName="ConnectorPoint" presStyleCnt="0"/>
      <dgm:spPr/>
    </dgm:pt>
    <dgm:pt modelId="{9745DB0B-E78D-421C-B378-9B51895E012E}" type="pres">
      <dgm:prSet presAssocID="{ED42CE19-8DC8-40E9-B8F0-9F9B2F7C56A8}" presName="Bullet" presStyleLbl="lnNode1" presStyleIdx="4" presStyleCnt="10"/>
      <dgm:spPr/>
    </dgm:pt>
    <dgm:pt modelId="{4C8BDA3E-FD34-4AE8-A400-7F94666F8E24}" type="pres">
      <dgm:prSet presAssocID="{ED42CE19-8DC8-40E9-B8F0-9F9B2F7C56A8}" presName="EmptyPlaceHolder" presStyleCnt="0"/>
      <dgm:spPr/>
    </dgm:pt>
    <dgm:pt modelId="{AB7049A2-2F57-4DFC-A576-19EB58782869}" type="pres">
      <dgm:prSet presAssocID="{192E6147-C047-4CE4-A97F-892639E126EC}" presName="spaceBetweenRectangles" presStyleCnt="0"/>
      <dgm:spPr/>
    </dgm:pt>
    <dgm:pt modelId="{BD1CA332-5159-4E44-B3D2-EDC6ADAB2B92}" type="pres">
      <dgm:prSet presAssocID="{E5505FD5-38F1-41C5-BE80-E664F6215BCE}" presName="composite" presStyleCnt="0"/>
      <dgm:spPr/>
    </dgm:pt>
    <dgm:pt modelId="{91A3893D-0512-43F7-BB73-D43DDEB65F61}" type="pres">
      <dgm:prSet presAssocID="{E5505FD5-38F1-41C5-BE80-E664F6215BCE}" presName="DropPinPlaceHolder" presStyleCnt="0"/>
      <dgm:spPr/>
    </dgm:pt>
    <dgm:pt modelId="{269A7124-5C6D-4E0F-8123-63AD5A3FDA6A}" type="pres">
      <dgm:prSet presAssocID="{E5505FD5-38F1-41C5-BE80-E664F6215BCE}" presName="DropPin" presStyleLbl="alignNode1" presStyleIdx="5" presStyleCnt="10"/>
      <dgm:spPr/>
    </dgm:pt>
    <dgm:pt modelId="{5CE4051C-44FA-48A0-93D1-1F267AC3A385}" type="pres">
      <dgm:prSet presAssocID="{E5505FD5-38F1-41C5-BE80-E664F6215BCE}" presName="Ellipse" presStyleLbl="fgAcc1" presStyleIdx="5" presStyleCnt="10"/>
      <dgm:spPr/>
    </dgm:pt>
    <dgm:pt modelId="{CC9BE61E-D6B1-42B7-8651-7A5D8AF7A24F}" type="pres">
      <dgm:prSet presAssocID="{E5505FD5-38F1-41C5-BE80-E664F6215BCE}" presName="L2TextContainer" presStyleLbl="revTx" presStyleIdx="10" presStyleCnt="20">
        <dgm:presLayoutVars>
          <dgm:bulletEnabled val="1"/>
        </dgm:presLayoutVars>
      </dgm:prSet>
      <dgm:spPr/>
    </dgm:pt>
    <dgm:pt modelId="{834B5FAF-76F7-46D0-BF12-AE8AA4F3D0F2}" type="pres">
      <dgm:prSet presAssocID="{E5505FD5-38F1-41C5-BE80-E664F6215BCE}" presName="L1TextContainer" presStyleLbl="revTx" presStyleIdx="11" presStyleCnt="20">
        <dgm:presLayoutVars>
          <dgm:chMax val="1"/>
          <dgm:chPref val="1"/>
          <dgm:bulletEnabled val="1"/>
        </dgm:presLayoutVars>
      </dgm:prSet>
      <dgm:spPr/>
    </dgm:pt>
    <dgm:pt modelId="{1B92CAE3-FEB4-4C57-A822-ECA200E665C9}" type="pres">
      <dgm:prSet presAssocID="{E5505FD5-38F1-41C5-BE80-E664F6215BCE}" presName="ConnectLine" presStyleLbl="dkBgShp" presStyleIdx="7" presStyleCnt="12"/>
      <dgm:spPr/>
    </dgm:pt>
    <dgm:pt modelId="{84794920-9577-4FEC-9870-DAAB95B9D465}" type="pres">
      <dgm:prSet presAssocID="{E5505FD5-38F1-41C5-BE80-E664F6215BCE}" presName="ConnectorPoint" presStyleCnt="0"/>
      <dgm:spPr/>
    </dgm:pt>
    <dgm:pt modelId="{207397CD-0E0C-4652-8168-DC51DBAAC64E}" type="pres">
      <dgm:prSet presAssocID="{E5505FD5-38F1-41C5-BE80-E664F6215BCE}" presName="Bullet" presStyleLbl="lnNode1" presStyleIdx="5" presStyleCnt="10"/>
      <dgm:spPr/>
    </dgm:pt>
    <dgm:pt modelId="{9658ECD5-0D16-4532-859C-8D17BC71D8B3}" type="pres">
      <dgm:prSet presAssocID="{E5505FD5-38F1-41C5-BE80-E664F6215BCE}" presName="EmptyPlaceHolder" presStyleCnt="0"/>
      <dgm:spPr/>
    </dgm:pt>
    <dgm:pt modelId="{CB546183-F372-44D7-A3E1-10F7E7F4B4D9}" type="pres">
      <dgm:prSet presAssocID="{E75D8635-98D8-4F1B-9246-CF0DDAFC1112}" presName="spaceBetweenRectangles" presStyleCnt="0"/>
      <dgm:spPr/>
    </dgm:pt>
    <dgm:pt modelId="{8A32DD34-16F6-4117-B27D-B9672D3BDA84}" type="pres">
      <dgm:prSet presAssocID="{C6B5BB7D-58AE-4016-9463-2B8DECE2960A}" presName="composite" presStyleCnt="0"/>
      <dgm:spPr/>
    </dgm:pt>
    <dgm:pt modelId="{09D97DE9-A69D-443E-8FEE-436CCCA95BC5}" type="pres">
      <dgm:prSet presAssocID="{C6B5BB7D-58AE-4016-9463-2B8DECE2960A}" presName="DropPinPlaceHolder" presStyleCnt="0"/>
      <dgm:spPr/>
    </dgm:pt>
    <dgm:pt modelId="{BFD35E81-7670-4FBF-9735-ED417FF2615F}" type="pres">
      <dgm:prSet presAssocID="{C6B5BB7D-58AE-4016-9463-2B8DECE2960A}" presName="DropPin" presStyleLbl="alignNode1" presStyleIdx="6" presStyleCnt="10"/>
      <dgm:spPr/>
    </dgm:pt>
    <dgm:pt modelId="{A021A569-4208-4F85-B649-42E21EE6B267}" type="pres">
      <dgm:prSet presAssocID="{C6B5BB7D-58AE-4016-9463-2B8DECE2960A}" presName="Ellipse" presStyleLbl="fgAcc1" presStyleIdx="6" presStyleCnt="10"/>
      <dgm:spPr/>
    </dgm:pt>
    <dgm:pt modelId="{9861EA35-13D6-47A0-BB18-6F13CDE9EAE7}" type="pres">
      <dgm:prSet presAssocID="{C6B5BB7D-58AE-4016-9463-2B8DECE2960A}" presName="L2TextContainer" presStyleLbl="revTx" presStyleIdx="12" presStyleCnt="20">
        <dgm:presLayoutVars>
          <dgm:bulletEnabled val="1"/>
        </dgm:presLayoutVars>
      </dgm:prSet>
      <dgm:spPr/>
    </dgm:pt>
    <dgm:pt modelId="{9B996CFB-ECBE-4FD6-AC96-F939F974047A}" type="pres">
      <dgm:prSet presAssocID="{C6B5BB7D-58AE-4016-9463-2B8DECE2960A}" presName="L1TextContainer" presStyleLbl="revTx" presStyleIdx="13" presStyleCnt="20">
        <dgm:presLayoutVars>
          <dgm:chMax val="1"/>
          <dgm:chPref val="1"/>
          <dgm:bulletEnabled val="1"/>
        </dgm:presLayoutVars>
      </dgm:prSet>
      <dgm:spPr/>
    </dgm:pt>
    <dgm:pt modelId="{A333FEBE-9E6B-4849-AE24-07CF07E9C49C}" type="pres">
      <dgm:prSet presAssocID="{C6B5BB7D-58AE-4016-9463-2B8DECE2960A}" presName="ConnectLine" presStyleLbl="dkBgShp" presStyleIdx="8" presStyleCnt="12"/>
      <dgm:spPr/>
    </dgm:pt>
    <dgm:pt modelId="{A04C6CAD-3A3A-41BD-8985-A79D53CA7874}" type="pres">
      <dgm:prSet presAssocID="{C6B5BB7D-58AE-4016-9463-2B8DECE2960A}" presName="ConnectorPoint" presStyleCnt="0"/>
      <dgm:spPr/>
    </dgm:pt>
    <dgm:pt modelId="{90422324-B603-4718-8B91-1FBD35C31F2C}" type="pres">
      <dgm:prSet presAssocID="{C6B5BB7D-58AE-4016-9463-2B8DECE2960A}" presName="Bullet" presStyleLbl="lnNode1" presStyleIdx="6" presStyleCnt="10"/>
      <dgm:spPr/>
    </dgm:pt>
    <dgm:pt modelId="{C6A9A5E9-81DB-43BF-B82B-023C77C42FCB}" type="pres">
      <dgm:prSet presAssocID="{C6B5BB7D-58AE-4016-9463-2B8DECE2960A}" presName="EmptyPlaceHolder" presStyleCnt="0"/>
      <dgm:spPr/>
    </dgm:pt>
    <dgm:pt modelId="{4547EB44-4319-4B1F-9E8C-2183AF926A7E}" type="pres">
      <dgm:prSet presAssocID="{8072B5D7-0508-4BF9-AC8F-4145E37025B6}" presName="spaceBetweenRectangles" presStyleCnt="0"/>
      <dgm:spPr/>
    </dgm:pt>
    <dgm:pt modelId="{1619FA6A-3660-40AF-9534-00F6DBA9186D}" type="pres">
      <dgm:prSet presAssocID="{7B25AECA-5AFE-4228-B803-B64F6CDB40F1}" presName="composite" presStyleCnt="0"/>
      <dgm:spPr/>
    </dgm:pt>
    <dgm:pt modelId="{0355144F-33FC-4D27-A3CD-ECE025FE7C3C}" type="pres">
      <dgm:prSet presAssocID="{7B25AECA-5AFE-4228-B803-B64F6CDB40F1}" presName="DropPinPlaceHolder" presStyleCnt="0"/>
      <dgm:spPr/>
    </dgm:pt>
    <dgm:pt modelId="{5AE83BFA-BB07-4DBE-B510-8775B99F5A50}" type="pres">
      <dgm:prSet presAssocID="{7B25AECA-5AFE-4228-B803-B64F6CDB40F1}" presName="DropPin" presStyleLbl="alignNode1" presStyleIdx="7" presStyleCnt="10"/>
      <dgm:spPr/>
    </dgm:pt>
    <dgm:pt modelId="{2D092036-6E1F-43A7-BA76-FBCB24A4E316}" type="pres">
      <dgm:prSet presAssocID="{7B25AECA-5AFE-4228-B803-B64F6CDB40F1}" presName="Ellipse" presStyleLbl="fgAcc1" presStyleIdx="7" presStyleCnt="10"/>
      <dgm:spPr/>
    </dgm:pt>
    <dgm:pt modelId="{84B71A20-57B1-464E-B85A-AAD1B59482B7}" type="pres">
      <dgm:prSet presAssocID="{7B25AECA-5AFE-4228-B803-B64F6CDB40F1}" presName="L2TextContainer" presStyleLbl="revTx" presStyleIdx="14" presStyleCnt="20">
        <dgm:presLayoutVars>
          <dgm:bulletEnabled val="1"/>
        </dgm:presLayoutVars>
      </dgm:prSet>
      <dgm:spPr/>
    </dgm:pt>
    <dgm:pt modelId="{5A71305C-C2EB-450A-8249-2969AAFD390A}" type="pres">
      <dgm:prSet presAssocID="{7B25AECA-5AFE-4228-B803-B64F6CDB40F1}" presName="L1TextContainer" presStyleLbl="revTx" presStyleIdx="15" presStyleCnt="20">
        <dgm:presLayoutVars>
          <dgm:chMax val="1"/>
          <dgm:chPref val="1"/>
          <dgm:bulletEnabled val="1"/>
        </dgm:presLayoutVars>
      </dgm:prSet>
      <dgm:spPr/>
    </dgm:pt>
    <dgm:pt modelId="{B6CBBD66-2375-4A42-9275-9EEC307C4225}" type="pres">
      <dgm:prSet presAssocID="{7B25AECA-5AFE-4228-B803-B64F6CDB40F1}" presName="ConnectLine" presStyleLbl="dkBgShp" presStyleIdx="9" presStyleCnt="12"/>
      <dgm:spPr/>
    </dgm:pt>
    <dgm:pt modelId="{594091FA-8B90-4A52-AAF8-1D44FE956633}" type="pres">
      <dgm:prSet presAssocID="{7B25AECA-5AFE-4228-B803-B64F6CDB40F1}" presName="ConnectorPoint" presStyleCnt="0"/>
      <dgm:spPr/>
    </dgm:pt>
    <dgm:pt modelId="{A27F9B9F-4DD4-4E1B-B91A-3BAAC55AA4DC}" type="pres">
      <dgm:prSet presAssocID="{7B25AECA-5AFE-4228-B803-B64F6CDB40F1}" presName="Bullet" presStyleLbl="lnNode1" presStyleIdx="7" presStyleCnt="10"/>
      <dgm:spPr/>
    </dgm:pt>
    <dgm:pt modelId="{D5815B05-6611-490B-9B8B-BE2116F71AD6}" type="pres">
      <dgm:prSet presAssocID="{7B25AECA-5AFE-4228-B803-B64F6CDB40F1}" presName="EmptyPlaceHolder" presStyleCnt="0"/>
      <dgm:spPr/>
    </dgm:pt>
    <dgm:pt modelId="{AF81A099-0585-4BA1-A032-D6E341B0FE92}" type="pres">
      <dgm:prSet presAssocID="{521FA350-1C04-4539-A50F-929747C084B4}" presName="spaceBetweenRectangles" presStyleCnt="0"/>
      <dgm:spPr/>
    </dgm:pt>
    <dgm:pt modelId="{76F0028C-FDD9-462A-9273-7DEAE1033FFD}" type="pres">
      <dgm:prSet presAssocID="{69BB0169-DA68-4432-AD55-8F91D0608620}" presName="composite" presStyleCnt="0"/>
      <dgm:spPr/>
    </dgm:pt>
    <dgm:pt modelId="{4AF9DDFE-E5B8-4FC5-8B5D-66DEE1A96FBB}" type="pres">
      <dgm:prSet presAssocID="{69BB0169-DA68-4432-AD55-8F91D0608620}" presName="DropPinPlaceHolder" presStyleCnt="0"/>
      <dgm:spPr/>
    </dgm:pt>
    <dgm:pt modelId="{AC3C7E80-8BBB-463C-A130-D1135D401BD6}" type="pres">
      <dgm:prSet presAssocID="{69BB0169-DA68-4432-AD55-8F91D0608620}" presName="DropPin" presStyleLbl="alignNode1" presStyleIdx="8" presStyleCnt="10"/>
      <dgm:spPr/>
    </dgm:pt>
    <dgm:pt modelId="{D7FD908F-DC9E-403F-BAD8-C1B19E9C4781}" type="pres">
      <dgm:prSet presAssocID="{69BB0169-DA68-4432-AD55-8F91D0608620}" presName="Ellipse" presStyleLbl="fgAcc1" presStyleIdx="8" presStyleCnt="10"/>
      <dgm:spPr/>
    </dgm:pt>
    <dgm:pt modelId="{3ABC2C4C-1358-4CA6-9113-BCAAA1A7C9A6}" type="pres">
      <dgm:prSet presAssocID="{69BB0169-DA68-4432-AD55-8F91D0608620}" presName="L2TextContainer" presStyleLbl="revTx" presStyleIdx="16" presStyleCnt="20">
        <dgm:presLayoutVars>
          <dgm:bulletEnabled val="1"/>
        </dgm:presLayoutVars>
      </dgm:prSet>
      <dgm:spPr/>
    </dgm:pt>
    <dgm:pt modelId="{6D088F84-E5BF-44E2-A058-0C141FD875E6}" type="pres">
      <dgm:prSet presAssocID="{69BB0169-DA68-4432-AD55-8F91D0608620}" presName="L1TextContainer" presStyleLbl="revTx" presStyleIdx="17" presStyleCnt="20">
        <dgm:presLayoutVars>
          <dgm:chMax val="1"/>
          <dgm:chPref val="1"/>
          <dgm:bulletEnabled val="1"/>
        </dgm:presLayoutVars>
      </dgm:prSet>
      <dgm:spPr/>
    </dgm:pt>
    <dgm:pt modelId="{66359042-75E2-4883-A844-AEAC1A93662B}" type="pres">
      <dgm:prSet presAssocID="{69BB0169-DA68-4432-AD55-8F91D0608620}" presName="ConnectLine" presStyleLbl="dkBgShp" presStyleIdx="10" presStyleCnt="12"/>
      <dgm:spPr/>
    </dgm:pt>
    <dgm:pt modelId="{0CDE1D60-DB12-485F-A24F-43A740F8E63B}" type="pres">
      <dgm:prSet presAssocID="{69BB0169-DA68-4432-AD55-8F91D0608620}" presName="ConnectorPoint" presStyleCnt="0"/>
      <dgm:spPr/>
    </dgm:pt>
    <dgm:pt modelId="{6D871422-3A93-4F85-9A8D-A836D8BFFAA1}" type="pres">
      <dgm:prSet presAssocID="{69BB0169-DA68-4432-AD55-8F91D0608620}" presName="Bullet" presStyleLbl="lnNode1" presStyleIdx="8" presStyleCnt="10"/>
      <dgm:spPr/>
    </dgm:pt>
    <dgm:pt modelId="{01661CB9-FC85-4CAA-9729-083DEBEDE5FD}" type="pres">
      <dgm:prSet presAssocID="{69BB0169-DA68-4432-AD55-8F91D0608620}" presName="EmptyPlaceHolder" presStyleCnt="0"/>
      <dgm:spPr/>
    </dgm:pt>
    <dgm:pt modelId="{C6EF7506-0AD2-44D6-BC4D-8C191FBB484A}" type="pres">
      <dgm:prSet presAssocID="{1630CE86-12ED-4A0E-B3F7-6168BE0401DA}" presName="spaceBetweenRectangles" presStyleCnt="0"/>
      <dgm:spPr/>
    </dgm:pt>
    <dgm:pt modelId="{82B5FC17-203A-4FCD-9BEE-C51653891EF3}" type="pres">
      <dgm:prSet presAssocID="{CE8ED86A-2574-4947-B498-3963C66FAFD7}" presName="composite" presStyleCnt="0"/>
      <dgm:spPr/>
    </dgm:pt>
    <dgm:pt modelId="{9C7C2753-86F2-411A-B2E4-563D032A0800}" type="pres">
      <dgm:prSet presAssocID="{CE8ED86A-2574-4947-B498-3963C66FAFD7}" presName="DropPinPlaceHolder" presStyleCnt="0"/>
      <dgm:spPr/>
    </dgm:pt>
    <dgm:pt modelId="{FE87830F-FF5D-496A-ADB0-21C3142517A7}" type="pres">
      <dgm:prSet presAssocID="{CE8ED86A-2574-4947-B498-3963C66FAFD7}" presName="DropPin" presStyleLbl="alignNode1" presStyleIdx="9" presStyleCnt="10"/>
      <dgm:spPr/>
    </dgm:pt>
    <dgm:pt modelId="{82EFCB75-A519-4BBC-A57D-EE79C5DF06B1}" type="pres">
      <dgm:prSet presAssocID="{CE8ED86A-2574-4947-B498-3963C66FAFD7}" presName="Ellipse" presStyleLbl="fgAcc1" presStyleIdx="9" presStyleCnt="10"/>
      <dgm:spPr/>
    </dgm:pt>
    <dgm:pt modelId="{E16A8980-22AA-4D83-A3E0-F06CE6D92F7F}" type="pres">
      <dgm:prSet presAssocID="{CE8ED86A-2574-4947-B498-3963C66FAFD7}" presName="L2TextContainer" presStyleLbl="revTx" presStyleIdx="18" presStyleCnt="20">
        <dgm:presLayoutVars>
          <dgm:bulletEnabled val="1"/>
        </dgm:presLayoutVars>
      </dgm:prSet>
      <dgm:spPr/>
    </dgm:pt>
    <dgm:pt modelId="{D58751B2-2C9C-4838-84C8-DE68348D8B9D}" type="pres">
      <dgm:prSet presAssocID="{CE8ED86A-2574-4947-B498-3963C66FAFD7}" presName="L1TextContainer" presStyleLbl="revTx" presStyleIdx="19" presStyleCnt="20">
        <dgm:presLayoutVars>
          <dgm:chMax val="1"/>
          <dgm:chPref val="1"/>
          <dgm:bulletEnabled val="1"/>
        </dgm:presLayoutVars>
      </dgm:prSet>
      <dgm:spPr/>
    </dgm:pt>
    <dgm:pt modelId="{A84B1425-B8ED-4A35-A819-614BBCE85668}" type="pres">
      <dgm:prSet presAssocID="{CE8ED86A-2574-4947-B498-3963C66FAFD7}" presName="ConnectLine" presStyleLbl="dkBgShp" presStyleIdx="11" presStyleCnt="12"/>
      <dgm:spPr/>
    </dgm:pt>
    <dgm:pt modelId="{A4F0D898-AEA1-4DE7-B69D-14203F76D703}" type="pres">
      <dgm:prSet presAssocID="{CE8ED86A-2574-4947-B498-3963C66FAFD7}" presName="ConnectorPoint" presStyleCnt="0"/>
      <dgm:spPr/>
    </dgm:pt>
    <dgm:pt modelId="{9C60F39C-EC91-4768-A082-E6A26218F30D}" type="pres">
      <dgm:prSet presAssocID="{CE8ED86A-2574-4947-B498-3963C66FAFD7}" presName="Bullet" presStyleLbl="lnNode1" presStyleIdx="9" presStyleCnt="10"/>
      <dgm:spPr/>
    </dgm:pt>
    <dgm:pt modelId="{54B49B00-84D0-43C9-920F-177AD8DA4523}" type="pres">
      <dgm:prSet presAssocID="{CE8ED86A-2574-4947-B498-3963C66FAFD7}" presName="EmptyPlaceHolder" presStyleCnt="0"/>
      <dgm:spPr/>
    </dgm:pt>
  </dgm:ptLst>
  <dgm:cxnLst>
    <dgm:cxn modelId="{43549D03-23DE-4C78-80DA-9D09AC321E8C}" type="presOf" srcId="{E5505FD5-38F1-41C5-BE80-E664F6215BCE}" destId="{834B5FAF-76F7-46D0-BF12-AE8AA4F3D0F2}" srcOrd="0" destOrd="0" presId="urn:microsoft.com/office/officeart/2024/layout/BulletTimeline#2"/>
    <dgm:cxn modelId="{FF44E40A-3769-4AD3-AA46-1E10851BDA9E}" type="presOf" srcId="{7B25AECA-5AFE-4228-B803-B64F6CDB40F1}" destId="{5A71305C-C2EB-450A-8249-2969AAFD390A}" srcOrd="0" destOrd="0" presId="urn:microsoft.com/office/officeart/2024/layout/BulletTimeline#2"/>
    <dgm:cxn modelId="{9BF93F14-0A9C-4E40-9C1F-CBD6DE59CB65}" type="presOf" srcId="{ED42CE19-8DC8-40E9-B8F0-9F9B2F7C56A8}" destId="{94AFF1FC-19E1-45E0-9E82-60EF1E52B68C}" srcOrd="0" destOrd="0" presId="urn:microsoft.com/office/officeart/2024/layout/BulletTimeline#2"/>
    <dgm:cxn modelId="{961A691E-96E9-4F78-AA5F-264838EFACC5}" type="presOf" srcId="{085E2B6C-854A-4F02-A74F-8C1F5C3D1EB2}" destId="{01B78C00-EC64-4580-B336-0B54F5D143B1}" srcOrd="0" destOrd="0" presId="urn:microsoft.com/office/officeart/2024/layout/BulletTimeline#2"/>
    <dgm:cxn modelId="{F634EC23-E1B2-4207-8E7C-5113E87B2C5E}" srcId="{B8A11AE1-8216-4AC3-80BD-A2BD2F918844}" destId="{5AB57118-F7C2-4BDD-87CA-27B958191324}" srcOrd="0" destOrd="0" parTransId="{33030F41-FA2C-40E6-A959-1E1535D27751}" sibTransId="{64550341-DF65-42F9-BB71-28F969F2238E}"/>
    <dgm:cxn modelId="{2DB48527-DE5D-4700-97AB-3C1D84F97306}" type="presOf" srcId="{B8A11AE1-8216-4AC3-80BD-A2BD2F918844}" destId="{C15D05A6-BD62-4E62-A250-223971DBD63A}" srcOrd="0" destOrd="0" presId="urn:microsoft.com/office/officeart/2024/layout/BulletTimeline#2"/>
    <dgm:cxn modelId="{4DA19C3D-444D-4C81-A333-8284176E66A3}" srcId="{ACA09FEF-E5CB-40A2-B107-643AC21206A9}" destId="{7DE94256-B048-4B97-8529-1D0ECFE6B62D}" srcOrd="3" destOrd="0" parTransId="{3CCCF216-D083-48B1-BEB4-A1A4D7F32A3B}" sibTransId="{334C0497-9679-4A30-8537-496D2CEF27C1}"/>
    <dgm:cxn modelId="{02040D3E-0AE6-428C-A84A-8D827F6AFB61}" type="presOf" srcId="{ACA09FEF-E5CB-40A2-B107-643AC21206A9}" destId="{7F383E54-6833-49A1-ABF2-2B67BF869E3B}" srcOrd="0" destOrd="0" presId="urn:microsoft.com/office/officeart/2024/layout/BulletTimeline#2"/>
    <dgm:cxn modelId="{080DDB5C-1A05-44AA-B225-5A002F8D26BD}" type="presOf" srcId="{FAA2DBA2-0587-4CE5-9864-E0C1E3F57616}" destId="{84B71A20-57B1-464E-B85A-AAD1B59482B7}" srcOrd="0" destOrd="0" presId="urn:microsoft.com/office/officeart/2024/layout/BulletTimeline#2"/>
    <dgm:cxn modelId="{D0CCE163-C5CB-4EFD-AB81-2D2CA7FE2C6C}" srcId="{ACA09FEF-E5CB-40A2-B107-643AC21206A9}" destId="{E5505FD5-38F1-41C5-BE80-E664F6215BCE}" srcOrd="5" destOrd="0" parTransId="{B7DA5232-D57E-4011-A84E-80EF9922714C}" sibTransId="{E75D8635-98D8-4F1B-9246-CF0DDAFC1112}"/>
    <dgm:cxn modelId="{0DA39945-E0D6-45D3-8260-C6A32B1313E5}" type="presOf" srcId="{7DE94256-B048-4B97-8529-1D0ECFE6B62D}" destId="{489DD447-AC3E-4047-B917-C92E67CC6CBC}" srcOrd="0" destOrd="0" presId="urn:microsoft.com/office/officeart/2024/layout/BulletTimeline#2"/>
    <dgm:cxn modelId="{C0939166-8F3F-49A6-B275-3D9D8D8B6FAF}" srcId="{ACA09FEF-E5CB-40A2-B107-643AC21206A9}" destId="{ED42CE19-8DC8-40E9-B8F0-9F9B2F7C56A8}" srcOrd="4" destOrd="0" parTransId="{4F51B84A-D37C-4244-BC5A-77F51EFB909B}" sibTransId="{192E6147-C047-4CE4-A97F-892639E126EC}"/>
    <dgm:cxn modelId="{8A89B166-99F4-49CF-9792-45E36D6ECFB9}" srcId="{E5505FD5-38F1-41C5-BE80-E664F6215BCE}" destId="{97B400F8-11AB-46D8-BEFF-E554E9D1E025}" srcOrd="0" destOrd="0" parTransId="{1D90B5EF-AEBE-44FF-9E09-6FF20C615ECC}" sibTransId="{FDCE7C68-FC9B-486E-BFAB-1C870201827C}"/>
    <dgm:cxn modelId="{47B4116A-3C0D-440F-A714-1B33178A1975}" type="presOf" srcId="{C6B5BB7D-58AE-4016-9463-2B8DECE2960A}" destId="{9B996CFB-ECBE-4FD6-AC96-F939F974047A}" srcOrd="0" destOrd="0" presId="urn:microsoft.com/office/officeart/2024/layout/BulletTimeline#2"/>
    <dgm:cxn modelId="{542B066D-4BAF-436B-B293-8210A8A97896}" srcId="{7DE94256-B048-4B97-8529-1D0ECFE6B62D}" destId="{1B37ACC2-DE35-4662-A49D-C2DE6E51A5F2}" srcOrd="0" destOrd="0" parTransId="{0113B929-BE13-418E-B7F7-18622605F86D}" sibTransId="{54045E4B-F043-4276-BC08-72C43FAD553C}"/>
    <dgm:cxn modelId="{E0B66F51-1F74-4581-A217-72249A5106DB}" type="presOf" srcId="{070B34A8-F732-418B-B86E-C398BDC45057}" destId="{A85E4AF4-AEE0-4487-B03A-901CE4C8E445}" srcOrd="0" destOrd="0" presId="urn:microsoft.com/office/officeart/2024/layout/BulletTimeline#2"/>
    <dgm:cxn modelId="{A7CB1B72-8ADE-4E09-9681-4D2ED5A9638B}" srcId="{ACA09FEF-E5CB-40A2-B107-643AC21206A9}" destId="{CE8ED86A-2574-4947-B498-3963C66FAFD7}" srcOrd="9" destOrd="0" parTransId="{87E99DDA-5860-4752-A80F-16053B28B802}" sibTransId="{A1DC843C-84CB-4111-A7E1-605695A51421}"/>
    <dgm:cxn modelId="{17315A7F-7EFE-44F4-BF59-101BB3699F77}" type="presOf" srcId="{A4BCFB83-9F0D-4171-87A8-CB84DB0C9391}" destId="{E16A8980-22AA-4D83-A3E0-F06CE6D92F7F}" srcOrd="0" destOrd="0" presId="urn:microsoft.com/office/officeart/2024/layout/BulletTimeline#2"/>
    <dgm:cxn modelId="{C7245F83-D4BE-4715-A71E-5EB8A5C0EB82}" srcId="{CE8ED86A-2574-4947-B498-3963C66FAFD7}" destId="{A4BCFB83-9F0D-4171-87A8-CB84DB0C9391}" srcOrd="0" destOrd="0" parTransId="{3F73EFEA-7B26-46AE-B3B7-9B0F5D20B2DC}" sibTransId="{660884EE-CAF1-4C32-81B0-3DE2BFC949A9}"/>
    <dgm:cxn modelId="{4656BE94-9779-4D22-A61F-38F6077D0FD5}" srcId="{ED42CE19-8DC8-40E9-B8F0-9F9B2F7C56A8}" destId="{73418DA6-1974-471D-A2CA-36A66455AC63}" srcOrd="0" destOrd="0" parTransId="{FD02C0A3-63B3-47DD-A080-CDD1C232FD55}" sibTransId="{87853B0B-347E-4C70-B918-879FC2DC1665}"/>
    <dgm:cxn modelId="{7BD6869D-2B9A-4C52-AF14-F37A101FC5A1}" type="presOf" srcId="{1499BB29-A8E1-4EA5-98F6-3278E6B36C08}" destId="{9628FE65-2A7C-47F1-AA31-9EDE10F0F322}" srcOrd="0" destOrd="0" presId="urn:microsoft.com/office/officeart/2024/layout/BulletTimeline#2"/>
    <dgm:cxn modelId="{6B712CB0-D0E2-4336-9F5F-6102A71EAE84}" type="presOf" srcId="{1B37ACC2-DE35-4662-A49D-C2DE6E51A5F2}" destId="{2B25094E-8357-45BA-B3FE-6824CB7E057A}" srcOrd="0" destOrd="0" presId="urn:microsoft.com/office/officeart/2024/layout/BulletTimeline#2"/>
    <dgm:cxn modelId="{3BAF78B2-343D-4CC9-867C-E4F81A9FAE11}" type="presOf" srcId="{97B400F8-11AB-46D8-BEFF-E554E9D1E025}" destId="{CC9BE61E-D6B1-42B7-8651-7A5D8AF7A24F}" srcOrd="0" destOrd="0" presId="urn:microsoft.com/office/officeart/2024/layout/BulletTimeline#2"/>
    <dgm:cxn modelId="{BDD67DB3-4625-4B12-9580-39934F47DF12}" type="presOf" srcId="{69BB0169-DA68-4432-AD55-8F91D0608620}" destId="{6D088F84-E5BF-44E2-A058-0C141FD875E6}" srcOrd="0" destOrd="0" presId="urn:microsoft.com/office/officeart/2024/layout/BulletTimeline#2"/>
    <dgm:cxn modelId="{0B3BF2B5-200F-4ABC-85A8-8C0485BC491E}" type="presOf" srcId="{73418DA6-1974-471D-A2CA-36A66455AC63}" destId="{04314D7E-ECD0-4673-8000-E9440A960DE0}" srcOrd="0" destOrd="0" presId="urn:microsoft.com/office/officeart/2024/layout/BulletTimeline#2"/>
    <dgm:cxn modelId="{EC2AB1BB-6F94-4F86-A997-56BEDB6FFED3}" srcId="{ACA09FEF-E5CB-40A2-B107-643AC21206A9}" destId="{7B25AECA-5AFE-4228-B803-B64F6CDB40F1}" srcOrd="7" destOrd="0" parTransId="{5B5D2D7C-A7E0-4BA0-8B91-B8CB292B06FF}" sibTransId="{521FA350-1C04-4539-A50F-929747C084B4}"/>
    <dgm:cxn modelId="{6D1609C0-A447-43A8-83E9-D6FF3306D0ED}" srcId="{4FE2CBB3-ACB5-471A-88A7-A8EB2359B63B}" destId="{070B34A8-F732-418B-B86E-C398BDC45057}" srcOrd="0" destOrd="0" parTransId="{E0F2D73F-F472-4A9A-933B-C8BE0E44E090}" sibTransId="{5B022968-391B-4275-B69C-C7545BE45874}"/>
    <dgm:cxn modelId="{134DE7C0-67F2-4DBF-A330-BCB41FFCF303}" type="presOf" srcId="{4FE2CBB3-ACB5-471A-88A7-A8EB2359B63B}" destId="{65C2B039-FC52-4525-8FA0-AF00D8F80A7B}" srcOrd="0" destOrd="0" presId="urn:microsoft.com/office/officeart/2024/layout/BulletTimeline#2"/>
    <dgm:cxn modelId="{08AA9ECB-38EC-4042-9AD5-E0DB6B96FBC9}" srcId="{ACA09FEF-E5CB-40A2-B107-643AC21206A9}" destId="{69BB0169-DA68-4432-AD55-8F91D0608620}" srcOrd="8" destOrd="0" parTransId="{33AFE67C-D6B9-4E9A-97A0-BECAC79889DB}" sibTransId="{1630CE86-12ED-4A0E-B3F7-6168BE0401DA}"/>
    <dgm:cxn modelId="{0F36EECC-EF84-4AE5-9DA2-DAA7BC474351}" srcId="{ACA09FEF-E5CB-40A2-B107-643AC21206A9}" destId="{4FE2CBB3-ACB5-471A-88A7-A8EB2359B63B}" srcOrd="0" destOrd="0" parTransId="{DB0A41AF-6798-41F3-91C6-C240B9B44491}" sibTransId="{6F78D658-02F1-4AF2-AAD3-B2B0DBEC601A}"/>
    <dgm:cxn modelId="{035E29CF-E285-480A-B104-38373D7B9AB8}" srcId="{7B25AECA-5AFE-4228-B803-B64F6CDB40F1}" destId="{FAA2DBA2-0587-4CE5-9864-E0C1E3F57616}" srcOrd="0" destOrd="0" parTransId="{B1DDDC58-3FEF-499B-9A94-70855FCB88EF}" sibTransId="{064EEE9F-0CF8-4AC5-8F61-1FD03A51B85A}"/>
    <dgm:cxn modelId="{24BA08D1-0AF6-40A4-98B0-1E8A59B97FCC}" type="presOf" srcId="{C6E878AE-3A7E-4AFF-A210-ADF812A4BC54}" destId="{9861EA35-13D6-47A0-BB18-6F13CDE9EAE7}" srcOrd="0" destOrd="0" presId="urn:microsoft.com/office/officeart/2024/layout/BulletTimeline#2"/>
    <dgm:cxn modelId="{54965ED3-2357-4B20-8917-2EA5151606A0}" srcId="{ACA09FEF-E5CB-40A2-B107-643AC21206A9}" destId="{B8A11AE1-8216-4AC3-80BD-A2BD2F918844}" srcOrd="1" destOrd="0" parTransId="{92A7DA98-B8BC-4D63-A64F-76EF52F4008D}" sibTransId="{23F59C54-C24D-456E-A3C6-3A75DEB50DCE}"/>
    <dgm:cxn modelId="{ADF498D6-B43B-4C2E-B65D-7BD4D52D2591}" type="presOf" srcId="{5AB57118-F7C2-4BDD-87CA-27B958191324}" destId="{C072AB38-AFD1-4188-ABCB-B6F463D452ED}" srcOrd="0" destOrd="0" presId="urn:microsoft.com/office/officeart/2024/layout/BulletTimeline#2"/>
    <dgm:cxn modelId="{6D78FFD9-3978-482C-AD7B-A4C51DB367CF}" srcId="{C6B5BB7D-58AE-4016-9463-2B8DECE2960A}" destId="{C6E878AE-3A7E-4AFF-A210-ADF812A4BC54}" srcOrd="0" destOrd="0" parTransId="{0EF7DAB3-A5C0-455B-B3B6-D8D91E73E292}" sibTransId="{666893BE-1FBA-4C61-9697-0A56B39A819E}"/>
    <dgm:cxn modelId="{DA589CDA-A045-48DE-8714-269A00287820}" type="presOf" srcId="{75379393-1C6E-4FA8-9E64-131D23A2DF5B}" destId="{3ABC2C4C-1358-4CA6-9113-BCAAA1A7C9A6}" srcOrd="0" destOrd="0" presId="urn:microsoft.com/office/officeart/2024/layout/BulletTimeline#2"/>
    <dgm:cxn modelId="{A1E1A4DD-F2B2-4516-9A45-4DE900FCF6C0}" srcId="{085E2B6C-854A-4F02-A74F-8C1F5C3D1EB2}" destId="{1499BB29-A8E1-4EA5-98F6-3278E6B36C08}" srcOrd="0" destOrd="0" parTransId="{10A8519D-B5B8-4CB2-903D-8AE977A7E884}" sibTransId="{967E1851-D357-40FC-B3B3-EB42A749032B}"/>
    <dgm:cxn modelId="{07EF2CDE-B191-4819-B56C-08E427AC9CA9}" srcId="{69BB0169-DA68-4432-AD55-8F91D0608620}" destId="{75379393-1C6E-4FA8-9E64-131D23A2DF5B}" srcOrd="0" destOrd="0" parTransId="{657A0216-ABF7-4189-BA45-CFCB12B03DE3}" sibTransId="{98DC6556-16AE-444A-A543-F781B0363E6D}"/>
    <dgm:cxn modelId="{284718F1-AB72-4B01-BAD1-99DCF413E639}" type="presOf" srcId="{CE8ED86A-2574-4947-B498-3963C66FAFD7}" destId="{D58751B2-2C9C-4838-84C8-DE68348D8B9D}" srcOrd="0" destOrd="0" presId="urn:microsoft.com/office/officeart/2024/layout/BulletTimeline#2"/>
    <dgm:cxn modelId="{2F9FA1F5-4CED-493A-A73B-8F4B9F31FDBB}" srcId="{ACA09FEF-E5CB-40A2-B107-643AC21206A9}" destId="{C6B5BB7D-58AE-4016-9463-2B8DECE2960A}" srcOrd="6" destOrd="0" parTransId="{3CB795E7-5D8B-488D-94CD-3FF98E8A40E6}" sibTransId="{8072B5D7-0508-4BF9-AC8F-4145E37025B6}"/>
    <dgm:cxn modelId="{02C67AFA-2FF3-4F12-9A98-D1D2870D9335}" srcId="{ACA09FEF-E5CB-40A2-B107-643AC21206A9}" destId="{085E2B6C-854A-4F02-A74F-8C1F5C3D1EB2}" srcOrd="2" destOrd="0" parTransId="{8F419E5D-954C-4A84-99E5-28FDEB33388B}" sibTransId="{D3F8B9BE-8DAF-461B-96F1-00F70F84F0C3}"/>
    <dgm:cxn modelId="{5BF75308-A22D-4823-A84C-F3E8231BD1A0}" type="presParOf" srcId="{7F383E54-6833-49A1-ABF2-2B67BF869E3B}" destId="{E084F7C7-1110-41B4-9964-C90E3DCA1780}" srcOrd="0" destOrd="0" presId="urn:microsoft.com/office/officeart/2024/layout/BulletTimeline#2"/>
    <dgm:cxn modelId="{51AA0A5D-5DB3-4935-A874-E8CE563FB1BC}" type="presParOf" srcId="{E084F7C7-1110-41B4-9964-C90E3DCA1780}" destId="{34328478-9606-40A0-A019-3E85348BBE15}" srcOrd="0" destOrd="0" presId="urn:microsoft.com/office/officeart/2024/layout/BulletTimeline#2"/>
    <dgm:cxn modelId="{4D02FBAA-84B1-4E06-B69B-7262D47AB36A}" type="presParOf" srcId="{E084F7C7-1110-41B4-9964-C90E3DCA1780}" destId="{7E1D547C-9F33-48DD-AA47-0C668AFF925E}" srcOrd="1" destOrd="0" presId="urn:microsoft.com/office/officeart/2024/layout/BulletTimeline#2"/>
    <dgm:cxn modelId="{9B801D52-DE44-4E86-8B7A-3D4AE1F8CB0D}" type="presParOf" srcId="{7F383E54-6833-49A1-ABF2-2B67BF869E3B}" destId="{DF1824E9-3610-42BB-B0BE-461228C7AE20}" srcOrd="1" destOrd="0" presId="urn:microsoft.com/office/officeart/2024/layout/BulletTimeline#2"/>
    <dgm:cxn modelId="{F1127B20-329A-4A83-893B-A3D12486BABE}" type="presParOf" srcId="{DF1824E9-3610-42BB-B0BE-461228C7AE20}" destId="{2FED2776-63E6-4683-ACAF-23EA3D727E4F}" srcOrd="0" destOrd="0" presId="urn:microsoft.com/office/officeart/2024/layout/BulletTimeline#2"/>
    <dgm:cxn modelId="{BEECE99F-699E-4B09-961F-1AE316DB47C5}" type="presParOf" srcId="{2FED2776-63E6-4683-ACAF-23EA3D727E4F}" destId="{41392459-D036-4001-A0D4-D443C59647BA}" srcOrd="0" destOrd="0" presId="urn:microsoft.com/office/officeart/2024/layout/BulletTimeline#2"/>
    <dgm:cxn modelId="{A84DFE2A-477B-4929-8EA2-2F822AC4FA80}" type="presParOf" srcId="{41392459-D036-4001-A0D4-D443C59647BA}" destId="{25158258-175E-40C9-9B39-2A888132A0E1}" srcOrd="0" destOrd="0" presId="urn:microsoft.com/office/officeart/2024/layout/BulletTimeline#2"/>
    <dgm:cxn modelId="{5CD6CA61-833E-4BAA-854F-310028259B5A}" type="presParOf" srcId="{41392459-D036-4001-A0D4-D443C59647BA}" destId="{D6CC832F-9C12-486A-97E2-C962D7F785C8}" srcOrd="1" destOrd="0" presId="urn:microsoft.com/office/officeart/2024/layout/BulletTimeline#2"/>
    <dgm:cxn modelId="{8A09D717-2F67-4118-BEBA-52FBA398BF1D}" type="presParOf" srcId="{2FED2776-63E6-4683-ACAF-23EA3D727E4F}" destId="{A85E4AF4-AEE0-4487-B03A-901CE4C8E445}" srcOrd="1" destOrd="0" presId="urn:microsoft.com/office/officeart/2024/layout/BulletTimeline#2"/>
    <dgm:cxn modelId="{369F104C-EC59-43CB-AA50-AAE3A584E6A9}" type="presParOf" srcId="{2FED2776-63E6-4683-ACAF-23EA3D727E4F}" destId="{65C2B039-FC52-4525-8FA0-AF00D8F80A7B}" srcOrd="2" destOrd="0" presId="urn:microsoft.com/office/officeart/2024/layout/BulletTimeline#2"/>
    <dgm:cxn modelId="{4708A61F-7AF6-4F13-A4D7-2CBB580671A7}" type="presParOf" srcId="{2FED2776-63E6-4683-ACAF-23EA3D727E4F}" destId="{4DD86C6B-A77E-4FD7-B08B-015119D8015F}" srcOrd="3" destOrd="0" presId="urn:microsoft.com/office/officeart/2024/layout/BulletTimeline#2"/>
    <dgm:cxn modelId="{D0FE7E3C-7A6A-4677-9CD8-93A17ACDEA6F}" type="presParOf" srcId="{2FED2776-63E6-4683-ACAF-23EA3D727E4F}" destId="{E1C3A41C-FBF5-499F-8152-0F226F73A3F1}" srcOrd="4" destOrd="0" presId="urn:microsoft.com/office/officeart/2024/layout/BulletTimeline#2"/>
    <dgm:cxn modelId="{3482623D-EF18-4B24-A1DE-4E45531B6DDC}" type="presParOf" srcId="{E1C3A41C-FBF5-499F-8152-0F226F73A3F1}" destId="{6CF17B52-6377-4BB6-96BE-07E068BC0857}" srcOrd="0" destOrd="0" presId="urn:microsoft.com/office/officeart/2024/layout/BulletTimeline#2"/>
    <dgm:cxn modelId="{8331263D-A795-4F14-A707-CC3DDC553360}" type="presParOf" srcId="{2FED2776-63E6-4683-ACAF-23EA3D727E4F}" destId="{4B907D41-9F5D-4E4C-A142-EF271FA3EF7C}" srcOrd="5" destOrd="0" presId="urn:microsoft.com/office/officeart/2024/layout/BulletTimeline#2"/>
    <dgm:cxn modelId="{542447D7-4633-43F1-B450-D48CA1F0546A}" type="presParOf" srcId="{DF1824E9-3610-42BB-B0BE-461228C7AE20}" destId="{1FAABB04-471C-406C-AC11-3E8395F0A0CF}" srcOrd="1" destOrd="0" presId="urn:microsoft.com/office/officeart/2024/layout/BulletTimeline#2"/>
    <dgm:cxn modelId="{0BE865D0-4602-499E-A906-DCAC890FE0C0}" type="presParOf" srcId="{DF1824E9-3610-42BB-B0BE-461228C7AE20}" destId="{B337F4DB-F89D-4D96-85A2-E8A360099E5F}" srcOrd="2" destOrd="0" presId="urn:microsoft.com/office/officeart/2024/layout/BulletTimeline#2"/>
    <dgm:cxn modelId="{7A8A4D58-2F44-460A-BA30-2B35B92FA720}" type="presParOf" srcId="{B337F4DB-F89D-4D96-85A2-E8A360099E5F}" destId="{58FC55C0-539C-4BA5-824E-72EA3C11F2D1}" srcOrd="0" destOrd="0" presId="urn:microsoft.com/office/officeart/2024/layout/BulletTimeline#2"/>
    <dgm:cxn modelId="{BCF419C1-C38E-4DC3-AFBA-E7116B87E238}" type="presParOf" srcId="{58FC55C0-539C-4BA5-824E-72EA3C11F2D1}" destId="{D35F4377-8D11-454D-8630-1ACD3042447A}" srcOrd="0" destOrd="0" presId="urn:microsoft.com/office/officeart/2024/layout/BulletTimeline#2"/>
    <dgm:cxn modelId="{82B3C8CE-31BD-4B52-B67F-C0628AC92FAB}" type="presParOf" srcId="{58FC55C0-539C-4BA5-824E-72EA3C11F2D1}" destId="{07C8706F-1902-4C60-BCCB-177F2C4A8D05}" srcOrd="1" destOrd="0" presId="urn:microsoft.com/office/officeart/2024/layout/BulletTimeline#2"/>
    <dgm:cxn modelId="{0FE49A9A-F3BD-4181-BBB7-D4FDD41BB0A2}" type="presParOf" srcId="{B337F4DB-F89D-4D96-85A2-E8A360099E5F}" destId="{C072AB38-AFD1-4188-ABCB-B6F463D452ED}" srcOrd="1" destOrd="0" presId="urn:microsoft.com/office/officeart/2024/layout/BulletTimeline#2"/>
    <dgm:cxn modelId="{7E02947F-451B-4FB6-85C3-FBBC59C7AC25}" type="presParOf" srcId="{B337F4DB-F89D-4D96-85A2-E8A360099E5F}" destId="{C15D05A6-BD62-4E62-A250-223971DBD63A}" srcOrd="2" destOrd="0" presId="urn:microsoft.com/office/officeart/2024/layout/BulletTimeline#2"/>
    <dgm:cxn modelId="{9364F404-6CE7-4CF0-B09F-0509CBC3FB3A}" type="presParOf" srcId="{B337F4DB-F89D-4D96-85A2-E8A360099E5F}" destId="{419FB993-7541-4A81-9B7A-69A5A60728CF}" srcOrd="3" destOrd="0" presId="urn:microsoft.com/office/officeart/2024/layout/BulletTimeline#2"/>
    <dgm:cxn modelId="{8E1E2F6E-99F8-4DD4-B949-2ADF3106CCAF}" type="presParOf" srcId="{B337F4DB-F89D-4D96-85A2-E8A360099E5F}" destId="{91833B26-84D7-4D15-81A3-45C06C15BC30}" srcOrd="4" destOrd="0" presId="urn:microsoft.com/office/officeart/2024/layout/BulletTimeline#2"/>
    <dgm:cxn modelId="{1CCC822C-72D7-45A4-BC68-B0D974389620}" type="presParOf" srcId="{91833B26-84D7-4D15-81A3-45C06C15BC30}" destId="{092C44CD-5D9E-4F80-A998-49AB89275558}" srcOrd="0" destOrd="0" presId="urn:microsoft.com/office/officeart/2024/layout/BulletTimeline#2"/>
    <dgm:cxn modelId="{9E760A50-C3E6-43E3-BAE7-37E47809999E}" type="presParOf" srcId="{B337F4DB-F89D-4D96-85A2-E8A360099E5F}" destId="{F579B290-BCA1-4305-96A1-D7E20178296D}" srcOrd="5" destOrd="0" presId="urn:microsoft.com/office/officeart/2024/layout/BulletTimeline#2"/>
    <dgm:cxn modelId="{ADD54F88-E6D9-447D-AB3A-D52E2EBBF03E}" type="presParOf" srcId="{DF1824E9-3610-42BB-B0BE-461228C7AE20}" destId="{928B9C29-9EF2-4D79-84B0-7F9762FDA750}" srcOrd="3" destOrd="0" presId="urn:microsoft.com/office/officeart/2024/layout/BulletTimeline#2"/>
    <dgm:cxn modelId="{2648B0DC-31D5-4B6C-BB6A-CC963BDF09E4}" type="presParOf" srcId="{DF1824E9-3610-42BB-B0BE-461228C7AE20}" destId="{6A7CAAAE-3BA3-4913-979F-0F77D1E7E29B}" srcOrd="4" destOrd="0" presId="urn:microsoft.com/office/officeart/2024/layout/BulletTimeline#2"/>
    <dgm:cxn modelId="{9AAAD984-B404-44F7-B0FB-900EF4FF782B}" type="presParOf" srcId="{6A7CAAAE-3BA3-4913-979F-0F77D1E7E29B}" destId="{9F16DE35-A3B0-434A-9D67-F2552B78AADD}" srcOrd="0" destOrd="0" presId="urn:microsoft.com/office/officeart/2024/layout/BulletTimeline#2"/>
    <dgm:cxn modelId="{AE8D74AE-C32F-44E7-9967-9451EF826111}" type="presParOf" srcId="{9F16DE35-A3B0-434A-9D67-F2552B78AADD}" destId="{2D23B2C3-5700-47F9-A2C1-5AA522072337}" srcOrd="0" destOrd="0" presId="urn:microsoft.com/office/officeart/2024/layout/BulletTimeline#2"/>
    <dgm:cxn modelId="{00E5603A-2B10-49FF-BBE9-FF2834E26291}" type="presParOf" srcId="{9F16DE35-A3B0-434A-9D67-F2552B78AADD}" destId="{DFF4D3E7-EA33-40B3-B463-2EA0E3D17EEE}" srcOrd="1" destOrd="0" presId="urn:microsoft.com/office/officeart/2024/layout/BulletTimeline#2"/>
    <dgm:cxn modelId="{F8247A8E-56EC-4278-9C7D-C877CACC58AD}" type="presParOf" srcId="{6A7CAAAE-3BA3-4913-979F-0F77D1E7E29B}" destId="{9628FE65-2A7C-47F1-AA31-9EDE10F0F322}" srcOrd="1" destOrd="0" presId="urn:microsoft.com/office/officeart/2024/layout/BulletTimeline#2"/>
    <dgm:cxn modelId="{361B784C-E5E4-43DC-B08E-6059D47A8124}" type="presParOf" srcId="{6A7CAAAE-3BA3-4913-979F-0F77D1E7E29B}" destId="{01B78C00-EC64-4580-B336-0B54F5D143B1}" srcOrd="2" destOrd="0" presId="urn:microsoft.com/office/officeart/2024/layout/BulletTimeline#2"/>
    <dgm:cxn modelId="{8111D268-6F78-4251-BC71-29FD8F2CBBF2}" type="presParOf" srcId="{6A7CAAAE-3BA3-4913-979F-0F77D1E7E29B}" destId="{3435EE8B-F0D5-4CF0-B1C6-420B99BBA6C2}" srcOrd="3" destOrd="0" presId="urn:microsoft.com/office/officeart/2024/layout/BulletTimeline#2"/>
    <dgm:cxn modelId="{BF3B19EC-18F8-4042-B385-5656F158C62D}" type="presParOf" srcId="{6A7CAAAE-3BA3-4913-979F-0F77D1E7E29B}" destId="{7D0BD0FB-41ED-4F77-A400-5B20F9643473}" srcOrd="4" destOrd="0" presId="urn:microsoft.com/office/officeart/2024/layout/BulletTimeline#2"/>
    <dgm:cxn modelId="{747AB77C-DFE8-4ADD-9011-6FDCCE6668BC}" type="presParOf" srcId="{7D0BD0FB-41ED-4F77-A400-5B20F9643473}" destId="{9BABC9C2-3793-4E83-8F7E-21BB5B2765A0}" srcOrd="0" destOrd="0" presId="urn:microsoft.com/office/officeart/2024/layout/BulletTimeline#2"/>
    <dgm:cxn modelId="{311CB6B2-C0F9-4F97-A1FF-2494E43403B0}" type="presParOf" srcId="{6A7CAAAE-3BA3-4913-979F-0F77D1E7E29B}" destId="{039B7613-09DD-4504-8A13-7EB9CDE81871}" srcOrd="5" destOrd="0" presId="urn:microsoft.com/office/officeart/2024/layout/BulletTimeline#2"/>
    <dgm:cxn modelId="{BF28459E-2EA0-4649-8FE7-3135AB5E82CF}" type="presParOf" srcId="{DF1824E9-3610-42BB-B0BE-461228C7AE20}" destId="{47A993BB-7F73-4378-81C2-BAD101563444}" srcOrd="5" destOrd="0" presId="urn:microsoft.com/office/officeart/2024/layout/BulletTimeline#2"/>
    <dgm:cxn modelId="{B118C692-2A92-4F14-955C-94F617F3CC31}" type="presParOf" srcId="{DF1824E9-3610-42BB-B0BE-461228C7AE20}" destId="{5493DEF6-36DA-4839-B135-0D5C07B72DBE}" srcOrd="6" destOrd="0" presId="urn:microsoft.com/office/officeart/2024/layout/BulletTimeline#2"/>
    <dgm:cxn modelId="{6D0D65AF-1181-4826-9095-16A077B73275}" type="presParOf" srcId="{5493DEF6-36DA-4839-B135-0D5C07B72DBE}" destId="{37202159-1885-40E8-86A8-161A91C8D08C}" srcOrd="0" destOrd="0" presId="urn:microsoft.com/office/officeart/2024/layout/BulletTimeline#2"/>
    <dgm:cxn modelId="{312E5380-FFF2-4E6B-AC2E-8686AB097754}" type="presParOf" srcId="{37202159-1885-40E8-86A8-161A91C8D08C}" destId="{AAC85CEB-076B-4626-84E5-ACDF80B16F28}" srcOrd="0" destOrd="0" presId="urn:microsoft.com/office/officeart/2024/layout/BulletTimeline#2"/>
    <dgm:cxn modelId="{6ACD0E02-751A-4044-A623-3D744E0BCD96}" type="presParOf" srcId="{37202159-1885-40E8-86A8-161A91C8D08C}" destId="{8555632C-93C9-4931-84A1-D1D4424881B6}" srcOrd="1" destOrd="0" presId="urn:microsoft.com/office/officeart/2024/layout/BulletTimeline#2"/>
    <dgm:cxn modelId="{DC024348-FD2C-4C19-A0DF-0F4D90604A9B}" type="presParOf" srcId="{5493DEF6-36DA-4839-B135-0D5C07B72DBE}" destId="{2B25094E-8357-45BA-B3FE-6824CB7E057A}" srcOrd="1" destOrd="0" presId="urn:microsoft.com/office/officeart/2024/layout/BulletTimeline#2"/>
    <dgm:cxn modelId="{0AB3AA7F-3BE3-4057-9A25-02C63FD9060B}" type="presParOf" srcId="{5493DEF6-36DA-4839-B135-0D5C07B72DBE}" destId="{489DD447-AC3E-4047-B917-C92E67CC6CBC}" srcOrd="2" destOrd="0" presId="urn:microsoft.com/office/officeart/2024/layout/BulletTimeline#2"/>
    <dgm:cxn modelId="{87A3F993-628E-4E8D-AFAD-18DA4EF35690}" type="presParOf" srcId="{5493DEF6-36DA-4839-B135-0D5C07B72DBE}" destId="{C158B7EF-63BB-4139-BE27-4C457B1C13BD}" srcOrd="3" destOrd="0" presId="urn:microsoft.com/office/officeart/2024/layout/BulletTimeline#2"/>
    <dgm:cxn modelId="{476C7A70-57CA-4BD7-B66E-5CFB5E8BA791}" type="presParOf" srcId="{5493DEF6-36DA-4839-B135-0D5C07B72DBE}" destId="{8D9ED394-AF9F-4468-A174-0ABAAD1FDCFD}" srcOrd="4" destOrd="0" presId="urn:microsoft.com/office/officeart/2024/layout/BulletTimeline#2"/>
    <dgm:cxn modelId="{66539BB5-E913-4273-ACBD-ED91B50BCAE2}" type="presParOf" srcId="{8D9ED394-AF9F-4468-A174-0ABAAD1FDCFD}" destId="{C90D9823-DE12-44FE-87CB-DAEEB8B88592}" srcOrd="0" destOrd="0" presId="urn:microsoft.com/office/officeart/2024/layout/BulletTimeline#2"/>
    <dgm:cxn modelId="{DB11C7FD-E474-4CA0-812B-B04ED98338BE}" type="presParOf" srcId="{5493DEF6-36DA-4839-B135-0D5C07B72DBE}" destId="{AAC9E280-3273-4430-8B92-5839C0B08697}" srcOrd="5" destOrd="0" presId="urn:microsoft.com/office/officeart/2024/layout/BulletTimeline#2"/>
    <dgm:cxn modelId="{98863E20-C433-4DEF-9A5B-B310FC725A2E}" type="presParOf" srcId="{DF1824E9-3610-42BB-B0BE-461228C7AE20}" destId="{3458977F-2ED9-4546-9274-696D3EB28C9E}" srcOrd="7" destOrd="0" presId="urn:microsoft.com/office/officeart/2024/layout/BulletTimeline#2"/>
    <dgm:cxn modelId="{AC4BC8AC-C08D-4C16-A3FD-72BC7E1355B5}" type="presParOf" srcId="{DF1824E9-3610-42BB-B0BE-461228C7AE20}" destId="{7FEB939A-A012-43C3-BDA1-9C11B9A704B1}" srcOrd="8" destOrd="0" presId="urn:microsoft.com/office/officeart/2024/layout/BulletTimeline#2"/>
    <dgm:cxn modelId="{6C67C08C-5813-4AE9-84A3-7A79B9C3F5DB}" type="presParOf" srcId="{7FEB939A-A012-43C3-BDA1-9C11B9A704B1}" destId="{CA6F3DE5-38B4-4F6C-8D3B-D9225F700D58}" srcOrd="0" destOrd="0" presId="urn:microsoft.com/office/officeart/2024/layout/BulletTimeline#2"/>
    <dgm:cxn modelId="{A0A8C0F4-9EFE-4069-B63D-9BA0A11F4757}" type="presParOf" srcId="{CA6F3DE5-38B4-4F6C-8D3B-D9225F700D58}" destId="{832CD65D-7D60-4E3A-8BF2-9F8F1FC8F1E2}" srcOrd="0" destOrd="0" presId="urn:microsoft.com/office/officeart/2024/layout/BulletTimeline#2"/>
    <dgm:cxn modelId="{BF4F377C-B97A-498D-8012-3C70A14AA6C1}" type="presParOf" srcId="{CA6F3DE5-38B4-4F6C-8D3B-D9225F700D58}" destId="{1490B15C-D31E-4717-881F-6FD116B450DD}" srcOrd="1" destOrd="0" presId="urn:microsoft.com/office/officeart/2024/layout/BulletTimeline#2"/>
    <dgm:cxn modelId="{86E30D8B-A04D-4C71-8C99-0A8EEF30887E}" type="presParOf" srcId="{7FEB939A-A012-43C3-BDA1-9C11B9A704B1}" destId="{04314D7E-ECD0-4673-8000-E9440A960DE0}" srcOrd="1" destOrd="0" presId="urn:microsoft.com/office/officeart/2024/layout/BulletTimeline#2"/>
    <dgm:cxn modelId="{9E79638E-FECD-435A-8B2F-FABEA2434561}" type="presParOf" srcId="{7FEB939A-A012-43C3-BDA1-9C11B9A704B1}" destId="{94AFF1FC-19E1-45E0-9E82-60EF1E52B68C}" srcOrd="2" destOrd="0" presId="urn:microsoft.com/office/officeart/2024/layout/BulletTimeline#2"/>
    <dgm:cxn modelId="{9A8FE4A0-FC3B-449C-9404-99ADF6FD4080}" type="presParOf" srcId="{7FEB939A-A012-43C3-BDA1-9C11B9A704B1}" destId="{19C23473-39AE-420A-93F7-3DBB6C84A007}" srcOrd="3" destOrd="0" presId="urn:microsoft.com/office/officeart/2024/layout/BulletTimeline#2"/>
    <dgm:cxn modelId="{ED195E10-1749-4A71-A9CA-2A2538665CF7}" type="presParOf" srcId="{7FEB939A-A012-43C3-BDA1-9C11B9A704B1}" destId="{A3F233FF-96F7-4AD3-8756-061083B9918B}" srcOrd="4" destOrd="0" presId="urn:microsoft.com/office/officeart/2024/layout/BulletTimeline#2"/>
    <dgm:cxn modelId="{DFEB92CE-450A-4FDD-8C15-52768660EAD7}" type="presParOf" srcId="{A3F233FF-96F7-4AD3-8756-061083B9918B}" destId="{9745DB0B-E78D-421C-B378-9B51895E012E}" srcOrd="0" destOrd="0" presId="urn:microsoft.com/office/officeart/2024/layout/BulletTimeline#2"/>
    <dgm:cxn modelId="{8F9985DD-7191-4E8B-A153-CC5F92B0C316}" type="presParOf" srcId="{7FEB939A-A012-43C3-BDA1-9C11B9A704B1}" destId="{4C8BDA3E-FD34-4AE8-A400-7F94666F8E24}" srcOrd="5" destOrd="0" presId="urn:microsoft.com/office/officeart/2024/layout/BulletTimeline#2"/>
    <dgm:cxn modelId="{DDB42182-5A49-4C14-AC8D-A101AA60D8CC}" type="presParOf" srcId="{DF1824E9-3610-42BB-B0BE-461228C7AE20}" destId="{AB7049A2-2F57-4DFC-A576-19EB58782869}" srcOrd="9" destOrd="0" presId="urn:microsoft.com/office/officeart/2024/layout/BulletTimeline#2"/>
    <dgm:cxn modelId="{141D749E-C3CA-4C2C-8CF9-A001CAE5F7CA}" type="presParOf" srcId="{DF1824E9-3610-42BB-B0BE-461228C7AE20}" destId="{BD1CA332-5159-4E44-B3D2-EDC6ADAB2B92}" srcOrd="10" destOrd="0" presId="urn:microsoft.com/office/officeart/2024/layout/BulletTimeline#2"/>
    <dgm:cxn modelId="{94E287A5-DD23-415B-8787-46A7E058DC77}" type="presParOf" srcId="{BD1CA332-5159-4E44-B3D2-EDC6ADAB2B92}" destId="{91A3893D-0512-43F7-BB73-D43DDEB65F61}" srcOrd="0" destOrd="0" presId="urn:microsoft.com/office/officeart/2024/layout/BulletTimeline#2"/>
    <dgm:cxn modelId="{DA6A2CC7-5CEE-4777-B657-A2E5434BE0C1}" type="presParOf" srcId="{91A3893D-0512-43F7-BB73-D43DDEB65F61}" destId="{269A7124-5C6D-4E0F-8123-63AD5A3FDA6A}" srcOrd="0" destOrd="0" presId="urn:microsoft.com/office/officeart/2024/layout/BulletTimeline#2"/>
    <dgm:cxn modelId="{290069C3-1101-45CA-A58C-C45A04D87D41}" type="presParOf" srcId="{91A3893D-0512-43F7-BB73-D43DDEB65F61}" destId="{5CE4051C-44FA-48A0-93D1-1F267AC3A385}" srcOrd="1" destOrd="0" presId="urn:microsoft.com/office/officeart/2024/layout/BulletTimeline#2"/>
    <dgm:cxn modelId="{0947EB0F-AEC4-4913-9756-7C0906013794}" type="presParOf" srcId="{BD1CA332-5159-4E44-B3D2-EDC6ADAB2B92}" destId="{CC9BE61E-D6B1-42B7-8651-7A5D8AF7A24F}" srcOrd="1" destOrd="0" presId="urn:microsoft.com/office/officeart/2024/layout/BulletTimeline#2"/>
    <dgm:cxn modelId="{CD573584-119D-44CD-9E09-172373E6D417}" type="presParOf" srcId="{BD1CA332-5159-4E44-B3D2-EDC6ADAB2B92}" destId="{834B5FAF-76F7-46D0-BF12-AE8AA4F3D0F2}" srcOrd="2" destOrd="0" presId="urn:microsoft.com/office/officeart/2024/layout/BulletTimeline#2"/>
    <dgm:cxn modelId="{CEC9AED1-1D1D-4B09-9287-F26FAB591F93}" type="presParOf" srcId="{BD1CA332-5159-4E44-B3D2-EDC6ADAB2B92}" destId="{1B92CAE3-FEB4-4C57-A822-ECA200E665C9}" srcOrd="3" destOrd="0" presId="urn:microsoft.com/office/officeart/2024/layout/BulletTimeline#2"/>
    <dgm:cxn modelId="{8FC71E32-2507-4DF0-A5EF-9A85FB95C579}" type="presParOf" srcId="{BD1CA332-5159-4E44-B3D2-EDC6ADAB2B92}" destId="{84794920-9577-4FEC-9870-DAAB95B9D465}" srcOrd="4" destOrd="0" presId="urn:microsoft.com/office/officeart/2024/layout/BulletTimeline#2"/>
    <dgm:cxn modelId="{220521DE-9B26-4AF2-88E9-4FF71CBFAE20}" type="presParOf" srcId="{84794920-9577-4FEC-9870-DAAB95B9D465}" destId="{207397CD-0E0C-4652-8168-DC51DBAAC64E}" srcOrd="0" destOrd="0" presId="urn:microsoft.com/office/officeart/2024/layout/BulletTimeline#2"/>
    <dgm:cxn modelId="{926A4571-DB92-422E-816C-70BD5901888A}" type="presParOf" srcId="{BD1CA332-5159-4E44-B3D2-EDC6ADAB2B92}" destId="{9658ECD5-0D16-4532-859C-8D17BC71D8B3}" srcOrd="5" destOrd="0" presId="urn:microsoft.com/office/officeart/2024/layout/BulletTimeline#2"/>
    <dgm:cxn modelId="{D35A3363-EBE9-46D1-98F1-EFE322BC8D3B}" type="presParOf" srcId="{DF1824E9-3610-42BB-B0BE-461228C7AE20}" destId="{CB546183-F372-44D7-A3E1-10F7E7F4B4D9}" srcOrd="11" destOrd="0" presId="urn:microsoft.com/office/officeart/2024/layout/BulletTimeline#2"/>
    <dgm:cxn modelId="{A318F8B9-3CA7-4E35-AEEE-D1F70B0C3693}" type="presParOf" srcId="{DF1824E9-3610-42BB-B0BE-461228C7AE20}" destId="{8A32DD34-16F6-4117-B27D-B9672D3BDA84}" srcOrd="12" destOrd="0" presId="urn:microsoft.com/office/officeart/2024/layout/BulletTimeline#2"/>
    <dgm:cxn modelId="{58D92806-E824-4EAD-9376-58D517E30A66}" type="presParOf" srcId="{8A32DD34-16F6-4117-B27D-B9672D3BDA84}" destId="{09D97DE9-A69D-443E-8FEE-436CCCA95BC5}" srcOrd="0" destOrd="0" presId="urn:microsoft.com/office/officeart/2024/layout/BulletTimeline#2"/>
    <dgm:cxn modelId="{1CC034E1-B54D-4BE4-BB29-449B2299E0F3}" type="presParOf" srcId="{09D97DE9-A69D-443E-8FEE-436CCCA95BC5}" destId="{BFD35E81-7670-4FBF-9735-ED417FF2615F}" srcOrd="0" destOrd="0" presId="urn:microsoft.com/office/officeart/2024/layout/BulletTimeline#2"/>
    <dgm:cxn modelId="{80587683-4372-474A-ADD7-CC3A856B8BB6}" type="presParOf" srcId="{09D97DE9-A69D-443E-8FEE-436CCCA95BC5}" destId="{A021A569-4208-4F85-B649-42E21EE6B267}" srcOrd="1" destOrd="0" presId="urn:microsoft.com/office/officeart/2024/layout/BulletTimeline#2"/>
    <dgm:cxn modelId="{4D5F269F-B1B5-4615-A015-76BB20E9B931}" type="presParOf" srcId="{8A32DD34-16F6-4117-B27D-B9672D3BDA84}" destId="{9861EA35-13D6-47A0-BB18-6F13CDE9EAE7}" srcOrd="1" destOrd="0" presId="urn:microsoft.com/office/officeart/2024/layout/BulletTimeline#2"/>
    <dgm:cxn modelId="{CCEE5E07-C622-49CE-BA00-54D59C7F1C98}" type="presParOf" srcId="{8A32DD34-16F6-4117-B27D-B9672D3BDA84}" destId="{9B996CFB-ECBE-4FD6-AC96-F939F974047A}" srcOrd="2" destOrd="0" presId="urn:microsoft.com/office/officeart/2024/layout/BulletTimeline#2"/>
    <dgm:cxn modelId="{6F425472-80AE-48F7-B101-824E3CACF6AE}" type="presParOf" srcId="{8A32DD34-16F6-4117-B27D-B9672D3BDA84}" destId="{A333FEBE-9E6B-4849-AE24-07CF07E9C49C}" srcOrd="3" destOrd="0" presId="urn:microsoft.com/office/officeart/2024/layout/BulletTimeline#2"/>
    <dgm:cxn modelId="{9918A1D7-EE9B-4092-8EAF-0B204A5B04FE}" type="presParOf" srcId="{8A32DD34-16F6-4117-B27D-B9672D3BDA84}" destId="{A04C6CAD-3A3A-41BD-8985-A79D53CA7874}" srcOrd="4" destOrd="0" presId="urn:microsoft.com/office/officeart/2024/layout/BulletTimeline#2"/>
    <dgm:cxn modelId="{FA4FD93D-936F-48E4-AA3D-7B6E942A448E}" type="presParOf" srcId="{A04C6CAD-3A3A-41BD-8985-A79D53CA7874}" destId="{90422324-B603-4718-8B91-1FBD35C31F2C}" srcOrd="0" destOrd="0" presId="urn:microsoft.com/office/officeart/2024/layout/BulletTimeline#2"/>
    <dgm:cxn modelId="{65900578-AA01-49A5-B4D7-DC731B9C3413}" type="presParOf" srcId="{8A32DD34-16F6-4117-B27D-B9672D3BDA84}" destId="{C6A9A5E9-81DB-43BF-B82B-023C77C42FCB}" srcOrd="5" destOrd="0" presId="urn:microsoft.com/office/officeart/2024/layout/BulletTimeline#2"/>
    <dgm:cxn modelId="{EB4CEE8B-FA19-4B9F-9F03-F4A293E4FF57}" type="presParOf" srcId="{DF1824E9-3610-42BB-B0BE-461228C7AE20}" destId="{4547EB44-4319-4B1F-9E8C-2183AF926A7E}" srcOrd="13" destOrd="0" presId="urn:microsoft.com/office/officeart/2024/layout/BulletTimeline#2"/>
    <dgm:cxn modelId="{53D5CE7D-D7C6-4291-8BE3-A450B22F175F}" type="presParOf" srcId="{DF1824E9-3610-42BB-B0BE-461228C7AE20}" destId="{1619FA6A-3660-40AF-9534-00F6DBA9186D}" srcOrd="14" destOrd="0" presId="urn:microsoft.com/office/officeart/2024/layout/BulletTimeline#2"/>
    <dgm:cxn modelId="{5661751B-C66F-47F7-A3F4-70A91D53C1C3}" type="presParOf" srcId="{1619FA6A-3660-40AF-9534-00F6DBA9186D}" destId="{0355144F-33FC-4D27-A3CD-ECE025FE7C3C}" srcOrd="0" destOrd="0" presId="urn:microsoft.com/office/officeart/2024/layout/BulletTimeline#2"/>
    <dgm:cxn modelId="{AB1D9B03-70F6-4464-B327-A9041B0C5DAF}" type="presParOf" srcId="{0355144F-33FC-4D27-A3CD-ECE025FE7C3C}" destId="{5AE83BFA-BB07-4DBE-B510-8775B99F5A50}" srcOrd="0" destOrd="0" presId="urn:microsoft.com/office/officeart/2024/layout/BulletTimeline#2"/>
    <dgm:cxn modelId="{63A20472-D9A1-4C11-B445-C1BC82BA7F67}" type="presParOf" srcId="{0355144F-33FC-4D27-A3CD-ECE025FE7C3C}" destId="{2D092036-6E1F-43A7-BA76-FBCB24A4E316}" srcOrd="1" destOrd="0" presId="urn:microsoft.com/office/officeart/2024/layout/BulletTimeline#2"/>
    <dgm:cxn modelId="{5F420C86-B56F-4652-B41C-68D664F6826F}" type="presParOf" srcId="{1619FA6A-3660-40AF-9534-00F6DBA9186D}" destId="{84B71A20-57B1-464E-B85A-AAD1B59482B7}" srcOrd="1" destOrd="0" presId="urn:microsoft.com/office/officeart/2024/layout/BulletTimeline#2"/>
    <dgm:cxn modelId="{963EBFD4-8EAB-44AA-BB12-E6ECB9D83ACB}" type="presParOf" srcId="{1619FA6A-3660-40AF-9534-00F6DBA9186D}" destId="{5A71305C-C2EB-450A-8249-2969AAFD390A}" srcOrd="2" destOrd="0" presId="urn:microsoft.com/office/officeart/2024/layout/BulletTimeline#2"/>
    <dgm:cxn modelId="{759E7035-8D89-46A1-8939-7F0A2F0FB806}" type="presParOf" srcId="{1619FA6A-3660-40AF-9534-00F6DBA9186D}" destId="{B6CBBD66-2375-4A42-9275-9EEC307C4225}" srcOrd="3" destOrd="0" presId="urn:microsoft.com/office/officeart/2024/layout/BulletTimeline#2"/>
    <dgm:cxn modelId="{9CC215AD-6072-4BFF-9705-2ED8B2EFF430}" type="presParOf" srcId="{1619FA6A-3660-40AF-9534-00F6DBA9186D}" destId="{594091FA-8B90-4A52-AAF8-1D44FE956633}" srcOrd="4" destOrd="0" presId="urn:microsoft.com/office/officeart/2024/layout/BulletTimeline#2"/>
    <dgm:cxn modelId="{CFCD0BB5-1227-45E5-9DF9-90EC6665E4E8}" type="presParOf" srcId="{594091FA-8B90-4A52-AAF8-1D44FE956633}" destId="{A27F9B9F-4DD4-4E1B-B91A-3BAAC55AA4DC}" srcOrd="0" destOrd="0" presId="urn:microsoft.com/office/officeart/2024/layout/BulletTimeline#2"/>
    <dgm:cxn modelId="{90C596C8-108A-4506-920F-D2296FF1892B}" type="presParOf" srcId="{1619FA6A-3660-40AF-9534-00F6DBA9186D}" destId="{D5815B05-6611-490B-9B8B-BE2116F71AD6}" srcOrd="5" destOrd="0" presId="urn:microsoft.com/office/officeart/2024/layout/BulletTimeline#2"/>
    <dgm:cxn modelId="{B199B28C-6EB7-4BD1-A697-85C1583837D2}" type="presParOf" srcId="{DF1824E9-3610-42BB-B0BE-461228C7AE20}" destId="{AF81A099-0585-4BA1-A032-D6E341B0FE92}" srcOrd="15" destOrd="0" presId="urn:microsoft.com/office/officeart/2024/layout/BulletTimeline#2"/>
    <dgm:cxn modelId="{9D0B908C-2676-42B9-BF6B-5B023FD11793}" type="presParOf" srcId="{DF1824E9-3610-42BB-B0BE-461228C7AE20}" destId="{76F0028C-FDD9-462A-9273-7DEAE1033FFD}" srcOrd="16" destOrd="0" presId="urn:microsoft.com/office/officeart/2024/layout/BulletTimeline#2"/>
    <dgm:cxn modelId="{4027DCB8-C22D-4E1F-9982-B7C090F80F87}" type="presParOf" srcId="{76F0028C-FDD9-462A-9273-7DEAE1033FFD}" destId="{4AF9DDFE-E5B8-4FC5-8B5D-66DEE1A96FBB}" srcOrd="0" destOrd="0" presId="urn:microsoft.com/office/officeart/2024/layout/BulletTimeline#2"/>
    <dgm:cxn modelId="{9F991A21-BF32-4077-BB30-A46CB84BA348}" type="presParOf" srcId="{4AF9DDFE-E5B8-4FC5-8B5D-66DEE1A96FBB}" destId="{AC3C7E80-8BBB-463C-A130-D1135D401BD6}" srcOrd="0" destOrd="0" presId="urn:microsoft.com/office/officeart/2024/layout/BulletTimeline#2"/>
    <dgm:cxn modelId="{514536B0-8A3D-47C0-B02F-9B33EE23D1EB}" type="presParOf" srcId="{4AF9DDFE-E5B8-4FC5-8B5D-66DEE1A96FBB}" destId="{D7FD908F-DC9E-403F-BAD8-C1B19E9C4781}" srcOrd="1" destOrd="0" presId="urn:microsoft.com/office/officeart/2024/layout/BulletTimeline#2"/>
    <dgm:cxn modelId="{3561D0F6-5D10-45E5-880E-3AF7D2C4A6D1}" type="presParOf" srcId="{76F0028C-FDD9-462A-9273-7DEAE1033FFD}" destId="{3ABC2C4C-1358-4CA6-9113-BCAAA1A7C9A6}" srcOrd="1" destOrd="0" presId="urn:microsoft.com/office/officeart/2024/layout/BulletTimeline#2"/>
    <dgm:cxn modelId="{8573BC71-3350-4D40-B470-6E28CB412194}" type="presParOf" srcId="{76F0028C-FDD9-462A-9273-7DEAE1033FFD}" destId="{6D088F84-E5BF-44E2-A058-0C141FD875E6}" srcOrd="2" destOrd="0" presId="urn:microsoft.com/office/officeart/2024/layout/BulletTimeline#2"/>
    <dgm:cxn modelId="{BAA5152C-0D23-45FD-BCD0-A8A3AAD7B6FE}" type="presParOf" srcId="{76F0028C-FDD9-462A-9273-7DEAE1033FFD}" destId="{66359042-75E2-4883-A844-AEAC1A93662B}" srcOrd="3" destOrd="0" presId="urn:microsoft.com/office/officeart/2024/layout/BulletTimeline#2"/>
    <dgm:cxn modelId="{74F0C86B-FCBE-4F7F-BB1E-7AAEF0F60E6A}" type="presParOf" srcId="{76F0028C-FDD9-462A-9273-7DEAE1033FFD}" destId="{0CDE1D60-DB12-485F-A24F-43A740F8E63B}" srcOrd="4" destOrd="0" presId="urn:microsoft.com/office/officeart/2024/layout/BulletTimeline#2"/>
    <dgm:cxn modelId="{7D672FAB-6F3F-4554-8617-CA7CEDF8C8C9}" type="presParOf" srcId="{0CDE1D60-DB12-485F-A24F-43A740F8E63B}" destId="{6D871422-3A93-4F85-9A8D-A836D8BFFAA1}" srcOrd="0" destOrd="0" presId="urn:microsoft.com/office/officeart/2024/layout/BulletTimeline#2"/>
    <dgm:cxn modelId="{F624A23A-6A62-4D7B-8B4F-2DCD98BB0843}" type="presParOf" srcId="{76F0028C-FDD9-462A-9273-7DEAE1033FFD}" destId="{01661CB9-FC85-4CAA-9729-083DEBEDE5FD}" srcOrd="5" destOrd="0" presId="urn:microsoft.com/office/officeart/2024/layout/BulletTimeline#2"/>
    <dgm:cxn modelId="{A21F21E3-00FB-4546-8244-DD099B66C483}" type="presParOf" srcId="{DF1824E9-3610-42BB-B0BE-461228C7AE20}" destId="{C6EF7506-0AD2-44D6-BC4D-8C191FBB484A}" srcOrd="17" destOrd="0" presId="urn:microsoft.com/office/officeart/2024/layout/BulletTimeline#2"/>
    <dgm:cxn modelId="{EACD203F-F544-4828-9985-9FE735FD000C}" type="presParOf" srcId="{DF1824E9-3610-42BB-B0BE-461228C7AE20}" destId="{82B5FC17-203A-4FCD-9BEE-C51653891EF3}" srcOrd="18" destOrd="0" presId="urn:microsoft.com/office/officeart/2024/layout/BulletTimeline#2"/>
    <dgm:cxn modelId="{074AA574-13BB-4477-9050-D017CD3F9DE6}" type="presParOf" srcId="{82B5FC17-203A-4FCD-9BEE-C51653891EF3}" destId="{9C7C2753-86F2-411A-B2E4-563D032A0800}" srcOrd="0" destOrd="0" presId="urn:microsoft.com/office/officeart/2024/layout/BulletTimeline#2"/>
    <dgm:cxn modelId="{245463C3-8DF6-41D1-B20C-3D9788EA8F4B}" type="presParOf" srcId="{9C7C2753-86F2-411A-B2E4-563D032A0800}" destId="{FE87830F-FF5D-496A-ADB0-21C3142517A7}" srcOrd="0" destOrd="0" presId="urn:microsoft.com/office/officeart/2024/layout/BulletTimeline#2"/>
    <dgm:cxn modelId="{703D526B-5A7F-4E99-9577-F4794B8A9DDD}" type="presParOf" srcId="{9C7C2753-86F2-411A-B2E4-563D032A0800}" destId="{82EFCB75-A519-4BBC-A57D-EE79C5DF06B1}" srcOrd="1" destOrd="0" presId="urn:microsoft.com/office/officeart/2024/layout/BulletTimeline#2"/>
    <dgm:cxn modelId="{0867326E-9852-4FAB-97E3-6D85DEE62377}" type="presParOf" srcId="{82B5FC17-203A-4FCD-9BEE-C51653891EF3}" destId="{E16A8980-22AA-4D83-A3E0-F06CE6D92F7F}" srcOrd="1" destOrd="0" presId="urn:microsoft.com/office/officeart/2024/layout/BulletTimeline#2"/>
    <dgm:cxn modelId="{D929B713-8DD2-425D-925E-B2BAF7A6F547}" type="presParOf" srcId="{82B5FC17-203A-4FCD-9BEE-C51653891EF3}" destId="{D58751B2-2C9C-4838-84C8-DE68348D8B9D}" srcOrd="2" destOrd="0" presId="urn:microsoft.com/office/officeart/2024/layout/BulletTimeline#2"/>
    <dgm:cxn modelId="{D881048D-C3D9-4883-9212-851E4A6EEB2B}" type="presParOf" srcId="{82B5FC17-203A-4FCD-9BEE-C51653891EF3}" destId="{A84B1425-B8ED-4A35-A819-614BBCE85668}" srcOrd="3" destOrd="0" presId="urn:microsoft.com/office/officeart/2024/layout/BulletTimeline#2"/>
    <dgm:cxn modelId="{571A4222-BB0B-46E5-B10A-049FA5A66F28}" type="presParOf" srcId="{82B5FC17-203A-4FCD-9BEE-C51653891EF3}" destId="{A4F0D898-AEA1-4DE7-B69D-14203F76D703}" srcOrd="4" destOrd="0" presId="urn:microsoft.com/office/officeart/2024/layout/BulletTimeline#2"/>
    <dgm:cxn modelId="{1BB3FA57-22E1-47EA-9A58-457992A62B06}" type="presParOf" srcId="{A4F0D898-AEA1-4DE7-B69D-14203F76D703}" destId="{9C60F39C-EC91-4768-A082-E6A26218F30D}" srcOrd="0" destOrd="0" presId="urn:microsoft.com/office/officeart/2024/layout/BulletTimeline#2"/>
    <dgm:cxn modelId="{BF0C52AD-0BC6-4A1F-805F-1DDC42D3EB27}" type="presParOf" srcId="{82B5FC17-203A-4FCD-9BEE-C51653891EF3}" destId="{54B49B00-84D0-43C9-920F-177AD8DA4523}" srcOrd="5" destOrd="0" presId="urn:microsoft.com/office/officeart/2024/layout/BulletTimeline#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8478-9606-40A0-A019-3E85348BBE15}">
      <dsp:nvSpPr>
        <dsp:cNvPr id="0" name=""/>
        <dsp:cNvSpPr/>
      </dsp:nvSpPr>
      <dsp:spPr>
        <a:xfrm>
          <a:off x="0" y="1703794"/>
          <a:ext cx="8658952" cy="34420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1D547C-9F33-48DD-AA47-0C668AFF925E}">
      <dsp:nvSpPr>
        <dsp:cNvPr id="0" name=""/>
        <dsp:cNvSpPr/>
      </dsp:nvSpPr>
      <dsp:spPr>
        <a:xfrm>
          <a:off x="8487206" y="1583324"/>
          <a:ext cx="206520" cy="275360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E4AF4-AEE0-4487-B03A-901CE4C8E445}">
      <dsp:nvSpPr>
        <dsp:cNvPr id="0" name=""/>
        <dsp:cNvSpPr/>
      </dsp:nvSpPr>
      <dsp:spPr>
        <a:xfrm>
          <a:off x="401519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23th March 2026</a:t>
          </a:r>
        </a:p>
      </dsp:txBody>
      <dsp:txXfrm>
        <a:off x="401519" y="784778"/>
        <a:ext cx="1181859" cy="798546"/>
      </dsp:txXfrm>
    </dsp:sp>
    <dsp:sp modelId="{65C2B039-FC52-4525-8FA0-AF00D8F80A7B}">
      <dsp:nvSpPr>
        <dsp:cNvPr id="0" name=""/>
        <dsp:cNvSpPr/>
      </dsp:nvSpPr>
      <dsp:spPr>
        <a:xfrm>
          <a:off x="401519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Proposal</a:t>
          </a:r>
        </a:p>
      </dsp:txBody>
      <dsp:txXfrm>
        <a:off x="401519" y="371736"/>
        <a:ext cx="1181859" cy="413041"/>
      </dsp:txXfrm>
    </dsp:sp>
    <dsp:sp modelId="{4DD86C6B-A77E-4FD7-B08B-015119D8015F}">
      <dsp:nvSpPr>
        <dsp:cNvPr id="0" name=""/>
        <dsp:cNvSpPr/>
      </dsp:nvSpPr>
      <dsp:spPr>
        <a:xfrm>
          <a:off x="190467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72AB38-AFD1-4188-ABCB-B6F463D452ED}">
      <dsp:nvSpPr>
        <dsp:cNvPr id="0" name=""/>
        <dsp:cNvSpPr/>
      </dsp:nvSpPr>
      <dsp:spPr>
        <a:xfrm>
          <a:off x="1191086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30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March 2026</a:t>
          </a:r>
        </a:p>
      </dsp:txBody>
      <dsp:txXfrm>
        <a:off x="1191086" y="2423174"/>
        <a:ext cx="1181859" cy="647097"/>
      </dsp:txXfrm>
    </dsp:sp>
    <dsp:sp modelId="{C15D05A6-BD62-4E62-A250-223971DBD63A}">
      <dsp:nvSpPr>
        <dsp:cNvPr id="0" name=""/>
        <dsp:cNvSpPr/>
      </dsp:nvSpPr>
      <dsp:spPr>
        <a:xfrm>
          <a:off x="1191086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Literature Review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1191086" y="1996365"/>
        <a:ext cx="1181859" cy="426809"/>
      </dsp:txXfrm>
    </dsp:sp>
    <dsp:sp modelId="{419FB993-7541-4A81-9B7A-69A5A60728CF}">
      <dsp:nvSpPr>
        <dsp:cNvPr id="0" name=""/>
        <dsp:cNvSpPr/>
      </dsp:nvSpPr>
      <dsp:spPr>
        <a:xfrm>
          <a:off x="980034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F17B52-6377-4BB6-96BE-07E068BC0857}">
      <dsp:nvSpPr>
        <dsp:cNvPr id="0" name=""/>
        <dsp:cNvSpPr/>
      </dsp:nvSpPr>
      <dsp:spPr>
        <a:xfrm>
          <a:off x="138325" y="1656447"/>
          <a:ext cx="129114" cy="12911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C44CD-5D9E-4F80-A998-49AB89275558}">
      <dsp:nvSpPr>
        <dsp:cNvPr id="0" name=""/>
        <dsp:cNvSpPr/>
      </dsp:nvSpPr>
      <dsp:spPr>
        <a:xfrm>
          <a:off x="927892" y="1656447"/>
          <a:ext cx="129114" cy="129114"/>
        </a:xfrm>
        <a:prstGeom prst="ellipse">
          <a:avLst/>
        </a:prstGeom>
        <a:solidFill>
          <a:schemeClr val="accent2">
            <a:hueOff val="-1457165"/>
            <a:satOff val="-7407"/>
            <a:lumOff val="836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8FE65-2A7C-47F1-AA31-9EDE10F0F322}">
      <dsp:nvSpPr>
        <dsp:cNvPr id="0" name=""/>
        <dsp:cNvSpPr/>
      </dsp:nvSpPr>
      <dsp:spPr>
        <a:xfrm>
          <a:off x="1980653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April 2026</a:t>
          </a:r>
        </a:p>
      </dsp:txBody>
      <dsp:txXfrm>
        <a:off x="1980653" y="784778"/>
        <a:ext cx="1181859" cy="798546"/>
      </dsp:txXfrm>
    </dsp:sp>
    <dsp:sp modelId="{01B78C00-EC64-4580-B336-0B54F5D143B1}">
      <dsp:nvSpPr>
        <dsp:cNvPr id="0" name=""/>
        <dsp:cNvSpPr/>
      </dsp:nvSpPr>
      <dsp:spPr>
        <a:xfrm>
          <a:off x="1980653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Progress Meeting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1980653" y="371736"/>
        <a:ext cx="1181859" cy="413041"/>
      </dsp:txXfrm>
    </dsp:sp>
    <dsp:sp modelId="{3435EE8B-F0D5-4CF0-B1C6-420B99BBA6C2}">
      <dsp:nvSpPr>
        <dsp:cNvPr id="0" name=""/>
        <dsp:cNvSpPr/>
      </dsp:nvSpPr>
      <dsp:spPr>
        <a:xfrm>
          <a:off x="1769601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5094E-8357-45BA-B3FE-6824CB7E057A}">
      <dsp:nvSpPr>
        <dsp:cNvPr id="0" name=""/>
        <dsp:cNvSpPr/>
      </dsp:nvSpPr>
      <dsp:spPr>
        <a:xfrm>
          <a:off x="2770220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2770220" y="2423174"/>
        <a:ext cx="1181859" cy="647097"/>
      </dsp:txXfrm>
    </dsp:sp>
    <dsp:sp modelId="{489DD447-AC3E-4047-B917-C92E67CC6CBC}">
      <dsp:nvSpPr>
        <dsp:cNvPr id="0" name=""/>
        <dsp:cNvSpPr/>
      </dsp:nvSpPr>
      <dsp:spPr>
        <a:xfrm>
          <a:off x="2770220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Methodology</a:t>
          </a:r>
        </a:p>
      </dsp:txBody>
      <dsp:txXfrm>
        <a:off x="2770220" y="1996365"/>
        <a:ext cx="1181859" cy="426809"/>
      </dsp:txXfrm>
    </dsp:sp>
    <dsp:sp modelId="{C158B7EF-63BB-4139-BE27-4C457B1C13BD}">
      <dsp:nvSpPr>
        <dsp:cNvPr id="0" name=""/>
        <dsp:cNvSpPr/>
      </dsp:nvSpPr>
      <dsp:spPr>
        <a:xfrm>
          <a:off x="2559168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ABC9C2-3793-4E83-8F7E-21BB5B2765A0}">
      <dsp:nvSpPr>
        <dsp:cNvPr id="0" name=""/>
        <dsp:cNvSpPr/>
      </dsp:nvSpPr>
      <dsp:spPr>
        <a:xfrm>
          <a:off x="1717459" y="1656447"/>
          <a:ext cx="129114" cy="129114"/>
        </a:xfrm>
        <a:prstGeom prst="ellipse">
          <a:avLst/>
        </a:prstGeom>
        <a:solidFill>
          <a:schemeClr val="accent2">
            <a:hueOff val="-2914330"/>
            <a:satOff val="-14814"/>
            <a:lumOff val="1673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D9823-DE12-44FE-87CB-DAEEB8B88592}">
      <dsp:nvSpPr>
        <dsp:cNvPr id="0" name=""/>
        <dsp:cNvSpPr/>
      </dsp:nvSpPr>
      <dsp:spPr>
        <a:xfrm>
          <a:off x="2507026" y="1656447"/>
          <a:ext cx="129114" cy="129114"/>
        </a:xfrm>
        <a:prstGeom prst="ellipse">
          <a:avLst/>
        </a:prstGeom>
        <a:solidFill>
          <a:schemeClr val="accent2">
            <a:hueOff val="-4371496"/>
            <a:satOff val="-22221"/>
            <a:lumOff val="25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314D7E-ECD0-4673-8000-E9440A960DE0}">
      <dsp:nvSpPr>
        <dsp:cNvPr id="0" name=""/>
        <dsp:cNvSpPr/>
      </dsp:nvSpPr>
      <dsp:spPr>
        <a:xfrm>
          <a:off x="3559787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8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3559787" y="784778"/>
        <a:ext cx="1181859" cy="798546"/>
      </dsp:txXfrm>
    </dsp:sp>
    <dsp:sp modelId="{94AFF1FC-19E1-45E0-9E82-60EF1E52B68C}">
      <dsp:nvSpPr>
        <dsp:cNvPr id="0" name=""/>
        <dsp:cNvSpPr/>
      </dsp:nvSpPr>
      <dsp:spPr>
        <a:xfrm>
          <a:off x="3559787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Proof of Concept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3559787" y="371736"/>
        <a:ext cx="1181859" cy="413041"/>
      </dsp:txXfrm>
    </dsp:sp>
    <dsp:sp modelId="{19C23473-39AE-420A-93F7-3DBB6C84A007}">
      <dsp:nvSpPr>
        <dsp:cNvPr id="0" name=""/>
        <dsp:cNvSpPr/>
      </dsp:nvSpPr>
      <dsp:spPr>
        <a:xfrm>
          <a:off x="3348735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E61E-D6B1-42B7-8651-7A5D8AF7A24F}">
      <dsp:nvSpPr>
        <dsp:cNvPr id="0" name=""/>
        <dsp:cNvSpPr/>
      </dsp:nvSpPr>
      <dsp:spPr>
        <a:xfrm>
          <a:off x="4349354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22th May 2026</a:t>
          </a:r>
        </a:p>
      </dsp:txBody>
      <dsp:txXfrm>
        <a:off x="4349354" y="2423174"/>
        <a:ext cx="1181859" cy="647097"/>
      </dsp:txXfrm>
    </dsp:sp>
    <dsp:sp modelId="{834B5FAF-76F7-46D0-BF12-AE8AA4F3D0F2}">
      <dsp:nvSpPr>
        <dsp:cNvPr id="0" name=""/>
        <dsp:cNvSpPr/>
      </dsp:nvSpPr>
      <dsp:spPr>
        <a:xfrm>
          <a:off x="4349354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Methodology Revision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4349354" y="1996365"/>
        <a:ext cx="1181859" cy="426809"/>
      </dsp:txXfrm>
    </dsp:sp>
    <dsp:sp modelId="{1B92CAE3-FEB4-4C57-A822-ECA200E665C9}">
      <dsp:nvSpPr>
        <dsp:cNvPr id="0" name=""/>
        <dsp:cNvSpPr/>
      </dsp:nvSpPr>
      <dsp:spPr>
        <a:xfrm>
          <a:off x="4138302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45DB0B-E78D-421C-B378-9B51895E012E}">
      <dsp:nvSpPr>
        <dsp:cNvPr id="0" name=""/>
        <dsp:cNvSpPr/>
      </dsp:nvSpPr>
      <dsp:spPr>
        <a:xfrm>
          <a:off x="3296593" y="1656447"/>
          <a:ext cx="129114" cy="129114"/>
        </a:xfrm>
        <a:prstGeom prst="ellipse">
          <a:avLst/>
        </a:prstGeom>
        <a:solidFill>
          <a:schemeClr val="accent2">
            <a:hueOff val="-5828661"/>
            <a:satOff val="-29628"/>
            <a:lumOff val="3346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397CD-0E0C-4652-8168-DC51DBAAC64E}">
      <dsp:nvSpPr>
        <dsp:cNvPr id="0" name=""/>
        <dsp:cNvSpPr/>
      </dsp:nvSpPr>
      <dsp:spPr>
        <a:xfrm>
          <a:off x="4086160" y="1656447"/>
          <a:ext cx="129114" cy="129114"/>
        </a:xfrm>
        <a:prstGeom prst="ellipse">
          <a:avLst/>
        </a:prstGeom>
        <a:solidFill>
          <a:schemeClr val="accent2">
            <a:hueOff val="-7285827"/>
            <a:satOff val="-37036"/>
            <a:lumOff val="4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61EA35-13D6-47A0-BB18-6F13CDE9EAE7}">
      <dsp:nvSpPr>
        <dsp:cNvPr id="0" name=""/>
        <dsp:cNvSpPr/>
      </dsp:nvSpPr>
      <dsp:spPr>
        <a:xfrm>
          <a:off x="5138921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29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5138921" y="784778"/>
        <a:ext cx="1181859" cy="798546"/>
      </dsp:txXfrm>
    </dsp:sp>
    <dsp:sp modelId="{9B996CFB-ECBE-4FD6-AC96-F939F974047A}">
      <dsp:nvSpPr>
        <dsp:cNvPr id="0" name=""/>
        <dsp:cNvSpPr/>
      </dsp:nvSpPr>
      <dsp:spPr>
        <a:xfrm>
          <a:off x="5138921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Proof of Concept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5138921" y="371736"/>
        <a:ext cx="1181859" cy="413041"/>
      </dsp:txXfrm>
    </dsp:sp>
    <dsp:sp modelId="{A333FEBE-9E6B-4849-AE24-07CF07E9C49C}">
      <dsp:nvSpPr>
        <dsp:cNvPr id="0" name=""/>
        <dsp:cNvSpPr/>
      </dsp:nvSpPr>
      <dsp:spPr>
        <a:xfrm>
          <a:off x="4927869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B71A20-57B1-464E-B85A-AAD1B59482B7}">
      <dsp:nvSpPr>
        <dsp:cNvPr id="0" name=""/>
        <dsp:cNvSpPr/>
      </dsp:nvSpPr>
      <dsp:spPr>
        <a:xfrm>
          <a:off x="5928488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4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June 2026</a:t>
          </a:r>
        </a:p>
      </dsp:txBody>
      <dsp:txXfrm>
        <a:off x="5928488" y="2423174"/>
        <a:ext cx="1181859" cy="647097"/>
      </dsp:txXfrm>
    </dsp:sp>
    <dsp:sp modelId="{5A71305C-C2EB-450A-8249-2969AAFD390A}">
      <dsp:nvSpPr>
        <dsp:cNvPr id="0" name=""/>
        <dsp:cNvSpPr/>
      </dsp:nvSpPr>
      <dsp:spPr>
        <a:xfrm>
          <a:off x="5928488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Progress Meeting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5928488" y="1996365"/>
        <a:ext cx="1181859" cy="426809"/>
      </dsp:txXfrm>
    </dsp:sp>
    <dsp:sp modelId="{B6CBBD66-2375-4A42-9275-9EEC307C4225}">
      <dsp:nvSpPr>
        <dsp:cNvPr id="0" name=""/>
        <dsp:cNvSpPr/>
      </dsp:nvSpPr>
      <dsp:spPr>
        <a:xfrm>
          <a:off x="5717436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422324-B603-4718-8B91-1FBD35C31F2C}">
      <dsp:nvSpPr>
        <dsp:cNvPr id="0" name=""/>
        <dsp:cNvSpPr/>
      </dsp:nvSpPr>
      <dsp:spPr>
        <a:xfrm>
          <a:off x="4875727" y="1656447"/>
          <a:ext cx="129114" cy="129114"/>
        </a:xfrm>
        <a:prstGeom prst="ellipse">
          <a:avLst/>
        </a:prstGeom>
        <a:solidFill>
          <a:schemeClr val="accent2">
            <a:hueOff val="-8742991"/>
            <a:satOff val="-44443"/>
            <a:lumOff val="50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F9B9F-4DD4-4E1B-B91A-3BAAC55AA4DC}">
      <dsp:nvSpPr>
        <dsp:cNvPr id="0" name=""/>
        <dsp:cNvSpPr/>
      </dsp:nvSpPr>
      <dsp:spPr>
        <a:xfrm>
          <a:off x="5665294" y="1656447"/>
          <a:ext cx="129114" cy="129114"/>
        </a:xfrm>
        <a:prstGeom prst="ellipse">
          <a:avLst/>
        </a:prstGeom>
        <a:solidFill>
          <a:schemeClr val="accent2">
            <a:hueOff val="-10200157"/>
            <a:satOff val="-51850"/>
            <a:lumOff val="5856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BC2C4C-1358-4CA6-9113-BCAAA1A7C9A6}">
      <dsp:nvSpPr>
        <dsp:cNvPr id="0" name=""/>
        <dsp:cNvSpPr/>
      </dsp:nvSpPr>
      <dsp:spPr>
        <a:xfrm>
          <a:off x="6718055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</a:t>
          </a:r>
          <a:r>
            <a:rPr lang="en-MY" sz="1100" kern="1200">
              <a:latin typeface="Raleway" pitchFamily="2" charset="0"/>
            </a:rPr>
            <a:t>July 2026</a:t>
          </a:r>
          <a:endParaRPr lang="en-MY" sz="1100" kern="1200" dirty="0">
            <a:latin typeface="Raleway" pitchFamily="2" charset="0"/>
          </a:endParaRPr>
        </a:p>
      </dsp:txBody>
      <dsp:txXfrm>
        <a:off x="6718055" y="784778"/>
        <a:ext cx="1181859" cy="798546"/>
      </dsp:txXfrm>
    </dsp:sp>
    <dsp:sp modelId="{6D088F84-E5BF-44E2-A058-0C141FD875E6}">
      <dsp:nvSpPr>
        <dsp:cNvPr id="0" name=""/>
        <dsp:cNvSpPr/>
      </dsp:nvSpPr>
      <dsp:spPr>
        <a:xfrm>
          <a:off x="6718055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P1 Presentation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6718055" y="371736"/>
        <a:ext cx="1181859" cy="413041"/>
      </dsp:txXfrm>
    </dsp:sp>
    <dsp:sp modelId="{66359042-75E2-4883-A844-AEAC1A93662B}">
      <dsp:nvSpPr>
        <dsp:cNvPr id="0" name=""/>
        <dsp:cNvSpPr/>
      </dsp:nvSpPr>
      <dsp:spPr>
        <a:xfrm>
          <a:off x="6507003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6A8980-22AA-4D83-A3E0-F06CE6D92F7F}">
      <dsp:nvSpPr>
        <dsp:cNvPr id="0" name=""/>
        <dsp:cNvSpPr/>
      </dsp:nvSpPr>
      <dsp:spPr>
        <a:xfrm>
          <a:off x="7507622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Sept 2026</a:t>
          </a:r>
        </a:p>
      </dsp:txBody>
      <dsp:txXfrm>
        <a:off x="7507622" y="2423174"/>
        <a:ext cx="1181859" cy="647097"/>
      </dsp:txXfrm>
    </dsp:sp>
    <dsp:sp modelId="{D58751B2-2C9C-4838-84C8-DE68348D8B9D}">
      <dsp:nvSpPr>
        <dsp:cNvPr id="0" name=""/>
        <dsp:cNvSpPr/>
      </dsp:nvSpPr>
      <dsp:spPr>
        <a:xfrm>
          <a:off x="7507622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P2 Presentation</a:t>
          </a:r>
        </a:p>
      </dsp:txBody>
      <dsp:txXfrm>
        <a:off x="7507622" y="1996365"/>
        <a:ext cx="1181859" cy="426809"/>
      </dsp:txXfrm>
    </dsp:sp>
    <dsp:sp modelId="{A84B1425-B8ED-4A35-A819-614BBCE85668}">
      <dsp:nvSpPr>
        <dsp:cNvPr id="0" name=""/>
        <dsp:cNvSpPr/>
      </dsp:nvSpPr>
      <dsp:spPr>
        <a:xfrm>
          <a:off x="7296570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871422-3A93-4F85-9A8D-A836D8BFFAA1}">
      <dsp:nvSpPr>
        <dsp:cNvPr id="0" name=""/>
        <dsp:cNvSpPr/>
      </dsp:nvSpPr>
      <dsp:spPr>
        <a:xfrm>
          <a:off x="6454861" y="1656447"/>
          <a:ext cx="129114" cy="129114"/>
        </a:xfrm>
        <a:prstGeom prst="ellipse">
          <a:avLst/>
        </a:prstGeom>
        <a:solidFill>
          <a:schemeClr val="accent2">
            <a:hueOff val="-11657322"/>
            <a:satOff val="-59257"/>
            <a:lumOff val="669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0F39C-EC91-4768-A082-E6A26218F30D}">
      <dsp:nvSpPr>
        <dsp:cNvPr id="0" name=""/>
        <dsp:cNvSpPr/>
      </dsp:nvSpPr>
      <dsp:spPr>
        <a:xfrm>
          <a:off x="7244428" y="1656447"/>
          <a:ext cx="129114" cy="129114"/>
        </a:xfrm>
        <a:prstGeom prst="ellipse">
          <a:avLst/>
        </a:prstGeom>
        <a:solidFill>
          <a:schemeClr val="accent2">
            <a:hueOff val="-13114487"/>
            <a:satOff val="-66664"/>
            <a:lumOff val="75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#2">
  <dgm:title val=""/>
  <dgm:desc val=""/>
  <dgm:catLst>
    <dgm:cat type="process" pri="7450"/>
    <dgm:cat type="timeline" pri="100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88B24A63-2C01-3634-4D1A-91F041D6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54270137-1C93-3074-A00A-30601A7D73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3E567923-2C2F-BA57-5196-29BD798D8E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04451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B7C872D-9A57-F4F0-0F79-180C0E903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095C892-99E9-46C5-E1FC-B3BBEEE907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49AE30AF-3D78-E8CE-71D2-4BE3D5CFA1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06135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262A839F-FB85-46B2-DE6D-DBA5D93C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B3844F5A-8430-6A90-9C8D-15D2C279C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6705D3F-03FD-688F-B20B-6093D67C1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1442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1130B79-D005-C768-DBF0-C2457D5D5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C19D9741-BBD9-AD9B-9E77-BD2AC76BE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5C124EDE-ED03-B8EC-AD57-A2D07729C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41218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C0D8833-7395-C1FB-0E88-515B13A80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6B6FF4DF-A225-9A5C-472E-05AE7B6A7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4C463CE3-E52A-CD2F-49A7-87B15A4D2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82030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701785E-F885-FABA-D12B-C0145B295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843FB5D7-CAD8-01AE-1698-C377A9605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E4563C58-E449-156C-BB60-65BEC2B650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80022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9B1BA38D-D991-EB81-B022-EC94C630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4E8D2DC9-F73C-7AFD-8618-232285807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72F15310-1E55-653C-91D6-381CCC996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68854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B553C77-CB42-6522-30A9-A23117C3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88E2A5EB-AB5F-B23E-B8CB-8BCBB3605A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C2103D32-2B58-230D-6387-18D2A67AC3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6424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447DAE7-3118-DD9D-E5D9-E843A6A21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41D04A7F-1C0C-70F5-5BB9-C3CD67B62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BB966DDF-8697-42E0-2EB6-76BFE9101F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296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DFD7E24B-9D18-F3EC-E874-8EF830E9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450F4FCA-ED21-890E-C80B-715B2ED6F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3DCA51A6-D0B3-77E8-6BAB-F30CC8AA35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49459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287668DE-EA5E-F4F9-90CA-4A52E4DB9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62360D1D-D4E2-CEAD-C13A-3B84D7ECD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FA00AFBE-4798-7640-C73A-CFB8DCD0A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3765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28AC61CA-F97E-2723-8034-A925D3B6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AC697429-4469-3F22-EFBE-D92C5BF6A2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904D3282-C538-3E3B-4D87-33C717A9DE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72473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462DBF7-DBF1-B2E8-27A4-AD4744C6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EEF120E-811F-6416-A554-E9D9F433BF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3D3E1219-C5AD-A6E2-4D92-1C7E2FB3C2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274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060B5AC-5CEA-BE83-9053-EF2A8D9D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1FFD3720-2F72-0693-DA46-C49F7388F1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88AF7994-AB4A-A358-F157-F643313FA3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487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9C48A3B-AC6D-B2D0-1BB1-30852520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ACD05520-D5C5-B4F4-138F-8D2AD9BBB2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FD95CD97-05DF-2388-A854-3316336E4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477530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1D21D63-DE6D-1C92-2F23-A9CFA06D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72935475-622A-53E6-3F07-225183C5A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79E9F499-3BB7-D1EF-FEDF-BDD9450CA2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17182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0D0153-C143-8F7A-964F-7BF278F4D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2872" y="2214179"/>
            <a:ext cx="3320979" cy="1341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513518" y="127421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513518" y="18946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513518" y="2514999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214645" y="1299568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214646" y="1919956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214645" y="2540344"/>
            <a:ext cx="413321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493328" y="1919956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493328" y="254034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6194455" y="1945298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6194455" y="2565686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  <p:sp>
        <p:nvSpPr>
          <p:cNvPr id="3" name="Google Shape;202;p31">
            <a:extLst>
              <a:ext uri="{FF2B5EF4-FFF2-40B4-BE49-F238E27FC236}">
                <a16:creationId xmlns:a16="http://schemas.microsoft.com/office/drawing/2014/main" id="{478AEE12-5E33-9DD8-666B-B1FB0E8D6323}"/>
              </a:ext>
            </a:extLst>
          </p:cNvPr>
          <p:cNvSpPr txBox="1">
            <a:spLocks/>
          </p:cNvSpPr>
          <p:nvPr/>
        </p:nvSpPr>
        <p:spPr>
          <a:xfrm>
            <a:off x="513519" y="3129555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5" name="Google Shape;205;p31">
            <a:extLst>
              <a:ext uri="{FF2B5EF4-FFF2-40B4-BE49-F238E27FC236}">
                <a16:creationId xmlns:a16="http://schemas.microsoft.com/office/drawing/2014/main" id="{104C3206-7C38-D7E3-4278-E683EF47F78C}"/>
              </a:ext>
            </a:extLst>
          </p:cNvPr>
          <p:cNvSpPr txBox="1">
            <a:spLocks/>
          </p:cNvSpPr>
          <p:nvPr/>
        </p:nvSpPr>
        <p:spPr>
          <a:xfrm>
            <a:off x="1214645" y="3154900"/>
            <a:ext cx="2345973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Research Scope</a:t>
            </a:r>
          </a:p>
        </p:txBody>
      </p:sp>
      <p:sp>
        <p:nvSpPr>
          <p:cNvPr id="7" name="Google Shape;201;p31">
            <a:extLst>
              <a:ext uri="{FF2B5EF4-FFF2-40B4-BE49-F238E27FC236}">
                <a16:creationId xmlns:a16="http://schemas.microsoft.com/office/drawing/2014/main" id="{CF7FD413-6C44-2A1E-708B-B25D52ABDCC0}"/>
              </a:ext>
            </a:extLst>
          </p:cNvPr>
          <p:cNvSpPr txBox="1">
            <a:spLocks/>
          </p:cNvSpPr>
          <p:nvPr/>
        </p:nvSpPr>
        <p:spPr>
          <a:xfrm>
            <a:off x="5493328" y="313537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07</a:t>
            </a:r>
          </a:p>
        </p:txBody>
      </p:sp>
      <p:sp>
        <p:nvSpPr>
          <p:cNvPr id="9" name="Google Shape;207;p31">
            <a:extLst>
              <a:ext uri="{FF2B5EF4-FFF2-40B4-BE49-F238E27FC236}">
                <a16:creationId xmlns:a16="http://schemas.microsoft.com/office/drawing/2014/main" id="{622A5C03-0797-637B-3EA9-3C040103DCEE}"/>
              </a:ext>
            </a:extLst>
          </p:cNvPr>
          <p:cNvSpPr txBox="1">
            <a:spLocks/>
          </p:cNvSpPr>
          <p:nvPr/>
        </p:nvSpPr>
        <p:spPr>
          <a:xfrm>
            <a:off x="6194454" y="3160716"/>
            <a:ext cx="2527845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Results &amp; Findings</a:t>
            </a:r>
          </a:p>
        </p:txBody>
      </p:sp>
      <p:sp>
        <p:nvSpPr>
          <p:cNvPr id="11" name="Google Shape;201;p31">
            <a:extLst>
              <a:ext uri="{FF2B5EF4-FFF2-40B4-BE49-F238E27FC236}">
                <a16:creationId xmlns:a16="http://schemas.microsoft.com/office/drawing/2014/main" id="{E0CFE0B8-0AE0-1F9C-1FDC-9EB6576CCB05}"/>
              </a:ext>
            </a:extLst>
          </p:cNvPr>
          <p:cNvSpPr txBox="1">
            <a:spLocks/>
          </p:cNvSpPr>
          <p:nvPr/>
        </p:nvSpPr>
        <p:spPr>
          <a:xfrm>
            <a:off x="5493328" y="373040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08</a:t>
            </a:r>
          </a:p>
        </p:txBody>
      </p:sp>
      <p:sp>
        <p:nvSpPr>
          <p:cNvPr id="14" name="Google Shape;207;p31">
            <a:extLst>
              <a:ext uri="{FF2B5EF4-FFF2-40B4-BE49-F238E27FC236}">
                <a16:creationId xmlns:a16="http://schemas.microsoft.com/office/drawing/2014/main" id="{3F658C5A-0132-8356-2308-4C8F9CE85183}"/>
              </a:ext>
            </a:extLst>
          </p:cNvPr>
          <p:cNvSpPr txBox="1">
            <a:spLocks/>
          </p:cNvSpPr>
          <p:nvPr/>
        </p:nvSpPr>
        <p:spPr>
          <a:xfrm>
            <a:off x="6194455" y="3755746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Discussions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difficulty in accurately predicting daily ridership due to complex spatiotemporal factors (population density, weather, accessibility, etc.)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" sz="1400" dirty="0">
                <a:solidFill>
                  <a:schemeClr val="bg2"/>
                </a:solidFill>
              </a:rPr>
              <a:t>.</a:t>
            </a:r>
            <a:endParaRPr lang="en" sz="1400" b="1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This inability to predict ridership leads to critical bottlenecks in scheduling, routing, and service intervals during peak hours and holidays, harming system reliability and passenger satisfaction.</a:t>
            </a: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Historical ridership data is contaminated by the extreme 85–90% passenger drop caused by the MCO period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-US" sz="1400" dirty="0">
                <a:solidFill>
                  <a:schemeClr val="bg2"/>
                </a:solidFill>
              </a:rPr>
              <a:t>. Training AI models on this data introduces severe predictive bias </a:t>
            </a:r>
            <a:r>
              <a:rPr lang="en-US" sz="1400" b="1" dirty="0">
                <a:solidFill>
                  <a:schemeClr val="bg2"/>
                </a:solidFill>
              </a:rPr>
              <a:t>(Zhao &amp; Lan, 2025)</a:t>
            </a:r>
            <a:r>
              <a:rPr lang="en-US" sz="1400" dirty="0">
                <a:solidFill>
                  <a:schemeClr val="bg2"/>
                </a:solidFill>
              </a:rPr>
              <a:t> and prevents them from recognizing true ridership peaks after normal life resumes </a:t>
            </a:r>
            <a:r>
              <a:rPr lang="en-US" sz="1400" b="1" dirty="0">
                <a:solidFill>
                  <a:schemeClr val="bg2"/>
                </a:solidFill>
              </a:rPr>
              <a:t>(</a:t>
            </a:r>
            <a:r>
              <a:rPr lang="en-US" sz="1400" b="1" dirty="0" err="1">
                <a:solidFill>
                  <a:schemeClr val="bg2"/>
                </a:solidFill>
              </a:rPr>
              <a:t>Lv</a:t>
            </a:r>
            <a:r>
              <a:rPr lang="en-US" sz="1400" b="1" dirty="0">
                <a:solidFill>
                  <a:schemeClr val="bg2"/>
                </a:solidFill>
              </a:rPr>
              <a:t> et al., 2021)</a:t>
            </a:r>
            <a:r>
              <a:rPr lang="en-US" sz="1400" dirty="0">
                <a:solidFill>
                  <a:schemeClr val="bg2"/>
                </a:solidFill>
              </a:rPr>
              <a:t>.</a:t>
            </a:r>
            <a:endParaRPr lang="en" sz="1400" dirty="0">
              <a:solidFill>
                <a:schemeClr val="bg2"/>
              </a:solidFill>
            </a:endParaRP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76603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Hybrid Multi-scale Temporal Spatio-Feature (HMT-TSF) Forecaster that integrates Malaysia’s spatial and temporal data to estimate future ridership trends.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Scope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094109"/>
              </p:ext>
            </p:extLst>
          </p:nvPr>
        </p:nvGraphicFramePr>
        <p:xfrm>
          <a:off x="304800" y="971942"/>
          <a:ext cx="8534400" cy="3912453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928255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309254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4786746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  <a:gridCol w="1510145">
                  <a:extLst>
                    <a:ext uri="{9D8B030D-6E8A-4147-A177-3AD203B41FA5}">
                      <a16:colId xmlns:a16="http://schemas.microsoft.com/office/drawing/2014/main" val="3832929577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References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Khalil et al., 2021;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Ahmad et al., 2024; Cui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Chen et al., 2023; Song et al., 2024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Huang et al., 2022; Cui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Ahmad et al., 2024;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Jin et al., 2022; Hassan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Keller et al., 2022; Hassan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Shi et al., 2024;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548440"/>
              </p:ext>
            </p:extLst>
          </p:nvPr>
        </p:nvGraphicFramePr>
        <p:xfrm>
          <a:off x="304799" y="971942"/>
          <a:ext cx="8613914" cy="4004323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62795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103660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  <a:p>
                      <a:endParaRPr lang="en-MY" sz="16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(</a:t>
                      </a:r>
                      <a:r>
                        <a:rPr lang="en-MY" sz="16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Lv</a:t>
                      </a:r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et al., 2021; Zhao &amp; Lan, 2025; Maria-Arribas et al., 2026)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Four change-point phases; 85-90% drop during MCO. Rail recovers slower than bus.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Wet/extreme days peak Nov-Jan; east coast &gt; west coast. National totals mask regional effects.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Post-MCO RON95-ridership r ~ +0.35; stronger above RM 2.20/L, lagged 1-3 days.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~18% dip 1-2 days pre-holiday; spike on first workday back. Short holidays dip most.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Weather-Induced Surge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Light rain suppresses travel; heavy rain (&gt;75</a:t>
            </a:r>
            <a:r>
              <a:rPr lang="en" baseline="30000" dirty="0"/>
              <a:t>th</a:t>
            </a:r>
            <a:r>
              <a:rPr lang="en" dirty="0"/>
              <a:t> percentile) boosts ridership – modal substitution.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MY" dirty="0"/>
              <a:t>Ridership lags (7/14/28 days) explain ~72% of feature variance; static features show near-zero linear correlation.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Fuel Price Elasticity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107A1-91AE-B675-D0C9-C98577E4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04C21D-0907-3E71-57AC-6842F306D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2321"/>
            <a:ext cx="9144000" cy="391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896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53EE037-4E31-9730-FAF7-E0FCFFEEC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720" y="0"/>
            <a:ext cx="60185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40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9974-01D6-1BD4-4704-953A8DB6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D09268-C611-B4CF-76ED-7E668224C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00"/>
            <a:ext cx="9144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43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B9C6A-0773-3E73-1EF4-EC47B33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25D5AA-5DC7-339A-5BD0-74A61A1AA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0"/>
            <a:ext cx="82296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289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0D16B-BAFC-C3C1-C585-B2FB5FD1C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4E5599-F08D-E688-D996-AF0A6CD2B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94" y="0"/>
            <a:ext cx="827961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02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CEFE-8F7D-FD66-958A-55D1DEE8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F6EBAC-AFD5-FAE2-9866-DB1F7B7F1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4" y="0"/>
            <a:ext cx="53682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50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 Models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4168D4-0239-E404-12E7-507E7343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6676"/>
            <a:ext cx="9144000" cy="366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241F6-B727-A74F-B832-37730B24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EED271C-EFF1-77E7-B670-6923572BA4F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545253-CE8A-7411-C777-125657741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905" y="940917"/>
            <a:ext cx="4418190" cy="420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556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79C21-F5CC-2F8A-196E-026FF2BC1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F827D3B-FAFF-54F0-B3A4-834429DA06D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4C0494-F33F-AB06-A330-47A7B0623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250" y="970916"/>
            <a:ext cx="3515500" cy="417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495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260195" y="1175876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</a:pPr>
            <a:r>
              <a:rPr lang="en-MY" sz="1200" dirty="0"/>
              <a:t>Provide a </a:t>
            </a:r>
            <a:r>
              <a:rPr lang="en-MY" sz="1200" u="sng" dirty="0"/>
              <a:t>detailed comparative analysis </a:t>
            </a:r>
            <a:r>
              <a:rPr lang="en-MY" sz="1200" dirty="0"/>
              <a:t>evaluating </a:t>
            </a:r>
            <a:r>
              <a:rPr lang="en-MY" sz="1200" u="sng" dirty="0"/>
              <a:t>multiple deep learning models</a:t>
            </a:r>
            <a:r>
              <a:rPr lang="en-MY" sz="1200" dirty="0"/>
              <a:t> across </a:t>
            </a:r>
            <a:r>
              <a:rPr lang="en-MY" sz="1200" u="sng" dirty="0"/>
              <a:t>distinct lookback windows</a:t>
            </a:r>
            <a:r>
              <a:rPr lang="en-MY" sz="1200" dirty="0"/>
              <a:t>, explicitly segmented by </a:t>
            </a:r>
            <a:r>
              <a:rPr lang="en-MY" sz="1200" u="sng" dirty="0"/>
              <a:t>MCO periods</a:t>
            </a:r>
            <a:r>
              <a:rPr lang="en-MY" sz="1200" dirty="0"/>
              <a:t>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Introduce a </a:t>
            </a:r>
            <a:r>
              <a:rPr lang="en-MY" sz="1200" u="sng" dirty="0"/>
              <a:t>superior forecasting model</a:t>
            </a:r>
            <a:r>
              <a:rPr lang="en-MY" sz="1200" dirty="0"/>
              <a:t> that </a:t>
            </a:r>
            <a:r>
              <a:rPr lang="en-MY" sz="1200" u="sng" dirty="0"/>
              <a:t>outperforms</a:t>
            </a:r>
            <a:r>
              <a:rPr lang="en-MY" sz="1200" dirty="0"/>
              <a:t> existing SOTA baselines across </a:t>
            </a:r>
            <a:r>
              <a:rPr lang="en-MY" sz="1200" u="sng" dirty="0"/>
              <a:t>all lookback windows and MCO phases</a:t>
            </a:r>
            <a:r>
              <a:rPr lang="en-MY" sz="1200" dirty="0"/>
              <a:t>, accompanied by a </a:t>
            </a:r>
            <a:r>
              <a:rPr lang="en-MY" sz="1200" u="sng" dirty="0"/>
              <a:t>reduced feature variant</a:t>
            </a:r>
            <a:r>
              <a:rPr lang="en-MY" sz="1200" dirty="0"/>
              <a:t> according to SHAP-based feature importance ranking, to determine the effect of the removal of near-zero important spatial and temporal features toward ridership prediction.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Develop a </a:t>
            </a:r>
            <a:r>
              <a:rPr lang="en-MY" sz="1200" u="sng" dirty="0"/>
              <a:t>functional command-line interface (CLI) inference</a:t>
            </a:r>
            <a:r>
              <a:rPr lang="en-MY" sz="1200" dirty="0"/>
              <a:t> tool capable of predicting a </a:t>
            </a:r>
            <a:r>
              <a:rPr lang="en-MY" sz="1200" u="sng" dirty="0"/>
              <a:t>7-day ridership</a:t>
            </a:r>
            <a:r>
              <a:rPr lang="en-MY" sz="1200" dirty="0"/>
              <a:t> distribution horizon across </a:t>
            </a:r>
            <a:r>
              <a:rPr lang="en-MY" sz="1200" u="sng" dirty="0"/>
              <a:t>all 12 distinct transit networks</a:t>
            </a:r>
            <a:r>
              <a:rPr lang="en-MY" sz="1200" dirty="0"/>
              <a:t> utilizing historical distribution percentages using the proposed model.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997EA1D-F9CA-6F67-64E9-56A602DA73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882531"/>
              </p:ext>
            </p:extLst>
          </p:nvPr>
        </p:nvGraphicFramePr>
        <p:xfrm>
          <a:off x="207818" y="1325305"/>
          <a:ext cx="8693727" cy="34420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CC9AFD8A-7B11-E622-4298-F35A095D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066795E0-7245-A3A5-65E9-1C4B8FDA804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BC072EC4-1E1A-0058-6CC5-1DFBB6AECDC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3E113AF7-8E38-1D30-D3FB-7B153EE250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Results &amp; Findings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AC6C30B5-2B4A-D59B-1C21-63594C1D6AD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2DE2D3F-D0DE-4194-CAA4-BBB11169D249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89061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04817C95-178A-A208-3DA2-41CDB9CC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CBD54121-47AF-7E10-1481-DB560F36C90F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Baseline Model Performance (base_nomco_lb14)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94F0DD52-D0F3-3381-FBA5-403E6D2999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327050"/>
              </p:ext>
            </p:extLst>
          </p:nvPr>
        </p:nvGraphicFramePr>
        <p:xfrm>
          <a:off x="272902" y="847250"/>
          <a:ext cx="8598194" cy="420624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821873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482436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267691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50818">
                  <a:extLst>
                    <a:ext uri="{9D8B030D-6E8A-4147-A177-3AD203B41FA5}">
                      <a16:colId xmlns:a16="http://schemas.microsoft.com/office/drawing/2014/main" val="2656498431"/>
                    </a:ext>
                  </a:extLst>
                </a:gridCol>
                <a:gridCol w="994787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12001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6.62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6.04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8.98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6.32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9.42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0.736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7.24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7.42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CNN-LSTM-Augmented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7.77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9.68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0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7.86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7.51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CNN-LSTM-Parallel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8.21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7.60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10.25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8.15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7.70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10.24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81070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462C3C9B-0475-30D0-099B-A7D71E91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6E649A5-1FEE-C1B7-2191-52DA0F9F7D23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Tuned Model Performance (base_nomco_lb14)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0BC9D0B-030A-7E12-7586-D425AB87C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340689"/>
              </p:ext>
            </p:extLst>
          </p:nvPr>
        </p:nvGraphicFramePr>
        <p:xfrm>
          <a:off x="272902" y="847248"/>
          <a:ext cx="8587080" cy="421894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129566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03592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41001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</a:tblGrid>
              <a:tr h="17798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Based 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Tuned 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Difference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79.99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+0.86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79.95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+1.28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+0.40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+1.12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78.82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+3.13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+0.30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78.39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+1.58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77.10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+1.74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75.56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+1.65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75.21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+0.48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76.40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−1.54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76.12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−2.06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73.65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−3.33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−4.28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72.53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−1.65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65.47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−8.47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48131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5CD523A-C1F7-DEDB-53AA-8FB54CBAF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8805107-EB5A-BE2F-5FB0-87D094CB868C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Lookback Sensitivity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57C4E2D-4823-B7DC-E9F0-C87738429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362946"/>
              </p:ext>
            </p:extLst>
          </p:nvPr>
        </p:nvGraphicFramePr>
        <p:xfrm>
          <a:off x="272902" y="847247"/>
          <a:ext cx="8587081" cy="417182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66734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16182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323109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2452256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12949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lb14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lb28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lb56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Best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77.17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77.09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72.65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77.48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75.98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78.86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74.33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75.02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75.15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74.93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75.15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73.61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73.40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76.55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74.33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61.30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43.25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72.35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05050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AEE9CD6F-1B82-9702-C7C7-CAAA46CB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8EA2D71D-AD1E-3FB5-73FA-8BF0066A0585}"/>
              </a:ext>
            </a:extLst>
          </p:cNvPr>
          <p:cNvSpPr txBox="1">
            <a:spLocks/>
          </p:cNvSpPr>
          <p:nvPr/>
        </p:nvSpPr>
        <p:spPr>
          <a:xfrm>
            <a:off x="0" y="321282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MCO Robustness (base_lb14) – Combined%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2DDCA572-8113-E37A-143C-D3F36F301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513632"/>
              </p:ext>
            </p:extLst>
          </p:nvPr>
        </p:nvGraphicFramePr>
        <p:xfrm>
          <a:off x="272902" y="847247"/>
          <a:ext cx="8587080" cy="417182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12949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nomco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mco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Difference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nomco</a:t>
                      </a: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mco</a:t>
                      </a: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73.25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−5.88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72.74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−6.29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0.699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66.89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−7.29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0.577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71.05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−7.61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68.55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−8.27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0.615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67.33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63.10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64.50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−10.86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0.531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66.75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−11.26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0.584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64.20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−12.77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0.531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61.69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−14.00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0.471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60.59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−17.59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0.427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58.92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−19.21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0.390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51.26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−23.47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0.121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45.58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−32.06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−0.050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41.00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−32.94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−0.306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0287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D5EF24B-D0F2-3A65-1B76-65FF9E72E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7764E959-595E-01B6-44C2-396B20185E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Montserrat ExtraBold"/>
                  <a:buNone/>
                  <a:defRPr sz="5000" b="0" i="0" u="none" strike="noStrike" cap="none">
                    <a:solidFill>
                      <a:schemeClr val="dk1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defRPr>
                </a:lvl1pPr>
                <a:lvl2pPr marR="0" lvl="1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2pPr>
                <a:lvl3pPr marR="0" lvl="2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3pPr>
                <a:lvl4pPr marR="0" lvl="3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4pPr>
                <a:lvl5pPr marR="0" lvl="4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5pPr>
                <a:lvl6pPr marR="0" lvl="5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6pPr>
                <a:lvl7pPr marR="0" lvl="6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7pPr>
                <a:lvl8pPr marR="0" lvl="7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8pPr>
                <a:lvl9pPr marR="0" lvl="8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9pPr>
              </a:lstStyle>
              <a:p>
                <a:pPr algn="ctr"/>
                <a:r>
                  <a:rPr lang="en-MY" sz="2400" dirty="0"/>
                  <a:t>HMT-TSF Model Performance (F = 79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MY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MY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MY" sz="2400" b="0" i="1" smtClean="0">
                            <a:latin typeface="Cambria Math" panose="02040503050406030204" pitchFamily="18" charset="0"/>
                          </a:rPr>
                          <m:t>𝑓𝑢𝑡𝑢𝑟𝑒</m:t>
                        </m:r>
                      </m:sub>
                    </m:sSub>
                  </m:oMath>
                </a14:m>
                <a:r>
                  <a:rPr lang="en-MY" sz="2400" b="0" dirty="0"/>
                  <a:t>)</a:t>
                </a:r>
              </a:p>
              <a:p>
                <a:pPr algn="ctr"/>
                <a:endParaRPr lang="en-MY" sz="2400" dirty="0"/>
              </a:p>
            </p:txBody>
          </p:sp>
        </mc:Choice>
        <mc:Fallback xmlns="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7764E959-595E-01B6-44C2-396B2018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blipFill>
                <a:blip r:embed="rId3"/>
                <a:stretch>
                  <a:fillRect b="-232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FF51FBB-135E-FB58-2359-CE6E452CE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545723"/>
              </p:ext>
            </p:extLst>
          </p:nvPr>
        </p:nvGraphicFramePr>
        <p:xfrm>
          <a:off x="272902" y="847247"/>
          <a:ext cx="8587080" cy="392564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439630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Configuration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84.88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4.74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4.25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85.78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4.39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3.97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5.87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nomco_lb28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84.23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4.94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4.55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0.883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nomco_lb56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82.53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5.11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0.807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81.99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5.68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5.18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7.15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0.859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mco_lb28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5.83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8.02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0.822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mco_lb56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5.91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7.95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0.825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01253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F8C9ECBE-5290-4E13-395A-A4D618674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32F95A34-8194-36BF-711A-D790118945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Montserrat ExtraBold"/>
                  <a:buNone/>
                  <a:defRPr sz="5000" b="0" i="0" u="none" strike="noStrike" cap="none">
                    <a:solidFill>
                      <a:schemeClr val="dk1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defRPr>
                </a:lvl1pPr>
                <a:lvl2pPr marR="0" lvl="1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2pPr>
                <a:lvl3pPr marR="0" lvl="2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3pPr>
                <a:lvl4pPr marR="0" lvl="3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4pPr>
                <a:lvl5pPr marR="0" lvl="4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5pPr>
                <a:lvl6pPr marR="0" lvl="5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6pPr>
                <a:lvl7pPr marR="0" lvl="6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7pPr>
                <a:lvl8pPr marR="0" lvl="7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8pPr>
                <a:lvl9pPr marR="0" lvl="8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9pPr>
              </a:lstStyle>
              <a:p>
                <a:pPr algn="ctr"/>
                <a:r>
                  <a:rPr lang="en-MY" sz="2400" dirty="0"/>
                  <a:t>HMT-TSF Model Performance (F = 79 without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MY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MY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MY" sz="2400" i="1">
                            <a:latin typeface="Cambria Math" panose="02040503050406030204" pitchFamily="18" charset="0"/>
                          </a:rPr>
                          <m:t>𝑓𝑢𝑡𝑢𝑟𝑒</m:t>
                        </m:r>
                      </m:sub>
                    </m:sSub>
                  </m:oMath>
                </a14:m>
                <a:r>
                  <a:rPr lang="en-MY" sz="2400" dirty="0"/>
                  <a:t>)</a:t>
                </a:r>
              </a:p>
              <a:p>
                <a:pPr algn="ctr"/>
                <a:endParaRPr lang="en-MY" sz="2400" dirty="0"/>
              </a:p>
            </p:txBody>
          </p:sp>
        </mc:Choice>
        <mc:Fallback xmlns="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32F95A34-8194-36BF-711A-D79011894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blipFill>
                <a:blip r:embed="rId3"/>
                <a:stretch>
                  <a:fillRect b="-232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A8E756E-1D91-66B1-0F65-FD9EB575F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17676"/>
              </p:ext>
            </p:extLst>
          </p:nvPr>
        </p:nvGraphicFramePr>
        <p:xfrm>
          <a:off x="272902" y="847246"/>
          <a:ext cx="8587080" cy="387714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43419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Configuration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6.03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7.98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5.00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5.03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nomco_lb56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5.62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8.80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76.32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9.29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0.715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7.41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75.49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0.716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mco_lb28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7.32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mco_lb56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76.02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7.01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9.53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74.82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5523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A114D08-7112-B3AC-A06F-3CAA205C4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9391DC8A-9065-7EED-D095-D31F5AD47043}"/>
              </a:ext>
            </a:extLst>
          </p:cNvPr>
          <p:cNvSpPr txBox="1">
            <a:spLocks/>
          </p:cNvSpPr>
          <p:nvPr/>
        </p:nvSpPr>
        <p:spPr>
          <a:xfrm>
            <a:off x="-148728" y="321282"/>
            <a:ext cx="9441455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HMT-TSF Model Performance (Feature-Reduced, F = 53)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1E5BDA4-C09C-38BF-9968-4A55ECF2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8499917"/>
              </p:ext>
            </p:extLst>
          </p:nvPr>
        </p:nvGraphicFramePr>
        <p:xfrm>
          <a:off x="272902" y="847247"/>
          <a:ext cx="8587081" cy="3266742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26240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81524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069137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032164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156854">
                  <a:extLst>
                    <a:ext uri="{9D8B030D-6E8A-4147-A177-3AD203B41FA5}">
                      <a16:colId xmlns:a16="http://schemas.microsoft.com/office/drawing/2014/main" val="3853023362"/>
                    </a:ext>
                  </a:extLst>
                </a:gridCol>
                <a:gridCol w="1149928">
                  <a:extLst>
                    <a:ext uri="{9D8B030D-6E8A-4147-A177-3AD203B41FA5}">
                      <a16:colId xmlns:a16="http://schemas.microsoft.com/office/drawing/2014/main" val="3963626790"/>
                    </a:ext>
                  </a:extLst>
                </a:gridCol>
                <a:gridCol w="1018309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219201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7460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Variant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X_future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Combined%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R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²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MAE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Δ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vs Informer (79.13%)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 Combined%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 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Δ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)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 (full)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85.78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0.897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49,897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+6.65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81.99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−3.79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 (full)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Off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62,836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+1.76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75.49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−5.40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HMT-TSF-FR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86.59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0.906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46,323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+7.46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78.74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−7.85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HMT-TSF-FR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Off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0.802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62,547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+2.10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74.01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−7.22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21237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0961C40-4D96-1338-7F27-464E68C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490C86B-276A-DC6A-2714-55C58C47591A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F8411C94-D2F3-D93F-2C03-C9ED3ABB04D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AE29FDDE-2C62-EACD-3E5F-BA0F6F21D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Discussions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8EA3ECB-B64D-4646-FDED-D5A9676264E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C9198651-C8A8-788F-7137-D4DE875FB097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905061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F05610F3-3889-45F9-9BFA-318CCC2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E8A2BA9F-C535-3A47-D7AE-776DA64F0D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Discussion of Key Findings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39292659-A1BF-31D0-7411-E8D68A0D05D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Hybrid Multi-modal Architectures </a:t>
            </a:r>
            <a:r>
              <a:rPr lang="en-MY" b="1" dirty="0"/>
              <a:t>outperform</a:t>
            </a:r>
            <a:r>
              <a:rPr lang="en-MY" dirty="0"/>
              <a:t> Single-paradigm Models.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Test-set Accuracy conceals </a:t>
            </a:r>
            <a:r>
              <a:rPr lang="en-MY" b="1" dirty="0"/>
              <a:t>Systematic Overfitting</a:t>
            </a:r>
            <a:r>
              <a:rPr lang="en-MY" dirty="0"/>
              <a:t> in </a:t>
            </a:r>
            <a:r>
              <a:rPr lang="en-MY" b="1" dirty="0"/>
              <a:t>recurrent baselines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b="1" dirty="0"/>
              <a:t>14-day</a:t>
            </a:r>
            <a:r>
              <a:rPr lang="en-MY" dirty="0"/>
              <a:t> lookback window is decisively optimal </a:t>
            </a:r>
            <a:r>
              <a:rPr lang="en-MY" b="1" dirty="0"/>
              <a:t>under normal conditions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b="1" dirty="0"/>
              <a:t>Structural Inductive Biases </a:t>
            </a:r>
            <a:r>
              <a:rPr lang="en-MY" dirty="0"/>
              <a:t>determine </a:t>
            </a:r>
            <a:r>
              <a:rPr lang="en-MY" b="1" dirty="0"/>
              <a:t>Robustness</a:t>
            </a:r>
            <a:r>
              <a:rPr lang="en-MY" dirty="0"/>
              <a:t> under </a:t>
            </a:r>
            <a:r>
              <a:rPr lang="en-MY" b="1" dirty="0"/>
              <a:t>Distributional Shifts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Learned Feature Hierarchy is </a:t>
            </a:r>
            <a:r>
              <a:rPr lang="en-MY" b="1" dirty="0"/>
              <a:t>domain-consistent</a:t>
            </a:r>
            <a:r>
              <a:rPr lang="en-MY" dirty="0"/>
              <a:t> and </a:t>
            </a:r>
            <a:r>
              <a:rPr lang="en-MY" b="1" dirty="0"/>
              <a:t>enables Principled Feature Reduction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1FBBE97D-BC65-EFA7-B7AD-72E168484D80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3CF20AA5-89ED-A9DB-AC59-574854277042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B2F1ED5C-E55B-381A-ED78-1FBDB9BDCE8A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6366D623-E952-509F-12DE-37BA7A9C2C6A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CB616ED2-4406-9FB2-13B6-CAC1EAC4DA39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9B49F572-22D8-770B-72AA-FD90690627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71770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5FE51E9-0C3E-D1AF-B6FD-CD3FBDD5B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41D70BDC-31E2-7EA1-BA99-906D2FF057C0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72612B6F-AABE-0870-6D46-DA9F68016032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45BB4CBC-9FA2-D710-9A0B-2B3DA554B7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Implications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4081D4D8-2B2B-B22D-0751-912580343D6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8ADA063C-3658-C43E-CB86-7EE1E0EEABC0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571900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9B8E1C5-B84C-02BD-6F89-8E35FF6CB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59943F38-EF17-D963-7FD4-282EE00735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Implications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7A566EF8-C4D5-B2D6-8913-54AD4921EBA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Graph Transfer to Multivariate Ridership exposes a transfer limitation: temporal-adjacency construction breaks down at long windows.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Fit Diagnostics as Necessary Complement.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Regime Gating + </a:t>
            </a:r>
            <a:r>
              <a:rPr lang="en-MY" dirty="0" err="1"/>
              <a:t>RevIN</a:t>
            </a:r>
            <a:r>
              <a:rPr lang="en-MY" dirty="0"/>
              <a:t> for Robustness.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Established networks can have phased integration: runs parallel to existing planning; forecast-informed decisions.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Developing corridors (Johor, East Malaysia): Proof-of-Concept for demand-responsive network design, planning new services around forecasts from the outset.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CCCDB34A-D338-AAD4-D362-2B964A150A01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5F3E5332-8A43-FD44-0890-CDA7ACE9D3AF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FCDDA446-2D4A-82CC-604A-1400A930A154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23833394-F41B-9C39-0803-C6CC59DB862F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C4164F8E-DCD2-47B7-8CFF-FF9BA7DFD8EA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259FE24A-18BC-2E8A-D09E-503AD615E9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803471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91C22901-ACE9-4536-FF8A-34C3C9DAF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80C45D03-83C1-2F94-390F-0F032951A2C1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65763ED-F256-1285-20F9-554A67735526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CF6DE153-27AF-6098-B097-1335B7855A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Limitations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5BD26721-359F-4510-7738-9B94086C20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7A5AA55F-4F3E-5A34-B091-A483C8A2FCA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8109585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44DA7A7B-7FCD-2C3D-637B-C6D81E53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D74D57FF-A238-C60C-5589-9AB0EA8789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Limitations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DE24DB50-4CA0-AD25-6507-F7C9900A2D6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Granularity</a:t>
            </a:r>
            <a:r>
              <a:rPr lang="en-MY" sz="1100" dirty="0"/>
              <a:t> — National daily level only; no station-level or intra-day crowd management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Single dataset</a:t>
            </a:r>
            <a:r>
              <a:rPr lang="en-MY" sz="1100" dirty="0"/>
              <a:t> — Temporal stability shown but cross-network validity untested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Batch-historical inputs</a:t>
            </a:r>
            <a:r>
              <a:rPr lang="en-MY" sz="1100" dirty="0"/>
              <a:t> — Errors/delays can be imputed, not prevented upstream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Limited regime diversity</a:t>
            </a:r>
            <a:r>
              <a:rPr lang="en-MY" sz="1100" dirty="0"/>
              <a:t> — Only one shock type (MCO) informs K = 3 regime gating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Single-seed results</a:t>
            </a:r>
            <a:r>
              <a:rPr lang="en-MY" sz="1100" dirty="0"/>
              <a:t> — No variance/significance testing; sub-1.5% gaps are indicative only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Demand-side only</a:t>
            </a:r>
            <a:r>
              <a:rPr lang="en-MY" sz="1100" dirty="0"/>
              <a:t> — Excludes supply-side disruptions (no public dataset exists)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Residual MCO leakage</a:t>
            </a:r>
            <a:r>
              <a:rPr lang="en-MY" sz="1100" dirty="0"/>
              <a:t> — Lingers via </a:t>
            </a:r>
            <a:r>
              <a:rPr lang="en-MY" sz="1100" dirty="0" err="1"/>
              <a:t>ridership_lag</a:t>
            </a:r>
            <a:r>
              <a:rPr lang="en-MY" sz="1100" dirty="0"/>
              <a:t>_{7,14,28} post-MCO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Confounded comparison</a:t>
            </a:r>
            <a:r>
              <a:rPr lang="en-MY" sz="1100" dirty="0"/>
              <a:t> — Only HMT-TSF gets </a:t>
            </a:r>
            <a:r>
              <a:rPr lang="en-MY" sz="1100" dirty="0" err="1"/>
              <a:t>X_future</a:t>
            </a:r>
            <a:r>
              <a:rPr lang="en-MY" sz="1100" dirty="0"/>
              <a:t> calendar input; no equivalent baseline</a:t>
            </a:r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22A64DBC-E878-52F5-A0FB-A3335FC72A58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EFEDA16C-5C93-62BE-2775-53E0E05699A0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E958585E-6DEB-7364-46AB-9A233D78CE87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2E973210-3514-65C4-52D8-DC4CAEF333B5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1F521E32-1A65-9DD8-C194-EA026BA78908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7DC035E2-0A82-2D31-262D-A121BB2B83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04514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1ADC506-4173-C9CB-67C7-288704556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41FB3DAB-B0CB-2140-3EA3-C98B1321FD08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AF09A75-2E4B-9D91-BDB7-DD279292CEF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CB9CF87F-8F2F-7800-253C-958AFA8180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Future Works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0ED5F33-3694-AA9C-7997-0B0416136D5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08d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7C436285-F4DB-D6EB-7D88-D36B49157220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701173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A0D34BF-1E14-5BF2-1A0D-38917AB0E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FDF38768-462D-DFAF-1884-4EE3509D7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Future Works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AC95833F-3D2C-C9CA-22D1-D3946C0E684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Rerun on multiple seeds and retrain all models with no-future/future.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Obtain better and reliable supply-side data integration (station-level).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Real-time data integration.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Data integrity at the source (fare-collection).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Generalisation to new service lines and networks.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Regime modelling beyond MCO, fare reforms, new line openings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E6ADD1C8-9AFD-DDF3-30BE-A631ADF2D3BD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1F65EE67-8CD9-684F-EFBC-33FFAC4C81FE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44EA9ABA-6D3F-B33F-D6BD-27E777148EF3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00353B7C-625D-7E90-32A3-9E0776412D21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EDD8BCF3-3FE0-E4D5-1F29-9BB7D683EC25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675F7E9B-7925-49C8-9BFB-9E3E5776A1D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537470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980</TotalTime>
  <Words>4330</Words>
  <Application>Microsoft Office PowerPoint</Application>
  <PresentationFormat>On-screen Show (16:9)</PresentationFormat>
  <Paragraphs>999</Paragraphs>
  <Slides>59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72" baseType="lpstr">
      <vt:lpstr>Raleway</vt:lpstr>
      <vt:lpstr>Montserrat SemiBold</vt:lpstr>
      <vt:lpstr>PT Sans</vt:lpstr>
      <vt:lpstr>Calibri</vt:lpstr>
      <vt:lpstr>Cambria Math</vt:lpstr>
      <vt:lpstr>Arial</vt:lpstr>
      <vt:lpstr>Bebas Neue</vt:lpstr>
      <vt:lpstr>Hanken Grotesk</vt:lpstr>
      <vt:lpstr>Montserrat</vt:lpstr>
      <vt:lpstr>Anaheim</vt:lpstr>
      <vt:lpstr>Nunito Light</vt:lpstr>
      <vt:lpstr>Montserrat ExtraBold</vt:lpstr>
      <vt:lpstr>Metro Railway System Project Proposal by Slidesgo</vt:lpstr>
      <vt:lpstr>P1 – Mitigating Public Transit Unreliability in Malaysia through Deep Learning Analytics and Ridership Forecasting</vt:lpstr>
      <vt:lpstr>Contents of the Session</vt:lpstr>
      <vt:lpstr>Research Background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Research Questions &amp; Objectives</vt:lpstr>
      <vt:lpstr>PowerPoint Presentation</vt:lpstr>
      <vt:lpstr>Research Scope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Results &amp; Findings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Discussions</vt:lpstr>
      <vt:lpstr>Discussion of Key Findings</vt:lpstr>
      <vt:lpstr>Implications</vt:lpstr>
      <vt:lpstr>Implications</vt:lpstr>
      <vt:lpstr>Limitations</vt:lpstr>
      <vt:lpstr>Limitations</vt:lpstr>
      <vt:lpstr>Future Works</vt:lpstr>
      <vt:lpstr>Future Works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37</cp:revision>
  <dcterms:modified xsi:type="dcterms:W3CDTF">2026-09-02T00:36:52Z</dcterms:modified>
</cp:coreProperties>
</file>