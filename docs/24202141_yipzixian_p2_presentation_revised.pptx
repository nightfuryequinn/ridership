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62"/>
  </p:notesMasterIdLst>
  <p:sldIdLst>
    <p:sldId id="256" r:id="rId2"/>
    <p:sldId id="258" r:id="rId3"/>
    <p:sldId id="259" r:id="rId4"/>
    <p:sldId id="260" r:id="rId5"/>
    <p:sldId id="300" r:id="rId6"/>
    <p:sldId id="301" r:id="rId7"/>
    <p:sldId id="302" r:id="rId8"/>
    <p:sldId id="303" r:id="rId9"/>
    <p:sldId id="304" r:id="rId10"/>
    <p:sldId id="265" r:id="rId11"/>
    <p:sldId id="266" r:id="rId12"/>
    <p:sldId id="305" r:id="rId13"/>
    <p:sldId id="306" r:id="rId14"/>
    <p:sldId id="307" r:id="rId15"/>
    <p:sldId id="263" r:id="rId16"/>
    <p:sldId id="308" r:id="rId17"/>
    <p:sldId id="264" r:id="rId18"/>
    <p:sldId id="313" r:id="rId19"/>
    <p:sldId id="323" r:id="rId20"/>
    <p:sldId id="320" r:id="rId21"/>
    <p:sldId id="314" r:id="rId22"/>
    <p:sldId id="332" r:id="rId23"/>
    <p:sldId id="327" r:id="rId24"/>
    <p:sldId id="328" r:id="rId25"/>
    <p:sldId id="329" r:id="rId26"/>
    <p:sldId id="330" r:id="rId27"/>
    <p:sldId id="331" r:id="rId28"/>
    <p:sldId id="310" r:id="rId29"/>
    <p:sldId id="316" r:id="rId30"/>
    <p:sldId id="267" r:id="rId31"/>
    <p:sldId id="312" r:id="rId32"/>
    <p:sldId id="309" r:id="rId33"/>
    <p:sldId id="315" r:id="rId34"/>
    <p:sldId id="317" r:id="rId35"/>
    <p:sldId id="318" r:id="rId36"/>
    <p:sldId id="321" r:id="rId37"/>
    <p:sldId id="324" r:id="rId38"/>
    <p:sldId id="326" r:id="rId39"/>
    <p:sldId id="325" r:id="rId40"/>
    <p:sldId id="270" r:id="rId41"/>
    <p:sldId id="311" r:id="rId42"/>
    <p:sldId id="269" r:id="rId43"/>
    <p:sldId id="322" r:id="rId44"/>
    <p:sldId id="333" r:id="rId45"/>
    <p:sldId id="336" r:id="rId46"/>
    <p:sldId id="338" r:id="rId47"/>
    <p:sldId id="339" r:id="rId48"/>
    <p:sldId id="340" r:id="rId49"/>
    <p:sldId id="341" r:id="rId50"/>
    <p:sldId id="342" r:id="rId51"/>
    <p:sldId id="343" r:id="rId52"/>
    <p:sldId id="334" r:id="rId53"/>
    <p:sldId id="344" r:id="rId54"/>
    <p:sldId id="346" r:id="rId55"/>
    <p:sldId id="348" r:id="rId56"/>
    <p:sldId id="347" r:id="rId57"/>
    <p:sldId id="349" r:id="rId58"/>
    <p:sldId id="335" r:id="rId59"/>
    <p:sldId id="345" r:id="rId60"/>
    <p:sldId id="275" r:id="rId61"/>
  </p:sldIdLst>
  <p:sldSz cx="9144000" cy="5143500" type="screen16x9"/>
  <p:notesSz cx="6858000" cy="9144000"/>
  <p:embeddedFontLst>
    <p:embeddedFont>
      <p:font typeface="Anaheim" panose="020B0604020202020204" charset="0"/>
      <p:regular r:id="rId63"/>
      <p:bold r:id="rId64"/>
    </p:embeddedFont>
    <p:embeddedFont>
      <p:font typeface="Bebas Neue" panose="020B0606020202050201" pitchFamily="34" charset="0"/>
      <p:regular r:id="rId65"/>
    </p:embeddedFont>
    <p:embeddedFont>
      <p:font typeface="Cambria Math" panose="02040503050406030204" pitchFamily="18" charset="0"/>
      <p:regular r:id="rId66"/>
    </p:embeddedFont>
    <p:embeddedFont>
      <p:font typeface="Hanken Grotesk" panose="020B0604020202020204" charset="0"/>
      <p:regular r:id="rId67"/>
      <p:bold r:id="rId68"/>
      <p:italic r:id="rId69"/>
      <p:boldItalic r:id="rId70"/>
    </p:embeddedFont>
    <p:embeddedFont>
      <p:font typeface="Montserrat" panose="00000500000000000000" pitchFamily="2" charset="0"/>
      <p:regular r:id="rId71"/>
      <p:bold r:id="rId72"/>
      <p:italic r:id="rId73"/>
      <p:boldItalic r:id="rId74"/>
    </p:embeddedFont>
    <p:embeddedFont>
      <p:font typeface="Montserrat ExtraBold" panose="00000900000000000000" pitchFamily="2" charset="0"/>
      <p:bold r:id="rId75"/>
      <p:boldItalic r:id="rId76"/>
    </p:embeddedFont>
    <p:embeddedFont>
      <p:font typeface="Montserrat SemiBold" panose="00000700000000000000" pitchFamily="2" charset="0"/>
      <p:regular r:id="rId77"/>
      <p:bold r:id="rId78"/>
      <p:italic r:id="rId79"/>
      <p:boldItalic r:id="rId80"/>
    </p:embeddedFont>
    <p:embeddedFont>
      <p:font typeface="Nunito Light" pitchFamily="2" charset="0"/>
      <p:regular r:id="rId81"/>
      <p:italic r:id="rId82"/>
    </p:embeddedFont>
    <p:embeddedFont>
      <p:font typeface="PT Sans" panose="020B0503020203020204" pitchFamily="34" charset="0"/>
      <p:regular r:id="rId83"/>
      <p:bold r:id="rId84"/>
      <p:italic r:id="rId85"/>
      <p:boldItalic r:id="rId86"/>
    </p:embeddedFont>
    <p:embeddedFont>
      <p:font typeface="Raleway" pitchFamily="2" charset="0"/>
      <p:regular r:id="rId87"/>
      <p:bold r:id="rId88"/>
      <p:italic r:id="rId89"/>
      <p:boldItalic r:id="rId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63983B-D583-44DE-A7DC-098A780426C1}">
  <a:tblStyle styleId="{4C63983B-D583-44DE-A7DC-098A780426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87E7D7-C64E-4BC5-AFBE-D6E64EE60F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0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84" Type="http://schemas.openxmlformats.org/officeDocument/2006/relationships/font" Target="fonts/font22.fntdata"/><Relationship Id="rId89" Type="http://schemas.openxmlformats.org/officeDocument/2006/relationships/font" Target="fonts/font2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font" Target="fonts/font17.fntdata"/><Relationship Id="rId5" Type="http://schemas.openxmlformats.org/officeDocument/2006/relationships/slide" Target="slides/slide4.xml"/><Relationship Id="rId90" Type="http://schemas.openxmlformats.org/officeDocument/2006/relationships/font" Target="fonts/font28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font" Target="fonts/font18.fntdata"/><Relationship Id="rId85" Type="http://schemas.openxmlformats.org/officeDocument/2006/relationships/font" Target="fonts/font23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schemas.openxmlformats.org/officeDocument/2006/relationships/font" Target="fonts/font21.fntdata"/><Relationship Id="rId88" Type="http://schemas.openxmlformats.org/officeDocument/2006/relationships/font" Target="fonts/font26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font" Target="fonts/font19.fntdata"/><Relationship Id="rId86" Type="http://schemas.openxmlformats.org/officeDocument/2006/relationships/font" Target="fonts/font24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Relationship Id="rId87" Type="http://schemas.openxmlformats.org/officeDocument/2006/relationships/font" Target="fonts/font25.fntdata"/><Relationship Id="rId61" Type="http://schemas.openxmlformats.org/officeDocument/2006/relationships/slide" Target="slides/slide60.xml"/><Relationship Id="rId82" Type="http://schemas.openxmlformats.org/officeDocument/2006/relationships/font" Target="fonts/font2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09FEF-E5CB-40A2-B107-643AC21206A9}" type="doc">
      <dgm:prSet loTypeId="urn:microsoft.com/office/officeart/2024/layout/BulletTimeline" loCatId="timelin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MY"/>
        </a:p>
      </dgm:t>
    </dgm:pt>
    <dgm:pt modelId="{4FE2CBB3-ACB5-471A-88A7-A8EB2359B63B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Proposal</a:t>
          </a:r>
        </a:p>
      </dgm:t>
    </dgm:pt>
    <dgm:pt modelId="{DB0A41AF-6798-41F3-91C6-C240B9B44491}" type="parTrans" cxnId="{0F36EECC-EF84-4AE5-9DA2-DAA7BC474351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6F78D658-02F1-4AF2-AAD3-B2B0DBEC601A}" type="sibTrans" cxnId="{0F36EECC-EF84-4AE5-9DA2-DAA7BC474351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070B34A8-F732-418B-B86E-C398BDC45057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23th March 2026</a:t>
          </a:r>
        </a:p>
      </dgm:t>
    </dgm:pt>
    <dgm:pt modelId="{E0F2D73F-F472-4A9A-933B-C8BE0E44E090}" type="parTrans" cxnId="{6D1609C0-A447-43A8-83E9-D6FF3306D0ED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5B022968-391B-4275-B69C-C7545BE45874}" type="sibTrans" cxnId="{6D1609C0-A447-43A8-83E9-D6FF3306D0ED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B8A11AE1-8216-4AC3-80BD-A2BD2F918844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Literature Review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92A7DA98-B8BC-4D63-A64F-76EF52F4008D}" type="parTrans" cxnId="{54965ED3-2357-4B20-8917-2EA5151606A0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23F59C54-C24D-456E-A3C6-3A75DEB50DCE}" type="sibTrans" cxnId="{54965ED3-2357-4B20-8917-2EA5151606A0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5AB57118-F7C2-4BDD-87CA-27B958191324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30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March 2026</a:t>
          </a:r>
        </a:p>
      </dgm:t>
    </dgm:pt>
    <dgm:pt modelId="{33030F41-FA2C-40E6-A959-1E1535D27751}" type="parTrans" cxnId="{F634EC23-E1B2-4207-8E7C-5113E87B2C5E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64550341-DF65-42F9-BB71-28F969F2238E}" type="sibTrans" cxnId="{F634EC23-E1B2-4207-8E7C-5113E87B2C5E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7DE94256-B048-4B97-8529-1D0ECFE6B62D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Methodology</a:t>
          </a:r>
        </a:p>
      </dgm:t>
    </dgm:pt>
    <dgm:pt modelId="{3CCCF216-D083-48B1-BEB4-A1A4D7F32A3B}" type="parTrans" cxnId="{4DA19C3D-444D-4C81-A333-8284176E66A3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334C0497-9679-4A30-8537-496D2CEF27C1}" type="sibTrans" cxnId="{4DA19C3D-444D-4C81-A333-8284176E66A3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1B37ACC2-DE35-4662-A49D-C2DE6E51A5F2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1</a:t>
          </a:r>
          <a:r>
            <a:rPr lang="en-MY" sz="1100" baseline="30000" dirty="0">
              <a:latin typeface="Raleway" pitchFamily="2" charset="0"/>
            </a:rPr>
            <a:t>st</a:t>
          </a:r>
          <a:r>
            <a:rPr lang="en-MY" sz="1100" dirty="0">
              <a:latin typeface="Raleway" pitchFamily="2" charset="0"/>
            </a:rPr>
            <a:t> May 2026</a:t>
          </a:r>
        </a:p>
      </dgm:t>
    </dgm:pt>
    <dgm:pt modelId="{0113B929-BE13-418E-B7F7-18622605F86D}" type="parTrans" cxnId="{542B066D-4BAF-436B-B293-8210A8A97896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54045E4B-F043-4276-BC08-72C43FAD553C}" type="sibTrans" cxnId="{542B066D-4BAF-436B-B293-8210A8A97896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ED42CE19-8DC8-40E9-B8F0-9F9B2F7C56A8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1</a:t>
          </a:r>
          <a:r>
            <a:rPr lang="en-MY" sz="1100" baseline="30000" dirty="0">
              <a:latin typeface="Raleway" pitchFamily="2" charset="0"/>
            </a:rPr>
            <a:t>st</a:t>
          </a:r>
          <a:r>
            <a:rPr lang="en-MY" sz="1100" dirty="0">
              <a:latin typeface="Raleway" pitchFamily="2" charset="0"/>
            </a:rPr>
            <a:t> Proof of Concept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4F51B84A-D37C-4244-BC5A-77F51EFB909B}" type="parTrans" cxnId="{C0939166-8F3F-49A6-B275-3D9D8D8B6FAF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192E6147-C047-4CE4-A97F-892639E126EC}" type="sibTrans" cxnId="{C0939166-8F3F-49A6-B275-3D9D8D8B6FAF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73418DA6-1974-471D-A2CA-36A66455AC63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8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May 2026</a:t>
          </a:r>
        </a:p>
      </dgm:t>
    </dgm:pt>
    <dgm:pt modelId="{FD02C0A3-63B3-47DD-A080-CDD1C232FD55}" type="parTrans" cxnId="{4656BE94-9779-4D22-A61F-38F6077D0FD5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87853B0B-347E-4C70-B918-879FC2DC1665}" type="sibTrans" cxnId="{4656BE94-9779-4D22-A61F-38F6077D0FD5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E5505FD5-38F1-41C5-BE80-E664F6215BCE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Methodology Revision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B7DA5232-D57E-4011-A84E-80EF9922714C}" type="parTrans" cxnId="{D0CCE163-C5CB-4EFD-AB81-2D2CA7FE2C6C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E75D8635-98D8-4F1B-9246-CF0DDAFC1112}" type="sibTrans" cxnId="{D0CCE163-C5CB-4EFD-AB81-2D2CA7FE2C6C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97B400F8-11AB-46D8-BEFF-E554E9D1E025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22th May 2026</a:t>
          </a:r>
        </a:p>
      </dgm:t>
    </dgm:pt>
    <dgm:pt modelId="{1D90B5EF-AEBE-44FF-9E09-6FF20C615ECC}" type="parTrans" cxnId="{8A89B166-99F4-49CF-9792-45E36D6ECFB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FDCE7C68-FC9B-486E-BFAB-1C870201827C}" type="sibTrans" cxnId="{8A89B166-99F4-49CF-9792-45E36D6ECFB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C6B5BB7D-58AE-4016-9463-2B8DECE2960A}">
      <dgm:prSet phldrT="Add an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2</a:t>
          </a:r>
          <a:r>
            <a:rPr lang="en-MY" sz="1100" baseline="30000" dirty="0">
              <a:latin typeface="Raleway" pitchFamily="2" charset="0"/>
            </a:rPr>
            <a:t>nd</a:t>
          </a:r>
          <a:r>
            <a:rPr lang="en-MY" sz="1100" dirty="0">
              <a:latin typeface="Raleway" pitchFamily="2" charset="0"/>
            </a:rPr>
            <a:t> Proof of Concept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3CB795E7-5D8B-488D-94CD-3FF98E8A40E6}" type="parTrans" cxnId="{2F9FA1F5-4CED-493A-A73B-8F4B9F31FDBB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8072B5D7-0508-4BF9-AC8F-4145E37025B6}" type="sibTrans" cxnId="{2F9FA1F5-4CED-493A-A73B-8F4B9F31FDBB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C6E878AE-3A7E-4AFF-A210-ADF812A4BC54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29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May 2026</a:t>
          </a:r>
        </a:p>
      </dgm:t>
    </dgm:pt>
    <dgm:pt modelId="{0EF7DAB3-A5C0-455B-B3B6-D8D91E73E292}" type="parTrans" cxnId="{6D78FFD9-3978-482C-AD7B-A4C51DB367CF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666893BE-1FBA-4C61-9697-0A56B39A819E}" type="sibTrans" cxnId="{6D78FFD9-3978-482C-AD7B-A4C51DB367CF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7B25AECA-5AFE-4228-B803-B64F6CDB40F1}">
      <dgm:prSet phldrT="Write a description of the significance of this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2</a:t>
          </a:r>
          <a:r>
            <a:rPr lang="en-MY" sz="1100" baseline="30000" dirty="0">
              <a:latin typeface="Raleway" pitchFamily="2" charset="0"/>
            </a:rPr>
            <a:t>nd</a:t>
          </a:r>
          <a:r>
            <a:rPr lang="en-MY" sz="1100" dirty="0">
              <a:latin typeface="Raleway" pitchFamily="2" charset="0"/>
            </a:rPr>
            <a:t> Progress Meeting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5B5D2D7C-A7E0-4BA0-8B91-B8CB292B06FF}" type="parTrans" cxnId="{EC2AB1BB-6F94-4F86-A997-56BEDB6FFED3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521FA350-1C04-4539-A50F-929747C084B4}" type="sibTrans" cxnId="{EC2AB1BB-6F94-4F86-A997-56BEDB6FFED3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FAA2DBA2-0587-4CE5-9864-E0C1E3F57616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4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June 2026</a:t>
          </a:r>
        </a:p>
      </dgm:t>
    </dgm:pt>
    <dgm:pt modelId="{B1DDDC58-3FEF-499B-9A94-70855FCB88EF}" type="parTrans" cxnId="{035E29CF-E285-480A-B104-38373D7B9AB8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064EEE9F-0CF8-4AC5-8F61-1FD03A51B85A}" type="sibTrans" cxnId="{035E29CF-E285-480A-B104-38373D7B9AB8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69BB0169-DA68-4432-AD55-8F91D0608620}">
      <dgm:prSet phldrT="Write a description of the significance of this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P1 Presentation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33AFE67C-D6B9-4E9A-97A0-BECAC79889DB}" type="parTrans" cxnId="{08AA9ECB-38EC-4042-9AD5-E0DB6B96FBC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1630CE86-12ED-4A0E-B3F7-6168BE0401DA}" type="sibTrans" cxnId="{08AA9ECB-38EC-4042-9AD5-E0DB6B96FBC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75379393-1C6E-4FA8-9E64-131D23A2DF5B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10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</a:t>
          </a:r>
          <a:r>
            <a:rPr lang="en-MY" sz="1100">
              <a:latin typeface="Raleway" pitchFamily="2" charset="0"/>
            </a:rPr>
            <a:t>July 2026</a:t>
          </a:r>
          <a:endParaRPr lang="en-MY" sz="1100" dirty="0">
            <a:latin typeface="Raleway" pitchFamily="2" charset="0"/>
          </a:endParaRPr>
        </a:p>
      </dgm:t>
    </dgm:pt>
    <dgm:pt modelId="{657A0216-ABF7-4189-BA45-CFCB12B03DE3}" type="parTrans" cxnId="{07EF2CDE-B191-4819-B56C-08E427AC9CA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98DC6556-16AE-444A-A543-F781B0363E6D}" type="sibTrans" cxnId="{07EF2CDE-B191-4819-B56C-08E427AC9CA9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085E2B6C-854A-4F02-A74F-8C1F5C3D1EB2}">
      <dgm:prSet phldrT="Write a description of the significance of this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1</a:t>
          </a:r>
          <a:r>
            <a:rPr lang="en-MY" sz="1100" baseline="30000" dirty="0">
              <a:latin typeface="Raleway" pitchFamily="2" charset="0"/>
            </a:rPr>
            <a:t>st</a:t>
          </a:r>
          <a:r>
            <a:rPr lang="en-MY" sz="1100" dirty="0">
              <a:latin typeface="Raleway" pitchFamily="2" charset="0"/>
            </a:rPr>
            <a:t> Progress Meeting</a:t>
          </a:r>
        </a:p>
        <a:p>
          <a:pPr>
            <a:lnSpc>
              <a:spcPct val="100000"/>
            </a:lnSpc>
            <a:defRPr b="1"/>
          </a:pPr>
          <a:endParaRPr lang="en-MY" sz="1100" dirty="0">
            <a:latin typeface="Raleway" pitchFamily="2" charset="0"/>
          </a:endParaRPr>
        </a:p>
      </dgm:t>
    </dgm:pt>
    <dgm:pt modelId="{8F419E5D-954C-4A84-99E5-28FDEB33388B}" type="parTrans" cxnId="{02C67AFA-2FF3-4F12-9A98-D1D2870D9335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D3F8B9BE-8DAF-461B-96F1-00F70F84F0C3}" type="sibTrans" cxnId="{02C67AFA-2FF3-4F12-9A98-D1D2870D9335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1499BB29-A8E1-4EA5-98F6-3278E6B36C08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10</a:t>
          </a:r>
          <a:r>
            <a:rPr lang="en-MY" sz="1100" baseline="30000" dirty="0">
              <a:latin typeface="Raleway" pitchFamily="2" charset="0"/>
            </a:rPr>
            <a:t>th</a:t>
          </a:r>
          <a:r>
            <a:rPr lang="en-MY" sz="1100" dirty="0">
              <a:latin typeface="Raleway" pitchFamily="2" charset="0"/>
            </a:rPr>
            <a:t> April 2026</a:t>
          </a:r>
        </a:p>
      </dgm:t>
    </dgm:pt>
    <dgm:pt modelId="{10A8519D-B5B8-4CB2-903D-8AE977A7E884}" type="parTrans" cxnId="{A1E1A4DD-F2B2-4516-9A45-4DE900FCF6C0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967E1851-D357-40FC-B3B3-EB42A749032B}" type="sibTrans" cxnId="{A1E1A4DD-F2B2-4516-9A45-4DE900FCF6C0}">
      <dgm:prSet/>
      <dgm:spPr/>
      <dgm:t>
        <a:bodyPr/>
        <a:lstStyle/>
        <a:p>
          <a:pPr>
            <a:lnSpc>
              <a:spcPct val="100000"/>
            </a:lnSpc>
          </a:pPr>
          <a:endParaRPr lang="en-MY" sz="1100">
            <a:latin typeface="Raleway" pitchFamily="2" charset="0"/>
          </a:endParaRPr>
        </a:p>
      </dgm:t>
    </dgm:pt>
    <dgm:pt modelId="{CE8ED86A-2574-4947-B498-3963C66FAFD7}">
      <dgm:prSet phldrT="Write a description of the significance of this event" phldr="0" custT="1"/>
      <dgm:spPr/>
      <dgm:t>
        <a:bodyPr/>
        <a:lstStyle/>
        <a:p>
          <a:pPr>
            <a:defRPr b="1"/>
          </a:pPr>
          <a:r>
            <a:rPr lang="en-MY" sz="1100" dirty="0">
              <a:latin typeface="Raleway" pitchFamily="2" charset="0"/>
            </a:rPr>
            <a:t>P2 Presentation</a:t>
          </a:r>
        </a:p>
      </dgm:t>
    </dgm:pt>
    <dgm:pt modelId="{87E99DDA-5860-4752-A80F-16053B28B802}" type="parTrans" cxnId="{A7CB1B72-8ADE-4E09-9681-4D2ED5A9638B}">
      <dgm:prSet/>
      <dgm:spPr/>
      <dgm:t>
        <a:bodyPr/>
        <a:lstStyle/>
        <a:p>
          <a:endParaRPr lang="en-MY" sz="1100"/>
        </a:p>
      </dgm:t>
    </dgm:pt>
    <dgm:pt modelId="{A1DC843C-84CB-4111-A7E1-605695A51421}" type="sibTrans" cxnId="{A7CB1B72-8ADE-4E09-9681-4D2ED5A9638B}">
      <dgm:prSet/>
      <dgm:spPr/>
      <dgm:t>
        <a:bodyPr/>
        <a:lstStyle/>
        <a:p>
          <a:endParaRPr lang="en-MY" sz="1100"/>
        </a:p>
      </dgm:t>
    </dgm:pt>
    <dgm:pt modelId="{A4BCFB83-9F0D-4171-87A8-CB84DB0C9391}">
      <dgm:prSet phldrT="Write a description of the significance of this event" phldr="0" custT="1"/>
      <dgm:spPr/>
      <dgm:t>
        <a:bodyPr/>
        <a:lstStyle/>
        <a:p>
          <a:r>
            <a:rPr lang="en-MY" sz="1100" dirty="0">
              <a:latin typeface="Raleway" pitchFamily="2" charset="0"/>
            </a:rPr>
            <a:t>1</a:t>
          </a:r>
          <a:r>
            <a:rPr lang="en-MY" sz="1100" baseline="30000" dirty="0">
              <a:latin typeface="Raleway" pitchFamily="2" charset="0"/>
            </a:rPr>
            <a:t>st</a:t>
          </a:r>
          <a:r>
            <a:rPr lang="en-MY" sz="1100" dirty="0">
              <a:latin typeface="Raleway" pitchFamily="2" charset="0"/>
            </a:rPr>
            <a:t> Sept 2026</a:t>
          </a:r>
        </a:p>
      </dgm:t>
    </dgm:pt>
    <dgm:pt modelId="{3F73EFEA-7B26-46AE-B3B7-9B0F5D20B2DC}" type="parTrans" cxnId="{C7245F83-D4BE-4715-A71E-5EB8A5C0EB82}">
      <dgm:prSet/>
      <dgm:spPr/>
      <dgm:t>
        <a:bodyPr/>
        <a:lstStyle/>
        <a:p>
          <a:endParaRPr lang="en-MY" sz="1100"/>
        </a:p>
      </dgm:t>
    </dgm:pt>
    <dgm:pt modelId="{660884EE-CAF1-4C32-81B0-3DE2BFC949A9}" type="sibTrans" cxnId="{C7245F83-D4BE-4715-A71E-5EB8A5C0EB82}">
      <dgm:prSet/>
      <dgm:spPr/>
      <dgm:t>
        <a:bodyPr/>
        <a:lstStyle/>
        <a:p>
          <a:endParaRPr lang="en-MY" sz="1100"/>
        </a:p>
      </dgm:t>
    </dgm:pt>
    <dgm:pt modelId="{7F383E54-6833-49A1-ABF2-2B67BF869E3B}" type="pres">
      <dgm:prSet presAssocID="{ACA09FEF-E5CB-40A2-B107-643AC21206A9}" presName="root" presStyleCnt="0">
        <dgm:presLayoutVars>
          <dgm:dir/>
          <dgm:animLvl val="lvl"/>
        </dgm:presLayoutVars>
      </dgm:prSet>
      <dgm:spPr/>
    </dgm:pt>
    <dgm:pt modelId="{E084F7C7-1110-41B4-9964-C90E3DCA1780}" type="pres">
      <dgm:prSet presAssocID="{ACA09FEF-E5CB-40A2-B107-643AC21206A9}" presName="divider" presStyleCnt="0"/>
      <dgm:spPr/>
    </dgm:pt>
    <dgm:pt modelId="{34328478-9606-40A0-A019-3E85348BBE15}" type="pres">
      <dgm:prSet presAssocID="{ACA09FEF-E5CB-40A2-B107-643AC21206A9}" presName="rectBar" presStyleLbl="dkBgShp" presStyleIdx="0" presStyleCnt="12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E1D547C-9F33-48DD-AA47-0C668AFF925E}" type="pres">
      <dgm:prSet presAssocID="{ACA09FEF-E5CB-40A2-B107-643AC21206A9}" presName="chevronArrow" presStyleLbl="dkBgShp" presStyleIdx="1" presStyleCnt="12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1824E9-3610-42BB-B0BE-461228C7AE20}" type="pres">
      <dgm:prSet presAssocID="{ACA09FEF-E5CB-40A2-B107-643AC21206A9}" presName="nodes" presStyleCnt="0">
        <dgm:presLayoutVars>
          <dgm:chMax/>
          <dgm:chPref/>
          <dgm:animLvl val="lvl"/>
        </dgm:presLayoutVars>
      </dgm:prSet>
      <dgm:spPr/>
    </dgm:pt>
    <dgm:pt modelId="{2FED2776-63E6-4683-ACAF-23EA3D727E4F}" type="pres">
      <dgm:prSet presAssocID="{4FE2CBB3-ACB5-471A-88A7-A8EB2359B63B}" presName="composite" presStyleCnt="0"/>
      <dgm:spPr/>
    </dgm:pt>
    <dgm:pt modelId="{41392459-D036-4001-A0D4-D443C59647BA}" type="pres">
      <dgm:prSet presAssocID="{4FE2CBB3-ACB5-471A-88A7-A8EB2359B63B}" presName="DropPinPlaceHolder" presStyleCnt="0"/>
      <dgm:spPr/>
    </dgm:pt>
    <dgm:pt modelId="{25158258-175E-40C9-9B39-2A888132A0E1}" type="pres">
      <dgm:prSet presAssocID="{4FE2CBB3-ACB5-471A-88A7-A8EB2359B63B}" presName="DropPin" presStyleLbl="alignNode1" presStyleIdx="0" presStyleCnt="10"/>
      <dgm:spPr/>
    </dgm:pt>
    <dgm:pt modelId="{D6CC832F-9C12-486A-97E2-C962D7F785C8}" type="pres">
      <dgm:prSet presAssocID="{4FE2CBB3-ACB5-471A-88A7-A8EB2359B63B}" presName="Ellipse" presStyleLbl="fgAcc1" presStyleIdx="0" presStyleCnt="10"/>
      <dgm:spPr/>
    </dgm:pt>
    <dgm:pt modelId="{A85E4AF4-AEE0-4487-B03A-901CE4C8E445}" type="pres">
      <dgm:prSet presAssocID="{4FE2CBB3-ACB5-471A-88A7-A8EB2359B63B}" presName="L2TextContainer" presStyleLbl="revTx" presStyleIdx="0" presStyleCnt="20">
        <dgm:presLayoutVars>
          <dgm:bulletEnabled val="1"/>
        </dgm:presLayoutVars>
      </dgm:prSet>
      <dgm:spPr/>
    </dgm:pt>
    <dgm:pt modelId="{65C2B039-FC52-4525-8FA0-AF00D8F80A7B}" type="pres">
      <dgm:prSet presAssocID="{4FE2CBB3-ACB5-471A-88A7-A8EB2359B63B}" presName="L1TextContainer" presStyleLbl="revTx" presStyleIdx="1" presStyleCnt="20">
        <dgm:presLayoutVars>
          <dgm:chMax val="1"/>
          <dgm:chPref val="1"/>
          <dgm:bulletEnabled val="1"/>
        </dgm:presLayoutVars>
      </dgm:prSet>
      <dgm:spPr/>
    </dgm:pt>
    <dgm:pt modelId="{4DD86C6B-A77E-4FD7-B08B-015119D8015F}" type="pres">
      <dgm:prSet presAssocID="{4FE2CBB3-ACB5-471A-88A7-A8EB2359B63B}" presName="ConnectLine" presStyleLbl="dkBgShp" presStyleIdx="2" presStyleCnt="12"/>
      <dgm:spPr/>
    </dgm:pt>
    <dgm:pt modelId="{E1C3A41C-FBF5-499F-8152-0F226F73A3F1}" type="pres">
      <dgm:prSet presAssocID="{4FE2CBB3-ACB5-471A-88A7-A8EB2359B63B}" presName="ConnectorPoint" presStyleCnt="0"/>
      <dgm:spPr/>
    </dgm:pt>
    <dgm:pt modelId="{6CF17B52-6377-4BB6-96BE-07E068BC0857}" type="pres">
      <dgm:prSet presAssocID="{4FE2CBB3-ACB5-471A-88A7-A8EB2359B63B}" presName="Bullet" presStyleLbl="lnNode1" presStyleIdx="0" presStyleCnt="10"/>
      <dgm:spPr/>
    </dgm:pt>
    <dgm:pt modelId="{4B907D41-9F5D-4E4C-A142-EF271FA3EF7C}" type="pres">
      <dgm:prSet presAssocID="{4FE2CBB3-ACB5-471A-88A7-A8EB2359B63B}" presName="EmptyPlaceHolder" presStyleCnt="0"/>
      <dgm:spPr/>
    </dgm:pt>
    <dgm:pt modelId="{1FAABB04-471C-406C-AC11-3E8395F0A0CF}" type="pres">
      <dgm:prSet presAssocID="{6F78D658-02F1-4AF2-AAD3-B2B0DBEC601A}" presName="spaceBetweenRectangles" presStyleCnt="0"/>
      <dgm:spPr/>
    </dgm:pt>
    <dgm:pt modelId="{B337F4DB-F89D-4D96-85A2-E8A360099E5F}" type="pres">
      <dgm:prSet presAssocID="{B8A11AE1-8216-4AC3-80BD-A2BD2F918844}" presName="composite" presStyleCnt="0"/>
      <dgm:spPr/>
    </dgm:pt>
    <dgm:pt modelId="{58FC55C0-539C-4BA5-824E-72EA3C11F2D1}" type="pres">
      <dgm:prSet presAssocID="{B8A11AE1-8216-4AC3-80BD-A2BD2F918844}" presName="DropPinPlaceHolder" presStyleCnt="0"/>
      <dgm:spPr/>
    </dgm:pt>
    <dgm:pt modelId="{D35F4377-8D11-454D-8630-1ACD3042447A}" type="pres">
      <dgm:prSet presAssocID="{B8A11AE1-8216-4AC3-80BD-A2BD2F918844}" presName="DropPin" presStyleLbl="alignNode1" presStyleIdx="1" presStyleCnt="10"/>
      <dgm:spPr/>
    </dgm:pt>
    <dgm:pt modelId="{07C8706F-1902-4C60-BCCB-177F2C4A8D05}" type="pres">
      <dgm:prSet presAssocID="{B8A11AE1-8216-4AC3-80BD-A2BD2F918844}" presName="Ellipse" presStyleLbl="fgAcc1" presStyleIdx="1" presStyleCnt="10"/>
      <dgm:spPr/>
    </dgm:pt>
    <dgm:pt modelId="{C072AB38-AFD1-4188-ABCB-B6F463D452ED}" type="pres">
      <dgm:prSet presAssocID="{B8A11AE1-8216-4AC3-80BD-A2BD2F918844}" presName="L2TextContainer" presStyleLbl="revTx" presStyleIdx="2" presStyleCnt="20">
        <dgm:presLayoutVars>
          <dgm:bulletEnabled val="1"/>
        </dgm:presLayoutVars>
      </dgm:prSet>
      <dgm:spPr/>
    </dgm:pt>
    <dgm:pt modelId="{C15D05A6-BD62-4E62-A250-223971DBD63A}" type="pres">
      <dgm:prSet presAssocID="{B8A11AE1-8216-4AC3-80BD-A2BD2F918844}" presName="L1TextContainer" presStyleLbl="revTx" presStyleIdx="3" presStyleCnt="20">
        <dgm:presLayoutVars>
          <dgm:chMax val="1"/>
          <dgm:chPref val="1"/>
          <dgm:bulletEnabled val="1"/>
        </dgm:presLayoutVars>
      </dgm:prSet>
      <dgm:spPr/>
    </dgm:pt>
    <dgm:pt modelId="{419FB993-7541-4A81-9B7A-69A5A60728CF}" type="pres">
      <dgm:prSet presAssocID="{B8A11AE1-8216-4AC3-80BD-A2BD2F918844}" presName="ConnectLine" presStyleLbl="dkBgShp" presStyleIdx="3" presStyleCnt="12"/>
      <dgm:spPr/>
    </dgm:pt>
    <dgm:pt modelId="{91833B26-84D7-4D15-81A3-45C06C15BC30}" type="pres">
      <dgm:prSet presAssocID="{B8A11AE1-8216-4AC3-80BD-A2BD2F918844}" presName="ConnectorPoint" presStyleCnt="0"/>
      <dgm:spPr/>
    </dgm:pt>
    <dgm:pt modelId="{092C44CD-5D9E-4F80-A998-49AB89275558}" type="pres">
      <dgm:prSet presAssocID="{B8A11AE1-8216-4AC3-80BD-A2BD2F918844}" presName="Bullet" presStyleLbl="lnNode1" presStyleIdx="1" presStyleCnt="10"/>
      <dgm:spPr/>
    </dgm:pt>
    <dgm:pt modelId="{F579B290-BCA1-4305-96A1-D7E20178296D}" type="pres">
      <dgm:prSet presAssocID="{B8A11AE1-8216-4AC3-80BD-A2BD2F918844}" presName="EmptyPlaceHolder" presStyleCnt="0"/>
      <dgm:spPr/>
    </dgm:pt>
    <dgm:pt modelId="{928B9C29-9EF2-4D79-84B0-7F9762FDA750}" type="pres">
      <dgm:prSet presAssocID="{23F59C54-C24D-456E-A3C6-3A75DEB50DCE}" presName="spaceBetweenRectangles" presStyleCnt="0"/>
      <dgm:spPr/>
    </dgm:pt>
    <dgm:pt modelId="{6A7CAAAE-3BA3-4913-979F-0F77D1E7E29B}" type="pres">
      <dgm:prSet presAssocID="{085E2B6C-854A-4F02-A74F-8C1F5C3D1EB2}" presName="composite" presStyleCnt="0"/>
      <dgm:spPr/>
    </dgm:pt>
    <dgm:pt modelId="{9F16DE35-A3B0-434A-9D67-F2552B78AADD}" type="pres">
      <dgm:prSet presAssocID="{085E2B6C-854A-4F02-A74F-8C1F5C3D1EB2}" presName="DropPinPlaceHolder" presStyleCnt="0"/>
      <dgm:spPr/>
    </dgm:pt>
    <dgm:pt modelId="{2D23B2C3-5700-47F9-A2C1-5AA522072337}" type="pres">
      <dgm:prSet presAssocID="{085E2B6C-854A-4F02-A74F-8C1F5C3D1EB2}" presName="DropPin" presStyleLbl="alignNode1" presStyleIdx="2" presStyleCnt="10"/>
      <dgm:spPr/>
    </dgm:pt>
    <dgm:pt modelId="{DFF4D3E7-EA33-40B3-B463-2EA0E3D17EEE}" type="pres">
      <dgm:prSet presAssocID="{085E2B6C-854A-4F02-A74F-8C1F5C3D1EB2}" presName="Ellipse" presStyleLbl="fgAcc1" presStyleIdx="2" presStyleCnt="10"/>
      <dgm:spPr/>
    </dgm:pt>
    <dgm:pt modelId="{9628FE65-2A7C-47F1-AA31-9EDE10F0F322}" type="pres">
      <dgm:prSet presAssocID="{085E2B6C-854A-4F02-A74F-8C1F5C3D1EB2}" presName="L2TextContainer" presStyleLbl="revTx" presStyleIdx="4" presStyleCnt="20">
        <dgm:presLayoutVars>
          <dgm:bulletEnabled val="1"/>
        </dgm:presLayoutVars>
      </dgm:prSet>
      <dgm:spPr/>
    </dgm:pt>
    <dgm:pt modelId="{01B78C00-EC64-4580-B336-0B54F5D143B1}" type="pres">
      <dgm:prSet presAssocID="{085E2B6C-854A-4F02-A74F-8C1F5C3D1EB2}" presName="L1TextContainer" presStyleLbl="revTx" presStyleIdx="5" presStyleCnt="20">
        <dgm:presLayoutVars>
          <dgm:chMax val="1"/>
          <dgm:chPref val="1"/>
          <dgm:bulletEnabled val="1"/>
        </dgm:presLayoutVars>
      </dgm:prSet>
      <dgm:spPr/>
    </dgm:pt>
    <dgm:pt modelId="{3435EE8B-F0D5-4CF0-B1C6-420B99BBA6C2}" type="pres">
      <dgm:prSet presAssocID="{085E2B6C-854A-4F02-A74F-8C1F5C3D1EB2}" presName="ConnectLine" presStyleLbl="dkBgShp" presStyleIdx="4" presStyleCnt="12"/>
      <dgm:spPr/>
    </dgm:pt>
    <dgm:pt modelId="{7D0BD0FB-41ED-4F77-A400-5B20F9643473}" type="pres">
      <dgm:prSet presAssocID="{085E2B6C-854A-4F02-A74F-8C1F5C3D1EB2}" presName="ConnectorPoint" presStyleCnt="0"/>
      <dgm:spPr/>
    </dgm:pt>
    <dgm:pt modelId="{9BABC9C2-3793-4E83-8F7E-21BB5B2765A0}" type="pres">
      <dgm:prSet presAssocID="{085E2B6C-854A-4F02-A74F-8C1F5C3D1EB2}" presName="Bullet" presStyleLbl="lnNode1" presStyleIdx="2" presStyleCnt="10"/>
      <dgm:spPr/>
    </dgm:pt>
    <dgm:pt modelId="{039B7613-09DD-4504-8A13-7EB9CDE81871}" type="pres">
      <dgm:prSet presAssocID="{085E2B6C-854A-4F02-A74F-8C1F5C3D1EB2}" presName="EmptyPlaceHolder" presStyleCnt="0"/>
      <dgm:spPr/>
    </dgm:pt>
    <dgm:pt modelId="{47A993BB-7F73-4378-81C2-BAD101563444}" type="pres">
      <dgm:prSet presAssocID="{D3F8B9BE-8DAF-461B-96F1-00F70F84F0C3}" presName="spaceBetweenRectangles" presStyleCnt="0"/>
      <dgm:spPr/>
    </dgm:pt>
    <dgm:pt modelId="{5493DEF6-36DA-4839-B135-0D5C07B72DBE}" type="pres">
      <dgm:prSet presAssocID="{7DE94256-B048-4B97-8529-1D0ECFE6B62D}" presName="composite" presStyleCnt="0"/>
      <dgm:spPr/>
    </dgm:pt>
    <dgm:pt modelId="{37202159-1885-40E8-86A8-161A91C8D08C}" type="pres">
      <dgm:prSet presAssocID="{7DE94256-B048-4B97-8529-1D0ECFE6B62D}" presName="DropPinPlaceHolder" presStyleCnt="0"/>
      <dgm:spPr/>
    </dgm:pt>
    <dgm:pt modelId="{AAC85CEB-076B-4626-84E5-ACDF80B16F28}" type="pres">
      <dgm:prSet presAssocID="{7DE94256-B048-4B97-8529-1D0ECFE6B62D}" presName="DropPin" presStyleLbl="alignNode1" presStyleIdx="3" presStyleCnt="10"/>
      <dgm:spPr/>
    </dgm:pt>
    <dgm:pt modelId="{8555632C-93C9-4931-84A1-D1D4424881B6}" type="pres">
      <dgm:prSet presAssocID="{7DE94256-B048-4B97-8529-1D0ECFE6B62D}" presName="Ellipse" presStyleLbl="fgAcc1" presStyleIdx="3" presStyleCnt="10"/>
      <dgm:spPr/>
    </dgm:pt>
    <dgm:pt modelId="{2B25094E-8357-45BA-B3FE-6824CB7E057A}" type="pres">
      <dgm:prSet presAssocID="{7DE94256-B048-4B97-8529-1D0ECFE6B62D}" presName="L2TextContainer" presStyleLbl="revTx" presStyleIdx="6" presStyleCnt="20">
        <dgm:presLayoutVars>
          <dgm:bulletEnabled val="1"/>
        </dgm:presLayoutVars>
      </dgm:prSet>
      <dgm:spPr/>
    </dgm:pt>
    <dgm:pt modelId="{489DD447-AC3E-4047-B917-C92E67CC6CBC}" type="pres">
      <dgm:prSet presAssocID="{7DE94256-B048-4B97-8529-1D0ECFE6B62D}" presName="L1TextContainer" presStyleLbl="revTx" presStyleIdx="7" presStyleCnt="20">
        <dgm:presLayoutVars>
          <dgm:chMax val="1"/>
          <dgm:chPref val="1"/>
          <dgm:bulletEnabled val="1"/>
        </dgm:presLayoutVars>
      </dgm:prSet>
      <dgm:spPr/>
    </dgm:pt>
    <dgm:pt modelId="{C158B7EF-63BB-4139-BE27-4C457B1C13BD}" type="pres">
      <dgm:prSet presAssocID="{7DE94256-B048-4B97-8529-1D0ECFE6B62D}" presName="ConnectLine" presStyleLbl="dkBgShp" presStyleIdx="5" presStyleCnt="12"/>
      <dgm:spPr/>
    </dgm:pt>
    <dgm:pt modelId="{8D9ED394-AF9F-4468-A174-0ABAAD1FDCFD}" type="pres">
      <dgm:prSet presAssocID="{7DE94256-B048-4B97-8529-1D0ECFE6B62D}" presName="ConnectorPoint" presStyleCnt="0"/>
      <dgm:spPr/>
    </dgm:pt>
    <dgm:pt modelId="{C90D9823-DE12-44FE-87CB-DAEEB8B88592}" type="pres">
      <dgm:prSet presAssocID="{7DE94256-B048-4B97-8529-1D0ECFE6B62D}" presName="Bullet" presStyleLbl="lnNode1" presStyleIdx="3" presStyleCnt="10"/>
      <dgm:spPr/>
    </dgm:pt>
    <dgm:pt modelId="{AAC9E280-3273-4430-8B92-5839C0B08697}" type="pres">
      <dgm:prSet presAssocID="{7DE94256-B048-4B97-8529-1D0ECFE6B62D}" presName="EmptyPlaceHolder" presStyleCnt="0"/>
      <dgm:spPr/>
    </dgm:pt>
    <dgm:pt modelId="{3458977F-2ED9-4546-9274-696D3EB28C9E}" type="pres">
      <dgm:prSet presAssocID="{334C0497-9679-4A30-8537-496D2CEF27C1}" presName="spaceBetweenRectangles" presStyleCnt="0"/>
      <dgm:spPr/>
    </dgm:pt>
    <dgm:pt modelId="{7FEB939A-A012-43C3-BDA1-9C11B9A704B1}" type="pres">
      <dgm:prSet presAssocID="{ED42CE19-8DC8-40E9-B8F0-9F9B2F7C56A8}" presName="composite" presStyleCnt="0"/>
      <dgm:spPr/>
    </dgm:pt>
    <dgm:pt modelId="{CA6F3DE5-38B4-4F6C-8D3B-D9225F700D58}" type="pres">
      <dgm:prSet presAssocID="{ED42CE19-8DC8-40E9-B8F0-9F9B2F7C56A8}" presName="DropPinPlaceHolder" presStyleCnt="0"/>
      <dgm:spPr/>
    </dgm:pt>
    <dgm:pt modelId="{832CD65D-7D60-4E3A-8BF2-9F8F1FC8F1E2}" type="pres">
      <dgm:prSet presAssocID="{ED42CE19-8DC8-40E9-B8F0-9F9B2F7C56A8}" presName="DropPin" presStyleLbl="alignNode1" presStyleIdx="4" presStyleCnt="10"/>
      <dgm:spPr/>
    </dgm:pt>
    <dgm:pt modelId="{1490B15C-D31E-4717-881F-6FD116B450DD}" type="pres">
      <dgm:prSet presAssocID="{ED42CE19-8DC8-40E9-B8F0-9F9B2F7C56A8}" presName="Ellipse" presStyleLbl="fgAcc1" presStyleIdx="4" presStyleCnt="10"/>
      <dgm:spPr/>
    </dgm:pt>
    <dgm:pt modelId="{04314D7E-ECD0-4673-8000-E9440A960DE0}" type="pres">
      <dgm:prSet presAssocID="{ED42CE19-8DC8-40E9-B8F0-9F9B2F7C56A8}" presName="L2TextContainer" presStyleLbl="revTx" presStyleIdx="8" presStyleCnt="20">
        <dgm:presLayoutVars>
          <dgm:bulletEnabled val="1"/>
        </dgm:presLayoutVars>
      </dgm:prSet>
      <dgm:spPr/>
    </dgm:pt>
    <dgm:pt modelId="{94AFF1FC-19E1-45E0-9E82-60EF1E52B68C}" type="pres">
      <dgm:prSet presAssocID="{ED42CE19-8DC8-40E9-B8F0-9F9B2F7C56A8}" presName="L1TextContainer" presStyleLbl="revTx" presStyleIdx="9" presStyleCnt="20">
        <dgm:presLayoutVars>
          <dgm:chMax val="1"/>
          <dgm:chPref val="1"/>
          <dgm:bulletEnabled val="1"/>
        </dgm:presLayoutVars>
      </dgm:prSet>
      <dgm:spPr/>
    </dgm:pt>
    <dgm:pt modelId="{19C23473-39AE-420A-93F7-3DBB6C84A007}" type="pres">
      <dgm:prSet presAssocID="{ED42CE19-8DC8-40E9-B8F0-9F9B2F7C56A8}" presName="ConnectLine" presStyleLbl="dkBgShp" presStyleIdx="6" presStyleCnt="12"/>
      <dgm:spPr/>
    </dgm:pt>
    <dgm:pt modelId="{A3F233FF-96F7-4AD3-8756-061083B9918B}" type="pres">
      <dgm:prSet presAssocID="{ED42CE19-8DC8-40E9-B8F0-9F9B2F7C56A8}" presName="ConnectorPoint" presStyleCnt="0"/>
      <dgm:spPr/>
    </dgm:pt>
    <dgm:pt modelId="{9745DB0B-E78D-421C-B378-9B51895E012E}" type="pres">
      <dgm:prSet presAssocID="{ED42CE19-8DC8-40E9-B8F0-9F9B2F7C56A8}" presName="Bullet" presStyleLbl="lnNode1" presStyleIdx="4" presStyleCnt="10"/>
      <dgm:spPr/>
    </dgm:pt>
    <dgm:pt modelId="{4C8BDA3E-FD34-4AE8-A400-7F94666F8E24}" type="pres">
      <dgm:prSet presAssocID="{ED42CE19-8DC8-40E9-B8F0-9F9B2F7C56A8}" presName="EmptyPlaceHolder" presStyleCnt="0"/>
      <dgm:spPr/>
    </dgm:pt>
    <dgm:pt modelId="{AB7049A2-2F57-4DFC-A576-19EB58782869}" type="pres">
      <dgm:prSet presAssocID="{192E6147-C047-4CE4-A97F-892639E126EC}" presName="spaceBetweenRectangles" presStyleCnt="0"/>
      <dgm:spPr/>
    </dgm:pt>
    <dgm:pt modelId="{BD1CA332-5159-4E44-B3D2-EDC6ADAB2B92}" type="pres">
      <dgm:prSet presAssocID="{E5505FD5-38F1-41C5-BE80-E664F6215BCE}" presName="composite" presStyleCnt="0"/>
      <dgm:spPr/>
    </dgm:pt>
    <dgm:pt modelId="{91A3893D-0512-43F7-BB73-D43DDEB65F61}" type="pres">
      <dgm:prSet presAssocID="{E5505FD5-38F1-41C5-BE80-E664F6215BCE}" presName="DropPinPlaceHolder" presStyleCnt="0"/>
      <dgm:spPr/>
    </dgm:pt>
    <dgm:pt modelId="{269A7124-5C6D-4E0F-8123-63AD5A3FDA6A}" type="pres">
      <dgm:prSet presAssocID="{E5505FD5-38F1-41C5-BE80-E664F6215BCE}" presName="DropPin" presStyleLbl="alignNode1" presStyleIdx="5" presStyleCnt="10"/>
      <dgm:spPr/>
    </dgm:pt>
    <dgm:pt modelId="{5CE4051C-44FA-48A0-93D1-1F267AC3A385}" type="pres">
      <dgm:prSet presAssocID="{E5505FD5-38F1-41C5-BE80-E664F6215BCE}" presName="Ellipse" presStyleLbl="fgAcc1" presStyleIdx="5" presStyleCnt="10"/>
      <dgm:spPr/>
    </dgm:pt>
    <dgm:pt modelId="{CC9BE61E-D6B1-42B7-8651-7A5D8AF7A24F}" type="pres">
      <dgm:prSet presAssocID="{E5505FD5-38F1-41C5-BE80-E664F6215BCE}" presName="L2TextContainer" presStyleLbl="revTx" presStyleIdx="10" presStyleCnt="20">
        <dgm:presLayoutVars>
          <dgm:bulletEnabled val="1"/>
        </dgm:presLayoutVars>
      </dgm:prSet>
      <dgm:spPr/>
    </dgm:pt>
    <dgm:pt modelId="{834B5FAF-76F7-46D0-BF12-AE8AA4F3D0F2}" type="pres">
      <dgm:prSet presAssocID="{E5505FD5-38F1-41C5-BE80-E664F6215BCE}" presName="L1TextContainer" presStyleLbl="revTx" presStyleIdx="11" presStyleCnt="20">
        <dgm:presLayoutVars>
          <dgm:chMax val="1"/>
          <dgm:chPref val="1"/>
          <dgm:bulletEnabled val="1"/>
        </dgm:presLayoutVars>
      </dgm:prSet>
      <dgm:spPr/>
    </dgm:pt>
    <dgm:pt modelId="{1B92CAE3-FEB4-4C57-A822-ECA200E665C9}" type="pres">
      <dgm:prSet presAssocID="{E5505FD5-38F1-41C5-BE80-E664F6215BCE}" presName="ConnectLine" presStyleLbl="dkBgShp" presStyleIdx="7" presStyleCnt="12"/>
      <dgm:spPr/>
    </dgm:pt>
    <dgm:pt modelId="{84794920-9577-4FEC-9870-DAAB95B9D465}" type="pres">
      <dgm:prSet presAssocID="{E5505FD5-38F1-41C5-BE80-E664F6215BCE}" presName="ConnectorPoint" presStyleCnt="0"/>
      <dgm:spPr/>
    </dgm:pt>
    <dgm:pt modelId="{207397CD-0E0C-4652-8168-DC51DBAAC64E}" type="pres">
      <dgm:prSet presAssocID="{E5505FD5-38F1-41C5-BE80-E664F6215BCE}" presName="Bullet" presStyleLbl="lnNode1" presStyleIdx="5" presStyleCnt="10"/>
      <dgm:spPr/>
    </dgm:pt>
    <dgm:pt modelId="{9658ECD5-0D16-4532-859C-8D17BC71D8B3}" type="pres">
      <dgm:prSet presAssocID="{E5505FD5-38F1-41C5-BE80-E664F6215BCE}" presName="EmptyPlaceHolder" presStyleCnt="0"/>
      <dgm:spPr/>
    </dgm:pt>
    <dgm:pt modelId="{CB546183-F372-44D7-A3E1-10F7E7F4B4D9}" type="pres">
      <dgm:prSet presAssocID="{E75D8635-98D8-4F1B-9246-CF0DDAFC1112}" presName="spaceBetweenRectangles" presStyleCnt="0"/>
      <dgm:spPr/>
    </dgm:pt>
    <dgm:pt modelId="{8A32DD34-16F6-4117-B27D-B9672D3BDA84}" type="pres">
      <dgm:prSet presAssocID="{C6B5BB7D-58AE-4016-9463-2B8DECE2960A}" presName="composite" presStyleCnt="0"/>
      <dgm:spPr/>
    </dgm:pt>
    <dgm:pt modelId="{09D97DE9-A69D-443E-8FEE-436CCCA95BC5}" type="pres">
      <dgm:prSet presAssocID="{C6B5BB7D-58AE-4016-9463-2B8DECE2960A}" presName="DropPinPlaceHolder" presStyleCnt="0"/>
      <dgm:spPr/>
    </dgm:pt>
    <dgm:pt modelId="{BFD35E81-7670-4FBF-9735-ED417FF2615F}" type="pres">
      <dgm:prSet presAssocID="{C6B5BB7D-58AE-4016-9463-2B8DECE2960A}" presName="DropPin" presStyleLbl="alignNode1" presStyleIdx="6" presStyleCnt="10"/>
      <dgm:spPr/>
    </dgm:pt>
    <dgm:pt modelId="{A021A569-4208-4F85-B649-42E21EE6B267}" type="pres">
      <dgm:prSet presAssocID="{C6B5BB7D-58AE-4016-9463-2B8DECE2960A}" presName="Ellipse" presStyleLbl="fgAcc1" presStyleIdx="6" presStyleCnt="10"/>
      <dgm:spPr/>
    </dgm:pt>
    <dgm:pt modelId="{9861EA35-13D6-47A0-BB18-6F13CDE9EAE7}" type="pres">
      <dgm:prSet presAssocID="{C6B5BB7D-58AE-4016-9463-2B8DECE2960A}" presName="L2TextContainer" presStyleLbl="revTx" presStyleIdx="12" presStyleCnt="20">
        <dgm:presLayoutVars>
          <dgm:bulletEnabled val="1"/>
        </dgm:presLayoutVars>
      </dgm:prSet>
      <dgm:spPr/>
    </dgm:pt>
    <dgm:pt modelId="{9B996CFB-ECBE-4FD6-AC96-F939F974047A}" type="pres">
      <dgm:prSet presAssocID="{C6B5BB7D-58AE-4016-9463-2B8DECE2960A}" presName="L1TextContainer" presStyleLbl="revTx" presStyleIdx="13" presStyleCnt="20">
        <dgm:presLayoutVars>
          <dgm:chMax val="1"/>
          <dgm:chPref val="1"/>
          <dgm:bulletEnabled val="1"/>
        </dgm:presLayoutVars>
      </dgm:prSet>
      <dgm:spPr/>
    </dgm:pt>
    <dgm:pt modelId="{A333FEBE-9E6B-4849-AE24-07CF07E9C49C}" type="pres">
      <dgm:prSet presAssocID="{C6B5BB7D-58AE-4016-9463-2B8DECE2960A}" presName="ConnectLine" presStyleLbl="dkBgShp" presStyleIdx="8" presStyleCnt="12"/>
      <dgm:spPr/>
    </dgm:pt>
    <dgm:pt modelId="{A04C6CAD-3A3A-41BD-8985-A79D53CA7874}" type="pres">
      <dgm:prSet presAssocID="{C6B5BB7D-58AE-4016-9463-2B8DECE2960A}" presName="ConnectorPoint" presStyleCnt="0"/>
      <dgm:spPr/>
    </dgm:pt>
    <dgm:pt modelId="{90422324-B603-4718-8B91-1FBD35C31F2C}" type="pres">
      <dgm:prSet presAssocID="{C6B5BB7D-58AE-4016-9463-2B8DECE2960A}" presName="Bullet" presStyleLbl="lnNode1" presStyleIdx="6" presStyleCnt="10"/>
      <dgm:spPr/>
    </dgm:pt>
    <dgm:pt modelId="{C6A9A5E9-81DB-43BF-B82B-023C77C42FCB}" type="pres">
      <dgm:prSet presAssocID="{C6B5BB7D-58AE-4016-9463-2B8DECE2960A}" presName="EmptyPlaceHolder" presStyleCnt="0"/>
      <dgm:spPr/>
    </dgm:pt>
    <dgm:pt modelId="{4547EB44-4319-4B1F-9E8C-2183AF926A7E}" type="pres">
      <dgm:prSet presAssocID="{8072B5D7-0508-4BF9-AC8F-4145E37025B6}" presName="spaceBetweenRectangles" presStyleCnt="0"/>
      <dgm:spPr/>
    </dgm:pt>
    <dgm:pt modelId="{1619FA6A-3660-40AF-9534-00F6DBA9186D}" type="pres">
      <dgm:prSet presAssocID="{7B25AECA-5AFE-4228-B803-B64F6CDB40F1}" presName="composite" presStyleCnt="0"/>
      <dgm:spPr/>
    </dgm:pt>
    <dgm:pt modelId="{0355144F-33FC-4D27-A3CD-ECE025FE7C3C}" type="pres">
      <dgm:prSet presAssocID="{7B25AECA-5AFE-4228-B803-B64F6CDB40F1}" presName="DropPinPlaceHolder" presStyleCnt="0"/>
      <dgm:spPr/>
    </dgm:pt>
    <dgm:pt modelId="{5AE83BFA-BB07-4DBE-B510-8775B99F5A50}" type="pres">
      <dgm:prSet presAssocID="{7B25AECA-5AFE-4228-B803-B64F6CDB40F1}" presName="DropPin" presStyleLbl="alignNode1" presStyleIdx="7" presStyleCnt="10"/>
      <dgm:spPr/>
    </dgm:pt>
    <dgm:pt modelId="{2D092036-6E1F-43A7-BA76-FBCB24A4E316}" type="pres">
      <dgm:prSet presAssocID="{7B25AECA-5AFE-4228-B803-B64F6CDB40F1}" presName="Ellipse" presStyleLbl="fgAcc1" presStyleIdx="7" presStyleCnt="10"/>
      <dgm:spPr/>
    </dgm:pt>
    <dgm:pt modelId="{84B71A20-57B1-464E-B85A-AAD1B59482B7}" type="pres">
      <dgm:prSet presAssocID="{7B25AECA-5AFE-4228-B803-B64F6CDB40F1}" presName="L2TextContainer" presStyleLbl="revTx" presStyleIdx="14" presStyleCnt="20">
        <dgm:presLayoutVars>
          <dgm:bulletEnabled val="1"/>
        </dgm:presLayoutVars>
      </dgm:prSet>
      <dgm:spPr/>
    </dgm:pt>
    <dgm:pt modelId="{5A71305C-C2EB-450A-8249-2969AAFD390A}" type="pres">
      <dgm:prSet presAssocID="{7B25AECA-5AFE-4228-B803-B64F6CDB40F1}" presName="L1TextContainer" presStyleLbl="revTx" presStyleIdx="15" presStyleCnt="20">
        <dgm:presLayoutVars>
          <dgm:chMax val="1"/>
          <dgm:chPref val="1"/>
          <dgm:bulletEnabled val="1"/>
        </dgm:presLayoutVars>
      </dgm:prSet>
      <dgm:spPr/>
    </dgm:pt>
    <dgm:pt modelId="{B6CBBD66-2375-4A42-9275-9EEC307C4225}" type="pres">
      <dgm:prSet presAssocID="{7B25AECA-5AFE-4228-B803-B64F6CDB40F1}" presName="ConnectLine" presStyleLbl="dkBgShp" presStyleIdx="9" presStyleCnt="12"/>
      <dgm:spPr/>
    </dgm:pt>
    <dgm:pt modelId="{594091FA-8B90-4A52-AAF8-1D44FE956633}" type="pres">
      <dgm:prSet presAssocID="{7B25AECA-5AFE-4228-B803-B64F6CDB40F1}" presName="ConnectorPoint" presStyleCnt="0"/>
      <dgm:spPr/>
    </dgm:pt>
    <dgm:pt modelId="{A27F9B9F-4DD4-4E1B-B91A-3BAAC55AA4DC}" type="pres">
      <dgm:prSet presAssocID="{7B25AECA-5AFE-4228-B803-B64F6CDB40F1}" presName="Bullet" presStyleLbl="lnNode1" presStyleIdx="7" presStyleCnt="10"/>
      <dgm:spPr/>
    </dgm:pt>
    <dgm:pt modelId="{D5815B05-6611-490B-9B8B-BE2116F71AD6}" type="pres">
      <dgm:prSet presAssocID="{7B25AECA-5AFE-4228-B803-B64F6CDB40F1}" presName="EmptyPlaceHolder" presStyleCnt="0"/>
      <dgm:spPr/>
    </dgm:pt>
    <dgm:pt modelId="{AF81A099-0585-4BA1-A032-D6E341B0FE92}" type="pres">
      <dgm:prSet presAssocID="{521FA350-1C04-4539-A50F-929747C084B4}" presName="spaceBetweenRectangles" presStyleCnt="0"/>
      <dgm:spPr/>
    </dgm:pt>
    <dgm:pt modelId="{76F0028C-FDD9-462A-9273-7DEAE1033FFD}" type="pres">
      <dgm:prSet presAssocID="{69BB0169-DA68-4432-AD55-8F91D0608620}" presName="composite" presStyleCnt="0"/>
      <dgm:spPr/>
    </dgm:pt>
    <dgm:pt modelId="{4AF9DDFE-E5B8-4FC5-8B5D-66DEE1A96FBB}" type="pres">
      <dgm:prSet presAssocID="{69BB0169-DA68-4432-AD55-8F91D0608620}" presName="DropPinPlaceHolder" presStyleCnt="0"/>
      <dgm:spPr/>
    </dgm:pt>
    <dgm:pt modelId="{AC3C7E80-8BBB-463C-A130-D1135D401BD6}" type="pres">
      <dgm:prSet presAssocID="{69BB0169-DA68-4432-AD55-8F91D0608620}" presName="DropPin" presStyleLbl="alignNode1" presStyleIdx="8" presStyleCnt="10"/>
      <dgm:spPr/>
    </dgm:pt>
    <dgm:pt modelId="{D7FD908F-DC9E-403F-BAD8-C1B19E9C4781}" type="pres">
      <dgm:prSet presAssocID="{69BB0169-DA68-4432-AD55-8F91D0608620}" presName="Ellipse" presStyleLbl="fgAcc1" presStyleIdx="8" presStyleCnt="10"/>
      <dgm:spPr/>
    </dgm:pt>
    <dgm:pt modelId="{3ABC2C4C-1358-4CA6-9113-BCAAA1A7C9A6}" type="pres">
      <dgm:prSet presAssocID="{69BB0169-DA68-4432-AD55-8F91D0608620}" presName="L2TextContainer" presStyleLbl="revTx" presStyleIdx="16" presStyleCnt="20">
        <dgm:presLayoutVars>
          <dgm:bulletEnabled val="1"/>
        </dgm:presLayoutVars>
      </dgm:prSet>
      <dgm:spPr/>
    </dgm:pt>
    <dgm:pt modelId="{6D088F84-E5BF-44E2-A058-0C141FD875E6}" type="pres">
      <dgm:prSet presAssocID="{69BB0169-DA68-4432-AD55-8F91D0608620}" presName="L1TextContainer" presStyleLbl="revTx" presStyleIdx="17" presStyleCnt="20">
        <dgm:presLayoutVars>
          <dgm:chMax val="1"/>
          <dgm:chPref val="1"/>
          <dgm:bulletEnabled val="1"/>
        </dgm:presLayoutVars>
      </dgm:prSet>
      <dgm:spPr/>
    </dgm:pt>
    <dgm:pt modelId="{66359042-75E2-4883-A844-AEAC1A93662B}" type="pres">
      <dgm:prSet presAssocID="{69BB0169-DA68-4432-AD55-8F91D0608620}" presName="ConnectLine" presStyleLbl="dkBgShp" presStyleIdx="10" presStyleCnt="12"/>
      <dgm:spPr/>
    </dgm:pt>
    <dgm:pt modelId="{0CDE1D60-DB12-485F-A24F-43A740F8E63B}" type="pres">
      <dgm:prSet presAssocID="{69BB0169-DA68-4432-AD55-8F91D0608620}" presName="ConnectorPoint" presStyleCnt="0"/>
      <dgm:spPr/>
    </dgm:pt>
    <dgm:pt modelId="{6D871422-3A93-4F85-9A8D-A836D8BFFAA1}" type="pres">
      <dgm:prSet presAssocID="{69BB0169-DA68-4432-AD55-8F91D0608620}" presName="Bullet" presStyleLbl="lnNode1" presStyleIdx="8" presStyleCnt="10"/>
      <dgm:spPr/>
    </dgm:pt>
    <dgm:pt modelId="{01661CB9-FC85-4CAA-9729-083DEBEDE5FD}" type="pres">
      <dgm:prSet presAssocID="{69BB0169-DA68-4432-AD55-8F91D0608620}" presName="EmptyPlaceHolder" presStyleCnt="0"/>
      <dgm:spPr/>
    </dgm:pt>
    <dgm:pt modelId="{C6EF7506-0AD2-44D6-BC4D-8C191FBB484A}" type="pres">
      <dgm:prSet presAssocID="{1630CE86-12ED-4A0E-B3F7-6168BE0401DA}" presName="spaceBetweenRectangles" presStyleCnt="0"/>
      <dgm:spPr/>
    </dgm:pt>
    <dgm:pt modelId="{82B5FC17-203A-4FCD-9BEE-C51653891EF3}" type="pres">
      <dgm:prSet presAssocID="{CE8ED86A-2574-4947-B498-3963C66FAFD7}" presName="composite" presStyleCnt="0"/>
      <dgm:spPr/>
    </dgm:pt>
    <dgm:pt modelId="{9C7C2753-86F2-411A-B2E4-563D032A0800}" type="pres">
      <dgm:prSet presAssocID="{CE8ED86A-2574-4947-B498-3963C66FAFD7}" presName="DropPinPlaceHolder" presStyleCnt="0"/>
      <dgm:spPr/>
    </dgm:pt>
    <dgm:pt modelId="{FE87830F-FF5D-496A-ADB0-21C3142517A7}" type="pres">
      <dgm:prSet presAssocID="{CE8ED86A-2574-4947-B498-3963C66FAFD7}" presName="DropPin" presStyleLbl="alignNode1" presStyleIdx="9" presStyleCnt="10"/>
      <dgm:spPr/>
    </dgm:pt>
    <dgm:pt modelId="{82EFCB75-A519-4BBC-A57D-EE79C5DF06B1}" type="pres">
      <dgm:prSet presAssocID="{CE8ED86A-2574-4947-B498-3963C66FAFD7}" presName="Ellipse" presStyleLbl="fgAcc1" presStyleIdx="9" presStyleCnt="10"/>
      <dgm:spPr/>
    </dgm:pt>
    <dgm:pt modelId="{E16A8980-22AA-4D83-A3E0-F06CE6D92F7F}" type="pres">
      <dgm:prSet presAssocID="{CE8ED86A-2574-4947-B498-3963C66FAFD7}" presName="L2TextContainer" presStyleLbl="revTx" presStyleIdx="18" presStyleCnt="20">
        <dgm:presLayoutVars>
          <dgm:bulletEnabled val="1"/>
        </dgm:presLayoutVars>
      </dgm:prSet>
      <dgm:spPr/>
    </dgm:pt>
    <dgm:pt modelId="{D58751B2-2C9C-4838-84C8-DE68348D8B9D}" type="pres">
      <dgm:prSet presAssocID="{CE8ED86A-2574-4947-B498-3963C66FAFD7}" presName="L1TextContainer" presStyleLbl="revTx" presStyleIdx="19" presStyleCnt="20">
        <dgm:presLayoutVars>
          <dgm:chMax val="1"/>
          <dgm:chPref val="1"/>
          <dgm:bulletEnabled val="1"/>
        </dgm:presLayoutVars>
      </dgm:prSet>
      <dgm:spPr/>
    </dgm:pt>
    <dgm:pt modelId="{A84B1425-B8ED-4A35-A819-614BBCE85668}" type="pres">
      <dgm:prSet presAssocID="{CE8ED86A-2574-4947-B498-3963C66FAFD7}" presName="ConnectLine" presStyleLbl="dkBgShp" presStyleIdx="11" presStyleCnt="12"/>
      <dgm:spPr/>
    </dgm:pt>
    <dgm:pt modelId="{A4F0D898-AEA1-4DE7-B69D-14203F76D703}" type="pres">
      <dgm:prSet presAssocID="{CE8ED86A-2574-4947-B498-3963C66FAFD7}" presName="ConnectorPoint" presStyleCnt="0"/>
      <dgm:spPr/>
    </dgm:pt>
    <dgm:pt modelId="{9C60F39C-EC91-4768-A082-E6A26218F30D}" type="pres">
      <dgm:prSet presAssocID="{CE8ED86A-2574-4947-B498-3963C66FAFD7}" presName="Bullet" presStyleLbl="lnNode1" presStyleIdx="9" presStyleCnt="10"/>
      <dgm:spPr/>
    </dgm:pt>
    <dgm:pt modelId="{54B49B00-84D0-43C9-920F-177AD8DA4523}" type="pres">
      <dgm:prSet presAssocID="{CE8ED86A-2574-4947-B498-3963C66FAFD7}" presName="EmptyPlaceHolder" presStyleCnt="0"/>
      <dgm:spPr/>
    </dgm:pt>
  </dgm:ptLst>
  <dgm:cxnLst>
    <dgm:cxn modelId="{43549D03-23DE-4C78-80DA-9D09AC321E8C}" type="presOf" srcId="{E5505FD5-38F1-41C5-BE80-E664F6215BCE}" destId="{834B5FAF-76F7-46D0-BF12-AE8AA4F3D0F2}" srcOrd="0" destOrd="0" presId="urn:microsoft.com/office/officeart/2024/layout/BulletTimeline"/>
    <dgm:cxn modelId="{FF44E40A-3769-4AD3-AA46-1E10851BDA9E}" type="presOf" srcId="{7B25AECA-5AFE-4228-B803-B64F6CDB40F1}" destId="{5A71305C-C2EB-450A-8249-2969AAFD390A}" srcOrd="0" destOrd="0" presId="urn:microsoft.com/office/officeart/2024/layout/BulletTimeline"/>
    <dgm:cxn modelId="{9BF93F14-0A9C-4E40-9C1F-CBD6DE59CB65}" type="presOf" srcId="{ED42CE19-8DC8-40E9-B8F0-9F9B2F7C56A8}" destId="{94AFF1FC-19E1-45E0-9E82-60EF1E52B68C}" srcOrd="0" destOrd="0" presId="urn:microsoft.com/office/officeart/2024/layout/BulletTimeline"/>
    <dgm:cxn modelId="{961A691E-96E9-4F78-AA5F-264838EFACC5}" type="presOf" srcId="{085E2B6C-854A-4F02-A74F-8C1F5C3D1EB2}" destId="{01B78C00-EC64-4580-B336-0B54F5D143B1}" srcOrd="0" destOrd="0" presId="urn:microsoft.com/office/officeart/2024/layout/BulletTimeline"/>
    <dgm:cxn modelId="{F634EC23-E1B2-4207-8E7C-5113E87B2C5E}" srcId="{B8A11AE1-8216-4AC3-80BD-A2BD2F918844}" destId="{5AB57118-F7C2-4BDD-87CA-27B958191324}" srcOrd="0" destOrd="0" parTransId="{33030F41-FA2C-40E6-A959-1E1535D27751}" sibTransId="{64550341-DF65-42F9-BB71-28F969F2238E}"/>
    <dgm:cxn modelId="{2DB48527-DE5D-4700-97AB-3C1D84F97306}" type="presOf" srcId="{B8A11AE1-8216-4AC3-80BD-A2BD2F918844}" destId="{C15D05A6-BD62-4E62-A250-223971DBD63A}" srcOrd="0" destOrd="0" presId="urn:microsoft.com/office/officeart/2024/layout/BulletTimeline"/>
    <dgm:cxn modelId="{4DA19C3D-444D-4C81-A333-8284176E66A3}" srcId="{ACA09FEF-E5CB-40A2-B107-643AC21206A9}" destId="{7DE94256-B048-4B97-8529-1D0ECFE6B62D}" srcOrd="3" destOrd="0" parTransId="{3CCCF216-D083-48B1-BEB4-A1A4D7F32A3B}" sibTransId="{334C0497-9679-4A30-8537-496D2CEF27C1}"/>
    <dgm:cxn modelId="{02040D3E-0AE6-428C-A84A-8D827F6AFB61}" type="presOf" srcId="{ACA09FEF-E5CB-40A2-B107-643AC21206A9}" destId="{7F383E54-6833-49A1-ABF2-2B67BF869E3B}" srcOrd="0" destOrd="0" presId="urn:microsoft.com/office/officeart/2024/layout/BulletTimeline"/>
    <dgm:cxn modelId="{080DDB5C-1A05-44AA-B225-5A002F8D26BD}" type="presOf" srcId="{FAA2DBA2-0587-4CE5-9864-E0C1E3F57616}" destId="{84B71A20-57B1-464E-B85A-AAD1B59482B7}" srcOrd="0" destOrd="0" presId="urn:microsoft.com/office/officeart/2024/layout/BulletTimeline"/>
    <dgm:cxn modelId="{D0CCE163-C5CB-4EFD-AB81-2D2CA7FE2C6C}" srcId="{ACA09FEF-E5CB-40A2-B107-643AC21206A9}" destId="{E5505FD5-38F1-41C5-BE80-E664F6215BCE}" srcOrd="5" destOrd="0" parTransId="{B7DA5232-D57E-4011-A84E-80EF9922714C}" sibTransId="{E75D8635-98D8-4F1B-9246-CF0DDAFC1112}"/>
    <dgm:cxn modelId="{0DA39945-E0D6-45D3-8260-C6A32B1313E5}" type="presOf" srcId="{7DE94256-B048-4B97-8529-1D0ECFE6B62D}" destId="{489DD447-AC3E-4047-B917-C92E67CC6CBC}" srcOrd="0" destOrd="0" presId="urn:microsoft.com/office/officeart/2024/layout/BulletTimeline"/>
    <dgm:cxn modelId="{C0939166-8F3F-49A6-B275-3D9D8D8B6FAF}" srcId="{ACA09FEF-E5CB-40A2-B107-643AC21206A9}" destId="{ED42CE19-8DC8-40E9-B8F0-9F9B2F7C56A8}" srcOrd="4" destOrd="0" parTransId="{4F51B84A-D37C-4244-BC5A-77F51EFB909B}" sibTransId="{192E6147-C047-4CE4-A97F-892639E126EC}"/>
    <dgm:cxn modelId="{8A89B166-99F4-49CF-9792-45E36D6ECFB9}" srcId="{E5505FD5-38F1-41C5-BE80-E664F6215BCE}" destId="{97B400F8-11AB-46D8-BEFF-E554E9D1E025}" srcOrd="0" destOrd="0" parTransId="{1D90B5EF-AEBE-44FF-9E09-6FF20C615ECC}" sibTransId="{FDCE7C68-FC9B-486E-BFAB-1C870201827C}"/>
    <dgm:cxn modelId="{47B4116A-3C0D-440F-A714-1B33178A1975}" type="presOf" srcId="{C6B5BB7D-58AE-4016-9463-2B8DECE2960A}" destId="{9B996CFB-ECBE-4FD6-AC96-F939F974047A}" srcOrd="0" destOrd="0" presId="urn:microsoft.com/office/officeart/2024/layout/BulletTimeline"/>
    <dgm:cxn modelId="{542B066D-4BAF-436B-B293-8210A8A97896}" srcId="{7DE94256-B048-4B97-8529-1D0ECFE6B62D}" destId="{1B37ACC2-DE35-4662-A49D-C2DE6E51A5F2}" srcOrd="0" destOrd="0" parTransId="{0113B929-BE13-418E-B7F7-18622605F86D}" sibTransId="{54045E4B-F043-4276-BC08-72C43FAD553C}"/>
    <dgm:cxn modelId="{E0B66F51-1F74-4581-A217-72249A5106DB}" type="presOf" srcId="{070B34A8-F732-418B-B86E-C398BDC45057}" destId="{A85E4AF4-AEE0-4487-B03A-901CE4C8E445}" srcOrd="0" destOrd="0" presId="urn:microsoft.com/office/officeart/2024/layout/BulletTimeline"/>
    <dgm:cxn modelId="{A7CB1B72-8ADE-4E09-9681-4D2ED5A9638B}" srcId="{ACA09FEF-E5CB-40A2-B107-643AC21206A9}" destId="{CE8ED86A-2574-4947-B498-3963C66FAFD7}" srcOrd="9" destOrd="0" parTransId="{87E99DDA-5860-4752-A80F-16053B28B802}" sibTransId="{A1DC843C-84CB-4111-A7E1-605695A51421}"/>
    <dgm:cxn modelId="{17315A7F-7EFE-44F4-BF59-101BB3699F77}" type="presOf" srcId="{A4BCFB83-9F0D-4171-87A8-CB84DB0C9391}" destId="{E16A8980-22AA-4D83-A3E0-F06CE6D92F7F}" srcOrd="0" destOrd="0" presId="urn:microsoft.com/office/officeart/2024/layout/BulletTimeline"/>
    <dgm:cxn modelId="{C7245F83-D4BE-4715-A71E-5EB8A5C0EB82}" srcId="{CE8ED86A-2574-4947-B498-3963C66FAFD7}" destId="{A4BCFB83-9F0D-4171-87A8-CB84DB0C9391}" srcOrd="0" destOrd="0" parTransId="{3F73EFEA-7B26-46AE-B3B7-9B0F5D20B2DC}" sibTransId="{660884EE-CAF1-4C32-81B0-3DE2BFC949A9}"/>
    <dgm:cxn modelId="{4656BE94-9779-4D22-A61F-38F6077D0FD5}" srcId="{ED42CE19-8DC8-40E9-B8F0-9F9B2F7C56A8}" destId="{73418DA6-1974-471D-A2CA-36A66455AC63}" srcOrd="0" destOrd="0" parTransId="{FD02C0A3-63B3-47DD-A080-CDD1C232FD55}" sibTransId="{87853B0B-347E-4C70-B918-879FC2DC1665}"/>
    <dgm:cxn modelId="{7BD6869D-2B9A-4C52-AF14-F37A101FC5A1}" type="presOf" srcId="{1499BB29-A8E1-4EA5-98F6-3278E6B36C08}" destId="{9628FE65-2A7C-47F1-AA31-9EDE10F0F322}" srcOrd="0" destOrd="0" presId="urn:microsoft.com/office/officeart/2024/layout/BulletTimeline"/>
    <dgm:cxn modelId="{6B712CB0-D0E2-4336-9F5F-6102A71EAE84}" type="presOf" srcId="{1B37ACC2-DE35-4662-A49D-C2DE6E51A5F2}" destId="{2B25094E-8357-45BA-B3FE-6824CB7E057A}" srcOrd="0" destOrd="0" presId="urn:microsoft.com/office/officeart/2024/layout/BulletTimeline"/>
    <dgm:cxn modelId="{3BAF78B2-343D-4CC9-867C-E4F81A9FAE11}" type="presOf" srcId="{97B400F8-11AB-46D8-BEFF-E554E9D1E025}" destId="{CC9BE61E-D6B1-42B7-8651-7A5D8AF7A24F}" srcOrd="0" destOrd="0" presId="urn:microsoft.com/office/officeart/2024/layout/BulletTimeline"/>
    <dgm:cxn modelId="{BDD67DB3-4625-4B12-9580-39934F47DF12}" type="presOf" srcId="{69BB0169-DA68-4432-AD55-8F91D0608620}" destId="{6D088F84-E5BF-44E2-A058-0C141FD875E6}" srcOrd="0" destOrd="0" presId="urn:microsoft.com/office/officeart/2024/layout/BulletTimeline"/>
    <dgm:cxn modelId="{0B3BF2B5-200F-4ABC-85A8-8C0485BC491E}" type="presOf" srcId="{73418DA6-1974-471D-A2CA-36A66455AC63}" destId="{04314D7E-ECD0-4673-8000-E9440A960DE0}" srcOrd="0" destOrd="0" presId="urn:microsoft.com/office/officeart/2024/layout/BulletTimeline"/>
    <dgm:cxn modelId="{EC2AB1BB-6F94-4F86-A997-56BEDB6FFED3}" srcId="{ACA09FEF-E5CB-40A2-B107-643AC21206A9}" destId="{7B25AECA-5AFE-4228-B803-B64F6CDB40F1}" srcOrd="7" destOrd="0" parTransId="{5B5D2D7C-A7E0-4BA0-8B91-B8CB292B06FF}" sibTransId="{521FA350-1C04-4539-A50F-929747C084B4}"/>
    <dgm:cxn modelId="{6D1609C0-A447-43A8-83E9-D6FF3306D0ED}" srcId="{4FE2CBB3-ACB5-471A-88A7-A8EB2359B63B}" destId="{070B34A8-F732-418B-B86E-C398BDC45057}" srcOrd="0" destOrd="0" parTransId="{E0F2D73F-F472-4A9A-933B-C8BE0E44E090}" sibTransId="{5B022968-391B-4275-B69C-C7545BE45874}"/>
    <dgm:cxn modelId="{134DE7C0-67F2-4DBF-A330-BCB41FFCF303}" type="presOf" srcId="{4FE2CBB3-ACB5-471A-88A7-A8EB2359B63B}" destId="{65C2B039-FC52-4525-8FA0-AF00D8F80A7B}" srcOrd="0" destOrd="0" presId="urn:microsoft.com/office/officeart/2024/layout/BulletTimeline"/>
    <dgm:cxn modelId="{08AA9ECB-38EC-4042-9AD5-E0DB6B96FBC9}" srcId="{ACA09FEF-E5CB-40A2-B107-643AC21206A9}" destId="{69BB0169-DA68-4432-AD55-8F91D0608620}" srcOrd="8" destOrd="0" parTransId="{33AFE67C-D6B9-4E9A-97A0-BECAC79889DB}" sibTransId="{1630CE86-12ED-4A0E-B3F7-6168BE0401DA}"/>
    <dgm:cxn modelId="{0F36EECC-EF84-4AE5-9DA2-DAA7BC474351}" srcId="{ACA09FEF-E5CB-40A2-B107-643AC21206A9}" destId="{4FE2CBB3-ACB5-471A-88A7-A8EB2359B63B}" srcOrd="0" destOrd="0" parTransId="{DB0A41AF-6798-41F3-91C6-C240B9B44491}" sibTransId="{6F78D658-02F1-4AF2-AAD3-B2B0DBEC601A}"/>
    <dgm:cxn modelId="{035E29CF-E285-480A-B104-38373D7B9AB8}" srcId="{7B25AECA-5AFE-4228-B803-B64F6CDB40F1}" destId="{FAA2DBA2-0587-4CE5-9864-E0C1E3F57616}" srcOrd="0" destOrd="0" parTransId="{B1DDDC58-3FEF-499B-9A94-70855FCB88EF}" sibTransId="{064EEE9F-0CF8-4AC5-8F61-1FD03A51B85A}"/>
    <dgm:cxn modelId="{24BA08D1-0AF6-40A4-98B0-1E8A59B97FCC}" type="presOf" srcId="{C6E878AE-3A7E-4AFF-A210-ADF812A4BC54}" destId="{9861EA35-13D6-47A0-BB18-6F13CDE9EAE7}" srcOrd="0" destOrd="0" presId="urn:microsoft.com/office/officeart/2024/layout/BulletTimeline"/>
    <dgm:cxn modelId="{54965ED3-2357-4B20-8917-2EA5151606A0}" srcId="{ACA09FEF-E5CB-40A2-B107-643AC21206A9}" destId="{B8A11AE1-8216-4AC3-80BD-A2BD2F918844}" srcOrd="1" destOrd="0" parTransId="{92A7DA98-B8BC-4D63-A64F-76EF52F4008D}" sibTransId="{23F59C54-C24D-456E-A3C6-3A75DEB50DCE}"/>
    <dgm:cxn modelId="{ADF498D6-B43B-4C2E-B65D-7BD4D52D2591}" type="presOf" srcId="{5AB57118-F7C2-4BDD-87CA-27B958191324}" destId="{C072AB38-AFD1-4188-ABCB-B6F463D452ED}" srcOrd="0" destOrd="0" presId="urn:microsoft.com/office/officeart/2024/layout/BulletTimeline"/>
    <dgm:cxn modelId="{6D78FFD9-3978-482C-AD7B-A4C51DB367CF}" srcId="{C6B5BB7D-58AE-4016-9463-2B8DECE2960A}" destId="{C6E878AE-3A7E-4AFF-A210-ADF812A4BC54}" srcOrd="0" destOrd="0" parTransId="{0EF7DAB3-A5C0-455B-B3B6-D8D91E73E292}" sibTransId="{666893BE-1FBA-4C61-9697-0A56B39A819E}"/>
    <dgm:cxn modelId="{DA589CDA-A045-48DE-8714-269A00287820}" type="presOf" srcId="{75379393-1C6E-4FA8-9E64-131D23A2DF5B}" destId="{3ABC2C4C-1358-4CA6-9113-BCAAA1A7C9A6}" srcOrd="0" destOrd="0" presId="urn:microsoft.com/office/officeart/2024/layout/BulletTimeline"/>
    <dgm:cxn modelId="{A1E1A4DD-F2B2-4516-9A45-4DE900FCF6C0}" srcId="{085E2B6C-854A-4F02-A74F-8C1F5C3D1EB2}" destId="{1499BB29-A8E1-4EA5-98F6-3278E6B36C08}" srcOrd="0" destOrd="0" parTransId="{10A8519D-B5B8-4CB2-903D-8AE977A7E884}" sibTransId="{967E1851-D357-40FC-B3B3-EB42A749032B}"/>
    <dgm:cxn modelId="{07EF2CDE-B191-4819-B56C-08E427AC9CA9}" srcId="{69BB0169-DA68-4432-AD55-8F91D0608620}" destId="{75379393-1C6E-4FA8-9E64-131D23A2DF5B}" srcOrd="0" destOrd="0" parTransId="{657A0216-ABF7-4189-BA45-CFCB12B03DE3}" sibTransId="{98DC6556-16AE-444A-A543-F781B0363E6D}"/>
    <dgm:cxn modelId="{284718F1-AB72-4B01-BAD1-99DCF413E639}" type="presOf" srcId="{CE8ED86A-2574-4947-B498-3963C66FAFD7}" destId="{D58751B2-2C9C-4838-84C8-DE68348D8B9D}" srcOrd="0" destOrd="0" presId="urn:microsoft.com/office/officeart/2024/layout/BulletTimeline"/>
    <dgm:cxn modelId="{2F9FA1F5-4CED-493A-A73B-8F4B9F31FDBB}" srcId="{ACA09FEF-E5CB-40A2-B107-643AC21206A9}" destId="{C6B5BB7D-58AE-4016-9463-2B8DECE2960A}" srcOrd="6" destOrd="0" parTransId="{3CB795E7-5D8B-488D-94CD-3FF98E8A40E6}" sibTransId="{8072B5D7-0508-4BF9-AC8F-4145E37025B6}"/>
    <dgm:cxn modelId="{02C67AFA-2FF3-4F12-9A98-D1D2870D9335}" srcId="{ACA09FEF-E5CB-40A2-B107-643AC21206A9}" destId="{085E2B6C-854A-4F02-A74F-8C1F5C3D1EB2}" srcOrd="2" destOrd="0" parTransId="{8F419E5D-954C-4A84-99E5-28FDEB33388B}" sibTransId="{D3F8B9BE-8DAF-461B-96F1-00F70F84F0C3}"/>
    <dgm:cxn modelId="{5BF75308-A22D-4823-A84C-F3E8231BD1A0}" type="presParOf" srcId="{7F383E54-6833-49A1-ABF2-2B67BF869E3B}" destId="{E084F7C7-1110-41B4-9964-C90E3DCA1780}" srcOrd="0" destOrd="0" presId="urn:microsoft.com/office/officeart/2024/layout/BulletTimeline"/>
    <dgm:cxn modelId="{51AA0A5D-5DB3-4935-A874-E8CE563FB1BC}" type="presParOf" srcId="{E084F7C7-1110-41B4-9964-C90E3DCA1780}" destId="{34328478-9606-40A0-A019-3E85348BBE15}" srcOrd="0" destOrd="0" presId="urn:microsoft.com/office/officeart/2024/layout/BulletTimeline"/>
    <dgm:cxn modelId="{4D02FBAA-84B1-4E06-B69B-7262D47AB36A}" type="presParOf" srcId="{E084F7C7-1110-41B4-9964-C90E3DCA1780}" destId="{7E1D547C-9F33-48DD-AA47-0C668AFF925E}" srcOrd="1" destOrd="0" presId="urn:microsoft.com/office/officeart/2024/layout/BulletTimeline"/>
    <dgm:cxn modelId="{9B801D52-DE44-4E86-8B7A-3D4AE1F8CB0D}" type="presParOf" srcId="{7F383E54-6833-49A1-ABF2-2B67BF869E3B}" destId="{DF1824E9-3610-42BB-B0BE-461228C7AE20}" srcOrd="1" destOrd="0" presId="urn:microsoft.com/office/officeart/2024/layout/BulletTimeline"/>
    <dgm:cxn modelId="{F1127B20-329A-4A83-893B-A3D12486BABE}" type="presParOf" srcId="{DF1824E9-3610-42BB-B0BE-461228C7AE20}" destId="{2FED2776-63E6-4683-ACAF-23EA3D727E4F}" srcOrd="0" destOrd="0" presId="urn:microsoft.com/office/officeart/2024/layout/BulletTimeline"/>
    <dgm:cxn modelId="{BEECE99F-699E-4B09-961F-1AE316DB47C5}" type="presParOf" srcId="{2FED2776-63E6-4683-ACAF-23EA3D727E4F}" destId="{41392459-D036-4001-A0D4-D443C59647BA}" srcOrd="0" destOrd="0" presId="urn:microsoft.com/office/officeart/2024/layout/BulletTimeline"/>
    <dgm:cxn modelId="{A84DFE2A-477B-4929-8EA2-2F822AC4FA80}" type="presParOf" srcId="{41392459-D036-4001-A0D4-D443C59647BA}" destId="{25158258-175E-40C9-9B39-2A888132A0E1}" srcOrd="0" destOrd="0" presId="urn:microsoft.com/office/officeart/2024/layout/BulletTimeline"/>
    <dgm:cxn modelId="{5CD6CA61-833E-4BAA-854F-310028259B5A}" type="presParOf" srcId="{41392459-D036-4001-A0D4-D443C59647BA}" destId="{D6CC832F-9C12-486A-97E2-C962D7F785C8}" srcOrd="1" destOrd="0" presId="urn:microsoft.com/office/officeart/2024/layout/BulletTimeline"/>
    <dgm:cxn modelId="{8A09D717-2F67-4118-BEBA-52FBA398BF1D}" type="presParOf" srcId="{2FED2776-63E6-4683-ACAF-23EA3D727E4F}" destId="{A85E4AF4-AEE0-4487-B03A-901CE4C8E445}" srcOrd="1" destOrd="0" presId="urn:microsoft.com/office/officeart/2024/layout/BulletTimeline"/>
    <dgm:cxn modelId="{369F104C-EC59-43CB-AA50-AAE3A584E6A9}" type="presParOf" srcId="{2FED2776-63E6-4683-ACAF-23EA3D727E4F}" destId="{65C2B039-FC52-4525-8FA0-AF00D8F80A7B}" srcOrd="2" destOrd="0" presId="urn:microsoft.com/office/officeart/2024/layout/BulletTimeline"/>
    <dgm:cxn modelId="{4708A61F-7AF6-4F13-A4D7-2CBB580671A7}" type="presParOf" srcId="{2FED2776-63E6-4683-ACAF-23EA3D727E4F}" destId="{4DD86C6B-A77E-4FD7-B08B-015119D8015F}" srcOrd="3" destOrd="0" presId="urn:microsoft.com/office/officeart/2024/layout/BulletTimeline"/>
    <dgm:cxn modelId="{D0FE7E3C-7A6A-4677-9CD8-93A17ACDEA6F}" type="presParOf" srcId="{2FED2776-63E6-4683-ACAF-23EA3D727E4F}" destId="{E1C3A41C-FBF5-499F-8152-0F226F73A3F1}" srcOrd="4" destOrd="0" presId="urn:microsoft.com/office/officeart/2024/layout/BulletTimeline"/>
    <dgm:cxn modelId="{3482623D-EF18-4B24-A1DE-4E45531B6DDC}" type="presParOf" srcId="{E1C3A41C-FBF5-499F-8152-0F226F73A3F1}" destId="{6CF17B52-6377-4BB6-96BE-07E068BC0857}" srcOrd="0" destOrd="0" presId="urn:microsoft.com/office/officeart/2024/layout/BulletTimeline"/>
    <dgm:cxn modelId="{8331263D-A795-4F14-A707-CC3DDC553360}" type="presParOf" srcId="{2FED2776-63E6-4683-ACAF-23EA3D727E4F}" destId="{4B907D41-9F5D-4E4C-A142-EF271FA3EF7C}" srcOrd="5" destOrd="0" presId="urn:microsoft.com/office/officeart/2024/layout/BulletTimeline"/>
    <dgm:cxn modelId="{542447D7-4633-43F1-B450-D48CA1F0546A}" type="presParOf" srcId="{DF1824E9-3610-42BB-B0BE-461228C7AE20}" destId="{1FAABB04-471C-406C-AC11-3E8395F0A0CF}" srcOrd="1" destOrd="0" presId="urn:microsoft.com/office/officeart/2024/layout/BulletTimeline"/>
    <dgm:cxn modelId="{0BE865D0-4602-499E-A906-DCAC890FE0C0}" type="presParOf" srcId="{DF1824E9-3610-42BB-B0BE-461228C7AE20}" destId="{B337F4DB-F89D-4D96-85A2-E8A360099E5F}" srcOrd="2" destOrd="0" presId="urn:microsoft.com/office/officeart/2024/layout/BulletTimeline"/>
    <dgm:cxn modelId="{7A8A4D58-2F44-460A-BA30-2B35B92FA720}" type="presParOf" srcId="{B337F4DB-F89D-4D96-85A2-E8A360099E5F}" destId="{58FC55C0-539C-4BA5-824E-72EA3C11F2D1}" srcOrd="0" destOrd="0" presId="urn:microsoft.com/office/officeart/2024/layout/BulletTimeline"/>
    <dgm:cxn modelId="{BCF419C1-C38E-4DC3-AFBA-E7116B87E238}" type="presParOf" srcId="{58FC55C0-539C-4BA5-824E-72EA3C11F2D1}" destId="{D35F4377-8D11-454D-8630-1ACD3042447A}" srcOrd="0" destOrd="0" presId="urn:microsoft.com/office/officeart/2024/layout/BulletTimeline"/>
    <dgm:cxn modelId="{82B3C8CE-31BD-4B52-B67F-C0628AC92FAB}" type="presParOf" srcId="{58FC55C0-539C-4BA5-824E-72EA3C11F2D1}" destId="{07C8706F-1902-4C60-BCCB-177F2C4A8D05}" srcOrd="1" destOrd="0" presId="urn:microsoft.com/office/officeart/2024/layout/BulletTimeline"/>
    <dgm:cxn modelId="{0FE49A9A-F3BD-4181-BBB7-D4FDD41BB0A2}" type="presParOf" srcId="{B337F4DB-F89D-4D96-85A2-E8A360099E5F}" destId="{C072AB38-AFD1-4188-ABCB-B6F463D452ED}" srcOrd="1" destOrd="0" presId="urn:microsoft.com/office/officeart/2024/layout/BulletTimeline"/>
    <dgm:cxn modelId="{7E02947F-451B-4FB6-85C3-FBBC59C7AC25}" type="presParOf" srcId="{B337F4DB-F89D-4D96-85A2-E8A360099E5F}" destId="{C15D05A6-BD62-4E62-A250-223971DBD63A}" srcOrd="2" destOrd="0" presId="urn:microsoft.com/office/officeart/2024/layout/BulletTimeline"/>
    <dgm:cxn modelId="{9364F404-6CE7-4CF0-B09F-0509CBC3FB3A}" type="presParOf" srcId="{B337F4DB-F89D-4D96-85A2-E8A360099E5F}" destId="{419FB993-7541-4A81-9B7A-69A5A60728CF}" srcOrd="3" destOrd="0" presId="urn:microsoft.com/office/officeart/2024/layout/BulletTimeline"/>
    <dgm:cxn modelId="{8E1E2F6E-99F8-4DD4-B949-2ADF3106CCAF}" type="presParOf" srcId="{B337F4DB-F89D-4D96-85A2-E8A360099E5F}" destId="{91833B26-84D7-4D15-81A3-45C06C15BC30}" srcOrd="4" destOrd="0" presId="urn:microsoft.com/office/officeart/2024/layout/BulletTimeline"/>
    <dgm:cxn modelId="{1CCC822C-72D7-45A4-BC68-B0D974389620}" type="presParOf" srcId="{91833B26-84D7-4D15-81A3-45C06C15BC30}" destId="{092C44CD-5D9E-4F80-A998-49AB89275558}" srcOrd="0" destOrd="0" presId="urn:microsoft.com/office/officeart/2024/layout/BulletTimeline"/>
    <dgm:cxn modelId="{9E760A50-C3E6-43E3-BAE7-37E47809999E}" type="presParOf" srcId="{B337F4DB-F89D-4D96-85A2-E8A360099E5F}" destId="{F579B290-BCA1-4305-96A1-D7E20178296D}" srcOrd="5" destOrd="0" presId="urn:microsoft.com/office/officeart/2024/layout/BulletTimeline"/>
    <dgm:cxn modelId="{ADD54F88-E6D9-447D-AB3A-D52E2EBBF03E}" type="presParOf" srcId="{DF1824E9-3610-42BB-B0BE-461228C7AE20}" destId="{928B9C29-9EF2-4D79-84B0-7F9762FDA750}" srcOrd="3" destOrd="0" presId="urn:microsoft.com/office/officeart/2024/layout/BulletTimeline"/>
    <dgm:cxn modelId="{2648B0DC-31D5-4B6C-BB6A-CC963BDF09E4}" type="presParOf" srcId="{DF1824E9-3610-42BB-B0BE-461228C7AE20}" destId="{6A7CAAAE-3BA3-4913-979F-0F77D1E7E29B}" srcOrd="4" destOrd="0" presId="urn:microsoft.com/office/officeart/2024/layout/BulletTimeline"/>
    <dgm:cxn modelId="{9AAAD984-B404-44F7-B0FB-900EF4FF782B}" type="presParOf" srcId="{6A7CAAAE-3BA3-4913-979F-0F77D1E7E29B}" destId="{9F16DE35-A3B0-434A-9D67-F2552B78AADD}" srcOrd="0" destOrd="0" presId="urn:microsoft.com/office/officeart/2024/layout/BulletTimeline"/>
    <dgm:cxn modelId="{AE8D74AE-C32F-44E7-9967-9451EF826111}" type="presParOf" srcId="{9F16DE35-A3B0-434A-9D67-F2552B78AADD}" destId="{2D23B2C3-5700-47F9-A2C1-5AA522072337}" srcOrd="0" destOrd="0" presId="urn:microsoft.com/office/officeart/2024/layout/BulletTimeline"/>
    <dgm:cxn modelId="{00E5603A-2B10-49FF-BBE9-FF2834E26291}" type="presParOf" srcId="{9F16DE35-A3B0-434A-9D67-F2552B78AADD}" destId="{DFF4D3E7-EA33-40B3-B463-2EA0E3D17EEE}" srcOrd="1" destOrd="0" presId="urn:microsoft.com/office/officeart/2024/layout/BulletTimeline"/>
    <dgm:cxn modelId="{F8247A8E-56EC-4278-9C7D-C877CACC58AD}" type="presParOf" srcId="{6A7CAAAE-3BA3-4913-979F-0F77D1E7E29B}" destId="{9628FE65-2A7C-47F1-AA31-9EDE10F0F322}" srcOrd="1" destOrd="0" presId="urn:microsoft.com/office/officeart/2024/layout/BulletTimeline"/>
    <dgm:cxn modelId="{361B784C-E5E4-43DC-B08E-6059D47A8124}" type="presParOf" srcId="{6A7CAAAE-3BA3-4913-979F-0F77D1E7E29B}" destId="{01B78C00-EC64-4580-B336-0B54F5D143B1}" srcOrd="2" destOrd="0" presId="urn:microsoft.com/office/officeart/2024/layout/BulletTimeline"/>
    <dgm:cxn modelId="{8111D268-6F78-4251-BC71-29FD8F2CBBF2}" type="presParOf" srcId="{6A7CAAAE-3BA3-4913-979F-0F77D1E7E29B}" destId="{3435EE8B-F0D5-4CF0-B1C6-420B99BBA6C2}" srcOrd="3" destOrd="0" presId="urn:microsoft.com/office/officeart/2024/layout/BulletTimeline"/>
    <dgm:cxn modelId="{BF3B19EC-18F8-4042-B385-5656F158C62D}" type="presParOf" srcId="{6A7CAAAE-3BA3-4913-979F-0F77D1E7E29B}" destId="{7D0BD0FB-41ED-4F77-A400-5B20F9643473}" srcOrd="4" destOrd="0" presId="urn:microsoft.com/office/officeart/2024/layout/BulletTimeline"/>
    <dgm:cxn modelId="{747AB77C-DFE8-4ADD-9011-6FDCCE6668BC}" type="presParOf" srcId="{7D0BD0FB-41ED-4F77-A400-5B20F9643473}" destId="{9BABC9C2-3793-4E83-8F7E-21BB5B2765A0}" srcOrd="0" destOrd="0" presId="urn:microsoft.com/office/officeart/2024/layout/BulletTimeline"/>
    <dgm:cxn modelId="{311CB6B2-C0F9-4F97-A1FF-2494E43403B0}" type="presParOf" srcId="{6A7CAAAE-3BA3-4913-979F-0F77D1E7E29B}" destId="{039B7613-09DD-4504-8A13-7EB9CDE81871}" srcOrd="5" destOrd="0" presId="urn:microsoft.com/office/officeart/2024/layout/BulletTimeline"/>
    <dgm:cxn modelId="{BF28459E-2EA0-4649-8FE7-3135AB5E82CF}" type="presParOf" srcId="{DF1824E9-3610-42BB-B0BE-461228C7AE20}" destId="{47A993BB-7F73-4378-81C2-BAD101563444}" srcOrd="5" destOrd="0" presId="urn:microsoft.com/office/officeart/2024/layout/BulletTimeline"/>
    <dgm:cxn modelId="{B118C692-2A92-4F14-955C-94F617F3CC31}" type="presParOf" srcId="{DF1824E9-3610-42BB-B0BE-461228C7AE20}" destId="{5493DEF6-36DA-4839-B135-0D5C07B72DBE}" srcOrd="6" destOrd="0" presId="urn:microsoft.com/office/officeart/2024/layout/BulletTimeline"/>
    <dgm:cxn modelId="{6D0D65AF-1181-4826-9095-16A077B73275}" type="presParOf" srcId="{5493DEF6-36DA-4839-B135-0D5C07B72DBE}" destId="{37202159-1885-40E8-86A8-161A91C8D08C}" srcOrd="0" destOrd="0" presId="urn:microsoft.com/office/officeart/2024/layout/BulletTimeline"/>
    <dgm:cxn modelId="{312E5380-FFF2-4E6B-AC2E-8686AB097754}" type="presParOf" srcId="{37202159-1885-40E8-86A8-161A91C8D08C}" destId="{AAC85CEB-076B-4626-84E5-ACDF80B16F28}" srcOrd="0" destOrd="0" presId="urn:microsoft.com/office/officeart/2024/layout/BulletTimeline"/>
    <dgm:cxn modelId="{6ACD0E02-751A-4044-A623-3D744E0BCD96}" type="presParOf" srcId="{37202159-1885-40E8-86A8-161A91C8D08C}" destId="{8555632C-93C9-4931-84A1-D1D4424881B6}" srcOrd="1" destOrd="0" presId="urn:microsoft.com/office/officeart/2024/layout/BulletTimeline"/>
    <dgm:cxn modelId="{DC024348-FD2C-4C19-A0DF-0F4D90604A9B}" type="presParOf" srcId="{5493DEF6-36DA-4839-B135-0D5C07B72DBE}" destId="{2B25094E-8357-45BA-B3FE-6824CB7E057A}" srcOrd="1" destOrd="0" presId="urn:microsoft.com/office/officeart/2024/layout/BulletTimeline"/>
    <dgm:cxn modelId="{0AB3AA7F-3BE3-4057-9A25-02C63FD9060B}" type="presParOf" srcId="{5493DEF6-36DA-4839-B135-0D5C07B72DBE}" destId="{489DD447-AC3E-4047-B917-C92E67CC6CBC}" srcOrd="2" destOrd="0" presId="urn:microsoft.com/office/officeart/2024/layout/BulletTimeline"/>
    <dgm:cxn modelId="{87A3F993-628E-4E8D-AFAD-18DA4EF35690}" type="presParOf" srcId="{5493DEF6-36DA-4839-B135-0D5C07B72DBE}" destId="{C158B7EF-63BB-4139-BE27-4C457B1C13BD}" srcOrd="3" destOrd="0" presId="urn:microsoft.com/office/officeart/2024/layout/BulletTimeline"/>
    <dgm:cxn modelId="{476C7A70-57CA-4BD7-B66E-5CFB5E8BA791}" type="presParOf" srcId="{5493DEF6-36DA-4839-B135-0D5C07B72DBE}" destId="{8D9ED394-AF9F-4468-A174-0ABAAD1FDCFD}" srcOrd="4" destOrd="0" presId="urn:microsoft.com/office/officeart/2024/layout/BulletTimeline"/>
    <dgm:cxn modelId="{66539BB5-E913-4273-ACBD-ED91B50BCAE2}" type="presParOf" srcId="{8D9ED394-AF9F-4468-A174-0ABAAD1FDCFD}" destId="{C90D9823-DE12-44FE-87CB-DAEEB8B88592}" srcOrd="0" destOrd="0" presId="urn:microsoft.com/office/officeart/2024/layout/BulletTimeline"/>
    <dgm:cxn modelId="{DB11C7FD-E474-4CA0-812B-B04ED98338BE}" type="presParOf" srcId="{5493DEF6-36DA-4839-B135-0D5C07B72DBE}" destId="{AAC9E280-3273-4430-8B92-5839C0B08697}" srcOrd="5" destOrd="0" presId="urn:microsoft.com/office/officeart/2024/layout/BulletTimeline"/>
    <dgm:cxn modelId="{98863E20-C433-4DEF-9A5B-B310FC725A2E}" type="presParOf" srcId="{DF1824E9-3610-42BB-B0BE-461228C7AE20}" destId="{3458977F-2ED9-4546-9274-696D3EB28C9E}" srcOrd="7" destOrd="0" presId="urn:microsoft.com/office/officeart/2024/layout/BulletTimeline"/>
    <dgm:cxn modelId="{AC4BC8AC-C08D-4C16-A3FD-72BC7E1355B5}" type="presParOf" srcId="{DF1824E9-3610-42BB-B0BE-461228C7AE20}" destId="{7FEB939A-A012-43C3-BDA1-9C11B9A704B1}" srcOrd="8" destOrd="0" presId="urn:microsoft.com/office/officeart/2024/layout/BulletTimeline"/>
    <dgm:cxn modelId="{6C67C08C-5813-4AE9-84A3-7A79B9C3F5DB}" type="presParOf" srcId="{7FEB939A-A012-43C3-BDA1-9C11B9A704B1}" destId="{CA6F3DE5-38B4-4F6C-8D3B-D9225F700D58}" srcOrd="0" destOrd="0" presId="urn:microsoft.com/office/officeart/2024/layout/BulletTimeline"/>
    <dgm:cxn modelId="{A0A8C0F4-9EFE-4069-B63D-9BA0A11F4757}" type="presParOf" srcId="{CA6F3DE5-38B4-4F6C-8D3B-D9225F700D58}" destId="{832CD65D-7D60-4E3A-8BF2-9F8F1FC8F1E2}" srcOrd="0" destOrd="0" presId="urn:microsoft.com/office/officeart/2024/layout/BulletTimeline"/>
    <dgm:cxn modelId="{BF4F377C-B97A-498D-8012-3C70A14AA6C1}" type="presParOf" srcId="{CA6F3DE5-38B4-4F6C-8D3B-D9225F700D58}" destId="{1490B15C-D31E-4717-881F-6FD116B450DD}" srcOrd="1" destOrd="0" presId="urn:microsoft.com/office/officeart/2024/layout/BulletTimeline"/>
    <dgm:cxn modelId="{86E30D8B-A04D-4C71-8C99-0A8EEF30887E}" type="presParOf" srcId="{7FEB939A-A012-43C3-BDA1-9C11B9A704B1}" destId="{04314D7E-ECD0-4673-8000-E9440A960DE0}" srcOrd="1" destOrd="0" presId="urn:microsoft.com/office/officeart/2024/layout/BulletTimeline"/>
    <dgm:cxn modelId="{9E79638E-FECD-435A-8B2F-FABEA2434561}" type="presParOf" srcId="{7FEB939A-A012-43C3-BDA1-9C11B9A704B1}" destId="{94AFF1FC-19E1-45E0-9E82-60EF1E52B68C}" srcOrd="2" destOrd="0" presId="urn:microsoft.com/office/officeart/2024/layout/BulletTimeline"/>
    <dgm:cxn modelId="{9A8FE4A0-FC3B-449C-9404-99ADF6FD4080}" type="presParOf" srcId="{7FEB939A-A012-43C3-BDA1-9C11B9A704B1}" destId="{19C23473-39AE-420A-93F7-3DBB6C84A007}" srcOrd="3" destOrd="0" presId="urn:microsoft.com/office/officeart/2024/layout/BulletTimeline"/>
    <dgm:cxn modelId="{ED195E10-1749-4A71-A9CA-2A2538665CF7}" type="presParOf" srcId="{7FEB939A-A012-43C3-BDA1-9C11B9A704B1}" destId="{A3F233FF-96F7-4AD3-8756-061083B9918B}" srcOrd="4" destOrd="0" presId="urn:microsoft.com/office/officeart/2024/layout/BulletTimeline"/>
    <dgm:cxn modelId="{DFEB92CE-450A-4FDD-8C15-52768660EAD7}" type="presParOf" srcId="{A3F233FF-96F7-4AD3-8756-061083B9918B}" destId="{9745DB0B-E78D-421C-B378-9B51895E012E}" srcOrd="0" destOrd="0" presId="urn:microsoft.com/office/officeart/2024/layout/BulletTimeline"/>
    <dgm:cxn modelId="{8F9985DD-7191-4E8B-A153-CC5F92B0C316}" type="presParOf" srcId="{7FEB939A-A012-43C3-BDA1-9C11B9A704B1}" destId="{4C8BDA3E-FD34-4AE8-A400-7F94666F8E24}" srcOrd="5" destOrd="0" presId="urn:microsoft.com/office/officeart/2024/layout/BulletTimeline"/>
    <dgm:cxn modelId="{DDB42182-5A49-4C14-AC8D-A101AA60D8CC}" type="presParOf" srcId="{DF1824E9-3610-42BB-B0BE-461228C7AE20}" destId="{AB7049A2-2F57-4DFC-A576-19EB58782869}" srcOrd="9" destOrd="0" presId="urn:microsoft.com/office/officeart/2024/layout/BulletTimeline"/>
    <dgm:cxn modelId="{141D749E-C3CA-4C2C-8CF9-A001CAE5F7CA}" type="presParOf" srcId="{DF1824E9-3610-42BB-B0BE-461228C7AE20}" destId="{BD1CA332-5159-4E44-B3D2-EDC6ADAB2B92}" srcOrd="10" destOrd="0" presId="urn:microsoft.com/office/officeart/2024/layout/BulletTimeline"/>
    <dgm:cxn modelId="{94E287A5-DD23-415B-8787-46A7E058DC77}" type="presParOf" srcId="{BD1CA332-5159-4E44-B3D2-EDC6ADAB2B92}" destId="{91A3893D-0512-43F7-BB73-D43DDEB65F61}" srcOrd="0" destOrd="0" presId="urn:microsoft.com/office/officeart/2024/layout/BulletTimeline"/>
    <dgm:cxn modelId="{DA6A2CC7-5CEE-4777-B657-A2E5434BE0C1}" type="presParOf" srcId="{91A3893D-0512-43F7-BB73-D43DDEB65F61}" destId="{269A7124-5C6D-4E0F-8123-63AD5A3FDA6A}" srcOrd="0" destOrd="0" presId="urn:microsoft.com/office/officeart/2024/layout/BulletTimeline"/>
    <dgm:cxn modelId="{290069C3-1101-45CA-A58C-C45A04D87D41}" type="presParOf" srcId="{91A3893D-0512-43F7-BB73-D43DDEB65F61}" destId="{5CE4051C-44FA-48A0-93D1-1F267AC3A385}" srcOrd="1" destOrd="0" presId="urn:microsoft.com/office/officeart/2024/layout/BulletTimeline"/>
    <dgm:cxn modelId="{0947EB0F-AEC4-4913-9756-7C0906013794}" type="presParOf" srcId="{BD1CA332-5159-4E44-B3D2-EDC6ADAB2B92}" destId="{CC9BE61E-D6B1-42B7-8651-7A5D8AF7A24F}" srcOrd="1" destOrd="0" presId="urn:microsoft.com/office/officeart/2024/layout/BulletTimeline"/>
    <dgm:cxn modelId="{CD573584-119D-44CD-9E09-172373E6D417}" type="presParOf" srcId="{BD1CA332-5159-4E44-B3D2-EDC6ADAB2B92}" destId="{834B5FAF-76F7-46D0-BF12-AE8AA4F3D0F2}" srcOrd="2" destOrd="0" presId="urn:microsoft.com/office/officeart/2024/layout/BulletTimeline"/>
    <dgm:cxn modelId="{CEC9AED1-1D1D-4B09-9287-F26FAB591F93}" type="presParOf" srcId="{BD1CA332-5159-4E44-B3D2-EDC6ADAB2B92}" destId="{1B92CAE3-FEB4-4C57-A822-ECA200E665C9}" srcOrd="3" destOrd="0" presId="urn:microsoft.com/office/officeart/2024/layout/BulletTimeline"/>
    <dgm:cxn modelId="{8FC71E32-2507-4DF0-A5EF-9A85FB95C579}" type="presParOf" srcId="{BD1CA332-5159-4E44-B3D2-EDC6ADAB2B92}" destId="{84794920-9577-4FEC-9870-DAAB95B9D465}" srcOrd="4" destOrd="0" presId="urn:microsoft.com/office/officeart/2024/layout/BulletTimeline"/>
    <dgm:cxn modelId="{220521DE-9B26-4AF2-88E9-4FF71CBFAE20}" type="presParOf" srcId="{84794920-9577-4FEC-9870-DAAB95B9D465}" destId="{207397CD-0E0C-4652-8168-DC51DBAAC64E}" srcOrd="0" destOrd="0" presId="urn:microsoft.com/office/officeart/2024/layout/BulletTimeline"/>
    <dgm:cxn modelId="{926A4571-DB92-422E-816C-70BD5901888A}" type="presParOf" srcId="{BD1CA332-5159-4E44-B3D2-EDC6ADAB2B92}" destId="{9658ECD5-0D16-4532-859C-8D17BC71D8B3}" srcOrd="5" destOrd="0" presId="urn:microsoft.com/office/officeart/2024/layout/BulletTimeline"/>
    <dgm:cxn modelId="{D35A3363-EBE9-46D1-98F1-EFE322BC8D3B}" type="presParOf" srcId="{DF1824E9-3610-42BB-B0BE-461228C7AE20}" destId="{CB546183-F372-44D7-A3E1-10F7E7F4B4D9}" srcOrd="11" destOrd="0" presId="urn:microsoft.com/office/officeart/2024/layout/BulletTimeline"/>
    <dgm:cxn modelId="{A318F8B9-3CA7-4E35-AEEE-D1F70B0C3693}" type="presParOf" srcId="{DF1824E9-3610-42BB-B0BE-461228C7AE20}" destId="{8A32DD34-16F6-4117-B27D-B9672D3BDA84}" srcOrd="12" destOrd="0" presId="urn:microsoft.com/office/officeart/2024/layout/BulletTimeline"/>
    <dgm:cxn modelId="{58D92806-E824-4EAD-9376-58D517E30A66}" type="presParOf" srcId="{8A32DD34-16F6-4117-B27D-B9672D3BDA84}" destId="{09D97DE9-A69D-443E-8FEE-436CCCA95BC5}" srcOrd="0" destOrd="0" presId="urn:microsoft.com/office/officeart/2024/layout/BulletTimeline"/>
    <dgm:cxn modelId="{1CC034E1-B54D-4BE4-BB29-449B2299E0F3}" type="presParOf" srcId="{09D97DE9-A69D-443E-8FEE-436CCCA95BC5}" destId="{BFD35E81-7670-4FBF-9735-ED417FF2615F}" srcOrd="0" destOrd="0" presId="urn:microsoft.com/office/officeart/2024/layout/BulletTimeline"/>
    <dgm:cxn modelId="{80587683-4372-474A-ADD7-CC3A856B8BB6}" type="presParOf" srcId="{09D97DE9-A69D-443E-8FEE-436CCCA95BC5}" destId="{A021A569-4208-4F85-B649-42E21EE6B267}" srcOrd="1" destOrd="0" presId="urn:microsoft.com/office/officeart/2024/layout/BulletTimeline"/>
    <dgm:cxn modelId="{4D5F269F-B1B5-4615-A015-76BB20E9B931}" type="presParOf" srcId="{8A32DD34-16F6-4117-B27D-B9672D3BDA84}" destId="{9861EA35-13D6-47A0-BB18-6F13CDE9EAE7}" srcOrd="1" destOrd="0" presId="urn:microsoft.com/office/officeart/2024/layout/BulletTimeline"/>
    <dgm:cxn modelId="{CCEE5E07-C622-49CE-BA00-54D59C7F1C98}" type="presParOf" srcId="{8A32DD34-16F6-4117-B27D-B9672D3BDA84}" destId="{9B996CFB-ECBE-4FD6-AC96-F939F974047A}" srcOrd="2" destOrd="0" presId="urn:microsoft.com/office/officeart/2024/layout/BulletTimeline"/>
    <dgm:cxn modelId="{6F425472-80AE-48F7-B101-824E3CACF6AE}" type="presParOf" srcId="{8A32DD34-16F6-4117-B27D-B9672D3BDA84}" destId="{A333FEBE-9E6B-4849-AE24-07CF07E9C49C}" srcOrd="3" destOrd="0" presId="urn:microsoft.com/office/officeart/2024/layout/BulletTimeline"/>
    <dgm:cxn modelId="{9918A1D7-EE9B-4092-8EAF-0B204A5B04FE}" type="presParOf" srcId="{8A32DD34-16F6-4117-B27D-B9672D3BDA84}" destId="{A04C6CAD-3A3A-41BD-8985-A79D53CA7874}" srcOrd="4" destOrd="0" presId="urn:microsoft.com/office/officeart/2024/layout/BulletTimeline"/>
    <dgm:cxn modelId="{FA4FD93D-936F-48E4-AA3D-7B6E942A448E}" type="presParOf" srcId="{A04C6CAD-3A3A-41BD-8985-A79D53CA7874}" destId="{90422324-B603-4718-8B91-1FBD35C31F2C}" srcOrd="0" destOrd="0" presId="urn:microsoft.com/office/officeart/2024/layout/BulletTimeline"/>
    <dgm:cxn modelId="{65900578-AA01-49A5-B4D7-DC731B9C3413}" type="presParOf" srcId="{8A32DD34-16F6-4117-B27D-B9672D3BDA84}" destId="{C6A9A5E9-81DB-43BF-B82B-023C77C42FCB}" srcOrd="5" destOrd="0" presId="urn:microsoft.com/office/officeart/2024/layout/BulletTimeline"/>
    <dgm:cxn modelId="{EB4CEE8B-FA19-4B9F-9F03-F4A293E4FF57}" type="presParOf" srcId="{DF1824E9-3610-42BB-B0BE-461228C7AE20}" destId="{4547EB44-4319-4B1F-9E8C-2183AF926A7E}" srcOrd="13" destOrd="0" presId="urn:microsoft.com/office/officeart/2024/layout/BulletTimeline"/>
    <dgm:cxn modelId="{53D5CE7D-D7C6-4291-8BE3-A450B22F175F}" type="presParOf" srcId="{DF1824E9-3610-42BB-B0BE-461228C7AE20}" destId="{1619FA6A-3660-40AF-9534-00F6DBA9186D}" srcOrd="14" destOrd="0" presId="urn:microsoft.com/office/officeart/2024/layout/BulletTimeline"/>
    <dgm:cxn modelId="{5661751B-C66F-47F7-A3F4-70A91D53C1C3}" type="presParOf" srcId="{1619FA6A-3660-40AF-9534-00F6DBA9186D}" destId="{0355144F-33FC-4D27-A3CD-ECE025FE7C3C}" srcOrd="0" destOrd="0" presId="urn:microsoft.com/office/officeart/2024/layout/BulletTimeline"/>
    <dgm:cxn modelId="{AB1D9B03-70F6-4464-B327-A9041B0C5DAF}" type="presParOf" srcId="{0355144F-33FC-4D27-A3CD-ECE025FE7C3C}" destId="{5AE83BFA-BB07-4DBE-B510-8775B99F5A50}" srcOrd="0" destOrd="0" presId="urn:microsoft.com/office/officeart/2024/layout/BulletTimeline"/>
    <dgm:cxn modelId="{63A20472-D9A1-4C11-B445-C1BC82BA7F67}" type="presParOf" srcId="{0355144F-33FC-4D27-A3CD-ECE025FE7C3C}" destId="{2D092036-6E1F-43A7-BA76-FBCB24A4E316}" srcOrd="1" destOrd="0" presId="urn:microsoft.com/office/officeart/2024/layout/BulletTimeline"/>
    <dgm:cxn modelId="{5F420C86-B56F-4652-B41C-68D664F6826F}" type="presParOf" srcId="{1619FA6A-3660-40AF-9534-00F6DBA9186D}" destId="{84B71A20-57B1-464E-B85A-AAD1B59482B7}" srcOrd="1" destOrd="0" presId="urn:microsoft.com/office/officeart/2024/layout/BulletTimeline"/>
    <dgm:cxn modelId="{963EBFD4-8EAB-44AA-BB12-E6ECB9D83ACB}" type="presParOf" srcId="{1619FA6A-3660-40AF-9534-00F6DBA9186D}" destId="{5A71305C-C2EB-450A-8249-2969AAFD390A}" srcOrd="2" destOrd="0" presId="urn:microsoft.com/office/officeart/2024/layout/BulletTimeline"/>
    <dgm:cxn modelId="{759E7035-8D89-46A1-8939-7F0A2F0FB806}" type="presParOf" srcId="{1619FA6A-3660-40AF-9534-00F6DBA9186D}" destId="{B6CBBD66-2375-4A42-9275-9EEC307C4225}" srcOrd="3" destOrd="0" presId="urn:microsoft.com/office/officeart/2024/layout/BulletTimeline"/>
    <dgm:cxn modelId="{9CC215AD-6072-4BFF-9705-2ED8B2EFF430}" type="presParOf" srcId="{1619FA6A-3660-40AF-9534-00F6DBA9186D}" destId="{594091FA-8B90-4A52-AAF8-1D44FE956633}" srcOrd="4" destOrd="0" presId="urn:microsoft.com/office/officeart/2024/layout/BulletTimeline"/>
    <dgm:cxn modelId="{CFCD0BB5-1227-45E5-9DF9-90EC6665E4E8}" type="presParOf" srcId="{594091FA-8B90-4A52-AAF8-1D44FE956633}" destId="{A27F9B9F-4DD4-4E1B-B91A-3BAAC55AA4DC}" srcOrd="0" destOrd="0" presId="urn:microsoft.com/office/officeart/2024/layout/BulletTimeline"/>
    <dgm:cxn modelId="{90C596C8-108A-4506-920F-D2296FF1892B}" type="presParOf" srcId="{1619FA6A-3660-40AF-9534-00F6DBA9186D}" destId="{D5815B05-6611-490B-9B8B-BE2116F71AD6}" srcOrd="5" destOrd="0" presId="urn:microsoft.com/office/officeart/2024/layout/BulletTimeline"/>
    <dgm:cxn modelId="{B199B28C-6EB7-4BD1-A697-85C1583837D2}" type="presParOf" srcId="{DF1824E9-3610-42BB-B0BE-461228C7AE20}" destId="{AF81A099-0585-4BA1-A032-D6E341B0FE92}" srcOrd="15" destOrd="0" presId="urn:microsoft.com/office/officeart/2024/layout/BulletTimeline"/>
    <dgm:cxn modelId="{9D0B908C-2676-42B9-BF6B-5B023FD11793}" type="presParOf" srcId="{DF1824E9-3610-42BB-B0BE-461228C7AE20}" destId="{76F0028C-FDD9-462A-9273-7DEAE1033FFD}" srcOrd="16" destOrd="0" presId="urn:microsoft.com/office/officeart/2024/layout/BulletTimeline"/>
    <dgm:cxn modelId="{4027DCB8-C22D-4E1F-9982-B7C090F80F87}" type="presParOf" srcId="{76F0028C-FDD9-462A-9273-7DEAE1033FFD}" destId="{4AF9DDFE-E5B8-4FC5-8B5D-66DEE1A96FBB}" srcOrd="0" destOrd="0" presId="urn:microsoft.com/office/officeart/2024/layout/BulletTimeline"/>
    <dgm:cxn modelId="{9F991A21-BF32-4077-BB30-A46CB84BA348}" type="presParOf" srcId="{4AF9DDFE-E5B8-4FC5-8B5D-66DEE1A96FBB}" destId="{AC3C7E80-8BBB-463C-A130-D1135D401BD6}" srcOrd="0" destOrd="0" presId="urn:microsoft.com/office/officeart/2024/layout/BulletTimeline"/>
    <dgm:cxn modelId="{514536B0-8A3D-47C0-B02F-9B33EE23D1EB}" type="presParOf" srcId="{4AF9DDFE-E5B8-4FC5-8B5D-66DEE1A96FBB}" destId="{D7FD908F-DC9E-403F-BAD8-C1B19E9C4781}" srcOrd="1" destOrd="0" presId="urn:microsoft.com/office/officeart/2024/layout/BulletTimeline"/>
    <dgm:cxn modelId="{3561D0F6-5D10-45E5-880E-3AF7D2C4A6D1}" type="presParOf" srcId="{76F0028C-FDD9-462A-9273-7DEAE1033FFD}" destId="{3ABC2C4C-1358-4CA6-9113-BCAAA1A7C9A6}" srcOrd="1" destOrd="0" presId="urn:microsoft.com/office/officeart/2024/layout/BulletTimeline"/>
    <dgm:cxn modelId="{8573BC71-3350-4D40-B470-6E28CB412194}" type="presParOf" srcId="{76F0028C-FDD9-462A-9273-7DEAE1033FFD}" destId="{6D088F84-E5BF-44E2-A058-0C141FD875E6}" srcOrd="2" destOrd="0" presId="urn:microsoft.com/office/officeart/2024/layout/BulletTimeline"/>
    <dgm:cxn modelId="{BAA5152C-0D23-45FD-BCD0-A8A3AAD7B6FE}" type="presParOf" srcId="{76F0028C-FDD9-462A-9273-7DEAE1033FFD}" destId="{66359042-75E2-4883-A844-AEAC1A93662B}" srcOrd="3" destOrd="0" presId="urn:microsoft.com/office/officeart/2024/layout/BulletTimeline"/>
    <dgm:cxn modelId="{74F0C86B-FCBE-4F7F-BB1E-7AAEF0F60E6A}" type="presParOf" srcId="{76F0028C-FDD9-462A-9273-7DEAE1033FFD}" destId="{0CDE1D60-DB12-485F-A24F-43A740F8E63B}" srcOrd="4" destOrd="0" presId="urn:microsoft.com/office/officeart/2024/layout/BulletTimeline"/>
    <dgm:cxn modelId="{7D672FAB-6F3F-4554-8617-CA7CEDF8C8C9}" type="presParOf" srcId="{0CDE1D60-DB12-485F-A24F-43A740F8E63B}" destId="{6D871422-3A93-4F85-9A8D-A836D8BFFAA1}" srcOrd="0" destOrd="0" presId="urn:microsoft.com/office/officeart/2024/layout/BulletTimeline"/>
    <dgm:cxn modelId="{F624A23A-6A62-4D7B-8B4F-2DCD98BB0843}" type="presParOf" srcId="{76F0028C-FDD9-462A-9273-7DEAE1033FFD}" destId="{01661CB9-FC85-4CAA-9729-083DEBEDE5FD}" srcOrd="5" destOrd="0" presId="urn:microsoft.com/office/officeart/2024/layout/BulletTimeline"/>
    <dgm:cxn modelId="{A21F21E3-00FB-4546-8244-DD099B66C483}" type="presParOf" srcId="{DF1824E9-3610-42BB-B0BE-461228C7AE20}" destId="{C6EF7506-0AD2-44D6-BC4D-8C191FBB484A}" srcOrd="17" destOrd="0" presId="urn:microsoft.com/office/officeart/2024/layout/BulletTimeline"/>
    <dgm:cxn modelId="{EACD203F-F544-4828-9985-9FE735FD000C}" type="presParOf" srcId="{DF1824E9-3610-42BB-B0BE-461228C7AE20}" destId="{82B5FC17-203A-4FCD-9BEE-C51653891EF3}" srcOrd="18" destOrd="0" presId="urn:microsoft.com/office/officeart/2024/layout/BulletTimeline"/>
    <dgm:cxn modelId="{074AA574-13BB-4477-9050-D017CD3F9DE6}" type="presParOf" srcId="{82B5FC17-203A-4FCD-9BEE-C51653891EF3}" destId="{9C7C2753-86F2-411A-B2E4-563D032A0800}" srcOrd="0" destOrd="0" presId="urn:microsoft.com/office/officeart/2024/layout/BulletTimeline"/>
    <dgm:cxn modelId="{245463C3-8DF6-41D1-B20C-3D9788EA8F4B}" type="presParOf" srcId="{9C7C2753-86F2-411A-B2E4-563D032A0800}" destId="{FE87830F-FF5D-496A-ADB0-21C3142517A7}" srcOrd="0" destOrd="0" presId="urn:microsoft.com/office/officeart/2024/layout/BulletTimeline"/>
    <dgm:cxn modelId="{703D526B-5A7F-4E99-9577-F4794B8A9DDD}" type="presParOf" srcId="{9C7C2753-86F2-411A-B2E4-563D032A0800}" destId="{82EFCB75-A519-4BBC-A57D-EE79C5DF06B1}" srcOrd="1" destOrd="0" presId="urn:microsoft.com/office/officeart/2024/layout/BulletTimeline"/>
    <dgm:cxn modelId="{0867326E-9852-4FAB-97E3-6D85DEE62377}" type="presParOf" srcId="{82B5FC17-203A-4FCD-9BEE-C51653891EF3}" destId="{E16A8980-22AA-4D83-A3E0-F06CE6D92F7F}" srcOrd="1" destOrd="0" presId="urn:microsoft.com/office/officeart/2024/layout/BulletTimeline"/>
    <dgm:cxn modelId="{D929B713-8DD2-425D-925E-B2BAF7A6F547}" type="presParOf" srcId="{82B5FC17-203A-4FCD-9BEE-C51653891EF3}" destId="{D58751B2-2C9C-4838-84C8-DE68348D8B9D}" srcOrd="2" destOrd="0" presId="urn:microsoft.com/office/officeart/2024/layout/BulletTimeline"/>
    <dgm:cxn modelId="{D881048D-C3D9-4883-9212-851E4A6EEB2B}" type="presParOf" srcId="{82B5FC17-203A-4FCD-9BEE-C51653891EF3}" destId="{A84B1425-B8ED-4A35-A819-614BBCE85668}" srcOrd="3" destOrd="0" presId="urn:microsoft.com/office/officeart/2024/layout/BulletTimeline"/>
    <dgm:cxn modelId="{571A4222-BB0B-46E5-B10A-049FA5A66F28}" type="presParOf" srcId="{82B5FC17-203A-4FCD-9BEE-C51653891EF3}" destId="{A4F0D898-AEA1-4DE7-B69D-14203F76D703}" srcOrd="4" destOrd="0" presId="urn:microsoft.com/office/officeart/2024/layout/BulletTimeline"/>
    <dgm:cxn modelId="{1BB3FA57-22E1-47EA-9A58-457992A62B06}" type="presParOf" srcId="{A4F0D898-AEA1-4DE7-B69D-14203F76D703}" destId="{9C60F39C-EC91-4768-A082-E6A26218F30D}" srcOrd="0" destOrd="0" presId="urn:microsoft.com/office/officeart/2024/layout/BulletTimeline"/>
    <dgm:cxn modelId="{BF0C52AD-0BC6-4A1F-805F-1DDC42D3EB27}" type="presParOf" srcId="{82B5FC17-203A-4FCD-9BEE-C51653891EF3}" destId="{54B49B00-84D0-43C9-920F-177AD8DA4523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28478-9606-40A0-A019-3E85348BBE15}">
      <dsp:nvSpPr>
        <dsp:cNvPr id="0" name=""/>
        <dsp:cNvSpPr/>
      </dsp:nvSpPr>
      <dsp:spPr>
        <a:xfrm>
          <a:off x="0" y="1703794"/>
          <a:ext cx="8658952" cy="34420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D547C-9F33-48DD-AA47-0C668AFF925E}">
      <dsp:nvSpPr>
        <dsp:cNvPr id="0" name=""/>
        <dsp:cNvSpPr/>
      </dsp:nvSpPr>
      <dsp:spPr>
        <a:xfrm>
          <a:off x="8487206" y="1583324"/>
          <a:ext cx="206520" cy="27536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E4AF4-AEE0-4487-B03A-901CE4C8E445}">
      <dsp:nvSpPr>
        <dsp:cNvPr id="0" name=""/>
        <dsp:cNvSpPr/>
      </dsp:nvSpPr>
      <dsp:spPr>
        <a:xfrm>
          <a:off x="401519" y="784778"/>
          <a:ext cx="1181859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23th March 2026</a:t>
          </a:r>
        </a:p>
      </dsp:txBody>
      <dsp:txXfrm>
        <a:off x="401519" y="784778"/>
        <a:ext cx="1181859" cy="798546"/>
      </dsp:txXfrm>
    </dsp:sp>
    <dsp:sp modelId="{65C2B039-FC52-4525-8FA0-AF00D8F80A7B}">
      <dsp:nvSpPr>
        <dsp:cNvPr id="0" name=""/>
        <dsp:cNvSpPr/>
      </dsp:nvSpPr>
      <dsp:spPr>
        <a:xfrm>
          <a:off x="401519" y="371736"/>
          <a:ext cx="1181859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Proposal</a:t>
          </a:r>
        </a:p>
      </dsp:txBody>
      <dsp:txXfrm>
        <a:off x="401519" y="371736"/>
        <a:ext cx="1181859" cy="413041"/>
      </dsp:txXfrm>
    </dsp:sp>
    <dsp:sp modelId="{4DD86C6B-A77E-4FD7-B08B-015119D8015F}">
      <dsp:nvSpPr>
        <dsp:cNvPr id="0" name=""/>
        <dsp:cNvSpPr/>
      </dsp:nvSpPr>
      <dsp:spPr>
        <a:xfrm>
          <a:off x="190467" y="344200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72AB38-AFD1-4188-ABCB-B6F463D452ED}">
      <dsp:nvSpPr>
        <dsp:cNvPr id="0" name=""/>
        <dsp:cNvSpPr/>
      </dsp:nvSpPr>
      <dsp:spPr>
        <a:xfrm>
          <a:off x="1191086" y="2423174"/>
          <a:ext cx="1181859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30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March 2026</a:t>
          </a:r>
        </a:p>
      </dsp:txBody>
      <dsp:txXfrm>
        <a:off x="1191086" y="2423174"/>
        <a:ext cx="1181859" cy="647097"/>
      </dsp:txXfrm>
    </dsp:sp>
    <dsp:sp modelId="{C15D05A6-BD62-4E62-A250-223971DBD63A}">
      <dsp:nvSpPr>
        <dsp:cNvPr id="0" name=""/>
        <dsp:cNvSpPr/>
      </dsp:nvSpPr>
      <dsp:spPr>
        <a:xfrm>
          <a:off x="1191086" y="1996365"/>
          <a:ext cx="1181859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Literature Review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1191086" y="1996365"/>
        <a:ext cx="1181859" cy="426809"/>
      </dsp:txXfrm>
    </dsp:sp>
    <dsp:sp modelId="{419FB993-7541-4A81-9B7A-69A5A60728CF}">
      <dsp:nvSpPr>
        <dsp:cNvPr id="0" name=""/>
        <dsp:cNvSpPr/>
      </dsp:nvSpPr>
      <dsp:spPr>
        <a:xfrm>
          <a:off x="980034" y="1721004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17B52-6377-4BB6-96BE-07E068BC0857}">
      <dsp:nvSpPr>
        <dsp:cNvPr id="0" name=""/>
        <dsp:cNvSpPr/>
      </dsp:nvSpPr>
      <dsp:spPr>
        <a:xfrm>
          <a:off x="138325" y="1656447"/>
          <a:ext cx="129114" cy="1291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C44CD-5D9E-4F80-A998-49AB89275558}">
      <dsp:nvSpPr>
        <dsp:cNvPr id="0" name=""/>
        <dsp:cNvSpPr/>
      </dsp:nvSpPr>
      <dsp:spPr>
        <a:xfrm>
          <a:off x="927892" y="1656447"/>
          <a:ext cx="129114" cy="129114"/>
        </a:xfrm>
        <a:prstGeom prst="ellipse">
          <a:avLst/>
        </a:prstGeom>
        <a:solidFill>
          <a:schemeClr val="accent2">
            <a:hueOff val="-1457165"/>
            <a:satOff val="-7407"/>
            <a:lumOff val="83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8FE65-2A7C-47F1-AA31-9EDE10F0F322}">
      <dsp:nvSpPr>
        <dsp:cNvPr id="0" name=""/>
        <dsp:cNvSpPr/>
      </dsp:nvSpPr>
      <dsp:spPr>
        <a:xfrm>
          <a:off x="1980653" y="784778"/>
          <a:ext cx="1181859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10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April 2026</a:t>
          </a:r>
        </a:p>
      </dsp:txBody>
      <dsp:txXfrm>
        <a:off x="1980653" y="784778"/>
        <a:ext cx="1181859" cy="798546"/>
      </dsp:txXfrm>
    </dsp:sp>
    <dsp:sp modelId="{01B78C00-EC64-4580-B336-0B54F5D143B1}">
      <dsp:nvSpPr>
        <dsp:cNvPr id="0" name=""/>
        <dsp:cNvSpPr/>
      </dsp:nvSpPr>
      <dsp:spPr>
        <a:xfrm>
          <a:off x="1980653" y="371736"/>
          <a:ext cx="1181859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1</a:t>
          </a:r>
          <a:r>
            <a:rPr lang="en-MY" sz="1100" kern="1200" baseline="30000" dirty="0">
              <a:latin typeface="Raleway" pitchFamily="2" charset="0"/>
            </a:rPr>
            <a:t>st</a:t>
          </a:r>
          <a:r>
            <a:rPr lang="en-MY" sz="1100" kern="1200" dirty="0">
              <a:latin typeface="Raleway" pitchFamily="2" charset="0"/>
            </a:rPr>
            <a:t> Progress Meeting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1980653" y="371736"/>
        <a:ext cx="1181859" cy="413041"/>
      </dsp:txXfrm>
    </dsp:sp>
    <dsp:sp modelId="{3435EE8B-F0D5-4CF0-B1C6-420B99BBA6C2}">
      <dsp:nvSpPr>
        <dsp:cNvPr id="0" name=""/>
        <dsp:cNvSpPr/>
      </dsp:nvSpPr>
      <dsp:spPr>
        <a:xfrm>
          <a:off x="1769601" y="344200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5094E-8357-45BA-B3FE-6824CB7E057A}">
      <dsp:nvSpPr>
        <dsp:cNvPr id="0" name=""/>
        <dsp:cNvSpPr/>
      </dsp:nvSpPr>
      <dsp:spPr>
        <a:xfrm>
          <a:off x="2770220" y="2423174"/>
          <a:ext cx="1181859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1</a:t>
          </a:r>
          <a:r>
            <a:rPr lang="en-MY" sz="1100" kern="1200" baseline="30000" dirty="0">
              <a:latin typeface="Raleway" pitchFamily="2" charset="0"/>
            </a:rPr>
            <a:t>st</a:t>
          </a:r>
          <a:r>
            <a:rPr lang="en-MY" sz="1100" kern="1200" dirty="0">
              <a:latin typeface="Raleway" pitchFamily="2" charset="0"/>
            </a:rPr>
            <a:t> May 2026</a:t>
          </a:r>
        </a:p>
      </dsp:txBody>
      <dsp:txXfrm>
        <a:off x="2770220" y="2423174"/>
        <a:ext cx="1181859" cy="647097"/>
      </dsp:txXfrm>
    </dsp:sp>
    <dsp:sp modelId="{489DD447-AC3E-4047-B917-C92E67CC6CBC}">
      <dsp:nvSpPr>
        <dsp:cNvPr id="0" name=""/>
        <dsp:cNvSpPr/>
      </dsp:nvSpPr>
      <dsp:spPr>
        <a:xfrm>
          <a:off x="2770220" y="1996365"/>
          <a:ext cx="1181859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Methodology</a:t>
          </a:r>
        </a:p>
      </dsp:txBody>
      <dsp:txXfrm>
        <a:off x="2770220" y="1996365"/>
        <a:ext cx="1181859" cy="426809"/>
      </dsp:txXfrm>
    </dsp:sp>
    <dsp:sp modelId="{C158B7EF-63BB-4139-BE27-4C457B1C13BD}">
      <dsp:nvSpPr>
        <dsp:cNvPr id="0" name=""/>
        <dsp:cNvSpPr/>
      </dsp:nvSpPr>
      <dsp:spPr>
        <a:xfrm>
          <a:off x="2559168" y="1721004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BC9C2-3793-4E83-8F7E-21BB5B2765A0}">
      <dsp:nvSpPr>
        <dsp:cNvPr id="0" name=""/>
        <dsp:cNvSpPr/>
      </dsp:nvSpPr>
      <dsp:spPr>
        <a:xfrm>
          <a:off x="1717459" y="1656447"/>
          <a:ext cx="129114" cy="129114"/>
        </a:xfrm>
        <a:prstGeom prst="ellipse">
          <a:avLst/>
        </a:prstGeom>
        <a:solidFill>
          <a:schemeClr val="accent2">
            <a:hueOff val="-2914330"/>
            <a:satOff val="-14814"/>
            <a:lumOff val="167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D9823-DE12-44FE-87CB-DAEEB8B88592}">
      <dsp:nvSpPr>
        <dsp:cNvPr id="0" name=""/>
        <dsp:cNvSpPr/>
      </dsp:nvSpPr>
      <dsp:spPr>
        <a:xfrm>
          <a:off x="2507026" y="1656447"/>
          <a:ext cx="129114" cy="129114"/>
        </a:xfrm>
        <a:prstGeom prst="ellipse">
          <a:avLst/>
        </a:prstGeom>
        <a:solidFill>
          <a:schemeClr val="accent2">
            <a:hueOff val="-4371496"/>
            <a:satOff val="-22221"/>
            <a:lumOff val="25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14D7E-ECD0-4673-8000-E9440A960DE0}">
      <dsp:nvSpPr>
        <dsp:cNvPr id="0" name=""/>
        <dsp:cNvSpPr/>
      </dsp:nvSpPr>
      <dsp:spPr>
        <a:xfrm>
          <a:off x="3559787" y="784778"/>
          <a:ext cx="1181859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8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May 2026</a:t>
          </a:r>
        </a:p>
      </dsp:txBody>
      <dsp:txXfrm>
        <a:off x="3559787" y="784778"/>
        <a:ext cx="1181859" cy="798546"/>
      </dsp:txXfrm>
    </dsp:sp>
    <dsp:sp modelId="{94AFF1FC-19E1-45E0-9E82-60EF1E52B68C}">
      <dsp:nvSpPr>
        <dsp:cNvPr id="0" name=""/>
        <dsp:cNvSpPr/>
      </dsp:nvSpPr>
      <dsp:spPr>
        <a:xfrm>
          <a:off x="3559787" y="371736"/>
          <a:ext cx="1181859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1</a:t>
          </a:r>
          <a:r>
            <a:rPr lang="en-MY" sz="1100" kern="1200" baseline="30000" dirty="0">
              <a:latin typeface="Raleway" pitchFamily="2" charset="0"/>
            </a:rPr>
            <a:t>st</a:t>
          </a:r>
          <a:r>
            <a:rPr lang="en-MY" sz="1100" kern="1200" dirty="0">
              <a:latin typeface="Raleway" pitchFamily="2" charset="0"/>
            </a:rPr>
            <a:t> Proof of Concept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3559787" y="371736"/>
        <a:ext cx="1181859" cy="413041"/>
      </dsp:txXfrm>
    </dsp:sp>
    <dsp:sp modelId="{19C23473-39AE-420A-93F7-3DBB6C84A007}">
      <dsp:nvSpPr>
        <dsp:cNvPr id="0" name=""/>
        <dsp:cNvSpPr/>
      </dsp:nvSpPr>
      <dsp:spPr>
        <a:xfrm>
          <a:off x="3348735" y="344200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BE61E-D6B1-42B7-8651-7A5D8AF7A24F}">
      <dsp:nvSpPr>
        <dsp:cNvPr id="0" name=""/>
        <dsp:cNvSpPr/>
      </dsp:nvSpPr>
      <dsp:spPr>
        <a:xfrm>
          <a:off x="4349354" y="2423174"/>
          <a:ext cx="1181859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22th May 2026</a:t>
          </a:r>
        </a:p>
      </dsp:txBody>
      <dsp:txXfrm>
        <a:off x="4349354" y="2423174"/>
        <a:ext cx="1181859" cy="647097"/>
      </dsp:txXfrm>
    </dsp:sp>
    <dsp:sp modelId="{834B5FAF-76F7-46D0-BF12-AE8AA4F3D0F2}">
      <dsp:nvSpPr>
        <dsp:cNvPr id="0" name=""/>
        <dsp:cNvSpPr/>
      </dsp:nvSpPr>
      <dsp:spPr>
        <a:xfrm>
          <a:off x="4349354" y="1996365"/>
          <a:ext cx="1181859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Methodology Revision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4349354" y="1996365"/>
        <a:ext cx="1181859" cy="426809"/>
      </dsp:txXfrm>
    </dsp:sp>
    <dsp:sp modelId="{1B92CAE3-FEB4-4C57-A822-ECA200E665C9}">
      <dsp:nvSpPr>
        <dsp:cNvPr id="0" name=""/>
        <dsp:cNvSpPr/>
      </dsp:nvSpPr>
      <dsp:spPr>
        <a:xfrm>
          <a:off x="4138302" y="1721004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5DB0B-E78D-421C-B378-9B51895E012E}">
      <dsp:nvSpPr>
        <dsp:cNvPr id="0" name=""/>
        <dsp:cNvSpPr/>
      </dsp:nvSpPr>
      <dsp:spPr>
        <a:xfrm>
          <a:off x="3296593" y="1656447"/>
          <a:ext cx="129114" cy="129114"/>
        </a:xfrm>
        <a:prstGeom prst="ellipse">
          <a:avLst/>
        </a:prstGeom>
        <a:solidFill>
          <a:schemeClr val="accent2">
            <a:hueOff val="-5828661"/>
            <a:satOff val="-29628"/>
            <a:lumOff val="334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397CD-0E0C-4652-8168-DC51DBAAC64E}">
      <dsp:nvSpPr>
        <dsp:cNvPr id="0" name=""/>
        <dsp:cNvSpPr/>
      </dsp:nvSpPr>
      <dsp:spPr>
        <a:xfrm>
          <a:off x="4086160" y="1656447"/>
          <a:ext cx="129114" cy="129114"/>
        </a:xfrm>
        <a:prstGeom prst="ellipse">
          <a:avLst/>
        </a:prstGeom>
        <a:solidFill>
          <a:schemeClr val="accent2">
            <a:hueOff val="-7285827"/>
            <a:satOff val="-37036"/>
            <a:lumOff val="4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EA35-13D6-47A0-BB18-6F13CDE9EAE7}">
      <dsp:nvSpPr>
        <dsp:cNvPr id="0" name=""/>
        <dsp:cNvSpPr/>
      </dsp:nvSpPr>
      <dsp:spPr>
        <a:xfrm>
          <a:off x="5138921" y="784778"/>
          <a:ext cx="1181859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29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May 2026</a:t>
          </a:r>
        </a:p>
      </dsp:txBody>
      <dsp:txXfrm>
        <a:off x="5138921" y="784778"/>
        <a:ext cx="1181859" cy="798546"/>
      </dsp:txXfrm>
    </dsp:sp>
    <dsp:sp modelId="{9B996CFB-ECBE-4FD6-AC96-F939F974047A}">
      <dsp:nvSpPr>
        <dsp:cNvPr id="0" name=""/>
        <dsp:cNvSpPr/>
      </dsp:nvSpPr>
      <dsp:spPr>
        <a:xfrm>
          <a:off x="5138921" y="371736"/>
          <a:ext cx="1181859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2</a:t>
          </a:r>
          <a:r>
            <a:rPr lang="en-MY" sz="1100" kern="1200" baseline="30000" dirty="0">
              <a:latin typeface="Raleway" pitchFamily="2" charset="0"/>
            </a:rPr>
            <a:t>nd</a:t>
          </a:r>
          <a:r>
            <a:rPr lang="en-MY" sz="1100" kern="1200" dirty="0">
              <a:latin typeface="Raleway" pitchFamily="2" charset="0"/>
            </a:rPr>
            <a:t> Proof of Concept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5138921" y="371736"/>
        <a:ext cx="1181859" cy="413041"/>
      </dsp:txXfrm>
    </dsp:sp>
    <dsp:sp modelId="{A333FEBE-9E6B-4849-AE24-07CF07E9C49C}">
      <dsp:nvSpPr>
        <dsp:cNvPr id="0" name=""/>
        <dsp:cNvSpPr/>
      </dsp:nvSpPr>
      <dsp:spPr>
        <a:xfrm>
          <a:off x="4927869" y="344200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71A20-57B1-464E-B85A-AAD1B59482B7}">
      <dsp:nvSpPr>
        <dsp:cNvPr id="0" name=""/>
        <dsp:cNvSpPr/>
      </dsp:nvSpPr>
      <dsp:spPr>
        <a:xfrm>
          <a:off x="5928488" y="2423174"/>
          <a:ext cx="1181859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4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June 2026</a:t>
          </a:r>
        </a:p>
      </dsp:txBody>
      <dsp:txXfrm>
        <a:off x="5928488" y="2423174"/>
        <a:ext cx="1181859" cy="647097"/>
      </dsp:txXfrm>
    </dsp:sp>
    <dsp:sp modelId="{5A71305C-C2EB-450A-8249-2969AAFD390A}">
      <dsp:nvSpPr>
        <dsp:cNvPr id="0" name=""/>
        <dsp:cNvSpPr/>
      </dsp:nvSpPr>
      <dsp:spPr>
        <a:xfrm>
          <a:off x="5928488" y="1996365"/>
          <a:ext cx="1181859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2</a:t>
          </a:r>
          <a:r>
            <a:rPr lang="en-MY" sz="1100" kern="1200" baseline="30000" dirty="0">
              <a:latin typeface="Raleway" pitchFamily="2" charset="0"/>
            </a:rPr>
            <a:t>nd</a:t>
          </a:r>
          <a:r>
            <a:rPr lang="en-MY" sz="1100" kern="1200" dirty="0">
              <a:latin typeface="Raleway" pitchFamily="2" charset="0"/>
            </a:rPr>
            <a:t> Progress Meeting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5928488" y="1996365"/>
        <a:ext cx="1181859" cy="426809"/>
      </dsp:txXfrm>
    </dsp:sp>
    <dsp:sp modelId="{B6CBBD66-2375-4A42-9275-9EEC307C4225}">
      <dsp:nvSpPr>
        <dsp:cNvPr id="0" name=""/>
        <dsp:cNvSpPr/>
      </dsp:nvSpPr>
      <dsp:spPr>
        <a:xfrm>
          <a:off x="5717436" y="1721004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22324-B603-4718-8B91-1FBD35C31F2C}">
      <dsp:nvSpPr>
        <dsp:cNvPr id="0" name=""/>
        <dsp:cNvSpPr/>
      </dsp:nvSpPr>
      <dsp:spPr>
        <a:xfrm>
          <a:off x="4875727" y="1656447"/>
          <a:ext cx="129114" cy="129114"/>
        </a:xfrm>
        <a:prstGeom prst="ellipse">
          <a:avLst/>
        </a:prstGeom>
        <a:solidFill>
          <a:schemeClr val="accent2">
            <a:hueOff val="-8742991"/>
            <a:satOff val="-44443"/>
            <a:lumOff val="50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F9B9F-4DD4-4E1B-B91A-3BAAC55AA4DC}">
      <dsp:nvSpPr>
        <dsp:cNvPr id="0" name=""/>
        <dsp:cNvSpPr/>
      </dsp:nvSpPr>
      <dsp:spPr>
        <a:xfrm>
          <a:off x="5665294" y="1656447"/>
          <a:ext cx="129114" cy="129114"/>
        </a:xfrm>
        <a:prstGeom prst="ellipse">
          <a:avLst/>
        </a:prstGeom>
        <a:solidFill>
          <a:schemeClr val="accent2">
            <a:hueOff val="-10200157"/>
            <a:satOff val="-51850"/>
            <a:lumOff val="585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C2C4C-1358-4CA6-9113-BCAAA1A7C9A6}">
      <dsp:nvSpPr>
        <dsp:cNvPr id="0" name=""/>
        <dsp:cNvSpPr/>
      </dsp:nvSpPr>
      <dsp:spPr>
        <a:xfrm>
          <a:off x="6718055" y="784778"/>
          <a:ext cx="1181859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10</a:t>
          </a:r>
          <a:r>
            <a:rPr lang="en-MY" sz="1100" kern="1200" baseline="30000" dirty="0">
              <a:latin typeface="Raleway" pitchFamily="2" charset="0"/>
            </a:rPr>
            <a:t>th</a:t>
          </a:r>
          <a:r>
            <a:rPr lang="en-MY" sz="1100" kern="1200" dirty="0">
              <a:latin typeface="Raleway" pitchFamily="2" charset="0"/>
            </a:rPr>
            <a:t> </a:t>
          </a:r>
          <a:r>
            <a:rPr lang="en-MY" sz="1100" kern="1200">
              <a:latin typeface="Raleway" pitchFamily="2" charset="0"/>
            </a:rPr>
            <a:t>July 2026</a:t>
          </a:r>
          <a:endParaRPr lang="en-MY" sz="1100" kern="1200" dirty="0">
            <a:latin typeface="Raleway" pitchFamily="2" charset="0"/>
          </a:endParaRPr>
        </a:p>
      </dsp:txBody>
      <dsp:txXfrm>
        <a:off x="6718055" y="784778"/>
        <a:ext cx="1181859" cy="798546"/>
      </dsp:txXfrm>
    </dsp:sp>
    <dsp:sp modelId="{6D088F84-E5BF-44E2-A058-0C141FD875E6}">
      <dsp:nvSpPr>
        <dsp:cNvPr id="0" name=""/>
        <dsp:cNvSpPr/>
      </dsp:nvSpPr>
      <dsp:spPr>
        <a:xfrm>
          <a:off x="6718055" y="371736"/>
          <a:ext cx="1181859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P1 Presentation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100" kern="1200" dirty="0">
            <a:latin typeface="Raleway" pitchFamily="2" charset="0"/>
          </a:endParaRPr>
        </a:p>
      </dsp:txBody>
      <dsp:txXfrm>
        <a:off x="6718055" y="371736"/>
        <a:ext cx="1181859" cy="413041"/>
      </dsp:txXfrm>
    </dsp:sp>
    <dsp:sp modelId="{66359042-75E2-4883-A844-AEAC1A93662B}">
      <dsp:nvSpPr>
        <dsp:cNvPr id="0" name=""/>
        <dsp:cNvSpPr/>
      </dsp:nvSpPr>
      <dsp:spPr>
        <a:xfrm>
          <a:off x="6507003" y="344200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A8980-22AA-4D83-A3E0-F06CE6D92F7F}">
      <dsp:nvSpPr>
        <dsp:cNvPr id="0" name=""/>
        <dsp:cNvSpPr/>
      </dsp:nvSpPr>
      <dsp:spPr>
        <a:xfrm>
          <a:off x="7507622" y="2423174"/>
          <a:ext cx="1181859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>
              <a:latin typeface="Raleway" pitchFamily="2" charset="0"/>
            </a:rPr>
            <a:t>1</a:t>
          </a:r>
          <a:r>
            <a:rPr lang="en-MY" sz="1100" kern="1200" baseline="30000" dirty="0">
              <a:latin typeface="Raleway" pitchFamily="2" charset="0"/>
            </a:rPr>
            <a:t>st</a:t>
          </a:r>
          <a:r>
            <a:rPr lang="en-MY" sz="1100" kern="1200" dirty="0">
              <a:latin typeface="Raleway" pitchFamily="2" charset="0"/>
            </a:rPr>
            <a:t> Sept 2026</a:t>
          </a:r>
        </a:p>
      </dsp:txBody>
      <dsp:txXfrm>
        <a:off x="7507622" y="2423174"/>
        <a:ext cx="1181859" cy="647097"/>
      </dsp:txXfrm>
    </dsp:sp>
    <dsp:sp modelId="{D58751B2-2C9C-4838-84C8-DE68348D8B9D}">
      <dsp:nvSpPr>
        <dsp:cNvPr id="0" name=""/>
        <dsp:cNvSpPr/>
      </dsp:nvSpPr>
      <dsp:spPr>
        <a:xfrm>
          <a:off x="7507622" y="1996365"/>
          <a:ext cx="1181859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100" kern="1200" dirty="0">
              <a:latin typeface="Raleway" pitchFamily="2" charset="0"/>
            </a:rPr>
            <a:t>P2 Presentation</a:t>
          </a:r>
        </a:p>
      </dsp:txBody>
      <dsp:txXfrm>
        <a:off x="7507622" y="1996365"/>
        <a:ext cx="1181859" cy="426809"/>
      </dsp:txXfrm>
    </dsp:sp>
    <dsp:sp modelId="{A84B1425-B8ED-4A35-A819-614BBCE85668}">
      <dsp:nvSpPr>
        <dsp:cNvPr id="0" name=""/>
        <dsp:cNvSpPr/>
      </dsp:nvSpPr>
      <dsp:spPr>
        <a:xfrm>
          <a:off x="7296570" y="1721004"/>
          <a:ext cx="24829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71422-3A93-4F85-9A8D-A836D8BFFAA1}">
      <dsp:nvSpPr>
        <dsp:cNvPr id="0" name=""/>
        <dsp:cNvSpPr/>
      </dsp:nvSpPr>
      <dsp:spPr>
        <a:xfrm>
          <a:off x="6454861" y="1656447"/>
          <a:ext cx="129114" cy="129114"/>
        </a:xfrm>
        <a:prstGeom prst="ellipse">
          <a:avLst/>
        </a:prstGeom>
        <a:solidFill>
          <a:schemeClr val="accent2">
            <a:hueOff val="-11657322"/>
            <a:satOff val="-59257"/>
            <a:lumOff val="669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0F39C-EC91-4768-A082-E6A26218F30D}">
      <dsp:nvSpPr>
        <dsp:cNvPr id="0" name=""/>
        <dsp:cNvSpPr/>
      </dsp:nvSpPr>
      <dsp:spPr>
        <a:xfrm>
          <a:off x="7244428" y="1656447"/>
          <a:ext cx="129114" cy="129114"/>
        </a:xfrm>
        <a:prstGeom prst="ellipse">
          <a:avLst/>
        </a:prstGeom>
        <a:solidFill>
          <a:schemeClr val="accent2">
            <a:hueOff val="-13114487"/>
            <a:satOff val="-66664"/>
            <a:lumOff val="75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f8b4c1d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0f8b4c1d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3BC48AEB-4772-6CAF-F2AB-16B954C2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8A5D5659-9218-180D-739C-ACB007F48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7F6E20D8-4607-CC42-494B-91FF0EB07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6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4C8DE92F-5D8F-A696-769D-D67829D5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3E7EB009-FEAF-6CAA-396C-9C5D52C60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E6FF78B4-62A3-6607-2AF9-9B85C812A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5298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21436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6D2F2C33-3EBA-31F1-C7AB-C9DA33D2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CD4C0A2F-D854-8E7C-F70B-278314D5A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5A4836E2-6CE8-B603-5400-C9A075DD8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617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D9771C7B-8940-58B6-7C4E-D0486E10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B0C194EF-0882-23BC-DCF5-D726BE03E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2A5E6C68-97BB-360F-30AE-7B869B5FA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262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8F07093E-0090-F8EE-18FD-37EE62AE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E302AA8C-DB9C-B630-7546-C6207E479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B48C1166-FBBF-AF8C-032F-1945D2FB9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7534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E8F27147-C2C9-5C1B-A4A4-F75F3EF8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1640DA96-714D-ECF5-9A4C-7D69692BA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AAE5F498-251F-B52E-B0EA-A344814A5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790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FB754867-1E3B-99C1-4A3C-27424526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061EC19B-6AAB-F641-2156-5722156CA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07A0D695-8376-4701-FDE9-2E2EA1DE0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041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3B0E4A0A-8661-7335-353C-737A6F9F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DBECD360-12B9-7C67-A725-F4DB7A69B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86A12A9A-CB71-31BB-CFF8-D28CF314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979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D1662B5F-C01B-08D6-2A41-A93676E5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F8D98537-99C5-C9C3-FD45-365A0A1D3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736625E7-77C9-8E45-BF66-73F716C2D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28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4569CB64-68EC-5A10-A0C9-BED2A4AE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84d99d1a72_0_242:notes">
            <a:extLst>
              <a:ext uri="{FF2B5EF4-FFF2-40B4-BE49-F238E27FC236}">
                <a16:creationId xmlns:a16="http://schemas.microsoft.com/office/drawing/2014/main" id="{E0264E4A-95E4-3992-4E98-D5936838B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84d99d1a72_0_242:notes">
            <a:extLst>
              <a:ext uri="{FF2B5EF4-FFF2-40B4-BE49-F238E27FC236}">
                <a16:creationId xmlns:a16="http://schemas.microsoft.com/office/drawing/2014/main" id="{115292E3-FECF-5B3F-9393-6061FAE03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330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2B1F-D9A9-CA9A-01A1-01130ADD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B066-EF3D-E5BF-E22B-5BB2167AC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7A21A-C68F-E053-650E-886B9806B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28538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58699494-A352-BCBC-6EF5-1C08817D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23DA8322-FADA-52E5-556F-0252E6760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1B1756F8-3AEE-5BE2-F9CF-C9D9A9729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640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11B921A0-7C06-A93C-8D15-28FAD534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DE1A1A8D-D83A-4D8B-9F55-FA324A8A9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B767AE09-445B-12BA-B589-7F357931B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220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598A54C8-62C1-EF6B-3A01-3AEC3820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5CBE11DF-CCB9-6C68-B301-B98B59A34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02A18DBE-CFB9-CE9C-8729-D4AB0E4DD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0467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4765161D-043F-7004-C835-21420B89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1D2BDC30-4EE6-F75D-E517-DD127F72C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DBC4886B-8F3F-5967-E401-84832DFC3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3737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18E2E1E1-96B5-D3DC-EA4D-60E3436B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741D6688-E3AA-26EF-9A5B-5F15E7F83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D31FDCA7-A1A1-9FED-F61B-7C62AA0BE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634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88B24A63-2C01-3634-4D1A-91F041D6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54270137-1C93-3074-A00A-30601A7D7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3E567923-2C2F-BA57-5196-29BD798D8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445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4B7C872D-9A57-F4F0-0F79-180C0E90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1095C892-99E9-46C5-E1FC-B3BBEEE90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49AE30AF-3D78-E8CE-71D2-4BE3D5CFA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6135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262A839F-FB85-46B2-DE6D-DBA5D93C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B3844F5A-8430-6A90-9C8D-15D2C279C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A6705D3F-03FD-688F-B20B-6093D67C1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44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41130B79-D005-C768-DBF0-C2457D5D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C19D9741-BBD9-AD9B-9E77-BD2AC76BE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5C124EDE-ED03-B8EC-AD57-A2D07729C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41218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8C0D8833-7395-C1FB-0E88-515B13A8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6B6FF4DF-A225-9A5C-472E-05AE7B6A7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4C463CE3-E52A-CD2F-49A7-87B15A4D2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8203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1701785E-F885-FABA-D12B-C0145B295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843FB5D7-CAD8-01AE-1698-C377A9605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E4563C58-E449-156C-BB60-65BEC2B65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80022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9B1BA38D-D991-EB81-B022-EC94C630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4E8D2DC9-F73C-7AFD-8618-232285807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72F15310-1E55-653C-91D6-381CCC996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68854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4B553C77-CB42-6522-30A9-A23117C3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88E2A5EB-AB5F-B23E-B8CB-8BCBB3605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C2103D32-2B58-230D-6387-18D2A67AC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424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5447DAE7-3118-DD9D-E5D9-E843A6A2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41D04A7F-1C0C-70F5-5BB9-C3CD67B62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BB966DDF-8697-42E0-2EB6-76BFE9101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2966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DFD7E24B-9D18-F3EC-E874-8EF830E9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>
            <a:extLst>
              <a:ext uri="{FF2B5EF4-FFF2-40B4-BE49-F238E27FC236}">
                <a16:creationId xmlns:a16="http://schemas.microsoft.com/office/drawing/2014/main" id="{450F4FCA-ED21-890E-C80B-715B2ED6F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>
            <a:extLst>
              <a:ext uri="{FF2B5EF4-FFF2-40B4-BE49-F238E27FC236}">
                <a16:creationId xmlns:a16="http://schemas.microsoft.com/office/drawing/2014/main" id="{3DCA51A6-D0B3-77E8-6BAB-F30CC8AA3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9459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287668DE-EA5E-F4F9-90CA-4A52E4DB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62360D1D-D4E2-CEAD-C13A-3B84D7ECD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FA00AFBE-4798-7640-C73A-CFB8DCD0A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3765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28AC61CA-F97E-2723-8034-A925D3B6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>
            <a:extLst>
              <a:ext uri="{FF2B5EF4-FFF2-40B4-BE49-F238E27FC236}">
                <a16:creationId xmlns:a16="http://schemas.microsoft.com/office/drawing/2014/main" id="{AC697429-4469-3F22-EFBE-D92C5BF6A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>
            <a:extLst>
              <a:ext uri="{FF2B5EF4-FFF2-40B4-BE49-F238E27FC236}">
                <a16:creationId xmlns:a16="http://schemas.microsoft.com/office/drawing/2014/main" id="{904D3282-C538-3E3B-4D87-33C717A9D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2473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5462DBF7-DBF1-B2E8-27A4-AD4744C6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FEEF120E-811F-6416-A554-E9D9F433B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3D3E1219-C5AD-A6E2-4D92-1C7E2FB3C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274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E060B5AC-5CEA-BE83-9053-EF2A8D9D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>
            <a:extLst>
              <a:ext uri="{FF2B5EF4-FFF2-40B4-BE49-F238E27FC236}">
                <a16:creationId xmlns:a16="http://schemas.microsoft.com/office/drawing/2014/main" id="{1FFD3720-2F72-0693-DA46-C49F7388F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>
            <a:extLst>
              <a:ext uri="{FF2B5EF4-FFF2-40B4-BE49-F238E27FC236}">
                <a16:creationId xmlns:a16="http://schemas.microsoft.com/office/drawing/2014/main" id="{88AF7994-AB4A-A358-F157-F643313FA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8487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19C48A3B-AC6D-B2D0-1BB1-30852520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ACD05520-D5C5-B4F4-138F-8D2AD9BBB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FD95CD97-05DF-2388-A854-3316336E4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7753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1D21D63-DE6D-1C92-2F23-A9CFA06D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>
            <a:extLst>
              <a:ext uri="{FF2B5EF4-FFF2-40B4-BE49-F238E27FC236}">
                <a16:creationId xmlns:a16="http://schemas.microsoft.com/office/drawing/2014/main" id="{72935475-622A-53E6-3F07-225183C5A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>
            <a:extLst>
              <a:ext uri="{FF2B5EF4-FFF2-40B4-BE49-F238E27FC236}">
                <a16:creationId xmlns:a16="http://schemas.microsoft.com/office/drawing/2014/main" id="{79E9F499-3BB7-D1EF-FEDF-BDD9450CA2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7182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4857900" y="0"/>
            <a:ext cx="4286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40300"/>
            <a:ext cx="4110900" cy="29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72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4116625"/>
            <a:ext cx="4110900" cy="4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63025" y="2438650"/>
            <a:ext cx="4514400" cy="102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0" y="0"/>
            <a:ext cx="30144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763025" y="3461650"/>
            <a:ext cx="4514400" cy="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6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6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13225" y="475200"/>
            <a:ext cx="49038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713225" y="1878463"/>
            <a:ext cx="49038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ExtraBold"/>
              <a:buAutoNum type="arabicPeriod"/>
              <a:defRPr sz="14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6036950" y="0"/>
            <a:ext cx="3107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cxnSp>
        <p:nvCxnSpPr>
          <p:cNvPr id="38" name="Google Shape;38;p7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39;p7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6214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2" name="Google Shape;42;p8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8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13225" y="1189100"/>
            <a:ext cx="62952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713250" y="3442475"/>
            <a:ext cx="6295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48" name="Google Shape;48;p9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-7700" y="-11550"/>
            <a:ext cx="9157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720000" y="2743200"/>
            <a:ext cx="3885900" cy="1506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0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10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025075" y="1427875"/>
            <a:ext cx="5405700" cy="161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3025075" y="3218500"/>
            <a:ext cx="54057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11"/>
          <p:cNvSpPr>
            <a:spLocks noGrp="1"/>
          </p:cNvSpPr>
          <p:nvPr>
            <p:ph type="pic" idx="2"/>
          </p:nvPr>
        </p:nvSpPr>
        <p:spPr>
          <a:xfrm>
            <a:off x="1825" y="0"/>
            <a:ext cx="2727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cxnSp>
        <p:nvCxnSpPr>
          <p:cNvPr id="58" name="Google Shape;58;p11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79163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3340335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2099553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960726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2719944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031175" y="1504513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7"/>
          </p:nvPr>
        </p:nvSpPr>
        <p:spPr>
          <a:xfrm>
            <a:off x="2031175" y="2124901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2031175" y="2745289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2031175" y="3365677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2031175" y="3986065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4317875" y="1508063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5"/>
          </p:nvPr>
        </p:nvSpPr>
        <p:spPr>
          <a:xfrm>
            <a:off x="4317875" y="2128451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6"/>
          </p:nvPr>
        </p:nvSpPr>
        <p:spPr>
          <a:xfrm>
            <a:off x="4317875" y="2748839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7"/>
          </p:nvPr>
        </p:nvSpPr>
        <p:spPr>
          <a:xfrm>
            <a:off x="4317875" y="3369227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8"/>
          </p:nvPr>
        </p:nvSpPr>
        <p:spPr>
          <a:xfrm>
            <a:off x="4317875" y="3989615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77" name="Google Shape;77;p1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3"/>
          <p:cNvCxnSpPr/>
          <p:nvPr/>
        </p:nvCxnSpPr>
        <p:spPr>
          <a:xfrm>
            <a:off x="1825" y="36766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412100" cy="10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713225" y="1904250"/>
            <a:ext cx="4412100" cy="24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ExtraBold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86" name="Google Shape;86;p15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1"/>
          </p:nvPr>
        </p:nvSpPr>
        <p:spPr>
          <a:xfrm>
            <a:off x="720000" y="14925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2"/>
          </p:nvPr>
        </p:nvSpPr>
        <p:spPr>
          <a:xfrm>
            <a:off x="4669100" y="14925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3"/>
          </p:nvPr>
        </p:nvSpPr>
        <p:spPr>
          <a:xfrm>
            <a:off x="720000" y="3217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4"/>
          </p:nvPr>
        </p:nvSpPr>
        <p:spPr>
          <a:xfrm>
            <a:off x="4676000" y="3217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5"/>
          </p:nvPr>
        </p:nvSpPr>
        <p:spPr>
          <a:xfrm>
            <a:off x="1108500" y="11214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6"/>
          </p:nvPr>
        </p:nvSpPr>
        <p:spPr>
          <a:xfrm>
            <a:off x="1108500" y="28461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7"/>
          </p:nvPr>
        </p:nvSpPr>
        <p:spPr>
          <a:xfrm>
            <a:off x="5057550" y="11214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8"/>
          </p:nvPr>
        </p:nvSpPr>
        <p:spPr>
          <a:xfrm>
            <a:off x="5057525" y="28461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24" name="Google Shape;124;p20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20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720000" y="1475475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2"/>
          </p:nvPr>
        </p:nvSpPr>
        <p:spPr>
          <a:xfrm>
            <a:off x="720000" y="26488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3"/>
          </p:nvPr>
        </p:nvSpPr>
        <p:spPr>
          <a:xfrm>
            <a:off x="4806475" y="1475475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4"/>
          </p:nvPr>
        </p:nvSpPr>
        <p:spPr>
          <a:xfrm>
            <a:off x="4806475" y="26488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5"/>
          </p:nvPr>
        </p:nvSpPr>
        <p:spPr>
          <a:xfrm>
            <a:off x="720000" y="38383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6"/>
          </p:nvPr>
        </p:nvSpPr>
        <p:spPr>
          <a:xfrm>
            <a:off x="4806475" y="38383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7"/>
          </p:nvPr>
        </p:nvSpPr>
        <p:spPr>
          <a:xfrm>
            <a:off x="1163600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8"/>
          </p:nvPr>
        </p:nvSpPr>
        <p:spPr>
          <a:xfrm>
            <a:off x="1167725" y="24044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9"/>
          </p:nvPr>
        </p:nvSpPr>
        <p:spPr>
          <a:xfrm>
            <a:off x="1169450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3"/>
          </p:nvPr>
        </p:nvSpPr>
        <p:spPr>
          <a:xfrm>
            <a:off x="5251975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4"/>
          </p:nvPr>
        </p:nvSpPr>
        <p:spPr>
          <a:xfrm>
            <a:off x="5251978" y="23832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15"/>
          </p:nvPr>
        </p:nvSpPr>
        <p:spPr>
          <a:xfrm>
            <a:off x="5251975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40" name="Google Shape;140;p21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>
            <a:spLocks noGrp="1"/>
          </p:cNvSpPr>
          <p:nvPr>
            <p:ph type="pic" idx="2"/>
          </p:nvPr>
        </p:nvSpPr>
        <p:spPr>
          <a:xfrm>
            <a:off x="7605374" y="-75"/>
            <a:ext cx="1538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 hasCustomPrompt="1"/>
          </p:nvPr>
        </p:nvSpPr>
        <p:spPr>
          <a:xfrm>
            <a:off x="713225" y="21517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4469050" y="2352063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10831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4"/>
          </p:nvPr>
        </p:nvSpPr>
        <p:spPr>
          <a:xfrm>
            <a:off x="4469050" y="1283500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2203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6"/>
          </p:nvPr>
        </p:nvSpPr>
        <p:spPr>
          <a:xfrm>
            <a:off x="4469050" y="3420650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cxnSp>
        <p:nvCxnSpPr>
          <p:cNvPr id="150" name="Google Shape;150;p22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2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13368" y="923775"/>
            <a:ext cx="45549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713225" y="2171200"/>
            <a:ext cx="4554900" cy="11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713375" y="3363400"/>
            <a:ext cx="4554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6" name="Google Shape;156;p2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3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58" name="Google Shape;158;p23"/>
          <p:cNvSpPr>
            <a:spLocks noGrp="1"/>
          </p:cNvSpPr>
          <p:nvPr>
            <p:ph type="pic" idx="2"/>
          </p:nvPr>
        </p:nvSpPr>
        <p:spPr>
          <a:xfrm>
            <a:off x="6798600" y="0"/>
            <a:ext cx="23454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-6600" y="16501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-6600" y="3559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5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5"/>
          <p:cNvCxnSpPr/>
          <p:nvPr/>
        </p:nvCxnSpPr>
        <p:spPr>
          <a:xfrm>
            <a:off x="-6600" y="500198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5"/>
          <p:cNvCxnSpPr/>
          <p:nvPr/>
        </p:nvCxnSpPr>
        <p:spPr>
          <a:xfrm>
            <a:off x="-6600" y="471131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681" r="36942"/>
          <a:stretch/>
        </p:blipFill>
        <p:spPr>
          <a:xfrm>
            <a:off x="4857900" y="0"/>
            <a:ext cx="4286100" cy="5143499"/>
          </a:xfrm>
          <a:prstGeom prst="rect">
            <a:avLst/>
          </a:prstGeom>
        </p:spPr>
      </p:pic>
      <p:sp>
        <p:nvSpPr>
          <p:cNvPr id="178" name="Google Shape;178;p29"/>
          <p:cNvSpPr/>
          <p:nvPr/>
        </p:nvSpPr>
        <p:spPr>
          <a:xfrm>
            <a:off x="4620150" y="0"/>
            <a:ext cx="20586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3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ctrTitle"/>
          </p:nvPr>
        </p:nvSpPr>
        <p:spPr>
          <a:xfrm>
            <a:off x="168606" y="127591"/>
            <a:ext cx="6510144" cy="1835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dirty="0"/>
              <a:t>P1 – Mitigating Public Transit Unreliability in Malaysia through Deep Learning Analytics and Ridership Forecasting</a:t>
            </a:r>
            <a:endParaRPr sz="1200" dirty="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1"/>
          </p:nvPr>
        </p:nvSpPr>
        <p:spPr>
          <a:xfrm>
            <a:off x="168606" y="3722912"/>
            <a:ext cx="5075219" cy="888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b="1" dirty="0"/>
              <a:t>Student:</a:t>
            </a:r>
            <a:r>
              <a:rPr lang="en-US" dirty="0"/>
              <a:t> Yip Zi Xian (24202141)</a:t>
            </a:r>
          </a:p>
          <a:p>
            <a:pPr marL="0" indent="0">
              <a:lnSpc>
                <a:spcPct val="150000"/>
              </a:lnSpc>
            </a:pPr>
            <a:r>
              <a:rPr lang="en-MY" b="1" dirty="0"/>
              <a:t>Supervisor: </a:t>
            </a:r>
            <a:r>
              <a:rPr lang="en-MY" dirty="0"/>
              <a:t>Prof. Ts. Dr. Rafidah binti Md Noor</a:t>
            </a:r>
            <a:endParaRPr lang="en-MY" b="1" dirty="0"/>
          </a:p>
        </p:txBody>
      </p:sp>
      <p:cxnSp>
        <p:nvCxnSpPr>
          <p:cNvPr id="181" name="Google Shape;181;p29"/>
          <p:cNvCxnSpPr/>
          <p:nvPr/>
        </p:nvCxnSpPr>
        <p:spPr>
          <a:xfrm>
            <a:off x="1825" y="3620099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9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C10F56-2467-2B1E-D8A5-3CE69A4C23E9}"/>
              </a:ext>
            </a:extLst>
          </p:cNvPr>
          <p:cNvSpPr txBox="1"/>
          <p:nvPr/>
        </p:nvSpPr>
        <p:spPr>
          <a:xfrm>
            <a:off x="168606" y="1962692"/>
            <a:ext cx="459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0B205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Master of Artificial Intelligence</a:t>
            </a:r>
            <a:endParaRPr lang="en-MY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6DAA6-4F25-1816-7079-E30F9C8A0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30" y="2434836"/>
            <a:ext cx="1018238" cy="1018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0D0153-C143-8F7A-964F-7BF278F4D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872" y="2214179"/>
            <a:ext cx="3320979" cy="1341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0" y="533419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the Session</a:t>
            </a:r>
            <a:endParaRPr dirty="0"/>
          </a:p>
        </p:txBody>
      </p:sp>
      <p:sp>
        <p:nvSpPr>
          <p:cNvPr id="198" name="Google Shape;198;p31"/>
          <p:cNvSpPr txBox="1">
            <a:spLocks noGrp="1"/>
          </p:cNvSpPr>
          <p:nvPr>
            <p:ph type="title" idx="2"/>
          </p:nvPr>
        </p:nvSpPr>
        <p:spPr>
          <a:xfrm>
            <a:off x="513518" y="1274218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title" idx="4"/>
          </p:nvPr>
        </p:nvSpPr>
        <p:spPr>
          <a:xfrm>
            <a:off x="513518" y="1894608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title" idx="6"/>
          </p:nvPr>
        </p:nvSpPr>
        <p:spPr>
          <a:xfrm>
            <a:off x="513518" y="2514999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3" name="Google Shape;203;p31"/>
          <p:cNvSpPr txBox="1">
            <a:spLocks noGrp="1"/>
          </p:cNvSpPr>
          <p:nvPr>
            <p:ph type="subTitle" idx="1"/>
          </p:nvPr>
        </p:nvSpPr>
        <p:spPr>
          <a:xfrm>
            <a:off x="1214645" y="1299568"/>
            <a:ext cx="2540825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Literature Review</a:t>
            </a:r>
            <a:endParaRPr dirty="0"/>
          </a:p>
        </p:txBody>
      </p:sp>
      <p:sp>
        <p:nvSpPr>
          <p:cNvPr id="204" name="Google Shape;204;p31"/>
          <p:cNvSpPr txBox="1">
            <a:spLocks noGrp="1"/>
          </p:cNvSpPr>
          <p:nvPr>
            <p:ph type="subTitle" idx="7"/>
          </p:nvPr>
        </p:nvSpPr>
        <p:spPr>
          <a:xfrm>
            <a:off x="1214646" y="1919956"/>
            <a:ext cx="3159252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Gapping the Problem</a:t>
            </a:r>
            <a:endParaRPr dirty="0"/>
          </a:p>
        </p:txBody>
      </p:sp>
      <p:sp>
        <p:nvSpPr>
          <p:cNvPr id="205" name="Google Shape;205;p31"/>
          <p:cNvSpPr txBox="1">
            <a:spLocks noGrp="1"/>
          </p:cNvSpPr>
          <p:nvPr>
            <p:ph type="subTitle" idx="8"/>
          </p:nvPr>
        </p:nvSpPr>
        <p:spPr>
          <a:xfrm>
            <a:off x="1214645" y="2540344"/>
            <a:ext cx="413321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 &amp; Objectives</a:t>
            </a:r>
            <a:endParaRPr dirty="0"/>
          </a:p>
        </p:txBody>
      </p:sp>
      <p:sp>
        <p:nvSpPr>
          <p:cNvPr id="13" name="Google Shape;199;p31">
            <a:extLst>
              <a:ext uri="{FF2B5EF4-FFF2-40B4-BE49-F238E27FC236}">
                <a16:creationId xmlns:a16="http://schemas.microsoft.com/office/drawing/2014/main" id="{5C3B896C-0E9A-363F-D4D5-9B2A1F87BC23}"/>
              </a:ext>
            </a:extLst>
          </p:cNvPr>
          <p:cNvSpPr txBox="1">
            <a:spLocks/>
          </p:cNvSpPr>
          <p:nvPr/>
        </p:nvSpPr>
        <p:spPr>
          <a:xfrm>
            <a:off x="5493328" y="1919956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5" name="Google Shape;201;p31">
            <a:extLst>
              <a:ext uri="{FF2B5EF4-FFF2-40B4-BE49-F238E27FC236}">
                <a16:creationId xmlns:a16="http://schemas.microsoft.com/office/drawing/2014/main" id="{C8EAD50A-A72B-B2D3-31E0-DBAAA0506561}"/>
              </a:ext>
            </a:extLst>
          </p:cNvPr>
          <p:cNvSpPr txBox="1">
            <a:spLocks/>
          </p:cNvSpPr>
          <p:nvPr/>
        </p:nvSpPr>
        <p:spPr>
          <a:xfrm>
            <a:off x="5493328" y="2540347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20" name="Google Shape;206;p31">
            <a:extLst>
              <a:ext uri="{FF2B5EF4-FFF2-40B4-BE49-F238E27FC236}">
                <a16:creationId xmlns:a16="http://schemas.microsoft.com/office/drawing/2014/main" id="{28D1C059-9CF8-0CC8-8979-AADE9F492518}"/>
              </a:ext>
            </a:extLst>
          </p:cNvPr>
          <p:cNvSpPr txBox="1">
            <a:spLocks/>
          </p:cNvSpPr>
          <p:nvPr/>
        </p:nvSpPr>
        <p:spPr>
          <a:xfrm>
            <a:off x="6194455" y="1945298"/>
            <a:ext cx="19224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How I Execute</a:t>
            </a:r>
          </a:p>
        </p:txBody>
      </p:sp>
      <p:sp>
        <p:nvSpPr>
          <p:cNvPr id="21" name="Google Shape;207;p31">
            <a:extLst>
              <a:ext uri="{FF2B5EF4-FFF2-40B4-BE49-F238E27FC236}">
                <a16:creationId xmlns:a16="http://schemas.microsoft.com/office/drawing/2014/main" id="{837C0307-D699-9836-0643-FD780FC95974}"/>
              </a:ext>
            </a:extLst>
          </p:cNvPr>
          <p:cNvSpPr txBox="1">
            <a:spLocks/>
          </p:cNvSpPr>
          <p:nvPr/>
        </p:nvSpPr>
        <p:spPr>
          <a:xfrm>
            <a:off x="6194455" y="2565686"/>
            <a:ext cx="233454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What I Contribute</a:t>
            </a:r>
          </a:p>
        </p:txBody>
      </p:sp>
      <p:sp>
        <p:nvSpPr>
          <p:cNvPr id="3" name="Google Shape;202;p31">
            <a:extLst>
              <a:ext uri="{FF2B5EF4-FFF2-40B4-BE49-F238E27FC236}">
                <a16:creationId xmlns:a16="http://schemas.microsoft.com/office/drawing/2014/main" id="{478AEE12-5E33-9DD8-666B-B1FB0E8D6323}"/>
              </a:ext>
            </a:extLst>
          </p:cNvPr>
          <p:cNvSpPr txBox="1">
            <a:spLocks/>
          </p:cNvSpPr>
          <p:nvPr/>
        </p:nvSpPr>
        <p:spPr>
          <a:xfrm>
            <a:off x="513519" y="3129555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5" name="Google Shape;205;p31">
            <a:extLst>
              <a:ext uri="{FF2B5EF4-FFF2-40B4-BE49-F238E27FC236}">
                <a16:creationId xmlns:a16="http://schemas.microsoft.com/office/drawing/2014/main" id="{104C3206-7C38-D7E3-4278-E683EF47F78C}"/>
              </a:ext>
            </a:extLst>
          </p:cNvPr>
          <p:cNvSpPr txBox="1">
            <a:spLocks/>
          </p:cNvSpPr>
          <p:nvPr/>
        </p:nvSpPr>
        <p:spPr>
          <a:xfrm>
            <a:off x="1214645" y="3154900"/>
            <a:ext cx="2345973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Research Scope</a:t>
            </a:r>
          </a:p>
        </p:txBody>
      </p:sp>
      <p:sp>
        <p:nvSpPr>
          <p:cNvPr id="7" name="Google Shape;201;p31">
            <a:extLst>
              <a:ext uri="{FF2B5EF4-FFF2-40B4-BE49-F238E27FC236}">
                <a16:creationId xmlns:a16="http://schemas.microsoft.com/office/drawing/2014/main" id="{CF7FD413-6C44-2A1E-708B-B25D52ABDCC0}"/>
              </a:ext>
            </a:extLst>
          </p:cNvPr>
          <p:cNvSpPr txBox="1">
            <a:spLocks/>
          </p:cNvSpPr>
          <p:nvPr/>
        </p:nvSpPr>
        <p:spPr>
          <a:xfrm>
            <a:off x="5493328" y="3135377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9" name="Google Shape;207;p31">
            <a:extLst>
              <a:ext uri="{FF2B5EF4-FFF2-40B4-BE49-F238E27FC236}">
                <a16:creationId xmlns:a16="http://schemas.microsoft.com/office/drawing/2014/main" id="{622A5C03-0797-637B-3EA9-3C040103DCEE}"/>
              </a:ext>
            </a:extLst>
          </p:cNvPr>
          <p:cNvSpPr txBox="1">
            <a:spLocks/>
          </p:cNvSpPr>
          <p:nvPr/>
        </p:nvSpPr>
        <p:spPr>
          <a:xfrm>
            <a:off x="6194454" y="3160716"/>
            <a:ext cx="2527845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Results &amp; Findings</a:t>
            </a:r>
          </a:p>
        </p:txBody>
      </p:sp>
      <p:sp>
        <p:nvSpPr>
          <p:cNvPr id="11" name="Google Shape;201;p31">
            <a:extLst>
              <a:ext uri="{FF2B5EF4-FFF2-40B4-BE49-F238E27FC236}">
                <a16:creationId xmlns:a16="http://schemas.microsoft.com/office/drawing/2014/main" id="{E0CFE0B8-0AE0-1F9C-1FDC-9EB6576CCB05}"/>
              </a:ext>
            </a:extLst>
          </p:cNvPr>
          <p:cNvSpPr txBox="1">
            <a:spLocks/>
          </p:cNvSpPr>
          <p:nvPr/>
        </p:nvSpPr>
        <p:spPr>
          <a:xfrm>
            <a:off x="5493328" y="3730407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14" name="Google Shape;207;p31">
            <a:extLst>
              <a:ext uri="{FF2B5EF4-FFF2-40B4-BE49-F238E27FC236}">
                <a16:creationId xmlns:a16="http://schemas.microsoft.com/office/drawing/2014/main" id="{3F658C5A-0132-8356-2308-4C8F9CE85183}"/>
              </a:ext>
            </a:extLst>
          </p:cNvPr>
          <p:cNvSpPr txBox="1">
            <a:spLocks/>
          </p:cNvSpPr>
          <p:nvPr/>
        </p:nvSpPr>
        <p:spPr>
          <a:xfrm>
            <a:off x="6194455" y="3755746"/>
            <a:ext cx="233454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Discussions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2385" r="23636"/>
          <a:stretch/>
        </p:blipFill>
        <p:spPr>
          <a:xfrm>
            <a:off x="6036950" y="0"/>
            <a:ext cx="3107050" cy="5143500"/>
          </a:xfrm>
          <a:prstGeom prst="rect">
            <a:avLst/>
          </a:prstGeom>
        </p:spPr>
      </p:pic>
      <p:sp>
        <p:nvSpPr>
          <p:cNvPr id="220" name="Google Shape;220;p32"/>
          <p:cNvSpPr/>
          <p:nvPr/>
        </p:nvSpPr>
        <p:spPr>
          <a:xfrm>
            <a:off x="5617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1" name="Google Shape;221;p32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177966" y="402349"/>
            <a:ext cx="4903800" cy="643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Research</a:t>
            </a:r>
            <a:r>
              <a:rPr lang="en" dirty="0"/>
              <a:t> Background</a:t>
            </a:r>
            <a:endParaRPr dirty="0"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177965" y="1497110"/>
            <a:ext cx="5843959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800" dirty="0"/>
              <a:t>Public transportation is </a:t>
            </a:r>
            <a:r>
              <a:rPr lang="en-US" sz="1800" b="1" dirty="0"/>
              <a:t>essential</a:t>
            </a:r>
            <a:r>
              <a:rPr lang="en-US" sz="1800" dirty="0"/>
              <a:t> for </a:t>
            </a:r>
            <a:r>
              <a:rPr lang="en-US" sz="1800" b="1" dirty="0"/>
              <a:t>urban mobility</a:t>
            </a:r>
            <a:r>
              <a:rPr lang="en-US" sz="1800" dirty="0"/>
              <a:t>, </a:t>
            </a:r>
            <a:r>
              <a:rPr lang="en-US" sz="1800" b="1" dirty="0"/>
              <a:t>economic growth, </a:t>
            </a:r>
            <a:r>
              <a:rPr lang="en-US" sz="1800" dirty="0"/>
              <a:t>and</a:t>
            </a:r>
            <a:r>
              <a:rPr lang="en-US" sz="1800" b="1" dirty="0"/>
              <a:t> environmental sustainability</a:t>
            </a:r>
            <a:r>
              <a:rPr lang="en-US" sz="1800" dirty="0"/>
              <a:t>.</a:t>
            </a:r>
          </a:p>
          <a:p>
            <a:pPr marL="0" lv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Rapid urbanization </a:t>
            </a:r>
            <a:r>
              <a:rPr lang="en-US" sz="1800" dirty="0"/>
              <a:t>in Malaysia </a:t>
            </a:r>
            <a:r>
              <a:rPr lang="en-US" sz="1800" b="1" dirty="0"/>
              <a:t>increases</a:t>
            </a:r>
            <a:r>
              <a:rPr lang="en-US" sz="1800" dirty="0"/>
              <a:t> </a:t>
            </a:r>
            <a:r>
              <a:rPr lang="en-US" sz="1800" b="1" dirty="0"/>
              <a:t>demand</a:t>
            </a:r>
            <a:r>
              <a:rPr lang="en-US" sz="1800" dirty="0"/>
              <a:t> for </a:t>
            </a:r>
            <a:r>
              <a:rPr lang="en-US" sz="1800" b="1" dirty="0"/>
              <a:t>efficient</a:t>
            </a:r>
            <a:r>
              <a:rPr lang="en-US" sz="1800" dirty="0"/>
              <a:t> public transit systems.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Reliable</a:t>
            </a:r>
            <a:r>
              <a:rPr lang="en-US" sz="1800" dirty="0"/>
              <a:t> public transit, such as </a:t>
            </a:r>
            <a:r>
              <a:rPr lang="en-US" sz="1800" b="1" dirty="0"/>
              <a:t>buses</a:t>
            </a:r>
            <a:r>
              <a:rPr lang="en-US" sz="1800" dirty="0"/>
              <a:t> and </a:t>
            </a:r>
            <a:r>
              <a:rPr lang="en-US" sz="1800" b="1" dirty="0"/>
              <a:t>rails</a:t>
            </a:r>
            <a:r>
              <a:rPr lang="en-US" sz="1800" dirty="0"/>
              <a:t>, improves </a:t>
            </a:r>
            <a:r>
              <a:rPr lang="en-US" sz="1800" b="1" dirty="0"/>
              <a:t>accessibility</a:t>
            </a:r>
            <a:r>
              <a:rPr lang="en-US" sz="1800" dirty="0"/>
              <a:t> and </a:t>
            </a:r>
            <a:r>
              <a:rPr lang="en-US" sz="1800" b="1" dirty="0"/>
              <a:t>quality of life</a:t>
            </a:r>
            <a:r>
              <a:rPr lang="en-US" sz="1800" dirty="0"/>
              <a:t> by being </a:t>
            </a:r>
            <a:r>
              <a:rPr lang="en-US" sz="1800" b="1" dirty="0"/>
              <a:t>punctual</a:t>
            </a:r>
            <a:r>
              <a:rPr lang="en-US" sz="1800" dirty="0"/>
              <a:t> and </a:t>
            </a:r>
            <a:r>
              <a:rPr lang="en-US" sz="1800" b="1" dirty="0"/>
              <a:t>efficient</a:t>
            </a:r>
            <a:r>
              <a:rPr lang="en-US" sz="1800" dirty="0"/>
              <a:t>.</a:t>
            </a:r>
          </a:p>
        </p:txBody>
      </p:sp>
      <p:cxnSp>
        <p:nvCxnSpPr>
          <p:cNvPr id="224" name="Google Shape;224;p32"/>
          <p:cNvCxnSpPr/>
          <p:nvPr/>
        </p:nvCxnSpPr>
        <p:spPr>
          <a:xfrm>
            <a:off x="1825" y="1175729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2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/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Literature Review</a:t>
            </a:r>
            <a:endParaRPr dirty="0"/>
          </a:p>
        </p:txBody>
      </p:sp>
      <p:sp>
        <p:nvSpPr>
          <p:cNvPr id="234" name="Google Shape;234;p33"/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37" name="Google Shape;237;p3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DD32-AD0A-7AA3-CD17-DE7532F9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4EB6188C-09A4-1AAE-49AC-058226BCFDAD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Public Transport Reliability &amp; Demand Dynamics</a:t>
            </a:r>
            <a:endParaRPr lang="en-MY" sz="2400" dirty="0"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4396C3-5827-87F5-BF12-9FCD3BCF1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530212"/>
              </p:ext>
            </p:extLst>
          </p:nvPr>
        </p:nvGraphicFramePr>
        <p:xfrm>
          <a:off x="241608" y="758284"/>
          <a:ext cx="8679366" cy="426074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706137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44965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393903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Ibrahim et al. (2022)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Investigate service quality factors influencing user satisfaction with LRT in Klang Valley.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Factor analysis, correlation, and Artificial Neural Network (ANN).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417 LRT riders in Klang Valley, Malaysia.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Uses ANN for non-linear modeling; local Malaysian context.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Focuses on satisfaction/perceptions, not operational ridership management.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Mee &amp; Subramaniam (2022)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Examine willingness to use public transport in KL and Manila.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Purposive sampling survey; PLS-SEM analysis.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209 respondents from KL and Manila.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Comparative city analysis; identifies key behavioral drivers.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Small sample size; focus on "willingness" rather than actual ridership data.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Rezapour &amp; Ferraro (2021)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Impact of rail delays and real-time info accuracy on passenger psychology.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Factor Analysis and SEM.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396 KTM rail passengers at Serdang station, Malaysia.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Links psychological impact to information systems; local KTM context.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Subjective measures; does not propose operational management strategies.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Ubaidillah &amp; Syafiq (2022)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Impact of bus service quality on satisfaction in a developing city.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SERVQUAL model; PLS-SEM analysis.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300 bus users in Kota Samarahan, Sarawak, Malaysia.</a:t>
                      </a:r>
                      <a:endParaRPr lang="fi-FI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Focuses on a developing city context with high car ownership.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Relies on self-reported data; no integration of actual ridership metrics.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94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A11A-8C32-803A-3DA6-C9F7F576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64421460-70F2-018C-D173-F46CBFE8693B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Transit Data Ecosystems &amp; Anomalies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A9C044-BF3F-01E0-7A7B-C1E9E3937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54447"/>
              </p:ext>
            </p:extLst>
          </p:nvPr>
        </p:nvGraphicFramePr>
        <p:xfrm>
          <a:off x="241608" y="758284"/>
          <a:ext cx="8679366" cy="426074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93542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Keller et al. (2022)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Potential of data science for sustainable public transport.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and expert interviews.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Global/Germany; Multi-source big data (AFC, APC, GPS).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Comprehensive taxonomy of data sources and use cases.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Generic framework; lacks specific application to the Malaysian context.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Liu et al.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of vehicle trajectory data processing and analytics.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of collection and processing methods.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(China, US, SE Asia); Taxi, bus, and truck trajectories.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Deep dive into trajectory collection and privacy-preserving methods.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no direct implementation for Malaysian transit.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Lu et al. (2020)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big data applications in urban transit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Literature review of 95 global cases.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multi-source transit data (AFC, AVL, APC, GTFS).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Synthesizes heterogeneous data sources and their management roles.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Does not provide an empirical model or Malaysian case study.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Tu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transit data sources and their complementarity.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Literature review; Information management framework.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AVL, AFC, APC, and exogenous data (weather).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Highlights the value of data fusion (e.g., weather + transit).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Conceptual; no direct implementation or Malaysian validation.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39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8487-F6CD-C19F-94F5-9BBDFE5E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A5E609C6-3300-3F89-CA69-0E099E0A2947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Evolution from Traditional to DL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EDF82-CEE4-DEFA-7066-5E7231F81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40189"/>
              </p:ext>
            </p:extLst>
          </p:nvPr>
        </p:nvGraphicFramePr>
        <p:xfrm>
          <a:off x="241608" y="758284"/>
          <a:ext cx="8679366" cy="421397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93542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Jiang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benchmark of deep learning for traffic prediction.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comparative experiments.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public traffic datasets (METR-LA, PEMS-BAY).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Comprehensive taxonomy and experimental benchmarking.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direct application to public transit ridership or Malaysia.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Sangeetha &amp; Kiros (2024)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GeoTemporal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LSTM for predictive modeling of urban mobility.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GT-LSTM combining Attention and LSTM.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NYC Taxi, GTFS, and OSM data.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Innovative fusion of spatial and temporal features with attention.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High complexity; tested only on NYC data; not Malaysian-specific.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Sobrie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et al. (2023)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Real-time train delay prediction using deep learning.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LSTM encoder-decoder with spatiotemporal features.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Belgian railway network; 3M+ signal passings/month.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Large-scale real-world operationalization; captures network complexity.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Belgium-specific; focus on delays rather than ridership volume.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Yin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Deep learning on traffic prediction: Methods and analysis.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taxonomy of deep learning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traffic datasets; Road network topology.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Thorough analysis of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spatio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-temporal dependency modeling.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lacks specific transit ridership management focus.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24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B231-A43F-5667-E61C-8E767B00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74F1FE66-CAD7-332D-E8F7-08ABF3843BFD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AI-Driven Operational Strategies &amp; Sustainability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AD7E1E-F6C9-44D1-268A-9CAA0388B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181791"/>
              </p:ext>
            </p:extLst>
          </p:nvPr>
        </p:nvGraphicFramePr>
        <p:xfrm>
          <a:off x="241608" y="758284"/>
          <a:ext cx="8679366" cy="421397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304693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82390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494262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Gheorghe &amp;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Șoica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AI, IoT, and predictive analytics in traffic control.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literature review (2020-2024).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Smart city traffic management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Up-to-date synthesis of adaptive traffic control technologies.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empirical validation or data from Malaysia’s transit network.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Jevinger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&amp; Persson (2024)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AI for improving public transport: A mapping study.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mapping study of 111 primary studies.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Bus, train, and multimodal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Up-to-date synthesis of adaptive traffic control technologies.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Lacks localized solutions or models for the Malaysian context.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Sobrie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et al. (2023)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Real-time train delay prediction comparing rule-based vs. deep learning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Customized LSTM encoder-decoder deep learning model.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Real-world network-wide Belgian railway data (Infrabel).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Demonstrates that DL superiority increases with system complexity; implemented as a real-world Proof of Concept.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High dependency on real-time data quality and lacks the transparency of rule-based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Son &amp; Kim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Leveraging advanced technologies for transportation planning.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using Sentence-BERT NLP.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(Urban, Rural, and Simulated contexts).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Innovative use of NLP for semantic analysis of research trends.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primary data or application to Malaysia's transit network.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12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8BF76D61-E5E8-4BB3-5B68-DD658B9C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E7CC56C2-EAFD-FF04-4B9F-3876775CF4FF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AD2D845D-9D3B-B6FE-73C0-27EE225BD643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1A33BC17-2E89-C446-52CD-934C04E1E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Gapping the Problem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E7C96BFC-AC81-7846-7523-C7C35B9E89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45093C3A-D432-BF6A-FC11-530A3F1437AF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138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157"/>
          <a:stretch/>
        </p:blipFill>
        <p:spPr>
          <a:xfrm>
            <a:off x="7605374" y="-75"/>
            <a:ext cx="1538625" cy="5143502"/>
          </a:xfrm>
          <a:prstGeom prst="rect">
            <a:avLst/>
          </a:prstGeom>
        </p:spPr>
      </p:pic>
      <p:sp>
        <p:nvSpPr>
          <p:cNvPr id="394" name="Google Shape;394;p38"/>
          <p:cNvSpPr/>
          <p:nvPr/>
        </p:nvSpPr>
        <p:spPr>
          <a:xfrm>
            <a:off x="7153350" y="-3675"/>
            <a:ext cx="8712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160961" y="2315768"/>
            <a:ext cx="7294915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MY" sz="2400" dirty="0"/>
              <a:t>Inadequate Quantification and Mitigation of Extreme Anomaly Bias</a:t>
            </a:r>
            <a:endParaRPr sz="2400"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title" idx="3"/>
          </p:nvPr>
        </p:nvSpPr>
        <p:spPr>
          <a:xfrm>
            <a:off x="160962" y="1109152"/>
            <a:ext cx="7294915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Limited Integration of Multi-scale Spatio-temporal Features in Malaysia</a:t>
            </a:r>
            <a:endParaRPr sz="2400" dirty="0"/>
          </a:p>
        </p:txBody>
      </p:sp>
      <p:sp>
        <p:nvSpPr>
          <p:cNvPr id="399" name="Google Shape;399;p38"/>
          <p:cNvSpPr txBox="1">
            <a:spLocks noGrp="1"/>
          </p:cNvSpPr>
          <p:nvPr>
            <p:ph type="title" idx="5"/>
          </p:nvPr>
        </p:nvSpPr>
        <p:spPr>
          <a:xfrm>
            <a:off x="160962" y="3220349"/>
            <a:ext cx="7294914" cy="14632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MY" sz="2400" dirty="0"/>
              <a:t>Lack of Comprehensive Benchmarking Across SOTA Architectures</a:t>
            </a:r>
            <a:endParaRPr sz="2400" dirty="0"/>
          </a:p>
        </p:txBody>
      </p:sp>
      <p:cxnSp>
        <p:nvCxnSpPr>
          <p:cNvPr id="402" name="Google Shape;402;p38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2" name="Google Shape;398;p38">
            <a:extLst>
              <a:ext uri="{FF2B5EF4-FFF2-40B4-BE49-F238E27FC236}">
                <a16:creationId xmlns:a16="http://schemas.microsoft.com/office/drawing/2014/main" id="{D89A12E1-A961-D9F3-A95C-9321B279F791}"/>
              </a:ext>
            </a:extLst>
          </p:cNvPr>
          <p:cNvSpPr txBox="1">
            <a:spLocks/>
          </p:cNvSpPr>
          <p:nvPr/>
        </p:nvSpPr>
        <p:spPr>
          <a:xfrm>
            <a:off x="160962" y="459855"/>
            <a:ext cx="4923994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Research Gaps are identified as below: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125" r="46517"/>
          <a:stretch/>
        </p:blipFill>
        <p:spPr>
          <a:xfrm>
            <a:off x="1825" y="0"/>
            <a:ext cx="2727999" cy="5143500"/>
          </a:xfrm>
          <a:prstGeom prst="rect">
            <a:avLst/>
          </a:prstGeom>
        </p:spPr>
      </p:pic>
      <p:sp>
        <p:nvSpPr>
          <p:cNvPr id="409" name="Google Shape;409;p39"/>
          <p:cNvSpPr/>
          <p:nvPr/>
        </p:nvSpPr>
        <p:spPr>
          <a:xfrm flipH="1">
            <a:off x="1891651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9"/>
          <p:cNvSpPr txBox="1">
            <a:spLocks noGrp="1"/>
          </p:cNvSpPr>
          <p:nvPr>
            <p:ph type="subTitle" idx="1"/>
          </p:nvPr>
        </p:nvSpPr>
        <p:spPr>
          <a:xfrm>
            <a:off x="2651766" y="1046249"/>
            <a:ext cx="6234325" cy="3774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The difficulty in accurately predicting daily ridership due to complex spatiotemporal factors (population density, weather, accessibility, etc.) </a:t>
            </a:r>
            <a:r>
              <a:rPr lang="en-US" sz="1400" b="1" dirty="0">
                <a:solidFill>
                  <a:schemeClr val="bg2"/>
                </a:solidFill>
              </a:rPr>
              <a:t>(Amir et al., 2025)</a:t>
            </a:r>
            <a:r>
              <a:rPr lang="en" sz="1400" dirty="0">
                <a:solidFill>
                  <a:schemeClr val="bg2"/>
                </a:solidFill>
              </a:rPr>
              <a:t>.</a:t>
            </a:r>
            <a:endParaRPr lang="en" sz="1400" b="1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This inability to predict ridership leads to critical bottlenecks in scheduling, routing, and service intervals during peak hours and holidays, harming system reliability and passenger satisfaction.</a:t>
            </a:r>
          </a:p>
          <a:p>
            <a:pPr marL="0" lvl="0" indent="0" algn="l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Historical ridership data is contaminated by the extreme 85–90% passenger drop caused by the MCO period </a:t>
            </a:r>
            <a:r>
              <a:rPr lang="en-US" sz="1400" b="1" dirty="0">
                <a:solidFill>
                  <a:schemeClr val="bg2"/>
                </a:solidFill>
              </a:rPr>
              <a:t>(Amir et al., 2025)</a:t>
            </a:r>
            <a:r>
              <a:rPr lang="en-US" sz="1400" dirty="0">
                <a:solidFill>
                  <a:schemeClr val="bg2"/>
                </a:solidFill>
              </a:rPr>
              <a:t>. Training AI models on this data introduces severe predictive bias </a:t>
            </a:r>
            <a:r>
              <a:rPr lang="en-US" sz="1400" b="1" dirty="0">
                <a:solidFill>
                  <a:schemeClr val="bg2"/>
                </a:solidFill>
              </a:rPr>
              <a:t>(Zhao &amp; Lan, 2025)</a:t>
            </a:r>
            <a:r>
              <a:rPr lang="en-US" sz="1400" dirty="0">
                <a:solidFill>
                  <a:schemeClr val="bg2"/>
                </a:solidFill>
              </a:rPr>
              <a:t> and prevents them from recognizing true ridership peaks after normal life resumes </a:t>
            </a:r>
            <a:r>
              <a:rPr lang="en-US" sz="1400" b="1" dirty="0">
                <a:solidFill>
                  <a:schemeClr val="bg2"/>
                </a:solidFill>
              </a:rPr>
              <a:t>(</a:t>
            </a:r>
            <a:r>
              <a:rPr lang="en-US" sz="1400" b="1" dirty="0" err="1">
                <a:solidFill>
                  <a:schemeClr val="bg2"/>
                </a:solidFill>
              </a:rPr>
              <a:t>Lv</a:t>
            </a:r>
            <a:r>
              <a:rPr lang="en-US" sz="1400" b="1" dirty="0">
                <a:solidFill>
                  <a:schemeClr val="bg2"/>
                </a:solidFill>
              </a:rPr>
              <a:t> et al., 2021)</a:t>
            </a:r>
            <a:r>
              <a:rPr lang="en-US" sz="1400" dirty="0">
                <a:solidFill>
                  <a:schemeClr val="bg2"/>
                </a:solidFill>
              </a:rPr>
              <a:t>.</a:t>
            </a:r>
            <a:endParaRPr lang="en" sz="1400" dirty="0">
              <a:solidFill>
                <a:schemeClr val="bg2"/>
              </a:solidFill>
            </a:endParaRPr>
          </a:p>
        </p:txBody>
      </p:sp>
      <p:cxnSp>
        <p:nvCxnSpPr>
          <p:cNvPr id="413" name="Google Shape;413;p39"/>
          <p:cNvCxnSpPr/>
          <p:nvPr/>
        </p:nvCxnSpPr>
        <p:spPr>
          <a:xfrm>
            <a:off x="-6600" y="4652007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9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4" name="Google Shape;222;p32">
            <a:extLst>
              <a:ext uri="{FF2B5EF4-FFF2-40B4-BE49-F238E27FC236}">
                <a16:creationId xmlns:a16="http://schemas.microsoft.com/office/drawing/2014/main" id="{11BAEF56-80B0-FCB6-0E7E-C279E5956B07}"/>
              </a:ext>
            </a:extLst>
          </p:cNvPr>
          <p:cNvSpPr txBox="1">
            <a:spLocks/>
          </p:cNvSpPr>
          <p:nvPr/>
        </p:nvSpPr>
        <p:spPr>
          <a:xfrm>
            <a:off x="2631234" y="402349"/>
            <a:ext cx="6055566" cy="643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Montserrat ExtraBold"/>
              <a:buNone/>
              <a:defRPr sz="6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MY" sz="2800" dirty="0">
                <a:solidFill>
                  <a:schemeClr val="tx1"/>
                </a:solidFill>
              </a:rPr>
              <a:t>Research Problem Statement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EFA97DD8-7106-3F45-2761-50817E9D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3E611C2D-7A6B-F41C-8EFC-24F87963621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57C866FB-B745-CB21-BCEC-1538E9D6C8F8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803784DA-3194-92A6-A6FF-48DF869A4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 &amp; Objectives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95BD7FF6-3A96-D872-DEC1-05E7554084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603B5CB3-7E34-F225-A35C-A7542BF58D7E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4564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27A7-68DE-E377-B333-1371EEFB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E8DF0E67-2D4D-E3EF-2A95-942009BF8B82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Research Questions &amp; Objectives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AD2893-0250-CE36-D3C9-2942FC5A5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766036"/>
              </p:ext>
            </p:extLst>
          </p:nvPr>
        </p:nvGraphicFramePr>
        <p:xfrm>
          <a:off x="339969" y="758286"/>
          <a:ext cx="8487508" cy="425222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3446585">
                  <a:extLst>
                    <a:ext uri="{9D8B030D-6E8A-4147-A177-3AD203B41FA5}">
                      <a16:colId xmlns:a16="http://schemas.microsoft.com/office/drawing/2014/main" val="3127640260"/>
                    </a:ext>
                  </a:extLst>
                </a:gridCol>
                <a:gridCol w="5040923">
                  <a:extLst>
                    <a:ext uri="{9D8B030D-6E8A-4147-A177-3AD203B41FA5}">
                      <a16:colId xmlns:a16="http://schemas.microsoft.com/office/drawing/2014/main" val="2943163694"/>
                    </a:ext>
                  </a:extLst>
                </a:gridCol>
              </a:tblGrid>
              <a:tr h="362469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Research Questions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Research Objectives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2053"/>
                  </a:ext>
                </a:extLst>
              </a:tr>
              <a:tr h="981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What are the primary spatial and temporal factors (e.g. weather, POIs, population density) that heavily affect public transit ridership trends in Malaysia?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identify and categorize the primary spatial and temporal factors affecting Malaysian public transit ridership through a systematic analysis of historical performance data.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6481"/>
                  </a:ext>
                </a:extLst>
              </a:tr>
              <a:tr h="1210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How accurately and consistently can existing DL architectures (</a:t>
                      </a:r>
                      <a:r>
                        <a:rPr lang="en-MY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spatio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-temporal, graph-based, and attention-based) compare against each other and proposed model in predicting Malaysia’s public transit ridership?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develop Hybrid Multi-scale Temporal Spatio-Feature (HMT-TSF) Forecaster that integrates Malaysia’s spatial and temporal data to estimate future ridership trends.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945317"/>
                  </a:ext>
                </a:extLst>
              </a:tr>
              <a:tr h="77587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How does the inclusion of extreme data anomalies, specifically the Malaysia’s MCO period, impact the predictive accuracy and bias of existing DL models and proposed model?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benchmark the proposed model against existing baseline, </a:t>
                      </a:r>
                      <a:r>
                        <a:rPr lang="en-MY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spatio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-temporal-based, graph-based and attention-based models using combined MAE, RMSE, MAPE, and R</a:t>
                      </a:r>
                      <a:r>
                        <a:rPr lang="en-MY" sz="1200" b="0" i="0" u="none" strike="noStrike" cap="none" baseline="300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46140"/>
                  </a:ext>
                </a:extLst>
              </a:tr>
              <a:tr h="775878">
                <a:tc vMerge="1"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evaluate and compare model performance across two distinct dataset segmentations (with and without MCO period) to determine the impact of extreme outlier data on predictive bias.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37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75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8151A376-D63F-CA8D-A466-27CC6F68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C0339EB3-C292-1AE5-0FE8-4309EF177F5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C68A22D6-F86A-7B56-2F49-7452B645EB59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E793C7F4-DD87-B129-096C-862503832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Scope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338573FC-F014-AE55-E4E1-B8865D9A89E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F0FBAB7F-B8AF-F371-F278-EE7B738AAA1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7866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>
            <a:spLocks noGrp="1"/>
          </p:cNvSpPr>
          <p:nvPr>
            <p:ph type="subTitle" idx="6"/>
          </p:nvPr>
        </p:nvSpPr>
        <p:spPr>
          <a:xfrm>
            <a:off x="773220" y="29477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Geographical Focus</a:t>
            </a:r>
            <a:endParaRPr dirty="0"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1"/>
          </p:nvPr>
        </p:nvSpPr>
        <p:spPr>
          <a:xfrm>
            <a:off x="384720" y="1594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Baseline LSTM, 4 spatio-temporal models, 5 graph models, and 4 attention models.</a:t>
            </a:r>
            <a:endParaRPr sz="1400" dirty="0"/>
          </a:p>
        </p:txBody>
      </p:sp>
      <p:sp>
        <p:nvSpPr>
          <p:cNvPr id="296" name="Google Shape;296;p36"/>
          <p:cNvSpPr txBox="1">
            <a:spLocks noGrp="1"/>
          </p:cNvSpPr>
          <p:nvPr>
            <p:ph type="subTitle" idx="2"/>
          </p:nvPr>
        </p:nvSpPr>
        <p:spPr>
          <a:xfrm>
            <a:off x="4333820" y="1594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400" dirty="0"/>
              <a:t>Combined MAE, RMSE, and MAPE as overall accuracy metrics &amp; </a:t>
            </a:r>
            <a:r>
              <a:rPr lang="en-MY" sz="1400" dirty="0"/>
              <a:t>R</a:t>
            </a:r>
            <a:r>
              <a:rPr lang="en-MY" sz="1400" baseline="30000" dirty="0"/>
              <a:t>2</a:t>
            </a:r>
            <a:endParaRPr sz="1400" dirty="0"/>
          </a:p>
        </p:txBody>
      </p:sp>
      <p:sp>
        <p:nvSpPr>
          <p:cNvPr id="297" name="Google Shape;297;p36"/>
          <p:cNvSpPr txBox="1">
            <a:spLocks noGrp="1"/>
          </p:cNvSpPr>
          <p:nvPr>
            <p:ph type="subTitle" idx="3"/>
          </p:nvPr>
        </p:nvSpPr>
        <p:spPr>
          <a:xfrm>
            <a:off x="384720" y="33187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Bus, urban rail, commuter transit networks with available data throughout whole Malaysia.</a:t>
            </a:r>
            <a:endParaRPr sz="1400" dirty="0"/>
          </a:p>
        </p:txBody>
      </p:sp>
      <p:sp>
        <p:nvSpPr>
          <p:cNvPr id="298" name="Google Shape;298;p36"/>
          <p:cNvSpPr txBox="1">
            <a:spLocks noGrp="1"/>
          </p:cNvSpPr>
          <p:nvPr>
            <p:ph type="subTitle" idx="4"/>
          </p:nvPr>
        </p:nvSpPr>
        <p:spPr>
          <a:xfrm>
            <a:off x="4340720" y="3318775"/>
            <a:ext cx="434932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Without MCO segment: </a:t>
            </a:r>
            <a:r>
              <a:rPr lang="en" sz="1400" dirty="0"/>
              <a:t>1 Jan 2022 – 31 Dec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With MCO segment: </a:t>
            </a:r>
            <a:r>
              <a:rPr lang="en" sz="1400" dirty="0"/>
              <a:t>1 Jan 2019 – 31 Dec 2025</a:t>
            </a:r>
            <a:endParaRPr sz="1400" dirty="0"/>
          </a:p>
        </p:txBody>
      </p:sp>
      <p:sp>
        <p:nvSpPr>
          <p:cNvPr id="299" name="Google Shape;299;p36"/>
          <p:cNvSpPr txBox="1">
            <a:spLocks noGrp="1"/>
          </p:cNvSpPr>
          <p:nvPr>
            <p:ph type="subTitle" idx="5"/>
          </p:nvPr>
        </p:nvSpPr>
        <p:spPr>
          <a:xfrm>
            <a:off x="773220" y="12230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 Compared</a:t>
            </a:r>
            <a:endParaRPr dirty="0"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7"/>
          </p:nvPr>
        </p:nvSpPr>
        <p:spPr>
          <a:xfrm>
            <a:off x="4722270" y="12230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Metrics</a:t>
            </a:r>
            <a:endParaRPr dirty="0"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8"/>
          </p:nvPr>
        </p:nvSpPr>
        <p:spPr>
          <a:xfrm>
            <a:off x="4722244" y="2947775"/>
            <a:ext cx="3574475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MCO Period Segmentation</a:t>
            </a:r>
            <a:endParaRPr dirty="0"/>
          </a:p>
        </p:txBody>
      </p:sp>
      <p:grpSp>
        <p:nvGrpSpPr>
          <p:cNvPr id="302" name="Google Shape;302;p36"/>
          <p:cNvGrpSpPr/>
          <p:nvPr/>
        </p:nvGrpSpPr>
        <p:grpSpPr>
          <a:xfrm>
            <a:off x="4438025" y="1353835"/>
            <a:ext cx="222277" cy="222277"/>
            <a:chOff x="996025" y="1574025"/>
            <a:chExt cx="341125" cy="341125"/>
          </a:xfrm>
        </p:grpSpPr>
        <p:sp>
          <p:nvSpPr>
            <p:cNvPr id="303" name="Google Shape;303;p36"/>
            <p:cNvSpPr/>
            <p:nvPr/>
          </p:nvSpPr>
          <p:spPr>
            <a:xfrm>
              <a:off x="1117625" y="1799650"/>
              <a:ext cx="38975" cy="115500"/>
            </a:xfrm>
            <a:custGeom>
              <a:avLst/>
              <a:gdLst/>
              <a:ahLst/>
              <a:cxnLst/>
              <a:rect l="l" t="t" r="r" b="b"/>
              <a:pathLst>
                <a:path w="1559" h="4620" extrusionOk="0">
                  <a:moveTo>
                    <a:pt x="1" y="0"/>
                  </a:moveTo>
                  <a:lnTo>
                    <a:pt x="765" y="4619"/>
                  </a:lnTo>
                  <a:lnTo>
                    <a:pt x="1558" y="4619"/>
                  </a:lnTo>
                  <a:lnTo>
                    <a:pt x="1558" y="15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1216675" y="1790425"/>
              <a:ext cx="49850" cy="124725"/>
            </a:xfrm>
            <a:custGeom>
              <a:avLst/>
              <a:gdLst/>
              <a:ahLst/>
              <a:cxnLst/>
              <a:rect l="l" t="t" r="r" b="b"/>
              <a:pathLst>
                <a:path w="1994" h="4989" extrusionOk="0">
                  <a:moveTo>
                    <a:pt x="829" y="0"/>
                  </a:moveTo>
                  <a:lnTo>
                    <a:pt x="0" y="4988"/>
                  </a:lnTo>
                  <a:lnTo>
                    <a:pt x="1994" y="4988"/>
                  </a:lnTo>
                  <a:lnTo>
                    <a:pt x="1994" y="229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1066675" y="1790425"/>
              <a:ext cx="49875" cy="124725"/>
            </a:xfrm>
            <a:custGeom>
              <a:avLst/>
              <a:gdLst/>
              <a:ahLst/>
              <a:cxnLst/>
              <a:rect l="l" t="t" r="r" b="b"/>
              <a:pathLst>
                <a:path w="1995" h="4989" extrusionOk="0">
                  <a:moveTo>
                    <a:pt x="1166" y="0"/>
                  </a:moveTo>
                  <a:lnTo>
                    <a:pt x="1" y="229"/>
                  </a:lnTo>
                  <a:lnTo>
                    <a:pt x="1" y="4988"/>
                  </a:lnTo>
                  <a:lnTo>
                    <a:pt x="1994" y="4988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1176575" y="1799650"/>
              <a:ext cx="39000" cy="115500"/>
            </a:xfrm>
            <a:custGeom>
              <a:avLst/>
              <a:gdLst/>
              <a:ahLst/>
              <a:cxnLst/>
              <a:rect l="l" t="t" r="r" b="b"/>
              <a:pathLst>
                <a:path w="1560" h="4620" extrusionOk="0">
                  <a:moveTo>
                    <a:pt x="1560" y="0"/>
                  </a:moveTo>
                  <a:lnTo>
                    <a:pt x="1" y="1560"/>
                  </a:lnTo>
                  <a:lnTo>
                    <a:pt x="1" y="4619"/>
                  </a:lnTo>
                  <a:lnTo>
                    <a:pt x="794" y="4619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1286525" y="1800050"/>
              <a:ext cx="50625" cy="115100"/>
            </a:xfrm>
            <a:custGeom>
              <a:avLst/>
              <a:gdLst/>
              <a:ahLst/>
              <a:cxnLst/>
              <a:rect l="l" t="t" r="r" b="b"/>
              <a:pathLst>
                <a:path w="2025" h="4604" extrusionOk="0">
                  <a:moveTo>
                    <a:pt x="0" y="1"/>
                  </a:moveTo>
                  <a:lnTo>
                    <a:pt x="0" y="4603"/>
                  </a:lnTo>
                  <a:lnTo>
                    <a:pt x="1626" y="4603"/>
                  </a:lnTo>
                  <a:cubicBezTo>
                    <a:pt x="1846" y="4603"/>
                    <a:pt x="2025" y="4425"/>
                    <a:pt x="2025" y="4203"/>
                  </a:cubicBezTo>
                  <a:lnTo>
                    <a:pt x="2025" y="1380"/>
                  </a:lnTo>
                  <a:cubicBezTo>
                    <a:pt x="2023" y="797"/>
                    <a:pt x="1604" y="297"/>
                    <a:pt x="1029" y="1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996025" y="1800050"/>
              <a:ext cx="50675" cy="115100"/>
            </a:xfrm>
            <a:custGeom>
              <a:avLst/>
              <a:gdLst/>
              <a:ahLst/>
              <a:cxnLst/>
              <a:rect l="l" t="t" r="r" b="b"/>
              <a:pathLst>
                <a:path w="2027" h="4604" extrusionOk="0">
                  <a:moveTo>
                    <a:pt x="2026" y="1"/>
                  </a:moveTo>
                  <a:lnTo>
                    <a:pt x="990" y="199"/>
                  </a:lnTo>
                  <a:cubicBezTo>
                    <a:pt x="417" y="300"/>
                    <a:pt x="1" y="798"/>
                    <a:pt x="1" y="1380"/>
                  </a:cubicBezTo>
                  <a:lnTo>
                    <a:pt x="1" y="4203"/>
                  </a:lnTo>
                  <a:cubicBezTo>
                    <a:pt x="1" y="4425"/>
                    <a:pt x="179" y="4603"/>
                    <a:pt x="401" y="4603"/>
                  </a:cubicBezTo>
                  <a:lnTo>
                    <a:pt x="2026" y="4603"/>
                  </a:lnTo>
                  <a:lnTo>
                    <a:pt x="20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1126625" y="1773450"/>
              <a:ext cx="79950" cy="46975"/>
            </a:xfrm>
            <a:custGeom>
              <a:avLst/>
              <a:gdLst/>
              <a:ahLst/>
              <a:cxnLst/>
              <a:rect l="l" t="t" r="r" b="b"/>
              <a:pathLst>
                <a:path w="3198" h="1879" extrusionOk="0">
                  <a:moveTo>
                    <a:pt x="1" y="0"/>
                  </a:moveTo>
                  <a:lnTo>
                    <a:pt x="1" y="279"/>
                  </a:lnTo>
                  <a:lnTo>
                    <a:pt x="1599" y="1878"/>
                  </a:lnTo>
                  <a:lnTo>
                    <a:pt x="3198" y="279"/>
                  </a:lnTo>
                  <a:lnTo>
                    <a:pt x="3198" y="0"/>
                  </a:lnTo>
                  <a:cubicBezTo>
                    <a:pt x="2725" y="275"/>
                    <a:pt x="2185" y="444"/>
                    <a:pt x="1599" y="444"/>
                  </a:cubicBezTo>
                  <a:cubicBezTo>
                    <a:pt x="1014" y="444"/>
                    <a:pt x="473" y="27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1106625" y="1658550"/>
              <a:ext cx="119975" cy="106025"/>
            </a:xfrm>
            <a:custGeom>
              <a:avLst/>
              <a:gdLst/>
              <a:ahLst/>
              <a:cxnLst/>
              <a:rect l="l" t="t" r="r" b="b"/>
              <a:pathLst>
                <a:path w="4799" h="4241" extrusionOk="0">
                  <a:moveTo>
                    <a:pt x="0" y="1"/>
                  </a:moveTo>
                  <a:lnTo>
                    <a:pt x="0" y="1842"/>
                  </a:lnTo>
                  <a:cubicBezTo>
                    <a:pt x="0" y="3167"/>
                    <a:pt x="1074" y="4240"/>
                    <a:pt x="2399" y="4240"/>
                  </a:cubicBezTo>
                  <a:cubicBezTo>
                    <a:pt x="3723" y="4240"/>
                    <a:pt x="4798" y="3167"/>
                    <a:pt x="4798" y="1842"/>
                  </a:cubicBezTo>
                  <a:lnTo>
                    <a:pt x="4798" y="1"/>
                  </a:lnTo>
                  <a:cubicBezTo>
                    <a:pt x="4359" y="397"/>
                    <a:pt x="3790" y="617"/>
                    <a:pt x="3199" y="617"/>
                  </a:cubicBezTo>
                  <a:lnTo>
                    <a:pt x="1600" y="617"/>
                  </a:lnTo>
                  <a:cubicBezTo>
                    <a:pt x="1009" y="617"/>
                    <a:pt x="439" y="397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1090525" y="1574025"/>
              <a:ext cx="152150" cy="30000"/>
            </a:xfrm>
            <a:custGeom>
              <a:avLst/>
              <a:gdLst/>
              <a:ahLst/>
              <a:cxnLst/>
              <a:rect l="l" t="t" r="r" b="b"/>
              <a:pathLst>
                <a:path w="6086" h="1200" extrusionOk="0">
                  <a:moveTo>
                    <a:pt x="491" y="0"/>
                  </a:moveTo>
                  <a:cubicBezTo>
                    <a:pt x="194" y="0"/>
                    <a:pt x="1" y="313"/>
                    <a:pt x="134" y="579"/>
                  </a:cubicBezTo>
                  <a:lnTo>
                    <a:pt x="445" y="1199"/>
                  </a:lnTo>
                  <a:lnTo>
                    <a:pt x="5641" y="1199"/>
                  </a:lnTo>
                  <a:lnTo>
                    <a:pt x="5951" y="579"/>
                  </a:lnTo>
                  <a:cubicBezTo>
                    <a:pt x="6086" y="313"/>
                    <a:pt x="5891" y="0"/>
                    <a:pt x="55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1108025" y="1623975"/>
              <a:ext cx="117125" cy="30025"/>
            </a:xfrm>
            <a:custGeom>
              <a:avLst/>
              <a:gdLst/>
              <a:ahLst/>
              <a:cxnLst/>
              <a:rect l="l" t="t" r="r" b="b"/>
              <a:pathLst>
                <a:path w="4685" h="1201" extrusionOk="0">
                  <a:moveTo>
                    <a:pt x="1" y="0"/>
                  </a:moveTo>
                  <a:cubicBezTo>
                    <a:pt x="179" y="688"/>
                    <a:pt x="801" y="1201"/>
                    <a:pt x="1544" y="1201"/>
                  </a:cubicBezTo>
                  <a:lnTo>
                    <a:pt x="3143" y="1201"/>
                  </a:lnTo>
                  <a:cubicBezTo>
                    <a:pt x="3886" y="1201"/>
                    <a:pt x="4506" y="688"/>
                    <a:pt x="4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" name="Google Shape;313;p36"/>
          <p:cNvGrpSpPr/>
          <p:nvPr/>
        </p:nvGrpSpPr>
        <p:grpSpPr>
          <a:xfrm>
            <a:off x="4437998" y="3063293"/>
            <a:ext cx="164772" cy="252876"/>
            <a:chOff x="1062925" y="2118150"/>
            <a:chExt cx="222275" cy="341125"/>
          </a:xfrm>
        </p:grpSpPr>
        <p:sp>
          <p:nvSpPr>
            <p:cNvPr id="314" name="Google Shape;314;p36"/>
            <p:cNvSpPr/>
            <p:nvPr/>
          </p:nvSpPr>
          <p:spPr>
            <a:xfrm>
              <a:off x="1062925" y="2118150"/>
              <a:ext cx="221950" cy="104100"/>
            </a:xfrm>
            <a:custGeom>
              <a:avLst/>
              <a:gdLst/>
              <a:ahLst/>
              <a:cxnLst/>
              <a:rect l="l" t="t" r="r" b="b"/>
              <a:pathLst>
                <a:path w="8878" h="4164" extrusionOk="0">
                  <a:moveTo>
                    <a:pt x="6193" y="799"/>
                  </a:moveTo>
                  <a:lnTo>
                    <a:pt x="5793" y="1600"/>
                  </a:lnTo>
                  <a:lnTo>
                    <a:pt x="3089" y="1600"/>
                  </a:lnTo>
                  <a:lnTo>
                    <a:pt x="2689" y="799"/>
                  </a:lnTo>
                  <a:close/>
                  <a:moveTo>
                    <a:pt x="1243" y="1"/>
                  </a:moveTo>
                  <a:cubicBezTo>
                    <a:pt x="1137" y="1"/>
                    <a:pt x="1035" y="42"/>
                    <a:pt x="960" y="117"/>
                  </a:cubicBezTo>
                  <a:lnTo>
                    <a:pt x="161" y="918"/>
                  </a:lnTo>
                  <a:cubicBezTo>
                    <a:pt x="2" y="1073"/>
                    <a:pt x="0" y="1328"/>
                    <a:pt x="158" y="1486"/>
                  </a:cubicBezTo>
                  <a:cubicBezTo>
                    <a:pt x="236" y="1564"/>
                    <a:pt x="338" y="1603"/>
                    <a:pt x="440" y="1603"/>
                  </a:cubicBezTo>
                  <a:cubicBezTo>
                    <a:pt x="544" y="1603"/>
                    <a:pt x="648" y="1563"/>
                    <a:pt x="727" y="1483"/>
                  </a:cubicBezTo>
                  <a:lnTo>
                    <a:pt x="1409" y="799"/>
                  </a:lnTo>
                  <a:lnTo>
                    <a:pt x="1797" y="799"/>
                  </a:lnTo>
                  <a:lnTo>
                    <a:pt x="2233" y="1674"/>
                  </a:lnTo>
                  <a:cubicBezTo>
                    <a:pt x="1071" y="1935"/>
                    <a:pt x="186" y="2949"/>
                    <a:pt x="71" y="4163"/>
                  </a:cubicBezTo>
                  <a:lnTo>
                    <a:pt x="1865" y="3267"/>
                  </a:lnTo>
                  <a:cubicBezTo>
                    <a:pt x="1945" y="3237"/>
                    <a:pt x="1964" y="3224"/>
                    <a:pt x="2044" y="3224"/>
                  </a:cubicBezTo>
                  <a:lnTo>
                    <a:pt x="6841" y="3224"/>
                  </a:lnTo>
                  <a:cubicBezTo>
                    <a:pt x="6923" y="3224"/>
                    <a:pt x="6936" y="3237"/>
                    <a:pt x="7019" y="3267"/>
                  </a:cubicBezTo>
                  <a:lnTo>
                    <a:pt x="8813" y="4163"/>
                  </a:lnTo>
                  <a:cubicBezTo>
                    <a:pt x="8699" y="2949"/>
                    <a:pt x="7813" y="1935"/>
                    <a:pt x="6651" y="1674"/>
                  </a:cubicBezTo>
                  <a:lnTo>
                    <a:pt x="7088" y="799"/>
                  </a:lnTo>
                  <a:lnTo>
                    <a:pt x="7473" y="799"/>
                  </a:lnTo>
                  <a:lnTo>
                    <a:pt x="8157" y="1483"/>
                  </a:lnTo>
                  <a:cubicBezTo>
                    <a:pt x="8235" y="1561"/>
                    <a:pt x="8337" y="1601"/>
                    <a:pt x="8439" y="1601"/>
                  </a:cubicBezTo>
                  <a:cubicBezTo>
                    <a:pt x="8541" y="1601"/>
                    <a:pt x="8644" y="1561"/>
                    <a:pt x="8721" y="1483"/>
                  </a:cubicBezTo>
                  <a:cubicBezTo>
                    <a:pt x="8878" y="1327"/>
                    <a:pt x="8878" y="1074"/>
                    <a:pt x="8721" y="918"/>
                  </a:cubicBezTo>
                  <a:lnTo>
                    <a:pt x="7921" y="117"/>
                  </a:lnTo>
                  <a:cubicBezTo>
                    <a:pt x="7847" y="42"/>
                    <a:pt x="7745" y="1"/>
                    <a:pt x="7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1063075" y="2314875"/>
              <a:ext cx="222125" cy="144400"/>
            </a:xfrm>
            <a:custGeom>
              <a:avLst/>
              <a:gdLst/>
              <a:ahLst/>
              <a:cxnLst/>
              <a:rect l="l" t="t" r="r" b="b"/>
              <a:pathLst>
                <a:path w="8885" h="5776" extrusionOk="0">
                  <a:moveTo>
                    <a:pt x="2036" y="1752"/>
                  </a:moveTo>
                  <a:cubicBezTo>
                    <a:pt x="2394" y="1752"/>
                    <a:pt x="2571" y="2183"/>
                    <a:pt x="2320" y="2434"/>
                  </a:cubicBezTo>
                  <a:cubicBezTo>
                    <a:pt x="2238" y="2516"/>
                    <a:pt x="2138" y="2552"/>
                    <a:pt x="2040" y="2552"/>
                  </a:cubicBezTo>
                  <a:cubicBezTo>
                    <a:pt x="1834" y="2552"/>
                    <a:pt x="1638" y="2393"/>
                    <a:pt x="1638" y="2152"/>
                  </a:cubicBezTo>
                  <a:cubicBezTo>
                    <a:pt x="1638" y="1930"/>
                    <a:pt x="1816" y="1752"/>
                    <a:pt x="2036" y="1752"/>
                  </a:cubicBezTo>
                  <a:close/>
                  <a:moveTo>
                    <a:pt x="6834" y="1752"/>
                  </a:moveTo>
                  <a:cubicBezTo>
                    <a:pt x="7190" y="1752"/>
                    <a:pt x="7368" y="2181"/>
                    <a:pt x="7116" y="2434"/>
                  </a:cubicBezTo>
                  <a:cubicBezTo>
                    <a:pt x="7035" y="2516"/>
                    <a:pt x="6935" y="2552"/>
                    <a:pt x="6836" y="2552"/>
                  </a:cubicBezTo>
                  <a:cubicBezTo>
                    <a:pt x="6631" y="2552"/>
                    <a:pt x="6434" y="2393"/>
                    <a:pt x="6434" y="2152"/>
                  </a:cubicBezTo>
                  <a:cubicBezTo>
                    <a:pt x="6434" y="1930"/>
                    <a:pt x="6612" y="1752"/>
                    <a:pt x="6834" y="1752"/>
                  </a:cubicBezTo>
                  <a:close/>
                  <a:moveTo>
                    <a:pt x="40" y="1"/>
                  </a:moveTo>
                  <a:lnTo>
                    <a:pt x="40" y="2152"/>
                  </a:lnTo>
                  <a:cubicBezTo>
                    <a:pt x="40" y="2970"/>
                    <a:pt x="535" y="3699"/>
                    <a:pt x="1240" y="4008"/>
                  </a:cubicBezTo>
                  <a:lnTo>
                    <a:pt x="157" y="5093"/>
                  </a:lnTo>
                  <a:cubicBezTo>
                    <a:pt x="0" y="5250"/>
                    <a:pt x="0" y="5502"/>
                    <a:pt x="157" y="5659"/>
                  </a:cubicBezTo>
                  <a:cubicBezTo>
                    <a:pt x="235" y="5736"/>
                    <a:pt x="337" y="5775"/>
                    <a:pt x="439" y="5775"/>
                  </a:cubicBezTo>
                  <a:cubicBezTo>
                    <a:pt x="542" y="5775"/>
                    <a:pt x="644" y="5736"/>
                    <a:pt x="722" y="5659"/>
                  </a:cubicBezTo>
                  <a:lnTo>
                    <a:pt x="2203" y="4176"/>
                  </a:lnTo>
                  <a:lnTo>
                    <a:pt x="6670" y="4176"/>
                  </a:lnTo>
                  <a:lnTo>
                    <a:pt x="8144" y="5652"/>
                  </a:lnTo>
                  <a:cubicBezTo>
                    <a:pt x="8224" y="5731"/>
                    <a:pt x="8331" y="5774"/>
                    <a:pt x="8438" y="5774"/>
                  </a:cubicBezTo>
                  <a:cubicBezTo>
                    <a:pt x="8525" y="5774"/>
                    <a:pt x="8611" y="5746"/>
                    <a:pt x="8683" y="5688"/>
                  </a:cubicBezTo>
                  <a:cubicBezTo>
                    <a:pt x="8870" y="5539"/>
                    <a:pt x="8885" y="5262"/>
                    <a:pt x="8717" y="5092"/>
                  </a:cubicBezTo>
                  <a:lnTo>
                    <a:pt x="7631" y="4008"/>
                  </a:lnTo>
                  <a:cubicBezTo>
                    <a:pt x="8339" y="3699"/>
                    <a:pt x="8833" y="2968"/>
                    <a:pt x="8833" y="2150"/>
                  </a:cubicBezTo>
                  <a:lnTo>
                    <a:pt x="8833" y="1"/>
                  </a:lnTo>
                  <a:lnTo>
                    <a:pt x="7014" y="910"/>
                  </a:lnTo>
                  <a:cubicBezTo>
                    <a:pt x="6933" y="938"/>
                    <a:pt x="6915" y="953"/>
                    <a:pt x="6835" y="953"/>
                  </a:cubicBezTo>
                  <a:lnTo>
                    <a:pt x="2038" y="953"/>
                  </a:lnTo>
                  <a:cubicBezTo>
                    <a:pt x="1957" y="953"/>
                    <a:pt x="1943" y="940"/>
                    <a:pt x="1859" y="910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1243925" y="2224900"/>
              <a:ext cx="40000" cy="87625"/>
            </a:xfrm>
            <a:custGeom>
              <a:avLst/>
              <a:gdLst/>
              <a:ahLst/>
              <a:cxnLst/>
              <a:rect l="l" t="t" r="r" b="b"/>
              <a:pathLst>
                <a:path w="1600" h="3505" extrusionOk="0">
                  <a:moveTo>
                    <a:pt x="0" y="1"/>
                  </a:moveTo>
                  <a:lnTo>
                    <a:pt x="0" y="3505"/>
                  </a:lnTo>
                  <a:lnTo>
                    <a:pt x="1599" y="2705"/>
                  </a:lnTo>
                  <a:lnTo>
                    <a:pt x="1599" y="8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1124000" y="2218750"/>
              <a:ext cx="99975" cy="99950"/>
            </a:xfrm>
            <a:custGeom>
              <a:avLst/>
              <a:gdLst/>
              <a:ahLst/>
              <a:cxnLst/>
              <a:rect l="l" t="t" r="r" b="b"/>
              <a:pathLst>
                <a:path w="3999" h="3998" extrusionOk="0">
                  <a:moveTo>
                    <a:pt x="1" y="0"/>
                  </a:moveTo>
                  <a:lnTo>
                    <a:pt x="1" y="3998"/>
                  </a:lnTo>
                  <a:lnTo>
                    <a:pt x="3998" y="399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1064050" y="2224900"/>
              <a:ext cx="40025" cy="87625"/>
            </a:xfrm>
            <a:custGeom>
              <a:avLst/>
              <a:gdLst/>
              <a:ahLst/>
              <a:cxnLst/>
              <a:rect l="l" t="t" r="r" b="b"/>
              <a:pathLst>
                <a:path w="1601" h="3505" extrusionOk="0">
                  <a:moveTo>
                    <a:pt x="1600" y="1"/>
                  </a:moveTo>
                  <a:lnTo>
                    <a:pt x="1" y="801"/>
                  </a:lnTo>
                  <a:lnTo>
                    <a:pt x="1" y="2705"/>
                  </a:lnTo>
                  <a:lnTo>
                    <a:pt x="1600" y="3505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6"/>
          <p:cNvGrpSpPr/>
          <p:nvPr/>
        </p:nvGrpSpPr>
        <p:grpSpPr>
          <a:xfrm>
            <a:off x="480879" y="3063534"/>
            <a:ext cx="222284" cy="252398"/>
            <a:chOff x="257575" y="2681700"/>
            <a:chExt cx="300425" cy="341125"/>
          </a:xfrm>
        </p:grpSpPr>
        <p:sp>
          <p:nvSpPr>
            <p:cNvPr id="320" name="Google Shape;320;p36"/>
            <p:cNvSpPr/>
            <p:nvPr/>
          </p:nvSpPr>
          <p:spPr>
            <a:xfrm>
              <a:off x="257575" y="2681700"/>
              <a:ext cx="119950" cy="120625"/>
            </a:xfrm>
            <a:custGeom>
              <a:avLst/>
              <a:gdLst/>
              <a:ahLst/>
              <a:cxnLst/>
              <a:rect l="l" t="t" r="r" b="b"/>
              <a:pathLst>
                <a:path w="4798" h="4825" extrusionOk="0">
                  <a:moveTo>
                    <a:pt x="3199" y="1226"/>
                  </a:moveTo>
                  <a:cubicBezTo>
                    <a:pt x="3419" y="1226"/>
                    <a:pt x="3599" y="1405"/>
                    <a:pt x="3599" y="1626"/>
                  </a:cubicBezTo>
                  <a:lnTo>
                    <a:pt x="3599" y="3226"/>
                  </a:lnTo>
                  <a:cubicBezTo>
                    <a:pt x="3599" y="3446"/>
                    <a:pt x="3420" y="3626"/>
                    <a:pt x="3199" y="3626"/>
                  </a:cubicBezTo>
                  <a:lnTo>
                    <a:pt x="1599" y="3626"/>
                  </a:lnTo>
                  <a:cubicBezTo>
                    <a:pt x="1379" y="3626"/>
                    <a:pt x="1199" y="3446"/>
                    <a:pt x="1199" y="3226"/>
                  </a:cubicBezTo>
                  <a:lnTo>
                    <a:pt x="1199" y="1626"/>
                  </a:lnTo>
                  <a:cubicBezTo>
                    <a:pt x="1199" y="1405"/>
                    <a:pt x="1379" y="1226"/>
                    <a:pt x="1599" y="1226"/>
                  </a:cubicBezTo>
                  <a:close/>
                  <a:moveTo>
                    <a:pt x="400" y="1"/>
                  </a:moveTo>
                  <a:cubicBezTo>
                    <a:pt x="180" y="1"/>
                    <a:pt x="0" y="179"/>
                    <a:pt x="0" y="401"/>
                  </a:cubicBezTo>
                  <a:lnTo>
                    <a:pt x="0" y="4825"/>
                  </a:lnTo>
                  <a:lnTo>
                    <a:pt x="4798" y="4825"/>
                  </a:lnTo>
                  <a:lnTo>
                    <a:pt x="4798" y="401"/>
                  </a:lnTo>
                  <a:cubicBezTo>
                    <a:pt x="4798" y="179"/>
                    <a:pt x="4619" y="1"/>
                    <a:pt x="4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307550" y="2732350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799" y="799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257575" y="2822275"/>
              <a:ext cx="119950" cy="200550"/>
            </a:xfrm>
            <a:custGeom>
              <a:avLst/>
              <a:gdLst/>
              <a:ahLst/>
              <a:cxnLst/>
              <a:rect l="l" t="t" r="r" b="b"/>
              <a:pathLst>
                <a:path w="4798" h="8022" extrusionOk="0">
                  <a:moveTo>
                    <a:pt x="2398" y="2399"/>
                  </a:moveTo>
                  <a:cubicBezTo>
                    <a:pt x="2754" y="2399"/>
                    <a:pt x="2933" y="2830"/>
                    <a:pt x="2680" y="3081"/>
                  </a:cubicBezTo>
                  <a:cubicBezTo>
                    <a:pt x="2599" y="3162"/>
                    <a:pt x="2499" y="3199"/>
                    <a:pt x="2401" y="3199"/>
                  </a:cubicBezTo>
                  <a:cubicBezTo>
                    <a:pt x="2195" y="3199"/>
                    <a:pt x="1998" y="3039"/>
                    <a:pt x="1998" y="2799"/>
                  </a:cubicBezTo>
                  <a:cubicBezTo>
                    <a:pt x="1998" y="2577"/>
                    <a:pt x="2177" y="2399"/>
                    <a:pt x="2398" y="2399"/>
                  </a:cubicBezTo>
                  <a:close/>
                  <a:moveTo>
                    <a:pt x="1590" y="3998"/>
                  </a:moveTo>
                  <a:cubicBezTo>
                    <a:pt x="1592" y="3998"/>
                    <a:pt x="1595" y="3998"/>
                    <a:pt x="1598" y="3998"/>
                  </a:cubicBezTo>
                  <a:lnTo>
                    <a:pt x="3197" y="3998"/>
                  </a:lnTo>
                  <a:cubicBezTo>
                    <a:pt x="3414" y="4002"/>
                    <a:pt x="3588" y="4179"/>
                    <a:pt x="3588" y="4398"/>
                  </a:cubicBezTo>
                  <a:cubicBezTo>
                    <a:pt x="3588" y="4615"/>
                    <a:pt x="3414" y="4792"/>
                    <a:pt x="3197" y="4797"/>
                  </a:cubicBezTo>
                  <a:lnTo>
                    <a:pt x="1598" y="4797"/>
                  </a:lnTo>
                  <a:cubicBezTo>
                    <a:pt x="1594" y="4797"/>
                    <a:pt x="1591" y="4797"/>
                    <a:pt x="1587" y="4797"/>
                  </a:cubicBezTo>
                  <a:cubicBezTo>
                    <a:pt x="1368" y="4797"/>
                    <a:pt x="1190" y="4617"/>
                    <a:pt x="1190" y="4398"/>
                  </a:cubicBezTo>
                  <a:cubicBezTo>
                    <a:pt x="1190" y="4176"/>
                    <a:pt x="1369" y="3998"/>
                    <a:pt x="1590" y="3998"/>
                  </a:cubicBezTo>
                  <a:close/>
                  <a:moveTo>
                    <a:pt x="1590" y="5597"/>
                  </a:moveTo>
                  <a:cubicBezTo>
                    <a:pt x="1592" y="5597"/>
                    <a:pt x="1595" y="5597"/>
                    <a:pt x="1598" y="5597"/>
                  </a:cubicBezTo>
                  <a:lnTo>
                    <a:pt x="3197" y="5597"/>
                  </a:lnTo>
                  <a:cubicBezTo>
                    <a:pt x="3414" y="5601"/>
                    <a:pt x="3588" y="5779"/>
                    <a:pt x="3588" y="5997"/>
                  </a:cubicBezTo>
                  <a:cubicBezTo>
                    <a:pt x="3588" y="6214"/>
                    <a:pt x="3414" y="6391"/>
                    <a:pt x="3197" y="6396"/>
                  </a:cubicBezTo>
                  <a:lnTo>
                    <a:pt x="1598" y="6396"/>
                  </a:lnTo>
                  <a:cubicBezTo>
                    <a:pt x="1594" y="6396"/>
                    <a:pt x="1591" y="6396"/>
                    <a:pt x="1587" y="6396"/>
                  </a:cubicBezTo>
                  <a:cubicBezTo>
                    <a:pt x="1368" y="6396"/>
                    <a:pt x="1190" y="6217"/>
                    <a:pt x="1190" y="5997"/>
                  </a:cubicBezTo>
                  <a:cubicBezTo>
                    <a:pt x="1190" y="5775"/>
                    <a:pt x="1369" y="5597"/>
                    <a:pt x="1590" y="5597"/>
                  </a:cubicBezTo>
                  <a:close/>
                  <a:moveTo>
                    <a:pt x="0" y="1"/>
                  </a:moveTo>
                  <a:lnTo>
                    <a:pt x="0" y="7621"/>
                  </a:lnTo>
                  <a:cubicBezTo>
                    <a:pt x="0" y="7843"/>
                    <a:pt x="179" y="8022"/>
                    <a:pt x="400" y="8022"/>
                  </a:cubicBezTo>
                  <a:lnTo>
                    <a:pt x="4398" y="8022"/>
                  </a:lnTo>
                  <a:cubicBezTo>
                    <a:pt x="4619" y="8022"/>
                    <a:pt x="4798" y="7843"/>
                    <a:pt x="4798" y="7621"/>
                  </a:cubicBezTo>
                  <a:lnTo>
                    <a:pt x="4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397475" y="2743350"/>
              <a:ext cx="160525" cy="172000"/>
            </a:xfrm>
            <a:custGeom>
              <a:avLst/>
              <a:gdLst/>
              <a:ahLst/>
              <a:cxnLst/>
              <a:rect l="l" t="t" r="r" b="b"/>
              <a:pathLst>
                <a:path w="6421" h="6880" extrusionOk="0">
                  <a:moveTo>
                    <a:pt x="1" y="1"/>
                  </a:moveTo>
                  <a:lnTo>
                    <a:pt x="1" y="3917"/>
                  </a:lnTo>
                  <a:cubicBezTo>
                    <a:pt x="250" y="3863"/>
                    <a:pt x="488" y="3764"/>
                    <a:pt x="699" y="3621"/>
                  </a:cubicBezTo>
                  <a:lnTo>
                    <a:pt x="3841" y="6763"/>
                  </a:lnTo>
                  <a:cubicBezTo>
                    <a:pt x="3920" y="6841"/>
                    <a:pt x="4022" y="6880"/>
                    <a:pt x="4124" y="6880"/>
                  </a:cubicBezTo>
                  <a:cubicBezTo>
                    <a:pt x="4226" y="6880"/>
                    <a:pt x="4329" y="6841"/>
                    <a:pt x="4407" y="6763"/>
                  </a:cubicBezTo>
                  <a:cubicBezTo>
                    <a:pt x="4562" y="6607"/>
                    <a:pt x="4562" y="6354"/>
                    <a:pt x="4407" y="6198"/>
                  </a:cubicBezTo>
                  <a:lnTo>
                    <a:pt x="1263" y="3056"/>
                  </a:lnTo>
                  <a:cubicBezTo>
                    <a:pt x="1405" y="2843"/>
                    <a:pt x="1504" y="2607"/>
                    <a:pt x="1555" y="2359"/>
                  </a:cubicBezTo>
                  <a:lnTo>
                    <a:pt x="5985" y="2359"/>
                  </a:lnTo>
                  <a:cubicBezTo>
                    <a:pt x="6191" y="2359"/>
                    <a:pt x="6371" y="2208"/>
                    <a:pt x="6393" y="2003"/>
                  </a:cubicBezTo>
                  <a:cubicBezTo>
                    <a:pt x="6421" y="1767"/>
                    <a:pt x="6235" y="1558"/>
                    <a:pt x="5996" y="1558"/>
                  </a:cubicBezTo>
                  <a:lnTo>
                    <a:pt x="1555" y="1558"/>
                  </a:lnTo>
                  <a:cubicBezTo>
                    <a:pt x="1396" y="776"/>
                    <a:pt x="783" y="16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36"/>
          <p:cNvGrpSpPr/>
          <p:nvPr/>
        </p:nvGrpSpPr>
        <p:grpSpPr>
          <a:xfrm>
            <a:off x="481116" y="1338533"/>
            <a:ext cx="222279" cy="252876"/>
            <a:chOff x="5553075" y="3245250"/>
            <a:chExt cx="299850" cy="341125"/>
          </a:xfrm>
        </p:grpSpPr>
        <p:sp>
          <p:nvSpPr>
            <p:cNvPr id="325" name="Google Shape;325;p36"/>
            <p:cNvSpPr/>
            <p:nvPr/>
          </p:nvSpPr>
          <p:spPr>
            <a:xfrm>
              <a:off x="5603050" y="3405825"/>
              <a:ext cx="20000" cy="39975"/>
            </a:xfrm>
            <a:custGeom>
              <a:avLst/>
              <a:gdLst/>
              <a:ahLst/>
              <a:cxnLst/>
              <a:rect l="l" t="t" r="r" b="b"/>
              <a:pathLst>
                <a:path w="800" h="1599" extrusionOk="0">
                  <a:moveTo>
                    <a:pt x="0" y="1"/>
                  </a:moveTo>
                  <a:lnTo>
                    <a:pt x="0" y="1599"/>
                  </a:lnTo>
                  <a:lnTo>
                    <a:pt x="799" y="1599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5603050" y="3295900"/>
              <a:ext cx="20000" cy="40000"/>
            </a:xfrm>
            <a:custGeom>
              <a:avLst/>
              <a:gdLst/>
              <a:ahLst/>
              <a:cxnLst/>
              <a:rect l="l" t="t" r="r" b="b"/>
              <a:pathLst>
                <a:path w="800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799" y="16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5683000" y="3295900"/>
              <a:ext cx="20000" cy="40000"/>
            </a:xfrm>
            <a:custGeom>
              <a:avLst/>
              <a:gdLst/>
              <a:ahLst/>
              <a:cxnLst/>
              <a:rect l="l" t="t" r="r" b="b"/>
              <a:pathLst>
                <a:path w="800" h="1600" extrusionOk="0">
                  <a:moveTo>
                    <a:pt x="1" y="1"/>
                  </a:moveTo>
                  <a:lnTo>
                    <a:pt x="1" y="1600"/>
                  </a:lnTo>
                  <a:lnTo>
                    <a:pt x="800" y="1600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5553075" y="3355850"/>
              <a:ext cx="199875" cy="89950"/>
            </a:xfrm>
            <a:custGeom>
              <a:avLst/>
              <a:gdLst/>
              <a:ahLst/>
              <a:cxnLst/>
              <a:rect l="l" t="t" r="r" b="b"/>
              <a:pathLst>
                <a:path w="7995" h="3598" extrusionOk="0">
                  <a:moveTo>
                    <a:pt x="0" y="1"/>
                  </a:moveTo>
                  <a:lnTo>
                    <a:pt x="0" y="3598"/>
                  </a:lnTo>
                  <a:lnTo>
                    <a:pt x="1201" y="3598"/>
                  </a:lnTo>
                  <a:lnTo>
                    <a:pt x="1201" y="1600"/>
                  </a:lnTo>
                  <a:cubicBezTo>
                    <a:pt x="1201" y="1378"/>
                    <a:pt x="1379" y="1200"/>
                    <a:pt x="1599" y="1200"/>
                  </a:cubicBezTo>
                  <a:lnTo>
                    <a:pt x="3199" y="1200"/>
                  </a:lnTo>
                  <a:cubicBezTo>
                    <a:pt x="3420" y="1200"/>
                    <a:pt x="3599" y="1378"/>
                    <a:pt x="3599" y="1600"/>
                  </a:cubicBezTo>
                  <a:lnTo>
                    <a:pt x="3599" y="3598"/>
                  </a:lnTo>
                  <a:lnTo>
                    <a:pt x="4398" y="3598"/>
                  </a:lnTo>
                  <a:lnTo>
                    <a:pt x="4398" y="1600"/>
                  </a:lnTo>
                  <a:cubicBezTo>
                    <a:pt x="4398" y="1378"/>
                    <a:pt x="4576" y="1200"/>
                    <a:pt x="4798" y="1200"/>
                  </a:cubicBezTo>
                  <a:lnTo>
                    <a:pt x="6395" y="1200"/>
                  </a:lnTo>
                  <a:cubicBezTo>
                    <a:pt x="6617" y="1200"/>
                    <a:pt x="6796" y="1378"/>
                    <a:pt x="6796" y="1600"/>
                  </a:cubicBezTo>
                  <a:lnTo>
                    <a:pt x="6796" y="3598"/>
                  </a:lnTo>
                  <a:lnTo>
                    <a:pt x="7995" y="3598"/>
                  </a:lnTo>
                  <a:lnTo>
                    <a:pt x="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5683000" y="3405825"/>
              <a:ext cx="20000" cy="39975"/>
            </a:xfrm>
            <a:custGeom>
              <a:avLst/>
              <a:gdLst/>
              <a:ahLst/>
              <a:cxnLst/>
              <a:rect l="l" t="t" r="r" b="b"/>
              <a:pathLst>
                <a:path w="800" h="1599" extrusionOk="0">
                  <a:moveTo>
                    <a:pt x="1" y="1"/>
                  </a:moveTo>
                  <a:lnTo>
                    <a:pt x="1" y="1599"/>
                  </a:lnTo>
                  <a:lnTo>
                    <a:pt x="800" y="1599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5772925" y="3245250"/>
              <a:ext cx="80000" cy="70650"/>
            </a:xfrm>
            <a:custGeom>
              <a:avLst/>
              <a:gdLst/>
              <a:ahLst/>
              <a:cxnLst/>
              <a:rect l="l" t="t" r="r" b="b"/>
              <a:pathLst>
                <a:path w="3200" h="2826" extrusionOk="0">
                  <a:moveTo>
                    <a:pt x="1" y="1"/>
                  </a:moveTo>
                  <a:lnTo>
                    <a:pt x="1" y="2825"/>
                  </a:lnTo>
                  <a:lnTo>
                    <a:pt x="3199" y="2825"/>
                  </a:lnTo>
                  <a:lnTo>
                    <a:pt x="3199" y="401"/>
                  </a:lnTo>
                  <a:cubicBezTo>
                    <a:pt x="3199" y="179"/>
                    <a:pt x="3019" y="1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5772925" y="3335875"/>
              <a:ext cx="80000" cy="250500"/>
            </a:xfrm>
            <a:custGeom>
              <a:avLst/>
              <a:gdLst/>
              <a:ahLst/>
              <a:cxnLst/>
              <a:rect l="l" t="t" r="r" b="b"/>
              <a:pathLst>
                <a:path w="3200" h="10020" extrusionOk="0">
                  <a:moveTo>
                    <a:pt x="1598" y="1598"/>
                  </a:moveTo>
                  <a:cubicBezTo>
                    <a:pt x="1804" y="1598"/>
                    <a:pt x="2000" y="1758"/>
                    <a:pt x="2000" y="1999"/>
                  </a:cubicBezTo>
                  <a:cubicBezTo>
                    <a:pt x="2000" y="2220"/>
                    <a:pt x="1822" y="2399"/>
                    <a:pt x="1602" y="2399"/>
                  </a:cubicBezTo>
                  <a:cubicBezTo>
                    <a:pt x="1244" y="2399"/>
                    <a:pt x="1067" y="1968"/>
                    <a:pt x="1318" y="1717"/>
                  </a:cubicBezTo>
                  <a:cubicBezTo>
                    <a:pt x="1400" y="1635"/>
                    <a:pt x="1500" y="1598"/>
                    <a:pt x="1598" y="1598"/>
                  </a:cubicBezTo>
                  <a:close/>
                  <a:moveTo>
                    <a:pt x="1597" y="3197"/>
                  </a:moveTo>
                  <a:cubicBezTo>
                    <a:pt x="1803" y="3197"/>
                    <a:pt x="2000" y="3357"/>
                    <a:pt x="2000" y="3598"/>
                  </a:cubicBezTo>
                  <a:cubicBezTo>
                    <a:pt x="2000" y="3819"/>
                    <a:pt x="1822" y="3998"/>
                    <a:pt x="1602" y="3998"/>
                  </a:cubicBezTo>
                  <a:cubicBezTo>
                    <a:pt x="1244" y="3998"/>
                    <a:pt x="1066" y="3567"/>
                    <a:pt x="1318" y="3314"/>
                  </a:cubicBezTo>
                  <a:cubicBezTo>
                    <a:pt x="1400" y="3233"/>
                    <a:pt x="1499" y="3197"/>
                    <a:pt x="1597" y="3197"/>
                  </a:cubicBezTo>
                  <a:close/>
                  <a:moveTo>
                    <a:pt x="1" y="1"/>
                  </a:moveTo>
                  <a:lnTo>
                    <a:pt x="1" y="10019"/>
                  </a:lnTo>
                  <a:lnTo>
                    <a:pt x="2799" y="10019"/>
                  </a:lnTo>
                  <a:cubicBezTo>
                    <a:pt x="3021" y="10019"/>
                    <a:pt x="3199" y="9841"/>
                    <a:pt x="3199" y="9621"/>
                  </a:cubicBezTo>
                  <a:lnTo>
                    <a:pt x="3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5553075" y="3465775"/>
              <a:ext cx="199925" cy="120600"/>
            </a:xfrm>
            <a:custGeom>
              <a:avLst/>
              <a:gdLst/>
              <a:ahLst/>
              <a:cxnLst/>
              <a:rect l="l" t="t" r="r" b="b"/>
              <a:pathLst>
                <a:path w="7997" h="4824" extrusionOk="0">
                  <a:moveTo>
                    <a:pt x="6395" y="1200"/>
                  </a:moveTo>
                  <a:cubicBezTo>
                    <a:pt x="6617" y="1200"/>
                    <a:pt x="6796" y="1379"/>
                    <a:pt x="6796" y="1600"/>
                  </a:cubicBezTo>
                  <a:lnTo>
                    <a:pt x="6796" y="3198"/>
                  </a:lnTo>
                  <a:cubicBezTo>
                    <a:pt x="6796" y="3419"/>
                    <a:pt x="6617" y="3598"/>
                    <a:pt x="6395" y="3598"/>
                  </a:cubicBezTo>
                  <a:lnTo>
                    <a:pt x="1599" y="3598"/>
                  </a:lnTo>
                  <a:cubicBezTo>
                    <a:pt x="1378" y="3598"/>
                    <a:pt x="1199" y="3419"/>
                    <a:pt x="1199" y="3198"/>
                  </a:cubicBezTo>
                  <a:lnTo>
                    <a:pt x="1199" y="1600"/>
                  </a:lnTo>
                  <a:cubicBezTo>
                    <a:pt x="1199" y="1379"/>
                    <a:pt x="1379" y="1200"/>
                    <a:pt x="1599" y="1200"/>
                  </a:cubicBezTo>
                  <a:close/>
                  <a:moveTo>
                    <a:pt x="2" y="1"/>
                  </a:moveTo>
                  <a:lnTo>
                    <a:pt x="2" y="4423"/>
                  </a:lnTo>
                  <a:cubicBezTo>
                    <a:pt x="0" y="4645"/>
                    <a:pt x="180" y="4823"/>
                    <a:pt x="400" y="4823"/>
                  </a:cubicBezTo>
                  <a:lnTo>
                    <a:pt x="7996" y="4823"/>
                  </a:lnTo>
                  <a:lnTo>
                    <a:pt x="7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5553075" y="3245250"/>
              <a:ext cx="199875" cy="90650"/>
            </a:xfrm>
            <a:custGeom>
              <a:avLst/>
              <a:gdLst/>
              <a:ahLst/>
              <a:cxnLst/>
              <a:rect l="l" t="t" r="r" b="b"/>
              <a:pathLst>
                <a:path w="7995" h="3626" extrusionOk="0">
                  <a:moveTo>
                    <a:pt x="400" y="1"/>
                  </a:moveTo>
                  <a:cubicBezTo>
                    <a:pt x="180" y="1"/>
                    <a:pt x="0" y="179"/>
                    <a:pt x="0" y="401"/>
                  </a:cubicBezTo>
                  <a:lnTo>
                    <a:pt x="0" y="3626"/>
                  </a:lnTo>
                  <a:lnTo>
                    <a:pt x="1201" y="3626"/>
                  </a:lnTo>
                  <a:lnTo>
                    <a:pt x="1201" y="1626"/>
                  </a:lnTo>
                  <a:cubicBezTo>
                    <a:pt x="1201" y="1406"/>
                    <a:pt x="1379" y="1226"/>
                    <a:pt x="1599" y="1226"/>
                  </a:cubicBezTo>
                  <a:lnTo>
                    <a:pt x="3199" y="1226"/>
                  </a:lnTo>
                  <a:cubicBezTo>
                    <a:pt x="3420" y="1226"/>
                    <a:pt x="3599" y="1406"/>
                    <a:pt x="3599" y="1626"/>
                  </a:cubicBezTo>
                  <a:lnTo>
                    <a:pt x="3599" y="3626"/>
                  </a:lnTo>
                  <a:lnTo>
                    <a:pt x="4398" y="3626"/>
                  </a:lnTo>
                  <a:lnTo>
                    <a:pt x="4398" y="1626"/>
                  </a:lnTo>
                  <a:cubicBezTo>
                    <a:pt x="4398" y="1406"/>
                    <a:pt x="4576" y="1226"/>
                    <a:pt x="4798" y="1226"/>
                  </a:cubicBezTo>
                  <a:lnTo>
                    <a:pt x="6395" y="1226"/>
                  </a:lnTo>
                  <a:cubicBezTo>
                    <a:pt x="6617" y="1226"/>
                    <a:pt x="6796" y="1406"/>
                    <a:pt x="6796" y="1626"/>
                  </a:cubicBezTo>
                  <a:lnTo>
                    <a:pt x="6796" y="3626"/>
                  </a:lnTo>
                  <a:lnTo>
                    <a:pt x="7995" y="3626"/>
                  </a:lnTo>
                  <a:lnTo>
                    <a:pt x="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5603050" y="3515775"/>
              <a:ext cx="99950" cy="20000"/>
            </a:xfrm>
            <a:custGeom>
              <a:avLst/>
              <a:gdLst/>
              <a:ahLst/>
              <a:cxnLst/>
              <a:rect l="l" t="t" r="r" b="b"/>
              <a:pathLst>
                <a:path w="3998" h="800" extrusionOk="0">
                  <a:moveTo>
                    <a:pt x="0" y="0"/>
                  </a:moveTo>
                  <a:lnTo>
                    <a:pt x="0" y="799"/>
                  </a:lnTo>
                  <a:lnTo>
                    <a:pt x="3998" y="799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97;p31">
            <a:extLst>
              <a:ext uri="{FF2B5EF4-FFF2-40B4-BE49-F238E27FC236}">
                <a16:creationId xmlns:a16="http://schemas.microsoft.com/office/drawing/2014/main" id="{3B11A781-A4EB-C657-9912-6F7C4924F382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Research Scope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171EDF8B-7415-1607-CF1C-78A762E1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793506F0-8593-3499-D349-AA548F834C8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45463AFA-7291-CC26-A81C-2A2D8D6AB7B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F500778B-4DED-6950-4B28-CA0EA6440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 Execute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213DB760-E5FD-AACD-C3B1-01293DAC74B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05a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D07379C8-43AE-CFF8-F7EA-3A306BD193D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4087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EB3A0BDD-2EFA-8788-6188-45261509EAF3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Sources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2C4563-5DBE-5F52-06BC-1C2EE4FA0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94109"/>
              </p:ext>
            </p:extLst>
          </p:nvPr>
        </p:nvGraphicFramePr>
        <p:xfrm>
          <a:off x="304800" y="971942"/>
          <a:ext cx="8534400" cy="3912453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928255">
                  <a:extLst>
                    <a:ext uri="{9D8B030D-6E8A-4147-A177-3AD203B41FA5}">
                      <a16:colId xmlns:a16="http://schemas.microsoft.com/office/drawing/2014/main" val="3638772239"/>
                    </a:ext>
                  </a:extLst>
                </a:gridCol>
                <a:gridCol w="1309254">
                  <a:extLst>
                    <a:ext uri="{9D8B030D-6E8A-4147-A177-3AD203B41FA5}">
                      <a16:colId xmlns:a16="http://schemas.microsoft.com/office/drawing/2014/main" val="2342965550"/>
                    </a:ext>
                  </a:extLst>
                </a:gridCol>
                <a:gridCol w="4786746">
                  <a:extLst>
                    <a:ext uri="{9D8B030D-6E8A-4147-A177-3AD203B41FA5}">
                      <a16:colId xmlns:a16="http://schemas.microsoft.com/office/drawing/2014/main" val="2344603609"/>
                    </a:ext>
                  </a:extLst>
                </a:gridCol>
                <a:gridCol w="1510145">
                  <a:extLst>
                    <a:ext uri="{9D8B030D-6E8A-4147-A177-3AD203B41FA5}">
                      <a16:colId xmlns:a16="http://schemas.microsoft.com/office/drawing/2014/main" val="3832929577"/>
                    </a:ext>
                  </a:extLst>
                </a:gridCol>
              </a:tblGrid>
              <a:tr h="407307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 Origin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Why Data?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References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62064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Ridership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Primary forecast target, provides 13 output variables (12 service lines + total) the models are trained to predict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Khalil et al., 2021; Amir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3889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Fuel Price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Demand drive, EDA confirms higher fuel prices correlate with increased transit use, capturing modal substitution behaviour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Ahmad et al., 2024; Cui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368205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Holidays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timeanddate.com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Demand modifier, holidays cause systematic ridership drop, lead/lag features capture anticipation dips, post-holiday return surges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Chen et al., 2023; Song et al., 2024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62888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Rainfall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data.humdata.org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Weather covariate, state-level daily precipitation adds a spatially-varying external signal that influences travel mode choice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Huang et al., 2022; Cui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14802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Population Density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hub.worldpop.org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context, residential density is a static proxy for transit catchment potential and latent demand at each stop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Ahmad et al., 2024; Amir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72771"/>
                  </a:ext>
                </a:extLst>
              </a:tr>
              <a:tr h="585288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GADM Boundaries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gadm.org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structure, state boundary polygons are used to spatially aggregate features by aggregate features by administrative region and derive inter-state adjacency weights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Jin et al., 2022; Hassan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088170"/>
                  </a:ext>
                </a:extLst>
              </a:tr>
              <a:tr h="408287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GTFS Static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Network topology, stop counts, route density, travel-time edges quantify transit supply and accessibility per region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Keller et al., 2022; Hassan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042054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OSM POIs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overpass-api.de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Land-use context, POI category counts within a 500m catchment of each stop capture activity generators that drive trip origins and destinations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Shi et al., 2024; Amir et al., 2025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19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B6250C2F-E816-D284-B08E-F04BFB98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FB112E81-FCAA-CA39-E5DE-12CE4CDA0218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Understanding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A4BE710-2172-3331-2B4A-A30E5FDDE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48440"/>
              </p:ext>
            </p:extLst>
          </p:nvPr>
        </p:nvGraphicFramePr>
        <p:xfrm>
          <a:off x="304799" y="971942"/>
          <a:ext cx="8613914" cy="4004323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991834">
                  <a:extLst>
                    <a:ext uri="{9D8B030D-6E8A-4147-A177-3AD203B41FA5}">
                      <a16:colId xmlns:a16="http://schemas.microsoft.com/office/drawing/2014/main" val="3067367502"/>
                    </a:ext>
                  </a:extLst>
                </a:gridCol>
                <a:gridCol w="6622080">
                  <a:extLst>
                    <a:ext uri="{9D8B030D-6E8A-4147-A177-3AD203B41FA5}">
                      <a16:colId xmlns:a16="http://schemas.microsoft.com/office/drawing/2014/main" val="3579658380"/>
                    </a:ext>
                  </a:extLst>
                </a:gridCol>
              </a:tblGrid>
              <a:tr h="362795">
                <a:tc>
                  <a:txBody>
                    <a:bodyPr/>
                    <a:lstStyle/>
                    <a:p>
                      <a:pPr algn="ctr"/>
                      <a:r>
                        <a:rPr lang="en-MY" sz="16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Attribute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Detail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73131"/>
                  </a:ext>
                </a:extLst>
              </a:tr>
              <a:tr h="103660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 Range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2019-01-01 to 2025-12-31 (Include MCO)</a:t>
                      </a:r>
                    </a:p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2022-01-01 to 2025-12-31 (Exclude MCO)</a:t>
                      </a:r>
                    </a:p>
                    <a:p>
                      <a:endParaRPr lang="en-MY" sz="16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(</a:t>
                      </a:r>
                      <a:r>
                        <a:rPr lang="en-MY" sz="16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Lv</a:t>
                      </a:r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et al., 2021; Zhao &amp; Lan, 2025; Maria-Arribas et al., 2026)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05580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Total Observations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2,557 daily records with MCO</a:t>
                      </a:r>
                    </a:p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1,461 daily records without MCO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8057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Total Features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79 columns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21091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Target Variables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13 (12 transit service lines + total ridership)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79585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Feature Sources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8 (Ridership, fuel price, holiday/cyclical, rainfall, population density, GTFS transit network, OSM POI, GADM boundaries)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4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89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56E832EA-1762-2603-6983-A0C14C9A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59C78295-54AC-909D-E409-4FB96B3D5447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Understanding (</a:t>
            </a:r>
            <a:r>
              <a:rPr lang="en-MY" sz="2400" dirty="0" err="1"/>
              <a:t>con’t</a:t>
            </a:r>
            <a:r>
              <a:rPr lang="en-MY" sz="2400" dirty="0"/>
              <a:t>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BA1C006-F24B-8A6F-644B-AF371A4AB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003079"/>
              </p:ext>
            </p:extLst>
          </p:nvPr>
        </p:nvGraphicFramePr>
        <p:xfrm>
          <a:off x="304799" y="971940"/>
          <a:ext cx="8613915" cy="3961567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173127">
                  <a:extLst>
                    <a:ext uri="{9D8B030D-6E8A-4147-A177-3AD203B41FA5}">
                      <a16:colId xmlns:a16="http://schemas.microsoft.com/office/drawing/2014/main" val="3067367502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2788595002"/>
                    </a:ext>
                  </a:extLst>
                </a:gridCol>
                <a:gridCol w="6568919">
                  <a:extLst>
                    <a:ext uri="{9D8B030D-6E8A-4147-A177-3AD203B41FA5}">
                      <a16:colId xmlns:a16="http://schemas.microsoft.com/office/drawing/2014/main" val="3579658380"/>
                    </a:ext>
                  </a:extLst>
                </a:gridCol>
              </a:tblGrid>
              <a:tr h="376842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Group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Count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73131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Targets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12 service lines + total ridership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05580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Temporal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16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Holiday flags, lead/lag days, cyclical encoding, year, day-of-year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8057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External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30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Fuel price levels &amp; changes (15) + Rainfall per state (15)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21091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Lag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Autoregressive lags at 7, 14, 28 days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41066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Static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17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Population density, GTFS network states, OSM POI counts, GADM boundaries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524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81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2828A86C-72FE-94CA-368E-34A25526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>
            <a:extLst>
              <a:ext uri="{FF2B5EF4-FFF2-40B4-BE49-F238E27FC236}">
                <a16:creationId xmlns:a16="http://schemas.microsoft.com/office/drawing/2014/main" id="{26C40B59-114B-74E8-00DC-424B355185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475475"/>
            <a:ext cx="7682318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All data sources are filtered to 2019-01-01 – 2025-12-31; MCO flagging on ridership, compute total ridership; Weekly fuel price forward-fill as daily; Expand data range rows into one binary flag per calendar day, handle state-specific coverage; Retain final rainfall result; Compute state centroids; Deduplicate stops and trips; Clip density values at 99</a:t>
            </a:r>
            <a:r>
              <a:rPr lang="en-MY" baseline="30000" dirty="0"/>
              <a:t>th</a:t>
            </a:r>
            <a:r>
              <a:rPr lang="en-MY" dirty="0"/>
              <a:t> percentile to reduce raster outliers; Deduplicate OSM element ID, map specific tags to 7 POI categories</a:t>
            </a:r>
            <a:endParaRPr dirty="0"/>
          </a:p>
        </p:txBody>
      </p:sp>
      <p:sp>
        <p:nvSpPr>
          <p:cNvPr id="341" name="Google Shape;341;p37">
            <a:extLst>
              <a:ext uri="{FF2B5EF4-FFF2-40B4-BE49-F238E27FC236}">
                <a16:creationId xmlns:a16="http://schemas.microsoft.com/office/drawing/2014/main" id="{89982D82-61CE-6194-E9EA-01D179E880E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2977927"/>
            <a:ext cx="7682319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Merged all cleaned data sources into 2019/2022-01-01 – 2025-12-31 (2,557 | 1,461 days) x 79 feature columns; Time-varying sources reindexed to daily master; Remaining gaps filled by forward-fill or linear interpolation; Static sources broadcast to every row.</a:t>
            </a:r>
            <a:endParaRPr dirty="0"/>
          </a:p>
        </p:txBody>
      </p:sp>
      <p:sp>
        <p:nvSpPr>
          <p:cNvPr id="344" name="Google Shape;344;p37">
            <a:extLst>
              <a:ext uri="{FF2B5EF4-FFF2-40B4-BE49-F238E27FC236}">
                <a16:creationId xmlns:a16="http://schemas.microsoft.com/office/drawing/2014/main" id="{6276B205-A656-59C6-CD96-296BAA76F0F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163600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Per-source Cleaning</a:t>
            </a:r>
            <a:endParaRPr dirty="0"/>
          </a:p>
        </p:txBody>
      </p:sp>
      <p:sp>
        <p:nvSpPr>
          <p:cNvPr id="345" name="Google Shape;345;p37">
            <a:extLst>
              <a:ext uri="{FF2B5EF4-FFF2-40B4-BE49-F238E27FC236}">
                <a16:creationId xmlns:a16="http://schemas.microsoft.com/office/drawing/2014/main" id="{4E01D056-338C-A9C2-24AA-B581F6B9BB32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167725" y="2733527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Alignment</a:t>
            </a:r>
            <a:endParaRPr dirty="0"/>
          </a:p>
        </p:txBody>
      </p:sp>
      <p:sp>
        <p:nvSpPr>
          <p:cNvPr id="346" name="Google Shape;346;p37">
            <a:extLst>
              <a:ext uri="{FF2B5EF4-FFF2-40B4-BE49-F238E27FC236}">
                <a16:creationId xmlns:a16="http://schemas.microsoft.com/office/drawing/2014/main" id="{63ED7DF0-B39A-6D48-3198-80BAC384726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169450" y="3763724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Sequence Building</a:t>
            </a:r>
            <a:endParaRPr dirty="0"/>
          </a:p>
        </p:txBody>
      </p:sp>
      <p:sp>
        <p:nvSpPr>
          <p:cNvPr id="347" name="Google Shape;347;p37">
            <a:extLst>
              <a:ext uri="{FF2B5EF4-FFF2-40B4-BE49-F238E27FC236}">
                <a16:creationId xmlns:a16="http://schemas.microsoft.com/office/drawing/2014/main" id="{86D582AC-97B8-E4C9-1C5F-8C887A314A8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00" y="4008124"/>
            <a:ext cx="7682318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Sliding window sequences: (X shape: N, T_in, 79) – (y shape: N, 7) – for T_in in 14, 28, 56 look-back days.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Chronological 70/15/15 split – no shuffle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Special for graph models – build Pearson correlation adjacency on-the-fly from X_train</a:t>
            </a:r>
            <a:endParaRPr dirty="0"/>
          </a:p>
        </p:txBody>
      </p:sp>
      <p:grpSp>
        <p:nvGrpSpPr>
          <p:cNvPr id="355" name="Google Shape;355;p37">
            <a:extLst>
              <a:ext uri="{FF2B5EF4-FFF2-40B4-BE49-F238E27FC236}">
                <a16:creationId xmlns:a16="http://schemas.microsoft.com/office/drawing/2014/main" id="{3F60AC58-B7A9-06B9-5EFC-838A5E2EEDEC}"/>
              </a:ext>
            </a:extLst>
          </p:cNvPr>
          <p:cNvGrpSpPr/>
          <p:nvPr/>
        </p:nvGrpSpPr>
        <p:grpSpPr>
          <a:xfrm>
            <a:off x="831745" y="1229434"/>
            <a:ext cx="261986" cy="260931"/>
            <a:chOff x="6271450" y="2127850"/>
            <a:chExt cx="342600" cy="341175"/>
          </a:xfrm>
        </p:grpSpPr>
        <p:sp>
          <p:nvSpPr>
            <p:cNvPr id="356" name="Google Shape;356;p37">
              <a:extLst>
                <a:ext uri="{FF2B5EF4-FFF2-40B4-BE49-F238E27FC236}">
                  <a16:creationId xmlns:a16="http://schemas.microsoft.com/office/drawing/2014/main" id="{0B2C867C-F4A2-E16D-623E-CC8F2EF19EB9}"/>
                </a:ext>
              </a:extLst>
            </p:cNvPr>
            <p:cNvSpPr/>
            <p:nvPr/>
          </p:nvSpPr>
          <p:spPr>
            <a:xfrm>
              <a:off x="6271450" y="2289100"/>
              <a:ext cx="342600" cy="179925"/>
            </a:xfrm>
            <a:custGeom>
              <a:avLst/>
              <a:gdLst/>
              <a:ahLst/>
              <a:cxnLst/>
              <a:rect l="l" t="t" r="r" b="b"/>
              <a:pathLst>
                <a:path w="13704" h="7197" extrusionOk="0">
                  <a:moveTo>
                    <a:pt x="8247" y="800"/>
                  </a:moveTo>
                  <a:lnTo>
                    <a:pt x="8848" y="1600"/>
                  </a:lnTo>
                  <a:lnTo>
                    <a:pt x="4851" y="1600"/>
                  </a:lnTo>
                  <a:lnTo>
                    <a:pt x="5450" y="800"/>
                  </a:lnTo>
                  <a:close/>
                  <a:moveTo>
                    <a:pt x="9446" y="2399"/>
                  </a:moveTo>
                  <a:lnTo>
                    <a:pt x="10046" y="3198"/>
                  </a:lnTo>
                  <a:lnTo>
                    <a:pt x="3650" y="3198"/>
                  </a:lnTo>
                  <a:lnTo>
                    <a:pt x="4250" y="2399"/>
                  </a:lnTo>
                  <a:close/>
                  <a:moveTo>
                    <a:pt x="10645" y="3998"/>
                  </a:moveTo>
                  <a:lnTo>
                    <a:pt x="11245" y="4797"/>
                  </a:lnTo>
                  <a:lnTo>
                    <a:pt x="2451" y="4797"/>
                  </a:lnTo>
                  <a:lnTo>
                    <a:pt x="3051" y="3998"/>
                  </a:lnTo>
                  <a:close/>
                  <a:moveTo>
                    <a:pt x="11844" y="5597"/>
                  </a:moveTo>
                  <a:lnTo>
                    <a:pt x="12470" y="6396"/>
                  </a:lnTo>
                  <a:lnTo>
                    <a:pt x="1226" y="6396"/>
                  </a:lnTo>
                  <a:lnTo>
                    <a:pt x="1850" y="5597"/>
                  </a:lnTo>
                  <a:close/>
                  <a:moveTo>
                    <a:pt x="5250" y="1"/>
                  </a:moveTo>
                  <a:cubicBezTo>
                    <a:pt x="5123" y="1"/>
                    <a:pt x="5004" y="60"/>
                    <a:pt x="4929" y="160"/>
                  </a:cubicBezTo>
                  <a:lnTo>
                    <a:pt x="105" y="6557"/>
                  </a:lnTo>
                  <a:cubicBezTo>
                    <a:pt x="15" y="6678"/>
                    <a:pt x="0" y="6839"/>
                    <a:pt x="68" y="6975"/>
                  </a:cubicBezTo>
                  <a:cubicBezTo>
                    <a:pt x="136" y="7109"/>
                    <a:pt x="275" y="7195"/>
                    <a:pt x="425" y="7196"/>
                  </a:cubicBezTo>
                  <a:lnTo>
                    <a:pt x="13260" y="7196"/>
                  </a:lnTo>
                  <a:cubicBezTo>
                    <a:pt x="13262" y="7196"/>
                    <a:pt x="13264" y="7196"/>
                    <a:pt x="13265" y="7196"/>
                  </a:cubicBezTo>
                  <a:cubicBezTo>
                    <a:pt x="13383" y="7196"/>
                    <a:pt x="13495" y="7145"/>
                    <a:pt x="13573" y="7056"/>
                  </a:cubicBezTo>
                  <a:cubicBezTo>
                    <a:pt x="13696" y="6914"/>
                    <a:pt x="13703" y="6706"/>
                    <a:pt x="13591" y="6557"/>
                  </a:cubicBezTo>
                  <a:lnTo>
                    <a:pt x="8767" y="160"/>
                  </a:lnTo>
                  <a:cubicBezTo>
                    <a:pt x="8692" y="60"/>
                    <a:pt x="8572" y="1"/>
                    <a:pt x="8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>
              <a:extLst>
                <a:ext uri="{FF2B5EF4-FFF2-40B4-BE49-F238E27FC236}">
                  <a16:creationId xmlns:a16="http://schemas.microsoft.com/office/drawing/2014/main" id="{0C32AE9C-8FDC-7BE9-7B08-68BE18917E83}"/>
                </a:ext>
              </a:extLst>
            </p:cNvPr>
            <p:cNvSpPr/>
            <p:nvPr/>
          </p:nvSpPr>
          <p:spPr>
            <a:xfrm>
              <a:off x="6372750" y="2209150"/>
              <a:ext cx="139925" cy="79950"/>
            </a:xfrm>
            <a:custGeom>
              <a:avLst/>
              <a:gdLst/>
              <a:ahLst/>
              <a:cxnLst/>
              <a:rect l="l" t="t" r="r" b="b"/>
              <a:pathLst>
                <a:path w="5597" h="3198" extrusionOk="0">
                  <a:moveTo>
                    <a:pt x="2797" y="1"/>
                  </a:moveTo>
                  <a:cubicBezTo>
                    <a:pt x="1254" y="1"/>
                    <a:pt x="0" y="1255"/>
                    <a:pt x="0" y="2799"/>
                  </a:cubicBezTo>
                  <a:lnTo>
                    <a:pt x="0" y="3197"/>
                  </a:lnTo>
                  <a:lnTo>
                    <a:pt x="480" y="2558"/>
                  </a:lnTo>
                  <a:cubicBezTo>
                    <a:pt x="557" y="2458"/>
                    <a:pt x="675" y="2399"/>
                    <a:pt x="800" y="2399"/>
                  </a:cubicBezTo>
                  <a:lnTo>
                    <a:pt x="4796" y="2399"/>
                  </a:lnTo>
                  <a:cubicBezTo>
                    <a:pt x="4922" y="2399"/>
                    <a:pt x="5040" y="2458"/>
                    <a:pt x="5117" y="2558"/>
                  </a:cubicBezTo>
                  <a:lnTo>
                    <a:pt x="5596" y="3197"/>
                  </a:lnTo>
                  <a:lnTo>
                    <a:pt x="5596" y="2828"/>
                  </a:lnTo>
                  <a:cubicBezTo>
                    <a:pt x="5596" y="1310"/>
                    <a:pt x="4397" y="45"/>
                    <a:pt x="2879" y="2"/>
                  </a:cubicBezTo>
                  <a:cubicBezTo>
                    <a:pt x="2852" y="1"/>
                    <a:pt x="2824" y="1"/>
                    <a:pt x="2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>
              <a:extLst>
                <a:ext uri="{FF2B5EF4-FFF2-40B4-BE49-F238E27FC236}">
                  <a16:creationId xmlns:a16="http://schemas.microsoft.com/office/drawing/2014/main" id="{41A7059E-6088-5895-CD4C-C76F1C59B95A}"/>
                </a:ext>
              </a:extLst>
            </p:cNvPr>
            <p:cNvSpPr/>
            <p:nvPr/>
          </p:nvSpPr>
          <p:spPr>
            <a:xfrm>
              <a:off x="6272100" y="2127850"/>
              <a:ext cx="341125" cy="241200"/>
            </a:xfrm>
            <a:custGeom>
              <a:avLst/>
              <a:gdLst/>
              <a:ahLst/>
              <a:cxnLst/>
              <a:rect l="l" t="t" r="r" b="b"/>
              <a:pathLst>
                <a:path w="13645" h="9648" extrusionOk="0">
                  <a:moveTo>
                    <a:pt x="401" y="1"/>
                  </a:moveTo>
                  <a:cubicBezTo>
                    <a:pt x="179" y="1"/>
                    <a:pt x="1" y="180"/>
                    <a:pt x="1" y="401"/>
                  </a:cubicBezTo>
                  <a:lnTo>
                    <a:pt x="1" y="9248"/>
                  </a:lnTo>
                  <a:cubicBezTo>
                    <a:pt x="1" y="9469"/>
                    <a:pt x="179" y="9648"/>
                    <a:pt x="401" y="9648"/>
                  </a:cubicBezTo>
                  <a:lnTo>
                    <a:pt x="1627" y="9648"/>
                  </a:lnTo>
                  <a:lnTo>
                    <a:pt x="3226" y="7515"/>
                  </a:lnTo>
                  <a:lnTo>
                    <a:pt x="3226" y="6089"/>
                  </a:lnTo>
                  <a:cubicBezTo>
                    <a:pt x="3226" y="4135"/>
                    <a:pt x="4766" y="2510"/>
                    <a:pt x="6718" y="2455"/>
                  </a:cubicBezTo>
                  <a:cubicBezTo>
                    <a:pt x="6754" y="2454"/>
                    <a:pt x="6789" y="2454"/>
                    <a:pt x="6824" y="2454"/>
                  </a:cubicBezTo>
                  <a:cubicBezTo>
                    <a:pt x="8806" y="2454"/>
                    <a:pt x="10420" y="4068"/>
                    <a:pt x="10420" y="6051"/>
                  </a:cubicBezTo>
                  <a:lnTo>
                    <a:pt x="10420" y="7515"/>
                  </a:lnTo>
                  <a:lnTo>
                    <a:pt x="12019" y="9648"/>
                  </a:lnTo>
                  <a:lnTo>
                    <a:pt x="13245" y="9648"/>
                  </a:lnTo>
                  <a:cubicBezTo>
                    <a:pt x="13466" y="9648"/>
                    <a:pt x="13645" y="9469"/>
                    <a:pt x="13645" y="9248"/>
                  </a:cubicBezTo>
                  <a:lnTo>
                    <a:pt x="13645" y="401"/>
                  </a:lnTo>
                  <a:cubicBezTo>
                    <a:pt x="13645" y="180"/>
                    <a:pt x="13466" y="1"/>
                    <a:pt x="1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7">
            <a:extLst>
              <a:ext uri="{FF2B5EF4-FFF2-40B4-BE49-F238E27FC236}">
                <a16:creationId xmlns:a16="http://schemas.microsoft.com/office/drawing/2014/main" id="{4E3F681A-6144-9BBE-6F36-A68FB3A9314B}"/>
              </a:ext>
            </a:extLst>
          </p:cNvPr>
          <p:cNvGrpSpPr/>
          <p:nvPr/>
        </p:nvGrpSpPr>
        <p:grpSpPr>
          <a:xfrm>
            <a:off x="835775" y="3765223"/>
            <a:ext cx="262012" cy="263417"/>
            <a:chOff x="239000" y="3799100"/>
            <a:chExt cx="339350" cy="341125"/>
          </a:xfrm>
        </p:grpSpPr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C5896DA3-2AB4-0F6A-3A62-5AA76555F42D}"/>
                </a:ext>
              </a:extLst>
            </p:cNvPr>
            <p:cNvSpPr/>
            <p:nvPr/>
          </p:nvSpPr>
          <p:spPr>
            <a:xfrm>
              <a:off x="417700" y="4020300"/>
              <a:ext cx="100950" cy="99925"/>
            </a:xfrm>
            <a:custGeom>
              <a:avLst/>
              <a:gdLst/>
              <a:ahLst/>
              <a:cxnLst/>
              <a:rect l="l" t="t" r="r" b="b"/>
              <a:pathLst>
                <a:path w="4038" h="3997" extrusionOk="0">
                  <a:moveTo>
                    <a:pt x="2321" y="0"/>
                  </a:moveTo>
                  <a:cubicBezTo>
                    <a:pt x="2278" y="0"/>
                    <a:pt x="2235" y="18"/>
                    <a:pt x="2205" y="50"/>
                  </a:cubicBezTo>
                  <a:cubicBezTo>
                    <a:pt x="1882" y="394"/>
                    <a:pt x="2118" y="799"/>
                    <a:pt x="2450" y="799"/>
                  </a:cubicBezTo>
                  <a:lnTo>
                    <a:pt x="2672" y="799"/>
                  </a:lnTo>
                  <a:lnTo>
                    <a:pt x="157" y="3315"/>
                  </a:lnTo>
                  <a:cubicBezTo>
                    <a:pt x="1" y="3472"/>
                    <a:pt x="1" y="3724"/>
                    <a:pt x="157" y="3881"/>
                  </a:cubicBezTo>
                  <a:cubicBezTo>
                    <a:pt x="236" y="3958"/>
                    <a:pt x="338" y="3997"/>
                    <a:pt x="440" y="3997"/>
                  </a:cubicBezTo>
                  <a:cubicBezTo>
                    <a:pt x="542" y="3997"/>
                    <a:pt x="645" y="3958"/>
                    <a:pt x="723" y="3881"/>
                  </a:cubicBezTo>
                  <a:lnTo>
                    <a:pt x="3238" y="1364"/>
                  </a:lnTo>
                  <a:lnTo>
                    <a:pt x="3238" y="1741"/>
                  </a:lnTo>
                  <a:cubicBezTo>
                    <a:pt x="3238" y="1785"/>
                    <a:pt x="3257" y="1827"/>
                    <a:pt x="3288" y="1856"/>
                  </a:cubicBezTo>
                  <a:cubicBezTo>
                    <a:pt x="3403" y="1965"/>
                    <a:pt x="3526" y="2011"/>
                    <a:pt x="3637" y="2011"/>
                  </a:cubicBezTo>
                  <a:cubicBezTo>
                    <a:pt x="3859" y="2011"/>
                    <a:pt x="4038" y="1832"/>
                    <a:pt x="4038" y="1611"/>
                  </a:cubicBezTo>
                  <a:lnTo>
                    <a:pt x="4038" y="152"/>
                  </a:lnTo>
                  <a:cubicBezTo>
                    <a:pt x="4038" y="68"/>
                    <a:pt x="3970" y="0"/>
                    <a:pt x="38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D611B5EB-6EE8-0538-1AEA-F9883D14A85D}"/>
                </a:ext>
              </a:extLst>
            </p:cNvPr>
            <p:cNvSpPr/>
            <p:nvPr/>
          </p:nvSpPr>
          <p:spPr>
            <a:xfrm>
              <a:off x="239000" y="3900350"/>
              <a:ext cx="339350" cy="239875"/>
            </a:xfrm>
            <a:custGeom>
              <a:avLst/>
              <a:gdLst/>
              <a:ahLst/>
              <a:cxnLst/>
              <a:rect l="l" t="t" r="r" b="b"/>
              <a:pathLst>
                <a:path w="13574" h="9595" extrusionOk="0">
                  <a:moveTo>
                    <a:pt x="10384" y="1"/>
                  </a:moveTo>
                  <a:cubicBezTo>
                    <a:pt x="10064" y="1"/>
                    <a:pt x="9755" y="129"/>
                    <a:pt x="9531" y="358"/>
                  </a:cubicBezTo>
                  <a:lnTo>
                    <a:pt x="2790" y="7196"/>
                  </a:lnTo>
                  <a:lnTo>
                    <a:pt x="1164" y="7196"/>
                  </a:lnTo>
                  <a:cubicBezTo>
                    <a:pt x="516" y="7215"/>
                    <a:pt x="0" y="7747"/>
                    <a:pt x="0" y="8395"/>
                  </a:cubicBezTo>
                  <a:cubicBezTo>
                    <a:pt x="0" y="9043"/>
                    <a:pt x="516" y="9575"/>
                    <a:pt x="1164" y="9594"/>
                  </a:cubicBezTo>
                  <a:lnTo>
                    <a:pt x="3190" y="9594"/>
                  </a:lnTo>
                  <a:cubicBezTo>
                    <a:pt x="3192" y="9594"/>
                    <a:pt x="3194" y="9594"/>
                    <a:pt x="3195" y="9594"/>
                  </a:cubicBezTo>
                  <a:cubicBezTo>
                    <a:pt x="3514" y="9594"/>
                    <a:pt x="3820" y="9464"/>
                    <a:pt x="4043" y="9237"/>
                  </a:cubicBezTo>
                  <a:lnTo>
                    <a:pt x="10784" y="2400"/>
                  </a:lnTo>
                  <a:lnTo>
                    <a:pt x="12410" y="2400"/>
                  </a:lnTo>
                  <a:cubicBezTo>
                    <a:pt x="13058" y="2379"/>
                    <a:pt x="13574" y="1848"/>
                    <a:pt x="13574" y="1200"/>
                  </a:cubicBezTo>
                  <a:cubicBezTo>
                    <a:pt x="13574" y="551"/>
                    <a:pt x="13058" y="2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>
              <a:extLst>
                <a:ext uri="{FF2B5EF4-FFF2-40B4-BE49-F238E27FC236}">
                  <a16:creationId xmlns:a16="http://schemas.microsoft.com/office/drawing/2014/main" id="{8E0238DD-6A07-8AED-E043-3F12B477DF94}"/>
                </a:ext>
              </a:extLst>
            </p:cNvPr>
            <p:cNvSpPr/>
            <p:nvPr/>
          </p:nvSpPr>
          <p:spPr>
            <a:xfrm>
              <a:off x="368675" y="3799100"/>
              <a:ext cx="59975" cy="59975"/>
            </a:xfrm>
            <a:custGeom>
              <a:avLst/>
              <a:gdLst/>
              <a:ahLst/>
              <a:cxnLst/>
              <a:rect l="l" t="t" r="r" b="b"/>
              <a:pathLst>
                <a:path w="2399" h="2399" extrusionOk="0">
                  <a:moveTo>
                    <a:pt x="1200" y="0"/>
                  </a:moveTo>
                  <a:cubicBezTo>
                    <a:pt x="538" y="0"/>
                    <a:pt x="1" y="538"/>
                    <a:pt x="1" y="1199"/>
                  </a:cubicBezTo>
                  <a:cubicBezTo>
                    <a:pt x="1" y="1862"/>
                    <a:pt x="538" y="2398"/>
                    <a:pt x="1200" y="2398"/>
                  </a:cubicBezTo>
                  <a:cubicBezTo>
                    <a:pt x="1863" y="2398"/>
                    <a:pt x="2399" y="1862"/>
                    <a:pt x="2399" y="1199"/>
                  </a:cubicBezTo>
                  <a:cubicBezTo>
                    <a:pt x="2399" y="538"/>
                    <a:pt x="1863" y="0"/>
                    <a:pt x="1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38F55806-E251-AF79-C42F-60B9E58F801A}"/>
                </a:ext>
              </a:extLst>
            </p:cNvPr>
            <p:cNvSpPr/>
            <p:nvPr/>
          </p:nvSpPr>
          <p:spPr>
            <a:xfrm>
              <a:off x="368725" y="3859075"/>
              <a:ext cx="59975" cy="131850"/>
            </a:xfrm>
            <a:custGeom>
              <a:avLst/>
              <a:gdLst/>
              <a:ahLst/>
              <a:cxnLst/>
              <a:rect l="l" t="t" r="r" b="b"/>
              <a:pathLst>
                <a:path w="2399" h="5274" extrusionOk="0">
                  <a:moveTo>
                    <a:pt x="799" y="1"/>
                  </a:moveTo>
                  <a:cubicBezTo>
                    <a:pt x="359" y="1"/>
                    <a:pt x="0" y="358"/>
                    <a:pt x="0" y="800"/>
                  </a:cubicBezTo>
                  <a:lnTo>
                    <a:pt x="3" y="5274"/>
                  </a:lnTo>
                  <a:lnTo>
                    <a:pt x="2398" y="2843"/>
                  </a:lnTo>
                  <a:lnTo>
                    <a:pt x="2398" y="1625"/>
                  </a:lnTo>
                  <a:cubicBezTo>
                    <a:pt x="2398" y="743"/>
                    <a:pt x="1681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7">
            <a:extLst>
              <a:ext uri="{FF2B5EF4-FFF2-40B4-BE49-F238E27FC236}">
                <a16:creationId xmlns:a16="http://schemas.microsoft.com/office/drawing/2014/main" id="{B2E54D13-815E-1D28-9C86-F1230AB4D106}"/>
              </a:ext>
            </a:extLst>
          </p:cNvPr>
          <p:cNvGrpSpPr/>
          <p:nvPr/>
        </p:nvGrpSpPr>
        <p:grpSpPr>
          <a:xfrm>
            <a:off x="835783" y="2749529"/>
            <a:ext cx="262004" cy="211455"/>
            <a:chOff x="2499275" y="1593475"/>
            <a:chExt cx="346750" cy="279850"/>
          </a:xfrm>
        </p:grpSpPr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38B10133-B41C-FB6D-CBDC-72BC78B10C83}"/>
                </a:ext>
              </a:extLst>
            </p:cNvPr>
            <p:cNvSpPr/>
            <p:nvPr/>
          </p:nvSpPr>
          <p:spPr>
            <a:xfrm>
              <a:off x="2522075" y="1843275"/>
              <a:ext cx="60650" cy="30000"/>
            </a:xfrm>
            <a:custGeom>
              <a:avLst/>
              <a:gdLst/>
              <a:ahLst/>
              <a:cxnLst/>
              <a:rect l="l" t="t" r="r" b="b"/>
              <a:pathLst>
                <a:path w="2426" h="1200" extrusionOk="0">
                  <a:moveTo>
                    <a:pt x="1" y="1"/>
                  </a:moveTo>
                  <a:cubicBezTo>
                    <a:pt x="1" y="664"/>
                    <a:pt x="563" y="1200"/>
                    <a:pt x="1225" y="1200"/>
                  </a:cubicBezTo>
                  <a:cubicBezTo>
                    <a:pt x="1888" y="1200"/>
                    <a:pt x="2425" y="664"/>
                    <a:pt x="2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3160882A-049C-517F-D5C9-17B23D7DA035}"/>
                </a:ext>
              </a:extLst>
            </p:cNvPr>
            <p:cNvSpPr/>
            <p:nvPr/>
          </p:nvSpPr>
          <p:spPr>
            <a:xfrm>
              <a:off x="2602675" y="1843275"/>
              <a:ext cx="60000" cy="30000"/>
            </a:xfrm>
            <a:custGeom>
              <a:avLst/>
              <a:gdLst/>
              <a:ahLst/>
              <a:cxnLst/>
              <a:rect l="l" t="t" r="r" b="b"/>
              <a:pathLst>
                <a:path w="2400" h="1200" extrusionOk="0">
                  <a:moveTo>
                    <a:pt x="0" y="1"/>
                  </a:moveTo>
                  <a:cubicBezTo>
                    <a:pt x="0" y="662"/>
                    <a:pt x="536" y="1200"/>
                    <a:pt x="1199" y="1200"/>
                  </a:cubicBezTo>
                  <a:cubicBezTo>
                    <a:pt x="1862" y="1200"/>
                    <a:pt x="2400" y="664"/>
                    <a:pt x="2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>
              <a:extLst>
                <a:ext uri="{FF2B5EF4-FFF2-40B4-BE49-F238E27FC236}">
                  <a16:creationId xmlns:a16="http://schemas.microsoft.com/office/drawing/2014/main" id="{BC8BF8AF-6065-2BBB-4FEB-547A7328D719}"/>
                </a:ext>
              </a:extLst>
            </p:cNvPr>
            <p:cNvSpPr/>
            <p:nvPr/>
          </p:nvSpPr>
          <p:spPr>
            <a:xfrm>
              <a:off x="2682625" y="1843275"/>
              <a:ext cx="59975" cy="29125"/>
            </a:xfrm>
            <a:custGeom>
              <a:avLst/>
              <a:gdLst/>
              <a:ahLst/>
              <a:cxnLst/>
              <a:rect l="l" t="t" r="r" b="b"/>
              <a:pathLst>
                <a:path w="2399" h="1165" extrusionOk="0">
                  <a:moveTo>
                    <a:pt x="0" y="1"/>
                  </a:moveTo>
                  <a:cubicBezTo>
                    <a:pt x="20" y="649"/>
                    <a:pt x="551" y="1164"/>
                    <a:pt x="1199" y="1164"/>
                  </a:cubicBezTo>
                  <a:cubicBezTo>
                    <a:pt x="1848" y="1164"/>
                    <a:pt x="2378" y="649"/>
                    <a:pt x="2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>
              <a:extLst>
                <a:ext uri="{FF2B5EF4-FFF2-40B4-BE49-F238E27FC236}">
                  <a16:creationId xmlns:a16="http://schemas.microsoft.com/office/drawing/2014/main" id="{95340FEC-1698-3885-ECB9-65AE999B1500}"/>
                </a:ext>
              </a:extLst>
            </p:cNvPr>
            <p:cNvSpPr/>
            <p:nvPr/>
          </p:nvSpPr>
          <p:spPr>
            <a:xfrm>
              <a:off x="2762550" y="1843275"/>
              <a:ext cx="60675" cy="30050"/>
            </a:xfrm>
            <a:custGeom>
              <a:avLst/>
              <a:gdLst/>
              <a:ahLst/>
              <a:cxnLst/>
              <a:rect l="l" t="t" r="r" b="b"/>
              <a:pathLst>
                <a:path w="2427" h="1202" extrusionOk="0">
                  <a:moveTo>
                    <a:pt x="0" y="1"/>
                  </a:moveTo>
                  <a:cubicBezTo>
                    <a:pt x="0" y="664"/>
                    <a:pt x="538" y="1201"/>
                    <a:pt x="1201" y="1201"/>
                  </a:cubicBezTo>
                  <a:cubicBezTo>
                    <a:pt x="1862" y="1200"/>
                    <a:pt x="2426" y="664"/>
                    <a:pt x="2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>
              <a:extLst>
                <a:ext uri="{FF2B5EF4-FFF2-40B4-BE49-F238E27FC236}">
                  <a16:creationId xmlns:a16="http://schemas.microsoft.com/office/drawing/2014/main" id="{AAD4AFE2-316C-EE28-F5A3-5BAEEED9F825}"/>
                </a:ext>
              </a:extLst>
            </p:cNvPr>
            <p:cNvSpPr/>
            <p:nvPr/>
          </p:nvSpPr>
          <p:spPr>
            <a:xfrm>
              <a:off x="2602700" y="1753350"/>
              <a:ext cx="40000" cy="20050"/>
            </a:xfrm>
            <a:custGeom>
              <a:avLst/>
              <a:gdLst/>
              <a:ahLst/>
              <a:cxnLst/>
              <a:rect l="l" t="t" r="r" b="b"/>
              <a:pathLst>
                <a:path w="1600" h="802" extrusionOk="0">
                  <a:moveTo>
                    <a:pt x="1" y="1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>
              <a:extLst>
                <a:ext uri="{FF2B5EF4-FFF2-40B4-BE49-F238E27FC236}">
                  <a16:creationId xmlns:a16="http://schemas.microsoft.com/office/drawing/2014/main" id="{0F1B3C6B-57D0-3C27-5630-C7F21ACCE761}"/>
                </a:ext>
              </a:extLst>
            </p:cNvPr>
            <p:cNvSpPr/>
            <p:nvPr/>
          </p:nvSpPr>
          <p:spPr>
            <a:xfrm>
              <a:off x="2602700" y="1673400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C58FBE8E-49FE-2FFE-D5CE-2D9DBB4228E0}"/>
                </a:ext>
              </a:extLst>
            </p:cNvPr>
            <p:cNvSpPr/>
            <p:nvPr/>
          </p:nvSpPr>
          <p:spPr>
            <a:xfrm>
              <a:off x="2602700" y="1713375"/>
              <a:ext cx="40000" cy="20000"/>
            </a:xfrm>
            <a:custGeom>
              <a:avLst/>
              <a:gdLst/>
              <a:ahLst/>
              <a:cxnLst/>
              <a:rect l="l" t="t" r="r" b="b"/>
              <a:pathLst>
                <a:path w="16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1600" y="79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C829ED37-69A3-E3B4-3C9B-E9FE242063E7}"/>
                </a:ext>
              </a:extLst>
            </p:cNvPr>
            <p:cNvSpPr/>
            <p:nvPr/>
          </p:nvSpPr>
          <p:spPr>
            <a:xfrm>
              <a:off x="2499275" y="1633425"/>
              <a:ext cx="83450" cy="139975"/>
            </a:xfrm>
            <a:custGeom>
              <a:avLst/>
              <a:gdLst/>
              <a:ahLst/>
              <a:cxnLst/>
              <a:rect l="l" t="t" r="r" b="b"/>
              <a:pathLst>
                <a:path w="3338" h="5599" extrusionOk="0">
                  <a:moveTo>
                    <a:pt x="2939" y="0"/>
                  </a:moveTo>
                  <a:cubicBezTo>
                    <a:pt x="1325" y="0"/>
                    <a:pt x="0" y="1366"/>
                    <a:pt x="121" y="3005"/>
                  </a:cubicBezTo>
                  <a:cubicBezTo>
                    <a:pt x="229" y="4471"/>
                    <a:pt x="1471" y="5598"/>
                    <a:pt x="2941" y="5598"/>
                  </a:cubicBezTo>
                  <a:lnTo>
                    <a:pt x="3337" y="5598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DA4086FE-F446-3F7F-DFFF-AB156ADC387D}"/>
                </a:ext>
              </a:extLst>
            </p:cNvPr>
            <p:cNvSpPr/>
            <p:nvPr/>
          </p:nvSpPr>
          <p:spPr>
            <a:xfrm>
              <a:off x="2661025" y="1593475"/>
              <a:ext cx="185000" cy="179925"/>
            </a:xfrm>
            <a:custGeom>
              <a:avLst/>
              <a:gdLst/>
              <a:ahLst/>
              <a:cxnLst/>
              <a:rect l="l" t="t" r="r" b="b"/>
              <a:pathLst>
                <a:path w="7400" h="7197" extrusionOk="0">
                  <a:moveTo>
                    <a:pt x="458" y="0"/>
                  </a:moveTo>
                  <a:cubicBezTo>
                    <a:pt x="288" y="0"/>
                    <a:pt x="137" y="112"/>
                    <a:pt x="85" y="274"/>
                  </a:cubicBezTo>
                  <a:cubicBezTo>
                    <a:pt x="1" y="534"/>
                    <a:pt x="193" y="799"/>
                    <a:pt x="466" y="799"/>
                  </a:cubicBezTo>
                  <a:lnTo>
                    <a:pt x="866" y="799"/>
                  </a:lnTo>
                  <a:lnTo>
                    <a:pt x="866" y="1598"/>
                  </a:lnTo>
                  <a:lnTo>
                    <a:pt x="66" y="1598"/>
                  </a:lnTo>
                  <a:lnTo>
                    <a:pt x="66" y="7196"/>
                  </a:lnTo>
                  <a:lnTo>
                    <a:pt x="4459" y="7196"/>
                  </a:lnTo>
                  <a:cubicBezTo>
                    <a:pt x="5929" y="7196"/>
                    <a:pt x="7173" y="6071"/>
                    <a:pt x="7280" y="4605"/>
                  </a:cubicBezTo>
                  <a:cubicBezTo>
                    <a:pt x="7400" y="2966"/>
                    <a:pt x="6077" y="1598"/>
                    <a:pt x="4463" y="1598"/>
                  </a:cubicBezTo>
                  <a:lnTo>
                    <a:pt x="3262" y="1598"/>
                  </a:lnTo>
                  <a:lnTo>
                    <a:pt x="3262" y="799"/>
                  </a:lnTo>
                  <a:lnTo>
                    <a:pt x="3663" y="799"/>
                  </a:lnTo>
                  <a:cubicBezTo>
                    <a:pt x="3664" y="799"/>
                    <a:pt x="3665" y="799"/>
                    <a:pt x="3666" y="799"/>
                  </a:cubicBezTo>
                  <a:cubicBezTo>
                    <a:pt x="3839" y="799"/>
                    <a:pt x="3991" y="689"/>
                    <a:pt x="4044" y="526"/>
                  </a:cubicBezTo>
                  <a:cubicBezTo>
                    <a:pt x="4128" y="266"/>
                    <a:pt x="3936" y="1"/>
                    <a:pt x="3663" y="1"/>
                  </a:cubicBezTo>
                  <a:lnTo>
                    <a:pt x="464" y="1"/>
                  </a:lnTo>
                  <a:cubicBezTo>
                    <a:pt x="462" y="0"/>
                    <a:pt x="460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FD5C0E30-A6A5-3E8D-FC73-11240D39E9D7}"/>
                </a:ext>
              </a:extLst>
            </p:cNvPr>
            <p:cNvSpPr/>
            <p:nvPr/>
          </p:nvSpPr>
          <p:spPr>
            <a:xfrm>
              <a:off x="2602700" y="1633425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D1665D82-54D0-11CA-158E-CDBE69F770FE}"/>
                </a:ext>
              </a:extLst>
            </p:cNvPr>
            <p:cNvSpPr/>
            <p:nvPr/>
          </p:nvSpPr>
          <p:spPr>
            <a:xfrm>
              <a:off x="2602700" y="1793325"/>
              <a:ext cx="40000" cy="30000"/>
            </a:xfrm>
            <a:custGeom>
              <a:avLst/>
              <a:gdLst/>
              <a:ahLst/>
              <a:cxnLst/>
              <a:rect l="l" t="t" r="r" b="b"/>
              <a:pathLst>
                <a:path w="1600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1600" y="1200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192CDC2D-AD99-302D-C2E6-AE618D6BE6D1}"/>
                </a:ext>
              </a:extLst>
            </p:cNvPr>
            <p:cNvSpPr/>
            <p:nvPr/>
          </p:nvSpPr>
          <p:spPr>
            <a:xfrm>
              <a:off x="2502075" y="1793300"/>
              <a:ext cx="80650" cy="30025"/>
            </a:xfrm>
            <a:custGeom>
              <a:avLst/>
              <a:gdLst/>
              <a:ahLst/>
              <a:cxnLst/>
              <a:rect l="l" t="t" r="r" b="b"/>
              <a:pathLst>
                <a:path w="3226" h="1201" extrusionOk="0">
                  <a:moveTo>
                    <a:pt x="400" y="0"/>
                  </a:moveTo>
                  <a:cubicBezTo>
                    <a:pt x="180" y="0"/>
                    <a:pt x="2" y="179"/>
                    <a:pt x="2" y="401"/>
                  </a:cubicBezTo>
                  <a:lnTo>
                    <a:pt x="2" y="801"/>
                  </a:lnTo>
                  <a:cubicBezTo>
                    <a:pt x="0" y="1021"/>
                    <a:pt x="180" y="1201"/>
                    <a:pt x="400" y="1201"/>
                  </a:cubicBezTo>
                  <a:lnTo>
                    <a:pt x="3225" y="1201"/>
                  </a:lnTo>
                  <a:lnTo>
                    <a:pt x="32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2C3CA42D-1038-AC42-1AAC-FB0AEEBB378A}"/>
                </a:ext>
              </a:extLst>
            </p:cNvPr>
            <p:cNvSpPr/>
            <p:nvPr/>
          </p:nvSpPr>
          <p:spPr>
            <a:xfrm>
              <a:off x="2662650" y="1793325"/>
              <a:ext cx="180575" cy="30000"/>
            </a:xfrm>
            <a:custGeom>
              <a:avLst/>
              <a:gdLst/>
              <a:ahLst/>
              <a:cxnLst/>
              <a:rect l="l" t="t" r="r" b="b"/>
              <a:pathLst>
                <a:path w="7223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6823" y="1200"/>
                  </a:lnTo>
                  <a:cubicBezTo>
                    <a:pt x="7044" y="1200"/>
                    <a:pt x="7223" y="1021"/>
                    <a:pt x="7223" y="801"/>
                  </a:cubicBezTo>
                  <a:lnTo>
                    <a:pt x="7223" y="401"/>
                  </a:lnTo>
                  <a:cubicBezTo>
                    <a:pt x="7223" y="180"/>
                    <a:pt x="7044" y="1"/>
                    <a:pt x="6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7D5310A3-E3BA-C9D2-BFB0-2A06CF5176AE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0542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DEABD444-36AE-26D8-9232-F0B41386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>
            <a:extLst>
              <a:ext uri="{FF2B5EF4-FFF2-40B4-BE49-F238E27FC236}">
                <a16:creationId xmlns:a16="http://schemas.microsoft.com/office/drawing/2014/main" id="{C412B6B5-439D-735F-6429-B41E2BB401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1837" y="1475475"/>
            <a:ext cx="40044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Four change-point phases; 85-90% drop during MCO. Rail recovers slower than bus.</a:t>
            </a:r>
            <a:endParaRPr dirty="0"/>
          </a:p>
        </p:txBody>
      </p:sp>
      <p:sp>
        <p:nvSpPr>
          <p:cNvPr id="341" name="Google Shape;341;p37">
            <a:extLst>
              <a:ext uri="{FF2B5EF4-FFF2-40B4-BE49-F238E27FC236}">
                <a16:creationId xmlns:a16="http://schemas.microsoft.com/office/drawing/2014/main" id="{2B7D5885-4816-98F2-1781-4E9E048176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1837" y="2648800"/>
            <a:ext cx="3710016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Wet/extreme days peak Nov-Jan; east coast &gt; west coast. National totals mask regional effects.</a:t>
            </a:r>
            <a:endParaRPr dirty="0"/>
          </a:p>
        </p:txBody>
      </p:sp>
      <p:sp>
        <p:nvSpPr>
          <p:cNvPr id="342" name="Google Shape;342;p37">
            <a:extLst>
              <a:ext uri="{FF2B5EF4-FFF2-40B4-BE49-F238E27FC236}">
                <a16:creationId xmlns:a16="http://schemas.microsoft.com/office/drawing/2014/main" id="{088AB42C-E75B-B2F8-B9D2-DD8E9EFD1EA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15124" y="1475475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Post-MCO RON95-ridership r ~ +0.35; stronger above RM 2.20/L, laggeed 1-3 days.</a:t>
            </a:r>
            <a:endParaRPr dirty="0"/>
          </a:p>
        </p:txBody>
      </p:sp>
      <p:sp>
        <p:nvSpPr>
          <p:cNvPr id="343" name="Google Shape;343;p37">
            <a:extLst>
              <a:ext uri="{FF2B5EF4-FFF2-40B4-BE49-F238E27FC236}">
                <a16:creationId xmlns:a16="http://schemas.microsoft.com/office/drawing/2014/main" id="{F65756B3-6ED3-68C2-2B5C-811450EBF2A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515123" y="2648800"/>
            <a:ext cx="4387039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~18% dip 1-2 days pre-holiday; spike on first workday back. Short holidays dip most.</a:t>
            </a:r>
            <a:endParaRPr dirty="0"/>
          </a:p>
        </p:txBody>
      </p:sp>
      <p:sp>
        <p:nvSpPr>
          <p:cNvPr id="344" name="Google Shape;344;p37">
            <a:extLst>
              <a:ext uri="{FF2B5EF4-FFF2-40B4-BE49-F238E27FC236}">
                <a16:creationId xmlns:a16="http://schemas.microsoft.com/office/drawing/2014/main" id="{E6848E80-01D2-CD77-6A03-D19E36328B31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685437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MCO Collapse / Recover</a:t>
            </a:r>
            <a:endParaRPr dirty="0"/>
          </a:p>
        </p:txBody>
      </p:sp>
      <p:sp>
        <p:nvSpPr>
          <p:cNvPr id="345" name="Google Shape;345;p37">
            <a:extLst>
              <a:ext uri="{FF2B5EF4-FFF2-40B4-BE49-F238E27FC236}">
                <a16:creationId xmlns:a16="http://schemas.microsoft.com/office/drawing/2014/main" id="{9D33DE24-8943-9CAE-5209-9A6D30B37B0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689562" y="24044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Northeast Monsoon</a:t>
            </a:r>
            <a:endParaRPr dirty="0"/>
          </a:p>
        </p:txBody>
      </p:sp>
      <p:sp>
        <p:nvSpPr>
          <p:cNvPr id="346" name="Google Shape;346;p37">
            <a:extLst>
              <a:ext uri="{FF2B5EF4-FFF2-40B4-BE49-F238E27FC236}">
                <a16:creationId xmlns:a16="http://schemas.microsoft.com/office/drawing/2014/main" id="{184F6611-7C7E-48FA-22DB-39354FE6D5D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91287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Weather-Induced Surge</a:t>
            </a:r>
            <a:endParaRPr dirty="0"/>
          </a:p>
        </p:txBody>
      </p:sp>
      <p:sp>
        <p:nvSpPr>
          <p:cNvPr id="347" name="Google Shape;347;p37">
            <a:extLst>
              <a:ext uri="{FF2B5EF4-FFF2-40B4-BE49-F238E27FC236}">
                <a16:creationId xmlns:a16="http://schemas.microsoft.com/office/drawing/2014/main" id="{8C6956FC-9D4E-94C9-9653-6AF850755FA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41837" y="3838300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 rain suppresses travel; heavy rain (&gt;75</a:t>
            </a:r>
            <a:r>
              <a:rPr lang="en" baseline="30000" dirty="0"/>
              <a:t>th</a:t>
            </a:r>
            <a:r>
              <a:rPr lang="en" dirty="0"/>
              <a:t> percentile) boosts ridership – modal substitution.</a:t>
            </a:r>
            <a:endParaRPr dirty="0"/>
          </a:p>
        </p:txBody>
      </p:sp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1F6C416F-3FF2-C8FF-7860-E087D7A8FE6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515124" y="3838300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MY" dirty="0"/>
              <a:t>Ridership lags (7/14/28 days) explain ~72% of feature variance; static features show near-zero linear correlation.</a:t>
            </a:r>
            <a:endParaRPr dirty="0"/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FE48D3FD-6BE7-20D0-FE87-67D406797F2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60624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Fuel Price Elasticity</a:t>
            </a:r>
            <a:endParaRPr dirty="0"/>
          </a:p>
        </p:txBody>
      </p:sp>
      <p:sp>
        <p:nvSpPr>
          <p:cNvPr id="350" name="Google Shape;350;p37">
            <a:extLst>
              <a:ext uri="{FF2B5EF4-FFF2-40B4-BE49-F238E27FC236}">
                <a16:creationId xmlns:a16="http://schemas.microsoft.com/office/drawing/2014/main" id="{EA868A23-48FC-C086-6513-605ADA076122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960627" y="23832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Holiday Anticipation</a:t>
            </a:r>
            <a:endParaRPr dirty="0"/>
          </a:p>
        </p:txBody>
      </p:sp>
      <p:sp>
        <p:nvSpPr>
          <p:cNvPr id="351" name="Google Shape;351;p37">
            <a:extLst>
              <a:ext uri="{FF2B5EF4-FFF2-40B4-BE49-F238E27FC236}">
                <a16:creationId xmlns:a16="http://schemas.microsoft.com/office/drawing/2014/main" id="{2174A777-7B6B-BC7B-5C44-00B6E8094868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4960624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Correlation</a:t>
            </a:r>
            <a:endParaRPr dirty="0"/>
          </a:p>
        </p:txBody>
      </p:sp>
      <p:grpSp>
        <p:nvGrpSpPr>
          <p:cNvPr id="352" name="Google Shape;352;p37">
            <a:extLst>
              <a:ext uri="{FF2B5EF4-FFF2-40B4-BE49-F238E27FC236}">
                <a16:creationId xmlns:a16="http://schemas.microsoft.com/office/drawing/2014/main" id="{C1152121-BA60-83A7-88A6-F57BF2D8FBF8}"/>
              </a:ext>
            </a:extLst>
          </p:cNvPr>
          <p:cNvGrpSpPr/>
          <p:nvPr/>
        </p:nvGrpSpPr>
        <p:grpSpPr>
          <a:xfrm>
            <a:off x="4626783" y="2411055"/>
            <a:ext cx="261958" cy="230156"/>
            <a:chOff x="7039625" y="2147325"/>
            <a:chExt cx="341225" cy="299800"/>
          </a:xfrm>
        </p:grpSpPr>
        <p:sp>
          <p:nvSpPr>
            <p:cNvPr id="353" name="Google Shape;353;p37">
              <a:extLst>
                <a:ext uri="{FF2B5EF4-FFF2-40B4-BE49-F238E27FC236}">
                  <a16:creationId xmlns:a16="http://schemas.microsoft.com/office/drawing/2014/main" id="{4E0A70DF-D4E7-9F88-CEB5-88833728EFDD}"/>
                </a:ext>
              </a:extLst>
            </p:cNvPr>
            <p:cNvSpPr/>
            <p:nvPr/>
          </p:nvSpPr>
          <p:spPr>
            <a:xfrm>
              <a:off x="7039725" y="2147325"/>
              <a:ext cx="341125" cy="239850"/>
            </a:xfrm>
            <a:custGeom>
              <a:avLst/>
              <a:gdLst/>
              <a:ahLst/>
              <a:cxnLst/>
              <a:rect l="l" t="t" r="r" b="b"/>
              <a:pathLst>
                <a:path w="13645" h="9594" extrusionOk="0">
                  <a:moveTo>
                    <a:pt x="6176" y="799"/>
                  </a:moveTo>
                  <a:lnTo>
                    <a:pt x="4423" y="4302"/>
                  </a:lnTo>
                  <a:lnTo>
                    <a:pt x="2672" y="799"/>
                  </a:lnTo>
                  <a:close/>
                  <a:moveTo>
                    <a:pt x="10972" y="799"/>
                  </a:moveTo>
                  <a:lnTo>
                    <a:pt x="9221" y="4302"/>
                  </a:lnTo>
                  <a:lnTo>
                    <a:pt x="7469" y="799"/>
                  </a:lnTo>
                  <a:close/>
                  <a:moveTo>
                    <a:pt x="2100" y="1441"/>
                  </a:moveTo>
                  <a:lnTo>
                    <a:pt x="3778" y="4796"/>
                  </a:lnTo>
                  <a:lnTo>
                    <a:pt x="955" y="4796"/>
                  </a:lnTo>
                  <a:lnTo>
                    <a:pt x="2100" y="1441"/>
                  </a:lnTo>
                  <a:close/>
                  <a:moveTo>
                    <a:pt x="6823" y="1294"/>
                  </a:moveTo>
                  <a:lnTo>
                    <a:pt x="8574" y="4796"/>
                  </a:lnTo>
                  <a:lnTo>
                    <a:pt x="5070" y="4796"/>
                  </a:lnTo>
                  <a:lnTo>
                    <a:pt x="6823" y="1294"/>
                  </a:lnTo>
                  <a:close/>
                  <a:moveTo>
                    <a:pt x="11545" y="1441"/>
                  </a:moveTo>
                  <a:lnTo>
                    <a:pt x="12689" y="4796"/>
                  </a:lnTo>
                  <a:lnTo>
                    <a:pt x="9867" y="4796"/>
                  </a:lnTo>
                  <a:lnTo>
                    <a:pt x="11545" y="1441"/>
                  </a:lnTo>
                  <a:close/>
                  <a:moveTo>
                    <a:pt x="2027" y="0"/>
                  </a:moveTo>
                  <a:cubicBezTo>
                    <a:pt x="1854" y="0"/>
                    <a:pt x="1702" y="109"/>
                    <a:pt x="1647" y="273"/>
                  </a:cubicBezTo>
                  <a:lnTo>
                    <a:pt x="21" y="5069"/>
                  </a:lnTo>
                  <a:cubicBezTo>
                    <a:pt x="21" y="5071"/>
                    <a:pt x="1" y="5195"/>
                    <a:pt x="1" y="5196"/>
                  </a:cubicBezTo>
                  <a:lnTo>
                    <a:pt x="1" y="5995"/>
                  </a:lnTo>
                  <a:cubicBezTo>
                    <a:pt x="1" y="6217"/>
                    <a:pt x="179" y="6395"/>
                    <a:pt x="401" y="6395"/>
                  </a:cubicBezTo>
                  <a:lnTo>
                    <a:pt x="2027" y="6395"/>
                  </a:lnTo>
                  <a:lnTo>
                    <a:pt x="2027" y="8808"/>
                  </a:lnTo>
                  <a:cubicBezTo>
                    <a:pt x="2458" y="8808"/>
                    <a:pt x="2843" y="9021"/>
                    <a:pt x="3057" y="9378"/>
                  </a:cubicBezTo>
                  <a:cubicBezTo>
                    <a:pt x="3059" y="9378"/>
                    <a:pt x="3230" y="9594"/>
                    <a:pt x="3626" y="9594"/>
                  </a:cubicBezTo>
                  <a:lnTo>
                    <a:pt x="3626" y="6395"/>
                  </a:lnTo>
                  <a:lnTo>
                    <a:pt x="10021" y="6395"/>
                  </a:lnTo>
                  <a:lnTo>
                    <a:pt x="10021" y="9594"/>
                  </a:lnTo>
                  <a:cubicBezTo>
                    <a:pt x="10417" y="9594"/>
                    <a:pt x="10591" y="9372"/>
                    <a:pt x="10610" y="9346"/>
                  </a:cubicBezTo>
                  <a:lnTo>
                    <a:pt x="10613" y="9349"/>
                  </a:lnTo>
                  <a:cubicBezTo>
                    <a:pt x="10855" y="8996"/>
                    <a:pt x="11224" y="8807"/>
                    <a:pt x="11620" y="8807"/>
                  </a:cubicBezTo>
                  <a:lnTo>
                    <a:pt x="11620" y="6395"/>
                  </a:lnTo>
                  <a:lnTo>
                    <a:pt x="13246" y="6395"/>
                  </a:lnTo>
                  <a:cubicBezTo>
                    <a:pt x="13466" y="6395"/>
                    <a:pt x="13645" y="6217"/>
                    <a:pt x="13645" y="5995"/>
                  </a:cubicBezTo>
                  <a:lnTo>
                    <a:pt x="13645" y="5196"/>
                  </a:lnTo>
                  <a:cubicBezTo>
                    <a:pt x="13645" y="5193"/>
                    <a:pt x="13624" y="5072"/>
                    <a:pt x="13624" y="5069"/>
                  </a:cubicBezTo>
                  <a:lnTo>
                    <a:pt x="11998" y="273"/>
                  </a:lnTo>
                  <a:cubicBezTo>
                    <a:pt x="11944" y="109"/>
                    <a:pt x="11790" y="0"/>
                    <a:pt x="11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>
              <a:extLst>
                <a:ext uri="{FF2B5EF4-FFF2-40B4-BE49-F238E27FC236}">
                  <a16:creationId xmlns:a16="http://schemas.microsoft.com/office/drawing/2014/main" id="{9EC0029E-B254-5ED6-85B2-F29CCB83B440}"/>
                </a:ext>
              </a:extLst>
            </p:cNvPr>
            <p:cNvSpPr/>
            <p:nvPr/>
          </p:nvSpPr>
          <p:spPr>
            <a:xfrm>
              <a:off x="7039625" y="2387475"/>
              <a:ext cx="341125" cy="59650"/>
            </a:xfrm>
            <a:custGeom>
              <a:avLst/>
              <a:gdLst/>
              <a:ahLst/>
              <a:cxnLst/>
              <a:rect l="l" t="t" r="r" b="b"/>
              <a:pathLst>
                <a:path w="13645" h="2386" extrusionOk="0">
                  <a:moveTo>
                    <a:pt x="11623" y="0"/>
                  </a:moveTo>
                  <a:cubicBezTo>
                    <a:pt x="11487" y="0"/>
                    <a:pt x="11351" y="61"/>
                    <a:pt x="11279" y="183"/>
                  </a:cubicBezTo>
                  <a:cubicBezTo>
                    <a:pt x="11276" y="189"/>
                    <a:pt x="10898" y="787"/>
                    <a:pt x="10024" y="787"/>
                  </a:cubicBezTo>
                  <a:cubicBezTo>
                    <a:pt x="9154" y="787"/>
                    <a:pt x="8782" y="205"/>
                    <a:pt x="8768" y="183"/>
                  </a:cubicBezTo>
                  <a:cubicBezTo>
                    <a:pt x="8695" y="62"/>
                    <a:pt x="8559" y="1"/>
                    <a:pt x="8424" y="1"/>
                  </a:cubicBezTo>
                  <a:cubicBezTo>
                    <a:pt x="8288" y="1"/>
                    <a:pt x="8152" y="62"/>
                    <a:pt x="8079" y="183"/>
                  </a:cubicBezTo>
                  <a:cubicBezTo>
                    <a:pt x="8076" y="189"/>
                    <a:pt x="7698" y="787"/>
                    <a:pt x="6824" y="787"/>
                  </a:cubicBezTo>
                  <a:cubicBezTo>
                    <a:pt x="5954" y="787"/>
                    <a:pt x="5583" y="205"/>
                    <a:pt x="5569" y="183"/>
                  </a:cubicBezTo>
                  <a:cubicBezTo>
                    <a:pt x="5496" y="62"/>
                    <a:pt x="5360" y="1"/>
                    <a:pt x="5225" y="1"/>
                  </a:cubicBezTo>
                  <a:cubicBezTo>
                    <a:pt x="5089" y="1"/>
                    <a:pt x="4953" y="62"/>
                    <a:pt x="4880" y="183"/>
                  </a:cubicBezTo>
                  <a:cubicBezTo>
                    <a:pt x="4878" y="189"/>
                    <a:pt x="4500" y="787"/>
                    <a:pt x="3625" y="787"/>
                  </a:cubicBezTo>
                  <a:cubicBezTo>
                    <a:pt x="2756" y="787"/>
                    <a:pt x="2384" y="205"/>
                    <a:pt x="2370" y="183"/>
                  </a:cubicBezTo>
                  <a:cubicBezTo>
                    <a:pt x="2298" y="62"/>
                    <a:pt x="2162" y="1"/>
                    <a:pt x="2026" y="1"/>
                  </a:cubicBezTo>
                  <a:cubicBezTo>
                    <a:pt x="1890" y="1"/>
                    <a:pt x="1754" y="62"/>
                    <a:pt x="1682" y="183"/>
                  </a:cubicBezTo>
                  <a:cubicBezTo>
                    <a:pt x="1679" y="189"/>
                    <a:pt x="1275" y="787"/>
                    <a:pt x="400" y="787"/>
                  </a:cubicBezTo>
                  <a:cubicBezTo>
                    <a:pt x="179" y="787"/>
                    <a:pt x="0" y="965"/>
                    <a:pt x="0" y="1187"/>
                  </a:cubicBezTo>
                  <a:lnTo>
                    <a:pt x="0" y="1986"/>
                  </a:lnTo>
                  <a:cubicBezTo>
                    <a:pt x="0" y="2207"/>
                    <a:pt x="179" y="2386"/>
                    <a:pt x="400" y="2386"/>
                  </a:cubicBezTo>
                  <a:lnTo>
                    <a:pt x="13246" y="2386"/>
                  </a:lnTo>
                  <a:cubicBezTo>
                    <a:pt x="13466" y="2386"/>
                    <a:pt x="13644" y="2207"/>
                    <a:pt x="13644" y="1986"/>
                  </a:cubicBezTo>
                  <a:lnTo>
                    <a:pt x="13644" y="1187"/>
                  </a:lnTo>
                  <a:cubicBezTo>
                    <a:pt x="13644" y="965"/>
                    <a:pt x="13466" y="787"/>
                    <a:pt x="13246" y="787"/>
                  </a:cubicBezTo>
                  <a:lnTo>
                    <a:pt x="13249" y="787"/>
                  </a:lnTo>
                  <a:cubicBezTo>
                    <a:pt x="12385" y="787"/>
                    <a:pt x="11985" y="212"/>
                    <a:pt x="11965" y="180"/>
                  </a:cubicBezTo>
                  <a:cubicBezTo>
                    <a:pt x="11893" y="60"/>
                    <a:pt x="11758" y="0"/>
                    <a:pt x="11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37">
            <a:extLst>
              <a:ext uri="{FF2B5EF4-FFF2-40B4-BE49-F238E27FC236}">
                <a16:creationId xmlns:a16="http://schemas.microsoft.com/office/drawing/2014/main" id="{6062A6A3-7787-54E3-DA50-B95513355511}"/>
              </a:ext>
            </a:extLst>
          </p:cNvPr>
          <p:cNvGrpSpPr/>
          <p:nvPr/>
        </p:nvGrpSpPr>
        <p:grpSpPr>
          <a:xfrm>
            <a:off x="353582" y="1229434"/>
            <a:ext cx="261986" cy="260931"/>
            <a:chOff x="6271450" y="2127850"/>
            <a:chExt cx="342600" cy="341175"/>
          </a:xfrm>
        </p:grpSpPr>
        <p:sp>
          <p:nvSpPr>
            <p:cNvPr id="356" name="Google Shape;356;p37">
              <a:extLst>
                <a:ext uri="{FF2B5EF4-FFF2-40B4-BE49-F238E27FC236}">
                  <a16:creationId xmlns:a16="http://schemas.microsoft.com/office/drawing/2014/main" id="{98435DDD-183F-B1D4-B777-475D576BDBBB}"/>
                </a:ext>
              </a:extLst>
            </p:cNvPr>
            <p:cNvSpPr/>
            <p:nvPr/>
          </p:nvSpPr>
          <p:spPr>
            <a:xfrm>
              <a:off x="6271450" y="2289100"/>
              <a:ext cx="342600" cy="179925"/>
            </a:xfrm>
            <a:custGeom>
              <a:avLst/>
              <a:gdLst/>
              <a:ahLst/>
              <a:cxnLst/>
              <a:rect l="l" t="t" r="r" b="b"/>
              <a:pathLst>
                <a:path w="13704" h="7197" extrusionOk="0">
                  <a:moveTo>
                    <a:pt x="8247" y="800"/>
                  </a:moveTo>
                  <a:lnTo>
                    <a:pt x="8848" y="1600"/>
                  </a:lnTo>
                  <a:lnTo>
                    <a:pt x="4851" y="1600"/>
                  </a:lnTo>
                  <a:lnTo>
                    <a:pt x="5450" y="800"/>
                  </a:lnTo>
                  <a:close/>
                  <a:moveTo>
                    <a:pt x="9446" y="2399"/>
                  </a:moveTo>
                  <a:lnTo>
                    <a:pt x="10046" y="3198"/>
                  </a:lnTo>
                  <a:lnTo>
                    <a:pt x="3650" y="3198"/>
                  </a:lnTo>
                  <a:lnTo>
                    <a:pt x="4250" y="2399"/>
                  </a:lnTo>
                  <a:close/>
                  <a:moveTo>
                    <a:pt x="10645" y="3998"/>
                  </a:moveTo>
                  <a:lnTo>
                    <a:pt x="11245" y="4797"/>
                  </a:lnTo>
                  <a:lnTo>
                    <a:pt x="2451" y="4797"/>
                  </a:lnTo>
                  <a:lnTo>
                    <a:pt x="3051" y="3998"/>
                  </a:lnTo>
                  <a:close/>
                  <a:moveTo>
                    <a:pt x="11844" y="5597"/>
                  </a:moveTo>
                  <a:lnTo>
                    <a:pt x="12470" y="6396"/>
                  </a:lnTo>
                  <a:lnTo>
                    <a:pt x="1226" y="6396"/>
                  </a:lnTo>
                  <a:lnTo>
                    <a:pt x="1850" y="5597"/>
                  </a:lnTo>
                  <a:close/>
                  <a:moveTo>
                    <a:pt x="5250" y="1"/>
                  </a:moveTo>
                  <a:cubicBezTo>
                    <a:pt x="5123" y="1"/>
                    <a:pt x="5004" y="60"/>
                    <a:pt x="4929" y="160"/>
                  </a:cubicBezTo>
                  <a:lnTo>
                    <a:pt x="105" y="6557"/>
                  </a:lnTo>
                  <a:cubicBezTo>
                    <a:pt x="15" y="6678"/>
                    <a:pt x="0" y="6839"/>
                    <a:pt x="68" y="6975"/>
                  </a:cubicBezTo>
                  <a:cubicBezTo>
                    <a:pt x="136" y="7109"/>
                    <a:pt x="275" y="7195"/>
                    <a:pt x="425" y="7196"/>
                  </a:cubicBezTo>
                  <a:lnTo>
                    <a:pt x="13260" y="7196"/>
                  </a:lnTo>
                  <a:cubicBezTo>
                    <a:pt x="13262" y="7196"/>
                    <a:pt x="13264" y="7196"/>
                    <a:pt x="13265" y="7196"/>
                  </a:cubicBezTo>
                  <a:cubicBezTo>
                    <a:pt x="13383" y="7196"/>
                    <a:pt x="13495" y="7145"/>
                    <a:pt x="13573" y="7056"/>
                  </a:cubicBezTo>
                  <a:cubicBezTo>
                    <a:pt x="13696" y="6914"/>
                    <a:pt x="13703" y="6706"/>
                    <a:pt x="13591" y="6557"/>
                  </a:cubicBezTo>
                  <a:lnTo>
                    <a:pt x="8767" y="160"/>
                  </a:lnTo>
                  <a:cubicBezTo>
                    <a:pt x="8692" y="60"/>
                    <a:pt x="8572" y="1"/>
                    <a:pt x="8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>
              <a:extLst>
                <a:ext uri="{FF2B5EF4-FFF2-40B4-BE49-F238E27FC236}">
                  <a16:creationId xmlns:a16="http://schemas.microsoft.com/office/drawing/2014/main" id="{D71D6A95-45B7-DC1F-9A78-E55EF0E3CB68}"/>
                </a:ext>
              </a:extLst>
            </p:cNvPr>
            <p:cNvSpPr/>
            <p:nvPr/>
          </p:nvSpPr>
          <p:spPr>
            <a:xfrm>
              <a:off x="6372750" y="2209150"/>
              <a:ext cx="139925" cy="79950"/>
            </a:xfrm>
            <a:custGeom>
              <a:avLst/>
              <a:gdLst/>
              <a:ahLst/>
              <a:cxnLst/>
              <a:rect l="l" t="t" r="r" b="b"/>
              <a:pathLst>
                <a:path w="5597" h="3198" extrusionOk="0">
                  <a:moveTo>
                    <a:pt x="2797" y="1"/>
                  </a:moveTo>
                  <a:cubicBezTo>
                    <a:pt x="1254" y="1"/>
                    <a:pt x="0" y="1255"/>
                    <a:pt x="0" y="2799"/>
                  </a:cubicBezTo>
                  <a:lnTo>
                    <a:pt x="0" y="3197"/>
                  </a:lnTo>
                  <a:lnTo>
                    <a:pt x="480" y="2558"/>
                  </a:lnTo>
                  <a:cubicBezTo>
                    <a:pt x="557" y="2458"/>
                    <a:pt x="675" y="2399"/>
                    <a:pt x="800" y="2399"/>
                  </a:cubicBezTo>
                  <a:lnTo>
                    <a:pt x="4796" y="2399"/>
                  </a:lnTo>
                  <a:cubicBezTo>
                    <a:pt x="4922" y="2399"/>
                    <a:pt x="5040" y="2458"/>
                    <a:pt x="5117" y="2558"/>
                  </a:cubicBezTo>
                  <a:lnTo>
                    <a:pt x="5596" y="3197"/>
                  </a:lnTo>
                  <a:lnTo>
                    <a:pt x="5596" y="2828"/>
                  </a:lnTo>
                  <a:cubicBezTo>
                    <a:pt x="5596" y="1310"/>
                    <a:pt x="4397" y="45"/>
                    <a:pt x="2879" y="2"/>
                  </a:cubicBezTo>
                  <a:cubicBezTo>
                    <a:pt x="2852" y="1"/>
                    <a:pt x="2824" y="1"/>
                    <a:pt x="2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>
              <a:extLst>
                <a:ext uri="{FF2B5EF4-FFF2-40B4-BE49-F238E27FC236}">
                  <a16:creationId xmlns:a16="http://schemas.microsoft.com/office/drawing/2014/main" id="{DF879211-0C61-C80E-D98E-ECCDAEB507F6}"/>
                </a:ext>
              </a:extLst>
            </p:cNvPr>
            <p:cNvSpPr/>
            <p:nvPr/>
          </p:nvSpPr>
          <p:spPr>
            <a:xfrm>
              <a:off x="6272100" y="2127850"/>
              <a:ext cx="341125" cy="241200"/>
            </a:xfrm>
            <a:custGeom>
              <a:avLst/>
              <a:gdLst/>
              <a:ahLst/>
              <a:cxnLst/>
              <a:rect l="l" t="t" r="r" b="b"/>
              <a:pathLst>
                <a:path w="13645" h="9648" extrusionOk="0">
                  <a:moveTo>
                    <a:pt x="401" y="1"/>
                  </a:moveTo>
                  <a:cubicBezTo>
                    <a:pt x="179" y="1"/>
                    <a:pt x="1" y="180"/>
                    <a:pt x="1" y="401"/>
                  </a:cubicBezTo>
                  <a:lnTo>
                    <a:pt x="1" y="9248"/>
                  </a:lnTo>
                  <a:cubicBezTo>
                    <a:pt x="1" y="9469"/>
                    <a:pt x="179" y="9648"/>
                    <a:pt x="401" y="9648"/>
                  </a:cubicBezTo>
                  <a:lnTo>
                    <a:pt x="1627" y="9648"/>
                  </a:lnTo>
                  <a:lnTo>
                    <a:pt x="3226" y="7515"/>
                  </a:lnTo>
                  <a:lnTo>
                    <a:pt x="3226" y="6089"/>
                  </a:lnTo>
                  <a:cubicBezTo>
                    <a:pt x="3226" y="4135"/>
                    <a:pt x="4766" y="2510"/>
                    <a:pt x="6718" y="2455"/>
                  </a:cubicBezTo>
                  <a:cubicBezTo>
                    <a:pt x="6754" y="2454"/>
                    <a:pt x="6789" y="2454"/>
                    <a:pt x="6824" y="2454"/>
                  </a:cubicBezTo>
                  <a:cubicBezTo>
                    <a:pt x="8806" y="2454"/>
                    <a:pt x="10420" y="4068"/>
                    <a:pt x="10420" y="6051"/>
                  </a:cubicBezTo>
                  <a:lnTo>
                    <a:pt x="10420" y="7515"/>
                  </a:lnTo>
                  <a:lnTo>
                    <a:pt x="12019" y="9648"/>
                  </a:lnTo>
                  <a:lnTo>
                    <a:pt x="13245" y="9648"/>
                  </a:lnTo>
                  <a:cubicBezTo>
                    <a:pt x="13466" y="9648"/>
                    <a:pt x="13645" y="9469"/>
                    <a:pt x="13645" y="9248"/>
                  </a:cubicBezTo>
                  <a:lnTo>
                    <a:pt x="13645" y="401"/>
                  </a:lnTo>
                  <a:cubicBezTo>
                    <a:pt x="13645" y="180"/>
                    <a:pt x="13466" y="1"/>
                    <a:pt x="1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37">
            <a:extLst>
              <a:ext uri="{FF2B5EF4-FFF2-40B4-BE49-F238E27FC236}">
                <a16:creationId xmlns:a16="http://schemas.microsoft.com/office/drawing/2014/main" id="{3A96FE92-3231-6D3D-483E-006842000DB8}"/>
              </a:ext>
            </a:extLst>
          </p:cNvPr>
          <p:cNvGrpSpPr/>
          <p:nvPr/>
        </p:nvGrpSpPr>
        <p:grpSpPr>
          <a:xfrm>
            <a:off x="4627062" y="3592408"/>
            <a:ext cx="229317" cy="260946"/>
            <a:chOff x="4795200" y="3245250"/>
            <a:chExt cx="299800" cy="341150"/>
          </a:xfrm>
        </p:grpSpPr>
        <p:sp>
          <p:nvSpPr>
            <p:cNvPr id="360" name="Google Shape;360;p37">
              <a:extLst>
                <a:ext uri="{FF2B5EF4-FFF2-40B4-BE49-F238E27FC236}">
                  <a16:creationId xmlns:a16="http://schemas.microsoft.com/office/drawing/2014/main" id="{8A3C1332-8D18-5327-7315-C32554D0EA33}"/>
                </a:ext>
              </a:extLst>
            </p:cNvPr>
            <p:cNvSpPr/>
            <p:nvPr/>
          </p:nvSpPr>
          <p:spPr>
            <a:xfrm>
              <a:off x="4795200" y="3383575"/>
              <a:ext cx="299800" cy="202825"/>
            </a:xfrm>
            <a:custGeom>
              <a:avLst/>
              <a:gdLst/>
              <a:ahLst/>
              <a:cxnLst/>
              <a:rect l="l" t="t" r="r" b="b"/>
              <a:pathLst>
                <a:path w="11992" h="8113" extrusionOk="0">
                  <a:moveTo>
                    <a:pt x="5997" y="0"/>
                  </a:moveTo>
                  <a:lnTo>
                    <a:pt x="5196" y="560"/>
                  </a:lnTo>
                  <a:lnTo>
                    <a:pt x="5196" y="4888"/>
                  </a:lnTo>
                  <a:lnTo>
                    <a:pt x="3957" y="4888"/>
                  </a:lnTo>
                  <a:cubicBezTo>
                    <a:pt x="3766" y="3950"/>
                    <a:pt x="2940" y="3289"/>
                    <a:pt x="2002" y="3289"/>
                  </a:cubicBezTo>
                  <a:cubicBezTo>
                    <a:pt x="1934" y="3289"/>
                    <a:pt x="1867" y="3292"/>
                    <a:pt x="1799" y="3299"/>
                  </a:cubicBezTo>
                  <a:cubicBezTo>
                    <a:pt x="777" y="3403"/>
                    <a:pt x="0" y="4260"/>
                    <a:pt x="0" y="5287"/>
                  </a:cubicBezTo>
                  <a:lnTo>
                    <a:pt x="0" y="5288"/>
                  </a:lnTo>
                  <a:cubicBezTo>
                    <a:pt x="0" y="6313"/>
                    <a:pt x="777" y="7172"/>
                    <a:pt x="1799" y="7276"/>
                  </a:cubicBezTo>
                  <a:cubicBezTo>
                    <a:pt x="1867" y="7283"/>
                    <a:pt x="1934" y="7286"/>
                    <a:pt x="2002" y="7286"/>
                  </a:cubicBezTo>
                  <a:cubicBezTo>
                    <a:pt x="2940" y="7286"/>
                    <a:pt x="3766" y="6625"/>
                    <a:pt x="3957" y="5687"/>
                  </a:cubicBezTo>
                  <a:lnTo>
                    <a:pt x="5196" y="5687"/>
                  </a:lnTo>
                  <a:lnTo>
                    <a:pt x="5196" y="7713"/>
                  </a:lnTo>
                  <a:cubicBezTo>
                    <a:pt x="5196" y="7933"/>
                    <a:pt x="5375" y="8113"/>
                    <a:pt x="5596" y="8113"/>
                  </a:cubicBezTo>
                  <a:lnTo>
                    <a:pt x="6395" y="8113"/>
                  </a:lnTo>
                  <a:cubicBezTo>
                    <a:pt x="6617" y="8113"/>
                    <a:pt x="6796" y="7933"/>
                    <a:pt x="6796" y="7713"/>
                  </a:cubicBezTo>
                  <a:lnTo>
                    <a:pt x="6796" y="5687"/>
                  </a:lnTo>
                  <a:lnTo>
                    <a:pt x="8036" y="5687"/>
                  </a:lnTo>
                  <a:cubicBezTo>
                    <a:pt x="8226" y="6625"/>
                    <a:pt x="9052" y="7286"/>
                    <a:pt x="9991" y="7286"/>
                  </a:cubicBezTo>
                  <a:cubicBezTo>
                    <a:pt x="10059" y="7286"/>
                    <a:pt x="10126" y="7283"/>
                    <a:pt x="10195" y="7276"/>
                  </a:cubicBezTo>
                  <a:cubicBezTo>
                    <a:pt x="11215" y="7172"/>
                    <a:pt x="11992" y="6313"/>
                    <a:pt x="11992" y="5287"/>
                  </a:cubicBezTo>
                  <a:cubicBezTo>
                    <a:pt x="11992" y="4260"/>
                    <a:pt x="11215" y="3401"/>
                    <a:pt x="10195" y="3299"/>
                  </a:cubicBezTo>
                  <a:cubicBezTo>
                    <a:pt x="10126" y="3292"/>
                    <a:pt x="10059" y="3289"/>
                    <a:pt x="9991" y="3289"/>
                  </a:cubicBezTo>
                  <a:cubicBezTo>
                    <a:pt x="9052" y="3289"/>
                    <a:pt x="8226" y="3950"/>
                    <a:pt x="8036" y="4888"/>
                  </a:cubicBezTo>
                  <a:lnTo>
                    <a:pt x="6796" y="4888"/>
                  </a:lnTo>
                  <a:lnTo>
                    <a:pt x="6796" y="560"/>
                  </a:lnTo>
                  <a:lnTo>
                    <a:pt x="59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>
              <a:extLst>
                <a:ext uri="{FF2B5EF4-FFF2-40B4-BE49-F238E27FC236}">
                  <a16:creationId xmlns:a16="http://schemas.microsoft.com/office/drawing/2014/main" id="{D1962232-B83F-5711-FC59-78C8F2CDC2E0}"/>
                </a:ext>
              </a:extLst>
            </p:cNvPr>
            <p:cNvSpPr/>
            <p:nvPr/>
          </p:nvSpPr>
          <p:spPr>
            <a:xfrm>
              <a:off x="4831225" y="3250175"/>
              <a:ext cx="227725" cy="169200"/>
            </a:xfrm>
            <a:custGeom>
              <a:avLst/>
              <a:gdLst/>
              <a:ahLst/>
              <a:cxnLst/>
              <a:rect l="l" t="t" r="r" b="b"/>
              <a:pathLst>
                <a:path w="9109" h="6768" extrusionOk="0">
                  <a:moveTo>
                    <a:pt x="993" y="0"/>
                  </a:moveTo>
                  <a:cubicBezTo>
                    <a:pt x="968" y="0"/>
                    <a:pt x="944" y="3"/>
                    <a:pt x="920" y="7"/>
                  </a:cubicBezTo>
                  <a:lnTo>
                    <a:pt x="364" y="105"/>
                  </a:lnTo>
                  <a:cubicBezTo>
                    <a:pt x="145" y="143"/>
                    <a:pt x="0" y="351"/>
                    <a:pt x="39" y="568"/>
                  </a:cubicBezTo>
                  <a:lnTo>
                    <a:pt x="138" y="1125"/>
                  </a:lnTo>
                  <a:cubicBezTo>
                    <a:pt x="155" y="1230"/>
                    <a:pt x="214" y="1323"/>
                    <a:pt x="302" y="1384"/>
                  </a:cubicBezTo>
                  <a:lnTo>
                    <a:pt x="7890" y="6696"/>
                  </a:lnTo>
                  <a:cubicBezTo>
                    <a:pt x="7956" y="6743"/>
                    <a:pt x="8035" y="6768"/>
                    <a:pt x="8116" y="6768"/>
                  </a:cubicBezTo>
                  <a:cubicBezTo>
                    <a:pt x="8140" y="6768"/>
                    <a:pt x="8164" y="6766"/>
                    <a:pt x="8188" y="6761"/>
                  </a:cubicBezTo>
                  <a:lnTo>
                    <a:pt x="8745" y="6664"/>
                  </a:lnTo>
                  <a:cubicBezTo>
                    <a:pt x="8962" y="6626"/>
                    <a:pt x="9108" y="6417"/>
                    <a:pt x="9068" y="6200"/>
                  </a:cubicBezTo>
                  <a:lnTo>
                    <a:pt x="8971" y="5645"/>
                  </a:lnTo>
                  <a:cubicBezTo>
                    <a:pt x="8953" y="5540"/>
                    <a:pt x="8894" y="5447"/>
                    <a:pt x="8807" y="5387"/>
                  </a:cubicBezTo>
                  <a:lnTo>
                    <a:pt x="1218" y="72"/>
                  </a:lnTo>
                  <a:cubicBezTo>
                    <a:pt x="1152" y="26"/>
                    <a:pt x="1072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>
              <a:extLst>
                <a:ext uri="{FF2B5EF4-FFF2-40B4-BE49-F238E27FC236}">
                  <a16:creationId xmlns:a16="http://schemas.microsoft.com/office/drawing/2014/main" id="{B1B4E2E5-CAC6-92DD-7BDB-3E4A7EA43D02}"/>
                </a:ext>
              </a:extLst>
            </p:cNvPr>
            <p:cNvSpPr/>
            <p:nvPr/>
          </p:nvSpPr>
          <p:spPr>
            <a:xfrm>
              <a:off x="4925100" y="3245250"/>
              <a:ext cx="40000" cy="40750"/>
            </a:xfrm>
            <a:custGeom>
              <a:avLst/>
              <a:gdLst/>
              <a:ahLst/>
              <a:cxnLst/>
              <a:rect l="l" t="t" r="r" b="b"/>
              <a:pathLst>
                <a:path w="1600" h="1630" extrusionOk="0">
                  <a:moveTo>
                    <a:pt x="400" y="1"/>
                  </a:moveTo>
                  <a:cubicBezTo>
                    <a:pt x="179" y="1"/>
                    <a:pt x="0" y="179"/>
                    <a:pt x="0" y="401"/>
                  </a:cubicBezTo>
                  <a:lnTo>
                    <a:pt x="0" y="1070"/>
                  </a:lnTo>
                  <a:lnTo>
                    <a:pt x="801" y="1629"/>
                  </a:lnTo>
                  <a:lnTo>
                    <a:pt x="1600" y="1070"/>
                  </a:lnTo>
                  <a:lnTo>
                    <a:pt x="1600" y="401"/>
                  </a:lnTo>
                  <a:cubicBezTo>
                    <a:pt x="1600" y="179"/>
                    <a:pt x="1421" y="1"/>
                    <a:pt x="11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>
              <a:extLst>
                <a:ext uri="{FF2B5EF4-FFF2-40B4-BE49-F238E27FC236}">
                  <a16:creationId xmlns:a16="http://schemas.microsoft.com/office/drawing/2014/main" id="{8BDCC372-7685-43BE-4A57-8CDD24E8D55E}"/>
                </a:ext>
              </a:extLst>
            </p:cNvPr>
            <p:cNvSpPr/>
            <p:nvPr/>
          </p:nvSpPr>
          <p:spPr>
            <a:xfrm>
              <a:off x="4962500" y="3250175"/>
              <a:ext cx="96400" cy="72450"/>
            </a:xfrm>
            <a:custGeom>
              <a:avLst/>
              <a:gdLst/>
              <a:ahLst/>
              <a:cxnLst/>
              <a:rect l="l" t="t" r="r" b="b"/>
              <a:pathLst>
                <a:path w="3856" h="2898" extrusionOk="0">
                  <a:moveTo>
                    <a:pt x="2866" y="1"/>
                  </a:moveTo>
                  <a:cubicBezTo>
                    <a:pt x="2785" y="1"/>
                    <a:pt x="2705" y="26"/>
                    <a:pt x="2639" y="74"/>
                  </a:cubicBezTo>
                  <a:lnTo>
                    <a:pt x="0" y="1921"/>
                  </a:lnTo>
                  <a:lnTo>
                    <a:pt x="1394" y="2897"/>
                  </a:lnTo>
                  <a:lnTo>
                    <a:pt x="3556" y="1384"/>
                  </a:lnTo>
                  <a:cubicBezTo>
                    <a:pt x="3643" y="1323"/>
                    <a:pt x="3702" y="1230"/>
                    <a:pt x="3720" y="1125"/>
                  </a:cubicBezTo>
                  <a:lnTo>
                    <a:pt x="3817" y="568"/>
                  </a:lnTo>
                  <a:cubicBezTo>
                    <a:pt x="3856" y="351"/>
                    <a:pt x="3711" y="143"/>
                    <a:pt x="3494" y="106"/>
                  </a:cubicBezTo>
                  <a:lnTo>
                    <a:pt x="2937" y="7"/>
                  </a:lnTo>
                  <a:cubicBezTo>
                    <a:pt x="2913" y="3"/>
                    <a:pt x="2889" y="1"/>
                    <a:pt x="28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5F74B2CF-0AB6-C249-D426-70B4538E02C5}"/>
                </a:ext>
              </a:extLst>
            </p:cNvPr>
            <p:cNvSpPr/>
            <p:nvPr/>
          </p:nvSpPr>
          <p:spPr>
            <a:xfrm>
              <a:off x="4831225" y="3347000"/>
              <a:ext cx="96450" cy="72375"/>
            </a:xfrm>
            <a:custGeom>
              <a:avLst/>
              <a:gdLst/>
              <a:ahLst/>
              <a:cxnLst/>
              <a:rect l="l" t="t" r="r" b="b"/>
              <a:pathLst>
                <a:path w="3858" h="2895" extrusionOk="0">
                  <a:moveTo>
                    <a:pt x="2463" y="0"/>
                  </a:moveTo>
                  <a:lnTo>
                    <a:pt x="302" y="1514"/>
                  </a:lnTo>
                  <a:cubicBezTo>
                    <a:pt x="214" y="1574"/>
                    <a:pt x="155" y="1667"/>
                    <a:pt x="138" y="1772"/>
                  </a:cubicBezTo>
                  <a:lnTo>
                    <a:pt x="39" y="2327"/>
                  </a:lnTo>
                  <a:cubicBezTo>
                    <a:pt x="0" y="2544"/>
                    <a:pt x="145" y="2753"/>
                    <a:pt x="364" y="2791"/>
                  </a:cubicBezTo>
                  <a:lnTo>
                    <a:pt x="920" y="2888"/>
                  </a:lnTo>
                  <a:cubicBezTo>
                    <a:pt x="944" y="2893"/>
                    <a:pt x="968" y="2895"/>
                    <a:pt x="991" y="2895"/>
                  </a:cubicBezTo>
                  <a:cubicBezTo>
                    <a:pt x="1072" y="2895"/>
                    <a:pt x="1151" y="2870"/>
                    <a:pt x="1218" y="2823"/>
                  </a:cubicBezTo>
                  <a:lnTo>
                    <a:pt x="3857" y="976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7">
            <a:extLst>
              <a:ext uri="{FF2B5EF4-FFF2-40B4-BE49-F238E27FC236}">
                <a16:creationId xmlns:a16="http://schemas.microsoft.com/office/drawing/2014/main" id="{00797F0A-6BA4-FBC1-0824-E4EB6E84F70F}"/>
              </a:ext>
            </a:extLst>
          </p:cNvPr>
          <p:cNvGrpSpPr/>
          <p:nvPr/>
        </p:nvGrpSpPr>
        <p:grpSpPr>
          <a:xfrm>
            <a:off x="357612" y="3595399"/>
            <a:ext cx="262012" cy="263417"/>
            <a:chOff x="239000" y="3799100"/>
            <a:chExt cx="339350" cy="341125"/>
          </a:xfrm>
        </p:grpSpPr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DE1B4B62-C357-4A3D-9761-BFCA461C41DD}"/>
                </a:ext>
              </a:extLst>
            </p:cNvPr>
            <p:cNvSpPr/>
            <p:nvPr/>
          </p:nvSpPr>
          <p:spPr>
            <a:xfrm>
              <a:off x="417700" y="4020300"/>
              <a:ext cx="100950" cy="99925"/>
            </a:xfrm>
            <a:custGeom>
              <a:avLst/>
              <a:gdLst/>
              <a:ahLst/>
              <a:cxnLst/>
              <a:rect l="l" t="t" r="r" b="b"/>
              <a:pathLst>
                <a:path w="4038" h="3997" extrusionOk="0">
                  <a:moveTo>
                    <a:pt x="2321" y="0"/>
                  </a:moveTo>
                  <a:cubicBezTo>
                    <a:pt x="2278" y="0"/>
                    <a:pt x="2235" y="18"/>
                    <a:pt x="2205" y="50"/>
                  </a:cubicBezTo>
                  <a:cubicBezTo>
                    <a:pt x="1882" y="394"/>
                    <a:pt x="2118" y="799"/>
                    <a:pt x="2450" y="799"/>
                  </a:cubicBezTo>
                  <a:lnTo>
                    <a:pt x="2672" y="799"/>
                  </a:lnTo>
                  <a:lnTo>
                    <a:pt x="157" y="3315"/>
                  </a:lnTo>
                  <a:cubicBezTo>
                    <a:pt x="1" y="3472"/>
                    <a:pt x="1" y="3724"/>
                    <a:pt x="157" y="3881"/>
                  </a:cubicBezTo>
                  <a:cubicBezTo>
                    <a:pt x="236" y="3958"/>
                    <a:pt x="338" y="3997"/>
                    <a:pt x="440" y="3997"/>
                  </a:cubicBezTo>
                  <a:cubicBezTo>
                    <a:pt x="542" y="3997"/>
                    <a:pt x="645" y="3958"/>
                    <a:pt x="723" y="3881"/>
                  </a:cubicBezTo>
                  <a:lnTo>
                    <a:pt x="3238" y="1364"/>
                  </a:lnTo>
                  <a:lnTo>
                    <a:pt x="3238" y="1741"/>
                  </a:lnTo>
                  <a:cubicBezTo>
                    <a:pt x="3238" y="1785"/>
                    <a:pt x="3257" y="1827"/>
                    <a:pt x="3288" y="1856"/>
                  </a:cubicBezTo>
                  <a:cubicBezTo>
                    <a:pt x="3403" y="1965"/>
                    <a:pt x="3526" y="2011"/>
                    <a:pt x="3637" y="2011"/>
                  </a:cubicBezTo>
                  <a:cubicBezTo>
                    <a:pt x="3859" y="2011"/>
                    <a:pt x="4038" y="1832"/>
                    <a:pt x="4038" y="1611"/>
                  </a:cubicBezTo>
                  <a:lnTo>
                    <a:pt x="4038" y="152"/>
                  </a:lnTo>
                  <a:cubicBezTo>
                    <a:pt x="4038" y="68"/>
                    <a:pt x="3970" y="0"/>
                    <a:pt x="38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D69C411E-4079-F20A-8EEC-26E348C00D7E}"/>
                </a:ext>
              </a:extLst>
            </p:cNvPr>
            <p:cNvSpPr/>
            <p:nvPr/>
          </p:nvSpPr>
          <p:spPr>
            <a:xfrm>
              <a:off x="239000" y="3900350"/>
              <a:ext cx="339350" cy="239875"/>
            </a:xfrm>
            <a:custGeom>
              <a:avLst/>
              <a:gdLst/>
              <a:ahLst/>
              <a:cxnLst/>
              <a:rect l="l" t="t" r="r" b="b"/>
              <a:pathLst>
                <a:path w="13574" h="9595" extrusionOk="0">
                  <a:moveTo>
                    <a:pt x="10384" y="1"/>
                  </a:moveTo>
                  <a:cubicBezTo>
                    <a:pt x="10064" y="1"/>
                    <a:pt x="9755" y="129"/>
                    <a:pt x="9531" y="358"/>
                  </a:cubicBezTo>
                  <a:lnTo>
                    <a:pt x="2790" y="7196"/>
                  </a:lnTo>
                  <a:lnTo>
                    <a:pt x="1164" y="7196"/>
                  </a:lnTo>
                  <a:cubicBezTo>
                    <a:pt x="516" y="7215"/>
                    <a:pt x="0" y="7747"/>
                    <a:pt x="0" y="8395"/>
                  </a:cubicBezTo>
                  <a:cubicBezTo>
                    <a:pt x="0" y="9043"/>
                    <a:pt x="516" y="9575"/>
                    <a:pt x="1164" y="9594"/>
                  </a:cubicBezTo>
                  <a:lnTo>
                    <a:pt x="3190" y="9594"/>
                  </a:lnTo>
                  <a:cubicBezTo>
                    <a:pt x="3192" y="9594"/>
                    <a:pt x="3194" y="9594"/>
                    <a:pt x="3195" y="9594"/>
                  </a:cubicBezTo>
                  <a:cubicBezTo>
                    <a:pt x="3514" y="9594"/>
                    <a:pt x="3820" y="9464"/>
                    <a:pt x="4043" y="9237"/>
                  </a:cubicBezTo>
                  <a:lnTo>
                    <a:pt x="10784" y="2400"/>
                  </a:lnTo>
                  <a:lnTo>
                    <a:pt x="12410" y="2400"/>
                  </a:lnTo>
                  <a:cubicBezTo>
                    <a:pt x="13058" y="2379"/>
                    <a:pt x="13574" y="1848"/>
                    <a:pt x="13574" y="1200"/>
                  </a:cubicBezTo>
                  <a:cubicBezTo>
                    <a:pt x="13574" y="551"/>
                    <a:pt x="13058" y="2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>
              <a:extLst>
                <a:ext uri="{FF2B5EF4-FFF2-40B4-BE49-F238E27FC236}">
                  <a16:creationId xmlns:a16="http://schemas.microsoft.com/office/drawing/2014/main" id="{92D241AA-DEC4-3000-F603-085BF226DF5D}"/>
                </a:ext>
              </a:extLst>
            </p:cNvPr>
            <p:cNvSpPr/>
            <p:nvPr/>
          </p:nvSpPr>
          <p:spPr>
            <a:xfrm>
              <a:off x="368675" y="3799100"/>
              <a:ext cx="59975" cy="59975"/>
            </a:xfrm>
            <a:custGeom>
              <a:avLst/>
              <a:gdLst/>
              <a:ahLst/>
              <a:cxnLst/>
              <a:rect l="l" t="t" r="r" b="b"/>
              <a:pathLst>
                <a:path w="2399" h="2399" extrusionOk="0">
                  <a:moveTo>
                    <a:pt x="1200" y="0"/>
                  </a:moveTo>
                  <a:cubicBezTo>
                    <a:pt x="538" y="0"/>
                    <a:pt x="1" y="538"/>
                    <a:pt x="1" y="1199"/>
                  </a:cubicBezTo>
                  <a:cubicBezTo>
                    <a:pt x="1" y="1862"/>
                    <a:pt x="538" y="2398"/>
                    <a:pt x="1200" y="2398"/>
                  </a:cubicBezTo>
                  <a:cubicBezTo>
                    <a:pt x="1863" y="2398"/>
                    <a:pt x="2399" y="1862"/>
                    <a:pt x="2399" y="1199"/>
                  </a:cubicBezTo>
                  <a:cubicBezTo>
                    <a:pt x="2399" y="538"/>
                    <a:pt x="1863" y="0"/>
                    <a:pt x="1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DE62D170-5F83-47B5-E00E-57F973A6DCE8}"/>
                </a:ext>
              </a:extLst>
            </p:cNvPr>
            <p:cNvSpPr/>
            <p:nvPr/>
          </p:nvSpPr>
          <p:spPr>
            <a:xfrm>
              <a:off x="368725" y="3859075"/>
              <a:ext cx="59975" cy="131850"/>
            </a:xfrm>
            <a:custGeom>
              <a:avLst/>
              <a:gdLst/>
              <a:ahLst/>
              <a:cxnLst/>
              <a:rect l="l" t="t" r="r" b="b"/>
              <a:pathLst>
                <a:path w="2399" h="5274" extrusionOk="0">
                  <a:moveTo>
                    <a:pt x="799" y="1"/>
                  </a:moveTo>
                  <a:cubicBezTo>
                    <a:pt x="359" y="1"/>
                    <a:pt x="0" y="358"/>
                    <a:pt x="0" y="800"/>
                  </a:cubicBezTo>
                  <a:lnTo>
                    <a:pt x="3" y="5274"/>
                  </a:lnTo>
                  <a:lnTo>
                    <a:pt x="2398" y="2843"/>
                  </a:lnTo>
                  <a:lnTo>
                    <a:pt x="2398" y="1625"/>
                  </a:lnTo>
                  <a:cubicBezTo>
                    <a:pt x="2398" y="743"/>
                    <a:pt x="1681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7">
            <a:extLst>
              <a:ext uri="{FF2B5EF4-FFF2-40B4-BE49-F238E27FC236}">
                <a16:creationId xmlns:a16="http://schemas.microsoft.com/office/drawing/2014/main" id="{95005251-BCE4-4F18-2FAA-29F785EBE6D7}"/>
              </a:ext>
            </a:extLst>
          </p:cNvPr>
          <p:cNvGrpSpPr/>
          <p:nvPr/>
        </p:nvGrpSpPr>
        <p:grpSpPr>
          <a:xfrm>
            <a:off x="357620" y="2420402"/>
            <a:ext cx="262004" cy="211455"/>
            <a:chOff x="2499275" y="1593475"/>
            <a:chExt cx="346750" cy="279850"/>
          </a:xfrm>
        </p:grpSpPr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3A020ADB-7F40-8522-765D-B7D83B6CF545}"/>
                </a:ext>
              </a:extLst>
            </p:cNvPr>
            <p:cNvSpPr/>
            <p:nvPr/>
          </p:nvSpPr>
          <p:spPr>
            <a:xfrm>
              <a:off x="2522075" y="1843275"/>
              <a:ext cx="60650" cy="30000"/>
            </a:xfrm>
            <a:custGeom>
              <a:avLst/>
              <a:gdLst/>
              <a:ahLst/>
              <a:cxnLst/>
              <a:rect l="l" t="t" r="r" b="b"/>
              <a:pathLst>
                <a:path w="2426" h="1200" extrusionOk="0">
                  <a:moveTo>
                    <a:pt x="1" y="1"/>
                  </a:moveTo>
                  <a:cubicBezTo>
                    <a:pt x="1" y="664"/>
                    <a:pt x="563" y="1200"/>
                    <a:pt x="1225" y="1200"/>
                  </a:cubicBezTo>
                  <a:cubicBezTo>
                    <a:pt x="1888" y="1200"/>
                    <a:pt x="2425" y="664"/>
                    <a:pt x="2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1D4B7D6E-C791-705E-9775-AAFE99CB5412}"/>
                </a:ext>
              </a:extLst>
            </p:cNvPr>
            <p:cNvSpPr/>
            <p:nvPr/>
          </p:nvSpPr>
          <p:spPr>
            <a:xfrm>
              <a:off x="2602675" y="1843275"/>
              <a:ext cx="60000" cy="30000"/>
            </a:xfrm>
            <a:custGeom>
              <a:avLst/>
              <a:gdLst/>
              <a:ahLst/>
              <a:cxnLst/>
              <a:rect l="l" t="t" r="r" b="b"/>
              <a:pathLst>
                <a:path w="2400" h="1200" extrusionOk="0">
                  <a:moveTo>
                    <a:pt x="0" y="1"/>
                  </a:moveTo>
                  <a:cubicBezTo>
                    <a:pt x="0" y="662"/>
                    <a:pt x="536" y="1200"/>
                    <a:pt x="1199" y="1200"/>
                  </a:cubicBezTo>
                  <a:cubicBezTo>
                    <a:pt x="1862" y="1200"/>
                    <a:pt x="2400" y="664"/>
                    <a:pt x="2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>
              <a:extLst>
                <a:ext uri="{FF2B5EF4-FFF2-40B4-BE49-F238E27FC236}">
                  <a16:creationId xmlns:a16="http://schemas.microsoft.com/office/drawing/2014/main" id="{BBDA33A1-12CD-CED3-5447-7F431A6E8AF9}"/>
                </a:ext>
              </a:extLst>
            </p:cNvPr>
            <p:cNvSpPr/>
            <p:nvPr/>
          </p:nvSpPr>
          <p:spPr>
            <a:xfrm>
              <a:off x="2682625" y="1843275"/>
              <a:ext cx="59975" cy="29125"/>
            </a:xfrm>
            <a:custGeom>
              <a:avLst/>
              <a:gdLst/>
              <a:ahLst/>
              <a:cxnLst/>
              <a:rect l="l" t="t" r="r" b="b"/>
              <a:pathLst>
                <a:path w="2399" h="1165" extrusionOk="0">
                  <a:moveTo>
                    <a:pt x="0" y="1"/>
                  </a:moveTo>
                  <a:cubicBezTo>
                    <a:pt x="20" y="649"/>
                    <a:pt x="551" y="1164"/>
                    <a:pt x="1199" y="1164"/>
                  </a:cubicBezTo>
                  <a:cubicBezTo>
                    <a:pt x="1848" y="1164"/>
                    <a:pt x="2378" y="649"/>
                    <a:pt x="2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>
              <a:extLst>
                <a:ext uri="{FF2B5EF4-FFF2-40B4-BE49-F238E27FC236}">
                  <a16:creationId xmlns:a16="http://schemas.microsoft.com/office/drawing/2014/main" id="{720D50A6-EB3B-CD0B-D77D-61F9B664DE4C}"/>
                </a:ext>
              </a:extLst>
            </p:cNvPr>
            <p:cNvSpPr/>
            <p:nvPr/>
          </p:nvSpPr>
          <p:spPr>
            <a:xfrm>
              <a:off x="2762550" y="1843275"/>
              <a:ext cx="60675" cy="30050"/>
            </a:xfrm>
            <a:custGeom>
              <a:avLst/>
              <a:gdLst/>
              <a:ahLst/>
              <a:cxnLst/>
              <a:rect l="l" t="t" r="r" b="b"/>
              <a:pathLst>
                <a:path w="2427" h="1202" extrusionOk="0">
                  <a:moveTo>
                    <a:pt x="0" y="1"/>
                  </a:moveTo>
                  <a:cubicBezTo>
                    <a:pt x="0" y="664"/>
                    <a:pt x="538" y="1201"/>
                    <a:pt x="1201" y="1201"/>
                  </a:cubicBezTo>
                  <a:cubicBezTo>
                    <a:pt x="1862" y="1200"/>
                    <a:pt x="2426" y="664"/>
                    <a:pt x="2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>
              <a:extLst>
                <a:ext uri="{FF2B5EF4-FFF2-40B4-BE49-F238E27FC236}">
                  <a16:creationId xmlns:a16="http://schemas.microsoft.com/office/drawing/2014/main" id="{7C054255-013C-D526-7DB4-CC6F5215233E}"/>
                </a:ext>
              </a:extLst>
            </p:cNvPr>
            <p:cNvSpPr/>
            <p:nvPr/>
          </p:nvSpPr>
          <p:spPr>
            <a:xfrm>
              <a:off x="2602700" y="1753350"/>
              <a:ext cx="40000" cy="20050"/>
            </a:xfrm>
            <a:custGeom>
              <a:avLst/>
              <a:gdLst/>
              <a:ahLst/>
              <a:cxnLst/>
              <a:rect l="l" t="t" r="r" b="b"/>
              <a:pathLst>
                <a:path w="1600" h="802" extrusionOk="0">
                  <a:moveTo>
                    <a:pt x="1" y="1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>
              <a:extLst>
                <a:ext uri="{FF2B5EF4-FFF2-40B4-BE49-F238E27FC236}">
                  <a16:creationId xmlns:a16="http://schemas.microsoft.com/office/drawing/2014/main" id="{AB5A3FF9-EA98-A17E-98B0-9ED2FFFEA9CF}"/>
                </a:ext>
              </a:extLst>
            </p:cNvPr>
            <p:cNvSpPr/>
            <p:nvPr/>
          </p:nvSpPr>
          <p:spPr>
            <a:xfrm>
              <a:off x="2602700" y="1673400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CC98F938-8E1B-6CAE-0920-42A02750353A}"/>
                </a:ext>
              </a:extLst>
            </p:cNvPr>
            <p:cNvSpPr/>
            <p:nvPr/>
          </p:nvSpPr>
          <p:spPr>
            <a:xfrm>
              <a:off x="2602700" y="1713375"/>
              <a:ext cx="40000" cy="20000"/>
            </a:xfrm>
            <a:custGeom>
              <a:avLst/>
              <a:gdLst/>
              <a:ahLst/>
              <a:cxnLst/>
              <a:rect l="l" t="t" r="r" b="b"/>
              <a:pathLst>
                <a:path w="16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1600" y="79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501C4F2D-76E7-C7EC-BCF5-57FA6F2BAD5B}"/>
                </a:ext>
              </a:extLst>
            </p:cNvPr>
            <p:cNvSpPr/>
            <p:nvPr/>
          </p:nvSpPr>
          <p:spPr>
            <a:xfrm>
              <a:off x="2499275" y="1633425"/>
              <a:ext cx="83450" cy="139975"/>
            </a:xfrm>
            <a:custGeom>
              <a:avLst/>
              <a:gdLst/>
              <a:ahLst/>
              <a:cxnLst/>
              <a:rect l="l" t="t" r="r" b="b"/>
              <a:pathLst>
                <a:path w="3338" h="5599" extrusionOk="0">
                  <a:moveTo>
                    <a:pt x="2939" y="0"/>
                  </a:moveTo>
                  <a:cubicBezTo>
                    <a:pt x="1325" y="0"/>
                    <a:pt x="0" y="1366"/>
                    <a:pt x="121" y="3005"/>
                  </a:cubicBezTo>
                  <a:cubicBezTo>
                    <a:pt x="229" y="4471"/>
                    <a:pt x="1471" y="5598"/>
                    <a:pt x="2941" y="5598"/>
                  </a:cubicBezTo>
                  <a:lnTo>
                    <a:pt x="3337" y="5598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A4EF0740-82ED-94CF-2689-CBD1E818E97F}"/>
                </a:ext>
              </a:extLst>
            </p:cNvPr>
            <p:cNvSpPr/>
            <p:nvPr/>
          </p:nvSpPr>
          <p:spPr>
            <a:xfrm>
              <a:off x="2661025" y="1593475"/>
              <a:ext cx="185000" cy="179925"/>
            </a:xfrm>
            <a:custGeom>
              <a:avLst/>
              <a:gdLst/>
              <a:ahLst/>
              <a:cxnLst/>
              <a:rect l="l" t="t" r="r" b="b"/>
              <a:pathLst>
                <a:path w="7400" h="7197" extrusionOk="0">
                  <a:moveTo>
                    <a:pt x="458" y="0"/>
                  </a:moveTo>
                  <a:cubicBezTo>
                    <a:pt x="288" y="0"/>
                    <a:pt x="137" y="112"/>
                    <a:pt x="85" y="274"/>
                  </a:cubicBezTo>
                  <a:cubicBezTo>
                    <a:pt x="1" y="534"/>
                    <a:pt x="193" y="799"/>
                    <a:pt x="466" y="799"/>
                  </a:cubicBezTo>
                  <a:lnTo>
                    <a:pt x="866" y="799"/>
                  </a:lnTo>
                  <a:lnTo>
                    <a:pt x="866" y="1598"/>
                  </a:lnTo>
                  <a:lnTo>
                    <a:pt x="66" y="1598"/>
                  </a:lnTo>
                  <a:lnTo>
                    <a:pt x="66" y="7196"/>
                  </a:lnTo>
                  <a:lnTo>
                    <a:pt x="4459" y="7196"/>
                  </a:lnTo>
                  <a:cubicBezTo>
                    <a:pt x="5929" y="7196"/>
                    <a:pt x="7173" y="6071"/>
                    <a:pt x="7280" y="4605"/>
                  </a:cubicBezTo>
                  <a:cubicBezTo>
                    <a:pt x="7400" y="2966"/>
                    <a:pt x="6077" y="1598"/>
                    <a:pt x="4463" y="1598"/>
                  </a:cubicBezTo>
                  <a:lnTo>
                    <a:pt x="3262" y="1598"/>
                  </a:lnTo>
                  <a:lnTo>
                    <a:pt x="3262" y="799"/>
                  </a:lnTo>
                  <a:lnTo>
                    <a:pt x="3663" y="799"/>
                  </a:lnTo>
                  <a:cubicBezTo>
                    <a:pt x="3664" y="799"/>
                    <a:pt x="3665" y="799"/>
                    <a:pt x="3666" y="799"/>
                  </a:cubicBezTo>
                  <a:cubicBezTo>
                    <a:pt x="3839" y="799"/>
                    <a:pt x="3991" y="689"/>
                    <a:pt x="4044" y="526"/>
                  </a:cubicBezTo>
                  <a:cubicBezTo>
                    <a:pt x="4128" y="266"/>
                    <a:pt x="3936" y="1"/>
                    <a:pt x="3663" y="1"/>
                  </a:cubicBezTo>
                  <a:lnTo>
                    <a:pt x="464" y="1"/>
                  </a:lnTo>
                  <a:cubicBezTo>
                    <a:pt x="462" y="0"/>
                    <a:pt x="460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88B3B6FE-E338-C944-BF22-04ED1AC815E3}"/>
                </a:ext>
              </a:extLst>
            </p:cNvPr>
            <p:cNvSpPr/>
            <p:nvPr/>
          </p:nvSpPr>
          <p:spPr>
            <a:xfrm>
              <a:off x="2602700" y="1633425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DD69CB50-DB10-1EA6-DBCF-F26C8DCDD6EB}"/>
                </a:ext>
              </a:extLst>
            </p:cNvPr>
            <p:cNvSpPr/>
            <p:nvPr/>
          </p:nvSpPr>
          <p:spPr>
            <a:xfrm>
              <a:off x="2602700" y="1793325"/>
              <a:ext cx="40000" cy="30000"/>
            </a:xfrm>
            <a:custGeom>
              <a:avLst/>
              <a:gdLst/>
              <a:ahLst/>
              <a:cxnLst/>
              <a:rect l="l" t="t" r="r" b="b"/>
              <a:pathLst>
                <a:path w="1600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1600" y="1200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8735919B-6399-1B08-A21D-D91C068F7CE3}"/>
                </a:ext>
              </a:extLst>
            </p:cNvPr>
            <p:cNvSpPr/>
            <p:nvPr/>
          </p:nvSpPr>
          <p:spPr>
            <a:xfrm>
              <a:off x="2502075" y="1793300"/>
              <a:ext cx="80650" cy="30025"/>
            </a:xfrm>
            <a:custGeom>
              <a:avLst/>
              <a:gdLst/>
              <a:ahLst/>
              <a:cxnLst/>
              <a:rect l="l" t="t" r="r" b="b"/>
              <a:pathLst>
                <a:path w="3226" h="1201" extrusionOk="0">
                  <a:moveTo>
                    <a:pt x="400" y="0"/>
                  </a:moveTo>
                  <a:cubicBezTo>
                    <a:pt x="180" y="0"/>
                    <a:pt x="2" y="179"/>
                    <a:pt x="2" y="401"/>
                  </a:cubicBezTo>
                  <a:lnTo>
                    <a:pt x="2" y="801"/>
                  </a:lnTo>
                  <a:cubicBezTo>
                    <a:pt x="0" y="1021"/>
                    <a:pt x="180" y="1201"/>
                    <a:pt x="400" y="1201"/>
                  </a:cubicBezTo>
                  <a:lnTo>
                    <a:pt x="3225" y="1201"/>
                  </a:lnTo>
                  <a:lnTo>
                    <a:pt x="32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36049CDF-6A0B-0EEC-F5EA-C0A0166E58F3}"/>
                </a:ext>
              </a:extLst>
            </p:cNvPr>
            <p:cNvSpPr/>
            <p:nvPr/>
          </p:nvSpPr>
          <p:spPr>
            <a:xfrm>
              <a:off x="2662650" y="1793325"/>
              <a:ext cx="180575" cy="30000"/>
            </a:xfrm>
            <a:custGeom>
              <a:avLst/>
              <a:gdLst/>
              <a:ahLst/>
              <a:cxnLst/>
              <a:rect l="l" t="t" r="r" b="b"/>
              <a:pathLst>
                <a:path w="7223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6823" y="1200"/>
                  </a:lnTo>
                  <a:cubicBezTo>
                    <a:pt x="7044" y="1200"/>
                    <a:pt x="7223" y="1021"/>
                    <a:pt x="7223" y="801"/>
                  </a:cubicBezTo>
                  <a:lnTo>
                    <a:pt x="7223" y="401"/>
                  </a:lnTo>
                  <a:cubicBezTo>
                    <a:pt x="7223" y="180"/>
                    <a:pt x="7044" y="1"/>
                    <a:pt x="6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37">
            <a:extLst>
              <a:ext uri="{FF2B5EF4-FFF2-40B4-BE49-F238E27FC236}">
                <a16:creationId xmlns:a16="http://schemas.microsoft.com/office/drawing/2014/main" id="{9445C751-3106-20CE-C448-FE3AD4889784}"/>
              </a:ext>
            </a:extLst>
          </p:cNvPr>
          <p:cNvGrpSpPr/>
          <p:nvPr/>
        </p:nvGrpSpPr>
        <p:grpSpPr>
          <a:xfrm>
            <a:off x="4606413" y="1280301"/>
            <a:ext cx="306330" cy="179550"/>
            <a:chOff x="4008150" y="2769150"/>
            <a:chExt cx="341125" cy="199900"/>
          </a:xfrm>
        </p:grpSpPr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445DA67A-4538-2B03-24B0-D30D0FE9C9B6}"/>
                </a:ext>
              </a:extLst>
            </p:cNvPr>
            <p:cNvSpPr/>
            <p:nvPr/>
          </p:nvSpPr>
          <p:spPr>
            <a:xfrm>
              <a:off x="4078775" y="2829150"/>
              <a:ext cx="20025" cy="20000"/>
            </a:xfrm>
            <a:custGeom>
              <a:avLst/>
              <a:gdLst/>
              <a:ahLst/>
              <a:cxnLst/>
              <a:rect l="l" t="t" r="r" b="b"/>
              <a:pathLst>
                <a:path w="801" h="800" extrusionOk="0">
                  <a:moveTo>
                    <a:pt x="400" y="0"/>
                  </a:moveTo>
                  <a:cubicBezTo>
                    <a:pt x="179" y="0"/>
                    <a:pt x="0" y="179"/>
                    <a:pt x="0" y="399"/>
                  </a:cubicBezTo>
                  <a:lnTo>
                    <a:pt x="0" y="799"/>
                  </a:lnTo>
                  <a:lnTo>
                    <a:pt x="801" y="799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90A59402-4375-BC9F-2E8B-24C91E0E74BE}"/>
                </a:ext>
              </a:extLst>
            </p:cNvPr>
            <p:cNvSpPr/>
            <p:nvPr/>
          </p:nvSpPr>
          <p:spPr>
            <a:xfrm>
              <a:off x="4118750" y="2829150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0" y="0"/>
                  </a:moveTo>
                  <a:lnTo>
                    <a:pt x="0" y="799"/>
                  </a:lnTo>
                  <a:lnTo>
                    <a:pt x="799" y="799"/>
                  </a:lnTo>
                  <a:lnTo>
                    <a:pt x="799" y="399"/>
                  </a:lnTo>
                  <a:cubicBezTo>
                    <a:pt x="799" y="179"/>
                    <a:pt x="621" y="0"/>
                    <a:pt x="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53330081-683E-3194-0087-D671EC2C75B0}"/>
                </a:ext>
              </a:extLst>
            </p:cNvPr>
            <p:cNvSpPr/>
            <p:nvPr/>
          </p:nvSpPr>
          <p:spPr>
            <a:xfrm>
              <a:off x="4078775" y="2869075"/>
              <a:ext cx="59975" cy="20000"/>
            </a:xfrm>
            <a:custGeom>
              <a:avLst/>
              <a:gdLst/>
              <a:ahLst/>
              <a:cxnLst/>
              <a:rect l="l" t="t" r="r" b="b"/>
              <a:pathLst>
                <a:path w="2399" h="800" extrusionOk="0">
                  <a:moveTo>
                    <a:pt x="0" y="1"/>
                  </a:moveTo>
                  <a:lnTo>
                    <a:pt x="0" y="800"/>
                  </a:lnTo>
                  <a:lnTo>
                    <a:pt x="2398" y="800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F4FBCE48-D145-B1EB-B2FF-A673C62142BA}"/>
                </a:ext>
              </a:extLst>
            </p:cNvPr>
            <p:cNvSpPr/>
            <p:nvPr/>
          </p:nvSpPr>
          <p:spPr>
            <a:xfrm>
              <a:off x="4008150" y="2769150"/>
              <a:ext cx="341125" cy="199900"/>
            </a:xfrm>
            <a:custGeom>
              <a:avLst/>
              <a:gdLst/>
              <a:ahLst/>
              <a:cxnLst/>
              <a:rect l="l" t="t" r="r" b="b"/>
              <a:pathLst>
                <a:path w="13645" h="7996" extrusionOk="0">
                  <a:moveTo>
                    <a:pt x="10409" y="1600"/>
                  </a:moveTo>
                  <a:cubicBezTo>
                    <a:pt x="10412" y="1600"/>
                    <a:pt x="10416" y="1600"/>
                    <a:pt x="10420" y="1600"/>
                  </a:cubicBezTo>
                  <a:lnTo>
                    <a:pt x="12019" y="1600"/>
                  </a:lnTo>
                  <a:cubicBezTo>
                    <a:pt x="12236" y="1604"/>
                    <a:pt x="12410" y="1782"/>
                    <a:pt x="12410" y="1999"/>
                  </a:cubicBezTo>
                  <a:cubicBezTo>
                    <a:pt x="12410" y="2217"/>
                    <a:pt x="12236" y="2394"/>
                    <a:pt x="12019" y="2399"/>
                  </a:cubicBezTo>
                  <a:lnTo>
                    <a:pt x="10420" y="2399"/>
                  </a:lnTo>
                  <a:cubicBezTo>
                    <a:pt x="10417" y="2399"/>
                    <a:pt x="10414" y="2399"/>
                    <a:pt x="10411" y="2399"/>
                  </a:cubicBezTo>
                  <a:cubicBezTo>
                    <a:pt x="10191" y="2399"/>
                    <a:pt x="10012" y="2220"/>
                    <a:pt x="10012" y="1999"/>
                  </a:cubicBezTo>
                  <a:cubicBezTo>
                    <a:pt x="10012" y="1779"/>
                    <a:pt x="10189" y="1600"/>
                    <a:pt x="10409" y="1600"/>
                  </a:cubicBezTo>
                  <a:close/>
                  <a:moveTo>
                    <a:pt x="10409" y="3199"/>
                  </a:moveTo>
                  <a:cubicBezTo>
                    <a:pt x="10412" y="3199"/>
                    <a:pt x="10416" y="3199"/>
                    <a:pt x="10420" y="3199"/>
                  </a:cubicBezTo>
                  <a:lnTo>
                    <a:pt x="12019" y="3199"/>
                  </a:lnTo>
                  <a:cubicBezTo>
                    <a:pt x="12236" y="3203"/>
                    <a:pt x="12410" y="3381"/>
                    <a:pt x="12410" y="3598"/>
                  </a:cubicBezTo>
                  <a:cubicBezTo>
                    <a:pt x="12410" y="3816"/>
                    <a:pt x="12236" y="3993"/>
                    <a:pt x="12019" y="3998"/>
                  </a:cubicBezTo>
                  <a:lnTo>
                    <a:pt x="10420" y="3998"/>
                  </a:lnTo>
                  <a:cubicBezTo>
                    <a:pt x="10417" y="3998"/>
                    <a:pt x="10414" y="3998"/>
                    <a:pt x="10411" y="3998"/>
                  </a:cubicBezTo>
                  <a:cubicBezTo>
                    <a:pt x="10191" y="3998"/>
                    <a:pt x="10012" y="3819"/>
                    <a:pt x="10012" y="3598"/>
                  </a:cubicBezTo>
                  <a:cubicBezTo>
                    <a:pt x="10012" y="3378"/>
                    <a:pt x="10189" y="3199"/>
                    <a:pt x="10409" y="3199"/>
                  </a:cubicBezTo>
                  <a:close/>
                  <a:moveTo>
                    <a:pt x="8421" y="3198"/>
                  </a:moveTo>
                  <a:cubicBezTo>
                    <a:pt x="8639" y="3198"/>
                    <a:pt x="8822" y="3375"/>
                    <a:pt x="8822" y="3598"/>
                  </a:cubicBezTo>
                  <a:lnTo>
                    <a:pt x="8822" y="4398"/>
                  </a:lnTo>
                  <a:cubicBezTo>
                    <a:pt x="8822" y="4621"/>
                    <a:pt x="8639" y="4798"/>
                    <a:pt x="8421" y="4798"/>
                  </a:cubicBezTo>
                  <a:cubicBezTo>
                    <a:pt x="8406" y="4798"/>
                    <a:pt x="8391" y="4797"/>
                    <a:pt x="8376" y="4795"/>
                  </a:cubicBezTo>
                  <a:cubicBezTo>
                    <a:pt x="8172" y="4773"/>
                    <a:pt x="8022" y="4591"/>
                    <a:pt x="8022" y="4388"/>
                  </a:cubicBezTo>
                  <a:lnTo>
                    <a:pt x="8022" y="3608"/>
                  </a:lnTo>
                  <a:cubicBezTo>
                    <a:pt x="8022" y="3403"/>
                    <a:pt x="8172" y="3223"/>
                    <a:pt x="8376" y="3201"/>
                  </a:cubicBezTo>
                  <a:cubicBezTo>
                    <a:pt x="8391" y="3199"/>
                    <a:pt x="8406" y="3198"/>
                    <a:pt x="8421" y="3198"/>
                  </a:cubicBezTo>
                  <a:close/>
                  <a:moveTo>
                    <a:pt x="10411" y="5597"/>
                  </a:moveTo>
                  <a:cubicBezTo>
                    <a:pt x="10414" y="5597"/>
                    <a:pt x="10417" y="5597"/>
                    <a:pt x="10420" y="5597"/>
                  </a:cubicBezTo>
                  <a:lnTo>
                    <a:pt x="12019" y="5597"/>
                  </a:lnTo>
                  <a:cubicBezTo>
                    <a:pt x="12236" y="5602"/>
                    <a:pt x="12410" y="5779"/>
                    <a:pt x="12410" y="5997"/>
                  </a:cubicBezTo>
                  <a:cubicBezTo>
                    <a:pt x="12410" y="6214"/>
                    <a:pt x="12236" y="6391"/>
                    <a:pt x="12019" y="6396"/>
                  </a:cubicBezTo>
                  <a:lnTo>
                    <a:pt x="10420" y="6396"/>
                  </a:lnTo>
                  <a:cubicBezTo>
                    <a:pt x="10416" y="6396"/>
                    <a:pt x="10412" y="6396"/>
                    <a:pt x="10409" y="6396"/>
                  </a:cubicBezTo>
                  <a:cubicBezTo>
                    <a:pt x="10189" y="6396"/>
                    <a:pt x="10012" y="6217"/>
                    <a:pt x="10012" y="5997"/>
                  </a:cubicBezTo>
                  <a:cubicBezTo>
                    <a:pt x="10012" y="5775"/>
                    <a:pt x="10191" y="5597"/>
                    <a:pt x="10411" y="5597"/>
                  </a:cubicBezTo>
                  <a:close/>
                  <a:moveTo>
                    <a:pt x="5223" y="1600"/>
                  </a:moveTo>
                  <a:cubicBezTo>
                    <a:pt x="5665" y="1600"/>
                    <a:pt x="6024" y="1959"/>
                    <a:pt x="6024" y="2400"/>
                  </a:cubicBezTo>
                  <a:lnTo>
                    <a:pt x="6024" y="5330"/>
                  </a:lnTo>
                  <a:cubicBezTo>
                    <a:pt x="6024" y="5477"/>
                    <a:pt x="5904" y="5597"/>
                    <a:pt x="5756" y="5597"/>
                  </a:cubicBezTo>
                  <a:lnTo>
                    <a:pt x="5223" y="5597"/>
                  </a:lnTo>
                  <a:lnTo>
                    <a:pt x="5223" y="5987"/>
                  </a:lnTo>
                  <a:cubicBezTo>
                    <a:pt x="5223" y="6192"/>
                    <a:pt x="5073" y="6372"/>
                    <a:pt x="4869" y="6394"/>
                  </a:cubicBezTo>
                  <a:cubicBezTo>
                    <a:pt x="4854" y="6396"/>
                    <a:pt x="4839" y="6397"/>
                    <a:pt x="4824" y="6397"/>
                  </a:cubicBezTo>
                  <a:cubicBezTo>
                    <a:pt x="4607" y="6397"/>
                    <a:pt x="4424" y="6220"/>
                    <a:pt x="4424" y="5997"/>
                  </a:cubicBezTo>
                  <a:lnTo>
                    <a:pt x="4424" y="5597"/>
                  </a:lnTo>
                  <a:lnTo>
                    <a:pt x="3624" y="5597"/>
                  </a:lnTo>
                  <a:lnTo>
                    <a:pt x="3624" y="5987"/>
                  </a:lnTo>
                  <a:cubicBezTo>
                    <a:pt x="3624" y="6192"/>
                    <a:pt x="3474" y="6372"/>
                    <a:pt x="3270" y="6394"/>
                  </a:cubicBezTo>
                  <a:cubicBezTo>
                    <a:pt x="3255" y="6396"/>
                    <a:pt x="3240" y="6397"/>
                    <a:pt x="3225" y="6397"/>
                  </a:cubicBezTo>
                  <a:cubicBezTo>
                    <a:pt x="3008" y="6397"/>
                    <a:pt x="2825" y="6220"/>
                    <a:pt x="2825" y="5997"/>
                  </a:cubicBezTo>
                  <a:lnTo>
                    <a:pt x="2825" y="5597"/>
                  </a:lnTo>
                  <a:lnTo>
                    <a:pt x="2292" y="5597"/>
                  </a:lnTo>
                  <a:cubicBezTo>
                    <a:pt x="2146" y="5597"/>
                    <a:pt x="2026" y="5477"/>
                    <a:pt x="2026" y="5330"/>
                  </a:cubicBezTo>
                  <a:lnTo>
                    <a:pt x="2026" y="2400"/>
                  </a:lnTo>
                  <a:cubicBezTo>
                    <a:pt x="2026" y="1959"/>
                    <a:pt x="2384" y="1600"/>
                    <a:pt x="2825" y="1600"/>
                  </a:cubicBezTo>
                  <a:close/>
                  <a:moveTo>
                    <a:pt x="401" y="1"/>
                  </a:moveTo>
                  <a:cubicBezTo>
                    <a:pt x="179" y="1"/>
                    <a:pt x="1" y="179"/>
                    <a:pt x="1" y="399"/>
                  </a:cubicBezTo>
                  <a:lnTo>
                    <a:pt x="1" y="7595"/>
                  </a:lnTo>
                  <a:cubicBezTo>
                    <a:pt x="1" y="7816"/>
                    <a:pt x="179" y="7995"/>
                    <a:pt x="401" y="7995"/>
                  </a:cubicBezTo>
                  <a:lnTo>
                    <a:pt x="7623" y="7995"/>
                  </a:lnTo>
                  <a:cubicBezTo>
                    <a:pt x="7843" y="7995"/>
                    <a:pt x="8022" y="7816"/>
                    <a:pt x="8022" y="7595"/>
                  </a:cubicBezTo>
                  <a:lnTo>
                    <a:pt x="8022" y="6008"/>
                  </a:lnTo>
                  <a:cubicBezTo>
                    <a:pt x="8022" y="5802"/>
                    <a:pt x="8172" y="5622"/>
                    <a:pt x="8376" y="5600"/>
                  </a:cubicBezTo>
                  <a:cubicBezTo>
                    <a:pt x="8392" y="5598"/>
                    <a:pt x="8408" y="5597"/>
                    <a:pt x="8423" y="5597"/>
                  </a:cubicBezTo>
                  <a:cubicBezTo>
                    <a:pt x="8641" y="5597"/>
                    <a:pt x="8822" y="5774"/>
                    <a:pt x="8822" y="5997"/>
                  </a:cubicBezTo>
                  <a:lnTo>
                    <a:pt x="8822" y="7595"/>
                  </a:lnTo>
                  <a:cubicBezTo>
                    <a:pt x="8822" y="7816"/>
                    <a:pt x="9001" y="7995"/>
                    <a:pt x="9221" y="7995"/>
                  </a:cubicBezTo>
                  <a:lnTo>
                    <a:pt x="13244" y="7995"/>
                  </a:lnTo>
                  <a:cubicBezTo>
                    <a:pt x="13466" y="7995"/>
                    <a:pt x="13645" y="7816"/>
                    <a:pt x="13645" y="7595"/>
                  </a:cubicBezTo>
                  <a:lnTo>
                    <a:pt x="13645" y="401"/>
                  </a:lnTo>
                  <a:cubicBezTo>
                    <a:pt x="13645" y="179"/>
                    <a:pt x="13466" y="1"/>
                    <a:pt x="13246" y="1"/>
                  </a:cubicBezTo>
                  <a:lnTo>
                    <a:pt x="9222" y="1"/>
                  </a:lnTo>
                  <a:cubicBezTo>
                    <a:pt x="9001" y="1"/>
                    <a:pt x="8822" y="179"/>
                    <a:pt x="8822" y="399"/>
                  </a:cubicBezTo>
                  <a:lnTo>
                    <a:pt x="8822" y="1988"/>
                  </a:lnTo>
                  <a:cubicBezTo>
                    <a:pt x="8822" y="2193"/>
                    <a:pt x="8671" y="2374"/>
                    <a:pt x="8467" y="2396"/>
                  </a:cubicBezTo>
                  <a:cubicBezTo>
                    <a:pt x="8452" y="2397"/>
                    <a:pt x="8437" y="2398"/>
                    <a:pt x="8422" y="2398"/>
                  </a:cubicBezTo>
                  <a:cubicBezTo>
                    <a:pt x="8204" y="2398"/>
                    <a:pt x="8022" y="2222"/>
                    <a:pt x="8022" y="1999"/>
                  </a:cubicBezTo>
                  <a:lnTo>
                    <a:pt x="8022" y="399"/>
                  </a:lnTo>
                  <a:cubicBezTo>
                    <a:pt x="8022" y="179"/>
                    <a:pt x="7843" y="1"/>
                    <a:pt x="7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69544336-ED4B-60B3-A11D-5B19EB299EA9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Notable 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33057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07A1-91AE-B675-D0C9-C98577E4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4C21D-0907-3E71-57AC-6842F306D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321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9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53EE037-4E31-9730-FAF7-E0FCFFEEC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20" y="0"/>
            <a:ext cx="60185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40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9974-01D6-1BD4-4704-953A8DB6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09268-C611-B4CF-76ED-7E668224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43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9C6A-0773-3E73-1EF4-EC47B33F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5D5AA-5DC7-339A-5BD0-74A61A1AA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89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D16B-BAFC-C3C1-C585-B2FB5FD1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E5599-F08D-E688-D996-AF0A6CD2B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4" y="0"/>
            <a:ext cx="82796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27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CEFE-8F7D-FD66-958A-55D1DEE8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6EBAC-AFD5-FAE2-9866-DB1F7B7F1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74" y="0"/>
            <a:ext cx="53682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50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DE6B6272-D40B-261B-96C9-20A68A85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76C97328-0610-A25E-0E8E-A3FC967435C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34A48047-B21B-38DB-20AF-E1A4C475F3B5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DA68621E-2977-EB37-31BF-B20CBE8BD7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Benchmark &amp; Evaluation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F72DFB39-CC5C-645B-1922-6784B0E13F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05b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3AA6420B-B869-7FC4-DE23-21EC50F9C166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22568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C74B228B-07AF-CAD7-0696-1101AA84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>
            <a:extLst>
              <a:ext uri="{FF2B5EF4-FFF2-40B4-BE49-F238E27FC236}">
                <a16:creationId xmlns:a16="http://schemas.microsoft.com/office/drawing/2014/main" id="{906866BE-070C-5F73-F687-9BE53E358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0067"/>
            <a:ext cx="91439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MY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Baseline LSTM</a:t>
            </a:r>
            <a:endParaRPr sz="3200" dirty="0">
              <a:solidFill>
                <a:schemeClr val="accent2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  <p:grpSp>
        <p:nvGrpSpPr>
          <p:cNvPr id="2" name="Google Shape;2280;p39">
            <a:extLst>
              <a:ext uri="{FF2B5EF4-FFF2-40B4-BE49-F238E27FC236}">
                <a16:creationId xmlns:a16="http://schemas.microsoft.com/office/drawing/2014/main" id="{7EE6A75D-B95B-B608-7113-81F30385CB16}"/>
              </a:ext>
            </a:extLst>
          </p:cNvPr>
          <p:cNvGrpSpPr/>
          <p:nvPr/>
        </p:nvGrpSpPr>
        <p:grpSpPr>
          <a:xfrm>
            <a:off x="0" y="3014572"/>
            <a:ext cx="6203950" cy="565150"/>
            <a:chOff x="1168401" y="2498362"/>
            <a:chExt cx="6203950" cy="565150"/>
          </a:xfrm>
        </p:grpSpPr>
        <p:sp>
          <p:nvSpPr>
            <p:cNvPr id="3" name="Google Shape;2281;p39">
              <a:extLst>
                <a:ext uri="{FF2B5EF4-FFF2-40B4-BE49-F238E27FC236}">
                  <a16:creationId xmlns:a16="http://schemas.microsoft.com/office/drawing/2014/main" id="{6B2557BF-88D8-F26D-CA6F-03492FC313C5}"/>
                </a:ext>
              </a:extLst>
            </p:cNvPr>
            <p:cNvSpPr/>
            <p:nvPr/>
          </p:nvSpPr>
          <p:spPr>
            <a:xfrm>
              <a:off x="3708401" y="2534875"/>
              <a:ext cx="127000" cy="528637"/>
            </a:xfrm>
            <a:custGeom>
              <a:avLst/>
              <a:gdLst/>
              <a:ahLst/>
              <a:cxnLst/>
              <a:rect l="l" t="t" r="r" b="b"/>
              <a:pathLst>
                <a:path w="69" h="289" extrusionOk="0">
                  <a:moveTo>
                    <a:pt x="69" y="268"/>
                  </a:moveTo>
                  <a:cubicBezTo>
                    <a:pt x="69" y="279"/>
                    <a:pt x="60" y="289"/>
                    <a:pt x="48" y="289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10" y="289"/>
                    <a:pt x="0" y="279"/>
                    <a:pt x="0" y="26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69" y="9"/>
                    <a:pt x="69" y="21"/>
                  </a:cubicBezTo>
                  <a:cubicBezTo>
                    <a:pt x="69" y="268"/>
                    <a:pt x="69" y="268"/>
                    <a:pt x="69" y="26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282;p39">
              <a:extLst>
                <a:ext uri="{FF2B5EF4-FFF2-40B4-BE49-F238E27FC236}">
                  <a16:creationId xmlns:a16="http://schemas.microsoft.com/office/drawing/2014/main" id="{C6790051-C626-6D94-5193-67F6CD7BEAD2}"/>
                </a:ext>
              </a:extLst>
            </p:cNvPr>
            <p:cNvSpPr/>
            <p:nvPr/>
          </p:nvSpPr>
          <p:spPr>
            <a:xfrm>
              <a:off x="1168401" y="2534875"/>
              <a:ext cx="80963" cy="528637"/>
            </a:xfrm>
            <a:custGeom>
              <a:avLst/>
              <a:gdLst/>
              <a:ahLst/>
              <a:cxnLst/>
              <a:rect l="l" t="t" r="r" b="b"/>
              <a:pathLst>
                <a:path w="44" h="289" extrusionOk="0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3" y="289"/>
                    <a:pt x="23" y="289"/>
                    <a:pt x="23" y="289"/>
                  </a:cubicBezTo>
                  <a:cubicBezTo>
                    <a:pt x="34" y="289"/>
                    <a:pt x="44" y="279"/>
                    <a:pt x="44" y="268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9"/>
                    <a:pt x="34" y="0"/>
                    <a:pt x="23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83;p39">
              <a:extLst>
                <a:ext uri="{FF2B5EF4-FFF2-40B4-BE49-F238E27FC236}">
                  <a16:creationId xmlns:a16="http://schemas.microsoft.com/office/drawing/2014/main" id="{937D76C7-BCAB-ED6A-B0D4-07DDE6E7D0F1}"/>
                </a:ext>
              </a:extLst>
            </p:cNvPr>
            <p:cNvSpPr/>
            <p:nvPr/>
          </p:nvSpPr>
          <p:spPr>
            <a:xfrm>
              <a:off x="1208088" y="2498362"/>
              <a:ext cx="2532063" cy="565150"/>
            </a:xfrm>
            <a:custGeom>
              <a:avLst/>
              <a:gdLst/>
              <a:ahLst/>
              <a:cxnLst/>
              <a:rect l="l" t="t" r="r" b="b"/>
              <a:pathLst>
                <a:path w="1384" h="309" extrusionOk="0">
                  <a:moveTo>
                    <a:pt x="136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01"/>
                    <a:pt x="8" y="309"/>
                    <a:pt x="17" y="309"/>
                  </a:cubicBezTo>
                  <a:cubicBezTo>
                    <a:pt x="1366" y="309"/>
                    <a:pt x="1366" y="309"/>
                    <a:pt x="1366" y="309"/>
                  </a:cubicBezTo>
                  <a:cubicBezTo>
                    <a:pt x="1376" y="309"/>
                    <a:pt x="1384" y="301"/>
                    <a:pt x="1384" y="291"/>
                  </a:cubicBezTo>
                  <a:cubicBezTo>
                    <a:pt x="1384" y="17"/>
                    <a:pt x="1384" y="17"/>
                    <a:pt x="1384" y="17"/>
                  </a:cubicBezTo>
                  <a:cubicBezTo>
                    <a:pt x="1384" y="8"/>
                    <a:pt x="1376" y="0"/>
                    <a:pt x="136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84;p39">
              <a:extLst>
                <a:ext uri="{FF2B5EF4-FFF2-40B4-BE49-F238E27FC236}">
                  <a16:creationId xmlns:a16="http://schemas.microsoft.com/office/drawing/2014/main" id="{66CCA420-B715-4DA7-2E87-6D4D43187EC4}"/>
                </a:ext>
              </a:extLst>
            </p:cNvPr>
            <p:cNvSpPr/>
            <p:nvPr/>
          </p:nvSpPr>
          <p:spPr>
            <a:xfrm>
              <a:off x="1787526" y="2990487"/>
              <a:ext cx="1371600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0" y="0"/>
                    <a:pt x="72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285;p39">
              <a:extLst>
                <a:ext uri="{FF2B5EF4-FFF2-40B4-BE49-F238E27FC236}">
                  <a16:creationId xmlns:a16="http://schemas.microsoft.com/office/drawing/2014/main" id="{8668AB5E-77C5-77B3-1306-9BEAA201361B}"/>
                </a:ext>
              </a:extLst>
            </p:cNvPr>
            <p:cNvSpPr/>
            <p:nvPr/>
          </p:nvSpPr>
          <p:spPr>
            <a:xfrm>
              <a:off x="1208088" y="2814275"/>
              <a:ext cx="2532063" cy="68262"/>
            </a:xfrm>
            <a:custGeom>
              <a:avLst/>
              <a:gdLst/>
              <a:ahLst/>
              <a:cxnLst/>
              <a:rect l="l" t="t" r="r" b="b"/>
              <a:pathLst>
                <a:path w="1384" h="37" extrusionOk="0">
                  <a:moveTo>
                    <a:pt x="1384" y="37"/>
                  </a:moveTo>
                  <a:cubicBezTo>
                    <a:pt x="1384" y="0"/>
                    <a:pt x="1384" y="0"/>
                    <a:pt x="1384" y="0"/>
                  </a:cubicBezTo>
                  <a:cubicBezTo>
                    <a:pt x="1377" y="0"/>
                    <a:pt x="1370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370" y="37"/>
                    <a:pt x="1377" y="37"/>
                    <a:pt x="1384" y="3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286;p39">
              <a:extLst>
                <a:ext uri="{FF2B5EF4-FFF2-40B4-BE49-F238E27FC236}">
                  <a16:creationId xmlns:a16="http://schemas.microsoft.com/office/drawing/2014/main" id="{12AE1FEB-A981-1AED-3F06-8283F1BC0FA0}"/>
                </a:ext>
              </a:extLst>
            </p:cNvPr>
            <p:cNvSpPr/>
            <p:nvPr/>
          </p:nvSpPr>
          <p:spPr>
            <a:xfrm>
              <a:off x="1208088" y="2969962"/>
              <a:ext cx="2532000" cy="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287;p39">
              <a:extLst>
                <a:ext uri="{FF2B5EF4-FFF2-40B4-BE49-F238E27FC236}">
                  <a16:creationId xmlns:a16="http://schemas.microsoft.com/office/drawing/2014/main" id="{BFDABD3A-6F87-4F25-E153-C9A0E0F4B21E}"/>
                </a:ext>
              </a:extLst>
            </p:cNvPr>
            <p:cNvSpPr/>
            <p:nvPr/>
          </p:nvSpPr>
          <p:spPr>
            <a:xfrm>
              <a:off x="3368676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88;p39">
              <a:extLst>
                <a:ext uri="{FF2B5EF4-FFF2-40B4-BE49-F238E27FC236}">
                  <a16:creationId xmlns:a16="http://schemas.microsoft.com/office/drawing/2014/main" id="{BD01DED9-44E7-D84B-1690-3A5D9B9543ED}"/>
                </a:ext>
              </a:extLst>
            </p:cNvPr>
            <p:cNvSpPr/>
            <p:nvPr/>
          </p:nvSpPr>
          <p:spPr>
            <a:xfrm>
              <a:off x="3368676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89;p39">
              <a:extLst>
                <a:ext uri="{FF2B5EF4-FFF2-40B4-BE49-F238E27FC236}">
                  <a16:creationId xmlns:a16="http://schemas.microsoft.com/office/drawing/2014/main" id="{62B8B5FE-EDBE-B173-C077-C8F6F9A58B04}"/>
                </a:ext>
              </a:extLst>
            </p:cNvPr>
            <p:cNvSpPr/>
            <p:nvPr/>
          </p:nvSpPr>
          <p:spPr>
            <a:xfrm>
              <a:off x="1379538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290;p39">
              <a:extLst>
                <a:ext uri="{FF2B5EF4-FFF2-40B4-BE49-F238E27FC236}">
                  <a16:creationId xmlns:a16="http://schemas.microsoft.com/office/drawing/2014/main" id="{A70EDB36-B079-6032-0F5D-53AC706DEE98}"/>
                </a:ext>
              </a:extLst>
            </p:cNvPr>
            <p:cNvSpPr/>
            <p:nvPr/>
          </p:nvSpPr>
          <p:spPr>
            <a:xfrm>
              <a:off x="1379538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91;p39">
              <a:extLst>
                <a:ext uri="{FF2B5EF4-FFF2-40B4-BE49-F238E27FC236}">
                  <a16:creationId xmlns:a16="http://schemas.microsoft.com/office/drawing/2014/main" id="{8F07FA59-7633-A7F4-0715-5334C4DF6118}"/>
                </a:ext>
              </a:extLst>
            </p:cNvPr>
            <p:cNvSpPr/>
            <p:nvPr/>
          </p:nvSpPr>
          <p:spPr>
            <a:xfrm>
              <a:off x="3416301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92;p39">
              <a:extLst>
                <a:ext uri="{FF2B5EF4-FFF2-40B4-BE49-F238E27FC236}">
                  <a16:creationId xmlns:a16="http://schemas.microsoft.com/office/drawing/2014/main" id="{FBBCA8D6-9DA7-24DC-800E-8482945CDA0A}"/>
                </a:ext>
              </a:extLst>
            </p:cNvPr>
            <p:cNvSpPr/>
            <p:nvPr/>
          </p:nvSpPr>
          <p:spPr>
            <a:xfrm>
              <a:off x="1427163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93;p39">
              <a:extLst>
                <a:ext uri="{FF2B5EF4-FFF2-40B4-BE49-F238E27FC236}">
                  <a16:creationId xmlns:a16="http://schemas.microsoft.com/office/drawing/2014/main" id="{1C871992-6907-0176-88F6-5AF1E4DA81F0}"/>
                </a:ext>
              </a:extLst>
            </p:cNvPr>
            <p:cNvSpPr/>
            <p:nvPr/>
          </p:nvSpPr>
          <p:spPr>
            <a:xfrm>
              <a:off x="1241426" y="2652350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294;p39">
              <a:extLst>
                <a:ext uri="{FF2B5EF4-FFF2-40B4-BE49-F238E27FC236}">
                  <a16:creationId xmlns:a16="http://schemas.microsoft.com/office/drawing/2014/main" id="{A2F06E80-7FED-E5F0-4896-BED7EF7EA7B8}"/>
                </a:ext>
              </a:extLst>
            </p:cNvPr>
            <p:cNvSpPr/>
            <p:nvPr/>
          </p:nvSpPr>
          <p:spPr>
            <a:xfrm>
              <a:off x="1241426" y="2677750"/>
              <a:ext cx="111125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5;p39">
              <a:extLst>
                <a:ext uri="{FF2B5EF4-FFF2-40B4-BE49-F238E27FC236}">
                  <a16:creationId xmlns:a16="http://schemas.microsoft.com/office/drawing/2014/main" id="{1BEEDCDE-B11E-CA37-1A0F-D41FB4887436}"/>
                </a:ext>
              </a:extLst>
            </p:cNvPr>
            <p:cNvSpPr/>
            <p:nvPr/>
          </p:nvSpPr>
          <p:spPr>
            <a:xfrm>
              <a:off x="1241426" y="27047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96;p39">
              <a:extLst>
                <a:ext uri="{FF2B5EF4-FFF2-40B4-BE49-F238E27FC236}">
                  <a16:creationId xmlns:a16="http://schemas.microsoft.com/office/drawing/2014/main" id="{2404D3BE-71AF-3020-E079-32A1765B62D0}"/>
                </a:ext>
              </a:extLst>
            </p:cNvPr>
            <p:cNvSpPr/>
            <p:nvPr/>
          </p:nvSpPr>
          <p:spPr>
            <a:xfrm>
              <a:off x="1241426" y="27301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297;p39">
              <a:extLst>
                <a:ext uri="{FF2B5EF4-FFF2-40B4-BE49-F238E27FC236}">
                  <a16:creationId xmlns:a16="http://schemas.microsoft.com/office/drawing/2014/main" id="{C22EF2A3-E47A-7BC8-EA25-CD57855AE266}"/>
                </a:ext>
              </a:extLst>
            </p:cNvPr>
            <p:cNvSpPr/>
            <p:nvPr/>
          </p:nvSpPr>
          <p:spPr>
            <a:xfrm>
              <a:off x="1671638" y="2622187"/>
              <a:ext cx="1601788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6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70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70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298;p39">
              <a:extLst>
                <a:ext uri="{FF2B5EF4-FFF2-40B4-BE49-F238E27FC236}">
                  <a16:creationId xmlns:a16="http://schemas.microsoft.com/office/drawing/2014/main" id="{D8121999-AFC9-F526-929E-14883A811880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299;p39">
              <a:extLst>
                <a:ext uri="{FF2B5EF4-FFF2-40B4-BE49-F238E27FC236}">
                  <a16:creationId xmlns:a16="http://schemas.microsoft.com/office/drawing/2014/main" id="{D50A2A0A-40C5-DD5D-BECC-E7B234AA2CC7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00;p39">
              <a:extLst>
                <a:ext uri="{FF2B5EF4-FFF2-40B4-BE49-F238E27FC236}">
                  <a16:creationId xmlns:a16="http://schemas.microsoft.com/office/drawing/2014/main" id="{079D7E41-B3C8-55AB-D056-11543CABC191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01;p39">
              <a:extLst>
                <a:ext uri="{FF2B5EF4-FFF2-40B4-BE49-F238E27FC236}">
                  <a16:creationId xmlns:a16="http://schemas.microsoft.com/office/drawing/2014/main" id="{9BC8BFCA-48F3-6A23-295E-0C4D069F2F7D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302;p39">
              <a:extLst>
                <a:ext uri="{FF2B5EF4-FFF2-40B4-BE49-F238E27FC236}">
                  <a16:creationId xmlns:a16="http://schemas.microsoft.com/office/drawing/2014/main" id="{726239E1-747F-E597-CDA1-533F071DBD21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303;p39">
              <a:extLst>
                <a:ext uri="{FF2B5EF4-FFF2-40B4-BE49-F238E27FC236}">
                  <a16:creationId xmlns:a16="http://schemas.microsoft.com/office/drawing/2014/main" id="{0C3240FD-3EB1-88C8-F3A4-3BDCA8D01789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304;p39">
              <a:extLst>
                <a:ext uri="{FF2B5EF4-FFF2-40B4-BE49-F238E27FC236}">
                  <a16:creationId xmlns:a16="http://schemas.microsoft.com/office/drawing/2014/main" id="{89D9B5BD-93B4-804B-5185-B6864CB2BE86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05;p39">
              <a:extLst>
                <a:ext uri="{FF2B5EF4-FFF2-40B4-BE49-F238E27FC236}">
                  <a16:creationId xmlns:a16="http://schemas.microsoft.com/office/drawing/2014/main" id="{332965CB-F418-70FA-6D79-BD7BF8FBFB90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306;p39">
              <a:extLst>
                <a:ext uri="{FF2B5EF4-FFF2-40B4-BE49-F238E27FC236}">
                  <a16:creationId xmlns:a16="http://schemas.microsoft.com/office/drawing/2014/main" id="{ED6DD4AC-41A2-F73F-2768-F0E9AF515D91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307;p39">
              <a:extLst>
                <a:ext uri="{FF2B5EF4-FFF2-40B4-BE49-F238E27FC236}">
                  <a16:creationId xmlns:a16="http://schemas.microsoft.com/office/drawing/2014/main" id="{8B036C31-620E-830E-F04B-A6F2DEEB6360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08;p39">
              <a:extLst>
                <a:ext uri="{FF2B5EF4-FFF2-40B4-BE49-F238E27FC236}">
                  <a16:creationId xmlns:a16="http://schemas.microsoft.com/office/drawing/2014/main" id="{1776B727-FB1D-E44A-5FBD-78CC89F9BC6C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309;p39">
              <a:extLst>
                <a:ext uri="{FF2B5EF4-FFF2-40B4-BE49-F238E27FC236}">
                  <a16:creationId xmlns:a16="http://schemas.microsoft.com/office/drawing/2014/main" id="{ACDBC73A-E348-6F9D-2713-731262D722BD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310;p39">
              <a:extLst>
                <a:ext uri="{FF2B5EF4-FFF2-40B4-BE49-F238E27FC236}">
                  <a16:creationId xmlns:a16="http://schemas.microsoft.com/office/drawing/2014/main" id="{611BA72B-B9B9-6DA6-4257-BBC587D09654}"/>
                </a:ext>
              </a:extLst>
            </p:cNvPr>
            <p:cNvSpPr/>
            <p:nvPr/>
          </p:nvSpPr>
          <p:spPr>
            <a:xfrm>
              <a:off x="3587751" y="2630125"/>
              <a:ext cx="57300" cy="8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311;p39">
              <a:extLst>
                <a:ext uri="{FF2B5EF4-FFF2-40B4-BE49-F238E27FC236}">
                  <a16:creationId xmlns:a16="http://schemas.microsoft.com/office/drawing/2014/main" id="{DA53047E-14B4-CE88-FA75-99CAA409818F}"/>
                </a:ext>
              </a:extLst>
            </p:cNvPr>
            <p:cNvSpPr/>
            <p:nvPr/>
          </p:nvSpPr>
          <p:spPr>
            <a:xfrm>
              <a:off x="3789363" y="2498362"/>
              <a:ext cx="3582988" cy="565150"/>
            </a:xfrm>
            <a:custGeom>
              <a:avLst/>
              <a:gdLst/>
              <a:ahLst/>
              <a:cxnLst/>
              <a:rect l="l" t="t" r="r" b="b"/>
              <a:pathLst>
                <a:path w="1958" h="309" extrusionOk="0">
                  <a:moveTo>
                    <a:pt x="1801" y="309"/>
                  </a:moveTo>
                  <a:cubicBezTo>
                    <a:pt x="18" y="309"/>
                    <a:pt x="18" y="309"/>
                    <a:pt x="18" y="309"/>
                  </a:cubicBezTo>
                  <a:cubicBezTo>
                    <a:pt x="8" y="309"/>
                    <a:pt x="0" y="301"/>
                    <a:pt x="0" y="29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376" y="0"/>
                    <a:pt x="1376" y="0"/>
                    <a:pt x="1376" y="0"/>
                  </a:cubicBezTo>
                  <a:cubicBezTo>
                    <a:pt x="1528" y="0"/>
                    <a:pt x="1706" y="45"/>
                    <a:pt x="1811" y="115"/>
                  </a:cubicBezTo>
                  <a:cubicBezTo>
                    <a:pt x="1916" y="184"/>
                    <a:pt x="1955" y="230"/>
                    <a:pt x="1955" y="240"/>
                  </a:cubicBezTo>
                  <a:cubicBezTo>
                    <a:pt x="1955" y="249"/>
                    <a:pt x="1958" y="264"/>
                    <a:pt x="1930" y="276"/>
                  </a:cubicBezTo>
                  <a:cubicBezTo>
                    <a:pt x="1903" y="288"/>
                    <a:pt x="1885" y="290"/>
                    <a:pt x="1885" y="290"/>
                  </a:cubicBezTo>
                  <a:cubicBezTo>
                    <a:pt x="1885" y="309"/>
                    <a:pt x="1885" y="309"/>
                    <a:pt x="1885" y="309"/>
                  </a:cubicBezTo>
                  <a:cubicBezTo>
                    <a:pt x="1801" y="309"/>
                    <a:pt x="1801" y="309"/>
                    <a:pt x="1801" y="30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312;p39">
              <a:extLst>
                <a:ext uri="{FF2B5EF4-FFF2-40B4-BE49-F238E27FC236}">
                  <a16:creationId xmlns:a16="http://schemas.microsoft.com/office/drawing/2014/main" id="{42A3B8B8-CF89-882C-F2DD-220CB4F7E2DF}"/>
                </a:ext>
              </a:extLst>
            </p:cNvPr>
            <p:cNvSpPr/>
            <p:nvPr/>
          </p:nvSpPr>
          <p:spPr>
            <a:xfrm>
              <a:off x="4368801" y="2990487"/>
              <a:ext cx="1373188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1" y="0"/>
                    <a:pt x="73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313;p39">
              <a:extLst>
                <a:ext uri="{FF2B5EF4-FFF2-40B4-BE49-F238E27FC236}">
                  <a16:creationId xmlns:a16="http://schemas.microsoft.com/office/drawing/2014/main" id="{81095015-B20C-0902-44D5-42909813F1EF}"/>
                </a:ext>
              </a:extLst>
            </p:cNvPr>
            <p:cNvSpPr/>
            <p:nvPr/>
          </p:nvSpPr>
          <p:spPr>
            <a:xfrm>
              <a:off x="3789363" y="2814275"/>
              <a:ext cx="3581398" cy="176212"/>
            </a:xfrm>
            <a:custGeom>
              <a:avLst/>
              <a:gdLst/>
              <a:ahLst/>
              <a:cxnLst/>
              <a:rect l="l" t="t" r="r" b="b"/>
              <a:pathLst>
                <a:path w="1957" h="96" extrusionOk="0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536" y="37"/>
                    <a:pt x="1714" y="37"/>
                    <a:pt x="1943" y="96"/>
                  </a:cubicBezTo>
                  <a:cubicBezTo>
                    <a:pt x="1957" y="86"/>
                    <a:pt x="1955" y="74"/>
                    <a:pt x="1955" y="67"/>
                  </a:cubicBezTo>
                  <a:cubicBezTo>
                    <a:pt x="1955" y="66"/>
                    <a:pt x="1955" y="64"/>
                    <a:pt x="1953" y="61"/>
                  </a:cubicBezTo>
                  <a:cubicBezTo>
                    <a:pt x="1719" y="0"/>
                    <a:pt x="1538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314;p39">
              <a:extLst>
                <a:ext uri="{FF2B5EF4-FFF2-40B4-BE49-F238E27FC236}">
                  <a16:creationId xmlns:a16="http://schemas.microsoft.com/office/drawing/2014/main" id="{54E64FDE-07D7-7052-916A-510F8D2B922C}"/>
                </a:ext>
              </a:extLst>
            </p:cNvPr>
            <p:cNvSpPr/>
            <p:nvPr/>
          </p:nvSpPr>
          <p:spPr>
            <a:xfrm>
              <a:off x="6218238" y="2626950"/>
              <a:ext cx="869950" cy="193675"/>
            </a:xfrm>
            <a:custGeom>
              <a:avLst/>
              <a:gdLst/>
              <a:ahLst/>
              <a:cxnLst/>
              <a:rect l="l" t="t" r="r" b="b"/>
              <a:pathLst>
                <a:path w="476" h="106" extrusionOk="0">
                  <a:moveTo>
                    <a:pt x="0" y="6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194" y="79"/>
                    <a:pt x="260" y="79"/>
                  </a:cubicBezTo>
                  <a:cubicBezTo>
                    <a:pt x="326" y="79"/>
                    <a:pt x="476" y="106"/>
                    <a:pt x="476" y="101"/>
                  </a:cubicBezTo>
                  <a:cubicBezTo>
                    <a:pt x="475" y="97"/>
                    <a:pt x="362" y="36"/>
                    <a:pt x="265" y="16"/>
                  </a:cubicBezTo>
                  <a:cubicBezTo>
                    <a:pt x="189" y="0"/>
                    <a:pt x="42" y="6"/>
                    <a:pt x="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315;p39">
              <a:extLst>
                <a:ext uri="{FF2B5EF4-FFF2-40B4-BE49-F238E27FC236}">
                  <a16:creationId xmlns:a16="http://schemas.microsoft.com/office/drawing/2014/main" id="{D3E5D289-70B6-C4C5-9C1D-BAEFCFBF0F55}"/>
                </a:ext>
              </a:extLst>
            </p:cNvPr>
            <p:cNvSpPr/>
            <p:nvPr/>
          </p:nvSpPr>
          <p:spPr>
            <a:xfrm>
              <a:off x="6799263" y="2572975"/>
              <a:ext cx="382588" cy="193675"/>
            </a:xfrm>
            <a:custGeom>
              <a:avLst/>
              <a:gdLst/>
              <a:ahLst/>
              <a:cxnLst/>
              <a:rect l="l" t="t" r="r" b="b"/>
              <a:pathLst>
                <a:path w="209" h="106" extrusionOk="0">
                  <a:moveTo>
                    <a:pt x="166" y="74"/>
                  </a:moveTo>
                  <a:cubicBezTo>
                    <a:pt x="121" y="44"/>
                    <a:pt x="63" y="19"/>
                    <a:pt x="0" y="0"/>
                  </a:cubicBezTo>
                  <a:cubicBezTo>
                    <a:pt x="7" y="13"/>
                    <a:pt x="23" y="36"/>
                    <a:pt x="52" y="51"/>
                  </a:cubicBezTo>
                  <a:cubicBezTo>
                    <a:pt x="93" y="71"/>
                    <a:pt x="145" y="97"/>
                    <a:pt x="159" y="102"/>
                  </a:cubicBezTo>
                  <a:cubicBezTo>
                    <a:pt x="168" y="106"/>
                    <a:pt x="193" y="105"/>
                    <a:pt x="209" y="104"/>
                  </a:cubicBezTo>
                  <a:cubicBezTo>
                    <a:pt x="196" y="94"/>
                    <a:pt x="182" y="84"/>
                    <a:pt x="166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316;p39">
              <a:extLst>
                <a:ext uri="{FF2B5EF4-FFF2-40B4-BE49-F238E27FC236}">
                  <a16:creationId xmlns:a16="http://schemas.microsoft.com/office/drawing/2014/main" id="{E0396855-623E-E4BB-79DA-0533160D1F48}"/>
                </a:ext>
              </a:extLst>
            </p:cNvPr>
            <p:cNvSpPr/>
            <p:nvPr/>
          </p:nvSpPr>
          <p:spPr>
            <a:xfrm>
              <a:off x="7240588" y="3028587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8C92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317;p39">
              <a:extLst>
                <a:ext uri="{FF2B5EF4-FFF2-40B4-BE49-F238E27FC236}">
                  <a16:creationId xmlns:a16="http://schemas.microsoft.com/office/drawing/2014/main" id="{15A8369F-73BA-1AB0-E50C-E9A2E7860D5B}"/>
                </a:ext>
              </a:extLst>
            </p:cNvPr>
            <p:cNvSpPr/>
            <p:nvPr/>
          </p:nvSpPr>
          <p:spPr>
            <a:xfrm>
              <a:off x="3789363" y="2969962"/>
              <a:ext cx="3452814" cy="71437"/>
            </a:xfrm>
            <a:custGeom>
              <a:avLst/>
              <a:gdLst/>
              <a:ahLst/>
              <a:cxnLst/>
              <a:rect l="l" t="t" r="r" b="b"/>
              <a:pathLst>
                <a:path w="1887" h="39" extrusionOk="0">
                  <a:moveTo>
                    <a:pt x="18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815" y="2"/>
                    <a:pt x="1815" y="2"/>
                    <a:pt x="1815" y="2"/>
                  </a:cubicBezTo>
                  <a:cubicBezTo>
                    <a:pt x="1885" y="38"/>
                    <a:pt x="1885" y="38"/>
                    <a:pt x="1885" y="38"/>
                  </a:cubicBezTo>
                  <a:cubicBezTo>
                    <a:pt x="1885" y="39"/>
                    <a:pt x="1885" y="39"/>
                    <a:pt x="1885" y="39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6" y="37"/>
                    <a:pt x="1886" y="37"/>
                  </a:cubicBezTo>
                  <a:cubicBezTo>
                    <a:pt x="1887" y="37"/>
                    <a:pt x="1887" y="37"/>
                    <a:pt x="1887" y="37"/>
                  </a:cubicBezTo>
                  <a:cubicBezTo>
                    <a:pt x="1886" y="36"/>
                    <a:pt x="1886" y="36"/>
                    <a:pt x="1886" y="36"/>
                  </a:cubicBezTo>
                  <a:cubicBezTo>
                    <a:pt x="1815" y="0"/>
                    <a:pt x="1815" y="0"/>
                    <a:pt x="1815" y="0"/>
                  </a:cubicBezTo>
                  <a:cubicBezTo>
                    <a:pt x="1815" y="0"/>
                    <a:pt x="1815" y="0"/>
                    <a:pt x="18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318;p39">
              <a:extLst>
                <a:ext uri="{FF2B5EF4-FFF2-40B4-BE49-F238E27FC236}">
                  <a16:creationId xmlns:a16="http://schemas.microsoft.com/office/drawing/2014/main" id="{33CA143C-6093-73F1-380B-F216596F0CA1}"/>
                </a:ext>
              </a:extLst>
            </p:cNvPr>
            <p:cNvSpPr/>
            <p:nvPr/>
          </p:nvSpPr>
          <p:spPr>
            <a:xfrm>
              <a:off x="5951538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319;p39">
              <a:extLst>
                <a:ext uri="{FF2B5EF4-FFF2-40B4-BE49-F238E27FC236}">
                  <a16:creationId xmlns:a16="http://schemas.microsoft.com/office/drawing/2014/main" id="{E729AABE-4614-76C1-0CBC-77A323910292}"/>
                </a:ext>
              </a:extLst>
            </p:cNvPr>
            <p:cNvSpPr/>
            <p:nvPr/>
          </p:nvSpPr>
          <p:spPr>
            <a:xfrm>
              <a:off x="5951538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320;p39">
              <a:extLst>
                <a:ext uri="{FF2B5EF4-FFF2-40B4-BE49-F238E27FC236}">
                  <a16:creationId xmlns:a16="http://schemas.microsoft.com/office/drawing/2014/main" id="{332CDBB3-3C0B-8F91-D971-974E2CC3D5E5}"/>
                </a:ext>
              </a:extLst>
            </p:cNvPr>
            <p:cNvSpPr/>
            <p:nvPr/>
          </p:nvSpPr>
          <p:spPr>
            <a:xfrm>
              <a:off x="3962401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321;p39">
              <a:extLst>
                <a:ext uri="{FF2B5EF4-FFF2-40B4-BE49-F238E27FC236}">
                  <a16:creationId xmlns:a16="http://schemas.microsoft.com/office/drawing/2014/main" id="{FF24533C-0EDA-0EA7-DE1E-5C1822B74BA1}"/>
                </a:ext>
              </a:extLst>
            </p:cNvPr>
            <p:cNvSpPr/>
            <p:nvPr/>
          </p:nvSpPr>
          <p:spPr>
            <a:xfrm>
              <a:off x="3962400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322;p39">
              <a:extLst>
                <a:ext uri="{FF2B5EF4-FFF2-40B4-BE49-F238E27FC236}">
                  <a16:creationId xmlns:a16="http://schemas.microsoft.com/office/drawing/2014/main" id="{D25E3D89-0A68-386E-4BD0-1FB444871271}"/>
                </a:ext>
              </a:extLst>
            </p:cNvPr>
            <p:cNvSpPr/>
            <p:nvPr/>
          </p:nvSpPr>
          <p:spPr>
            <a:xfrm>
              <a:off x="5999163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323;p39">
              <a:extLst>
                <a:ext uri="{FF2B5EF4-FFF2-40B4-BE49-F238E27FC236}">
                  <a16:creationId xmlns:a16="http://schemas.microsoft.com/office/drawing/2014/main" id="{78C62243-C234-392F-9430-A6716F951D63}"/>
                </a:ext>
              </a:extLst>
            </p:cNvPr>
            <p:cNvSpPr/>
            <p:nvPr/>
          </p:nvSpPr>
          <p:spPr>
            <a:xfrm>
              <a:off x="4010025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324;p39">
              <a:extLst>
                <a:ext uri="{FF2B5EF4-FFF2-40B4-BE49-F238E27FC236}">
                  <a16:creationId xmlns:a16="http://schemas.microsoft.com/office/drawing/2014/main" id="{07032BE3-7829-937A-65B1-857325D2E143}"/>
                </a:ext>
              </a:extLst>
            </p:cNvPr>
            <p:cNvSpPr/>
            <p:nvPr/>
          </p:nvSpPr>
          <p:spPr>
            <a:xfrm>
              <a:off x="3825875" y="2652350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325;p39">
              <a:extLst>
                <a:ext uri="{FF2B5EF4-FFF2-40B4-BE49-F238E27FC236}">
                  <a16:creationId xmlns:a16="http://schemas.microsoft.com/office/drawing/2014/main" id="{019E5D6D-5449-696C-F044-AFC5196340DC}"/>
                </a:ext>
              </a:extLst>
            </p:cNvPr>
            <p:cNvSpPr/>
            <p:nvPr/>
          </p:nvSpPr>
          <p:spPr>
            <a:xfrm>
              <a:off x="3825875" y="2677750"/>
              <a:ext cx="109538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326;p39">
              <a:extLst>
                <a:ext uri="{FF2B5EF4-FFF2-40B4-BE49-F238E27FC236}">
                  <a16:creationId xmlns:a16="http://schemas.microsoft.com/office/drawing/2014/main" id="{670CB399-80DA-B660-79E0-790C3FAB9B03}"/>
                </a:ext>
              </a:extLst>
            </p:cNvPr>
            <p:cNvSpPr/>
            <p:nvPr/>
          </p:nvSpPr>
          <p:spPr>
            <a:xfrm>
              <a:off x="3825875" y="27047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327;p39">
              <a:extLst>
                <a:ext uri="{FF2B5EF4-FFF2-40B4-BE49-F238E27FC236}">
                  <a16:creationId xmlns:a16="http://schemas.microsoft.com/office/drawing/2014/main" id="{5CC8CB3B-8CBE-BE0B-A8D7-3871470002BE}"/>
                </a:ext>
              </a:extLst>
            </p:cNvPr>
            <p:cNvSpPr/>
            <p:nvPr/>
          </p:nvSpPr>
          <p:spPr>
            <a:xfrm>
              <a:off x="3825875" y="27301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328;p39">
              <a:extLst>
                <a:ext uri="{FF2B5EF4-FFF2-40B4-BE49-F238E27FC236}">
                  <a16:creationId xmlns:a16="http://schemas.microsoft.com/office/drawing/2014/main" id="{6BE89F4C-340B-BD7A-2ADA-754F1F14CD81}"/>
                </a:ext>
              </a:extLst>
            </p:cNvPr>
            <p:cNvSpPr/>
            <p:nvPr/>
          </p:nvSpPr>
          <p:spPr>
            <a:xfrm>
              <a:off x="4256088" y="2622188"/>
              <a:ext cx="1600200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5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69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69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329;p39">
              <a:extLst>
                <a:ext uri="{FF2B5EF4-FFF2-40B4-BE49-F238E27FC236}">
                  <a16:creationId xmlns:a16="http://schemas.microsoft.com/office/drawing/2014/main" id="{5548442A-F6CB-4060-476F-7F8A285F66EA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330;p39">
              <a:extLst>
                <a:ext uri="{FF2B5EF4-FFF2-40B4-BE49-F238E27FC236}">
                  <a16:creationId xmlns:a16="http://schemas.microsoft.com/office/drawing/2014/main" id="{13D467FE-A274-F69C-49E5-CAEB25E40CDD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331;p39">
              <a:extLst>
                <a:ext uri="{FF2B5EF4-FFF2-40B4-BE49-F238E27FC236}">
                  <a16:creationId xmlns:a16="http://schemas.microsoft.com/office/drawing/2014/main" id="{06922513-6DFD-CD7A-63A1-E6268549EC79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332;p39">
              <a:extLst>
                <a:ext uri="{FF2B5EF4-FFF2-40B4-BE49-F238E27FC236}">
                  <a16:creationId xmlns:a16="http://schemas.microsoft.com/office/drawing/2014/main" id="{F3B6E978-E0B4-B470-2C9E-3E8CA68988D7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333;p39">
              <a:extLst>
                <a:ext uri="{FF2B5EF4-FFF2-40B4-BE49-F238E27FC236}">
                  <a16:creationId xmlns:a16="http://schemas.microsoft.com/office/drawing/2014/main" id="{86036A38-28BA-1E19-239C-C7B66A5B2B04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334;p39">
              <a:extLst>
                <a:ext uri="{FF2B5EF4-FFF2-40B4-BE49-F238E27FC236}">
                  <a16:creationId xmlns:a16="http://schemas.microsoft.com/office/drawing/2014/main" id="{9B5D6750-D733-38AF-3430-0C7FFB986149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335;p39">
              <a:extLst>
                <a:ext uri="{FF2B5EF4-FFF2-40B4-BE49-F238E27FC236}">
                  <a16:creationId xmlns:a16="http://schemas.microsoft.com/office/drawing/2014/main" id="{6259E029-89FE-7489-4255-98082FF065EA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336;p39">
              <a:extLst>
                <a:ext uri="{FF2B5EF4-FFF2-40B4-BE49-F238E27FC236}">
                  <a16:creationId xmlns:a16="http://schemas.microsoft.com/office/drawing/2014/main" id="{31E617AD-3A0E-51D4-291F-E59250E8B89C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337;p39">
              <a:extLst>
                <a:ext uri="{FF2B5EF4-FFF2-40B4-BE49-F238E27FC236}">
                  <a16:creationId xmlns:a16="http://schemas.microsoft.com/office/drawing/2014/main" id="{76C966F9-C254-2458-2FD6-2BA593892617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338;p39">
              <a:extLst>
                <a:ext uri="{FF2B5EF4-FFF2-40B4-BE49-F238E27FC236}">
                  <a16:creationId xmlns:a16="http://schemas.microsoft.com/office/drawing/2014/main" id="{EECB5221-74C3-9A6C-2479-4D5DE82A37AB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339;p39">
              <a:extLst>
                <a:ext uri="{FF2B5EF4-FFF2-40B4-BE49-F238E27FC236}">
                  <a16:creationId xmlns:a16="http://schemas.microsoft.com/office/drawing/2014/main" id="{574678AB-44D5-757D-6D9D-B1CDA994EE3E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340;p39">
              <a:extLst>
                <a:ext uri="{FF2B5EF4-FFF2-40B4-BE49-F238E27FC236}">
                  <a16:creationId xmlns:a16="http://schemas.microsoft.com/office/drawing/2014/main" id="{7D70ACB1-0DC3-5F47-9F6F-E9B17C195C29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2344;p39">
            <a:extLst>
              <a:ext uri="{FF2B5EF4-FFF2-40B4-BE49-F238E27FC236}">
                <a16:creationId xmlns:a16="http://schemas.microsoft.com/office/drawing/2014/main" id="{53A971E5-EFCF-4AA7-B4FB-C728E1303407}"/>
              </a:ext>
            </a:extLst>
          </p:cNvPr>
          <p:cNvGrpSpPr/>
          <p:nvPr/>
        </p:nvGrpSpPr>
        <p:grpSpPr>
          <a:xfrm>
            <a:off x="0" y="3440300"/>
            <a:ext cx="9144000" cy="1703200"/>
            <a:chOff x="0" y="3593000"/>
            <a:chExt cx="9186902" cy="1703200"/>
          </a:xfrm>
        </p:grpSpPr>
        <p:sp>
          <p:nvSpPr>
            <p:cNvPr id="384" name="Google Shape;2345;p39">
              <a:extLst>
                <a:ext uri="{FF2B5EF4-FFF2-40B4-BE49-F238E27FC236}">
                  <a16:creationId xmlns:a16="http://schemas.microsoft.com/office/drawing/2014/main" id="{D1B4AF35-7B29-C863-CE95-9B1655ECD338}"/>
                </a:ext>
              </a:extLst>
            </p:cNvPr>
            <p:cNvSpPr/>
            <p:nvPr/>
          </p:nvSpPr>
          <p:spPr>
            <a:xfrm>
              <a:off x="0" y="3593000"/>
              <a:ext cx="9186902" cy="1702900"/>
            </a:xfrm>
            <a:custGeom>
              <a:avLst/>
              <a:gdLst/>
              <a:ahLst/>
              <a:cxnLst/>
              <a:rect l="l" t="t" r="r" b="b"/>
              <a:pathLst>
                <a:path w="4160" h="775" extrusionOk="0">
                  <a:moveTo>
                    <a:pt x="1292" y="51"/>
                  </a:moveTo>
                  <a:cubicBezTo>
                    <a:pt x="1292" y="39"/>
                    <a:pt x="1292" y="39"/>
                    <a:pt x="1292" y="39"/>
                  </a:cubicBezTo>
                  <a:cubicBezTo>
                    <a:pt x="1283" y="39"/>
                    <a:pt x="1283" y="39"/>
                    <a:pt x="1283" y="39"/>
                  </a:cubicBezTo>
                  <a:cubicBezTo>
                    <a:pt x="1283" y="21"/>
                    <a:pt x="1283" y="21"/>
                    <a:pt x="1283" y="21"/>
                  </a:cubicBezTo>
                  <a:cubicBezTo>
                    <a:pt x="1283" y="9"/>
                    <a:pt x="1274" y="0"/>
                    <a:pt x="1262" y="0"/>
                  </a:cubicBezTo>
                  <a:cubicBezTo>
                    <a:pt x="1049" y="0"/>
                    <a:pt x="1049" y="0"/>
                    <a:pt x="1049" y="0"/>
                  </a:cubicBezTo>
                  <a:cubicBezTo>
                    <a:pt x="1038" y="0"/>
                    <a:pt x="1029" y="9"/>
                    <a:pt x="1029" y="21"/>
                  </a:cubicBezTo>
                  <a:cubicBezTo>
                    <a:pt x="1029" y="39"/>
                    <a:pt x="1029" y="39"/>
                    <a:pt x="1029" y="39"/>
                  </a:cubicBezTo>
                  <a:cubicBezTo>
                    <a:pt x="1020" y="39"/>
                    <a:pt x="1020" y="39"/>
                    <a:pt x="1020" y="39"/>
                  </a:cubicBezTo>
                  <a:cubicBezTo>
                    <a:pt x="1020" y="51"/>
                    <a:pt x="1020" y="51"/>
                    <a:pt x="102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475"/>
                    <a:pt x="0" y="475"/>
                    <a:pt x="0" y="475"/>
                  </a:cubicBezTo>
                  <a:cubicBezTo>
                    <a:pt x="27" y="475"/>
                    <a:pt x="27" y="475"/>
                    <a:pt x="27" y="475"/>
                  </a:cubicBezTo>
                  <a:cubicBezTo>
                    <a:pt x="110" y="475"/>
                    <a:pt x="110" y="475"/>
                    <a:pt x="110" y="475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6" y="340"/>
                    <a:pt x="469" y="230"/>
                    <a:pt x="882" y="229"/>
                  </a:cubicBezTo>
                  <a:cubicBezTo>
                    <a:pt x="1301" y="230"/>
                    <a:pt x="1638" y="340"/>
                    <a:pt x="1638" y="475"/>
                  </a:cubicBezTo>
                  <a:cubicBezTo>
                    <a:pt x="1644" y="475"/>
                    <a:pt x="1644" y="475"/>
                    <a:pt x="1644" y="475"/>
                  </a:cubicBezTo>
                  <a:cubicBezTo>
                    <a:pt x="1759" y="475"/>
                    <a:pt x="1759" y="475"/>
                    <a:pt x="1759" y="475"/>
                  </a:cubicBezTo>
                  <a:cubicBezTo>
                    <a:pt x="1759" y="775"/>
                    <a:pt x="1759" y="775"/>
                    <a:pt x="1759" y="775"/>
                  </a:cubicBezTo>
                  <a:cubicBezTo>
                    <a:pt x="1763" y="775"/>
                    <a:pt x="1763" y="775"/>
                    <a:pt x="1763" y="775"/>
                  </a:cubicBezTo>
                  <a:cubicBezTo>
                    <a:pt x="2386" y="775"/>
                    <a:pt x="2386" y="775"/>
                    <a:pt x="2386" y="775"/>
                  </a:cubicBezTo>
                  <a:cubicBezTo>
                    <a:pt x="2390" y="775"/>
                    <a:pt x="2390" y="775"/>
                    <a:pt x="2390" y="775"/>
                  </a:cubicBezTo>
                  <a:cubicBezTo>
                    <a:pt x="2390" y="475"/>
                    <a:pt x="2390" y="475"/>
                    <a:pt x="2390" y="475"/>
                  </a:cubicBezTo>
                  <a:cubicBezTo>
                    <a:pt x="2505" y="475"/>
                    <a:pt x="2505" y="475"/>
                    <a:pt x="2505" y="475"/>
                  </a:cubicBezTo>
                  <a:cubicBezTo>
                    <a:pt x="2511" y="475"/>
                    <a:pt x="2511" y="475"/>
                    <a:pt x="2511" y="475"/>
                  </a:cubicBezTo>
                  <a:cubicBezTo>
                    <a:pt x="2511" y="340"/>
                    <a:pt x="2849" y="230"/>
                    <a:pt x="3267" y="229"/>
                  </a:cubicBezTo>
                  <a:cubicBezTo>
                    <a:pt x="3680" y="230"/>
                    <a:pt x="4014" y="340"/>
                    <a:pt x="4014" y="475"/>
                  </a:cubicBezTo>
                  <a:cubicBezTo>
                    <a:pt x="4039" y="475"/>
                    <a:pt x="4039" y="475"/>
                    <a:pt x="4039" y="475"/>
                  </a:cubicBezTo>
                  <a:cubicBezTo>
                    <a:pt x="4133" y="475"/>
                    <a:pt x="4133" y="475"/>
                    <a:pt x="4133" y="475"/>
                  </a:cubicBezTo>
                  <a:cubicBezTo>
                    <a:pt x="4160" y="475"/>
                    <a:pt x="4160" y="475"/>
                    <a:pt x="4160" y="475"/>
                  </a:cubicBezTo>
                  <a:cubicBezTo>
                    <a:pt x="4160" y="184"/>
                    <a:pt x="4160" y="184"/>
                    <a:pt x="4160" y="184"/>
                  </a:cubicBezTo>
                  <a:cubicBezTo>
                    <a:pt x="4160" y="175"/>
                    <a:pt x="4160" y="175"/>
                    <a:pt x="4160" y="175"/>
                  </a:cubicBezTo>
                  <a:cubicBezTo>
                    <a:pt x="4160" y="173"/>
                    <a:pt x="4160" y="173"/>
                    <a:pt x="4160" y="173"/>
                  </a:cubicBezTo>
                  <a:cubicBezTo>
                    <a:pt x="4160" y="137"/>
                    <a:pt x="4160" y="137"/>
                    <a:pt x="4160" y="137"/>
                  </a:cubicBezTo>
                  <a:cubicBezTo>
                    <a:pt x="4160" y="129"/>
                    <a:pt x="4160" y="129"/>
                    <a:pt x="4160" y="129"/>
                  </a:cubicBezTo>
                  <a:cubicBezTo>
                    <a:pt x="4160" y="121"/>
                    <a:pt x="4160" y="121"/>
                    <a:pt x="4160" y="121"/>
                  </a:cubicBezTo>
                  <a:cubicBezTo>
                    <a:pt x="4160" y="60"/>
                    <a:pt x="4160" y="60"/>
                    <a:pt x="4160" y="60"/>
                  </a:cubicBezTo>
                  <a:cubicBezTo>
                    <a:pt x="4160" y="55"/>
                    <a:pt x="4160" y="55"/>
                    <a:pt x="4160" y="55"/>
                  </a:cubicBezTo>
                  <a:cubicBezTo>
                    <a:pt x="4160" y="51"/>
                    <a:pt x="4160" y="51"/>
                    <a:pt x="4160" y="51"/>
                  </a:cubicBezTo>
                  <a:lnTo>
                    <a:pt x="1292" y="51"/>
                  </a:lnTo>
                  <a:close/>
                  <a:moveTo>
                    <a:pt x="1239" y="2"/>
                  </a:moveTo>
                  <a:cubicBezTo>
                    <a:pt x="1262" y="2"/>
                    <a:pt x="1262" y="2"/>
                    <a:pt x="1262" y="2"/>
                  </a:cubicBezTo>
                  <a:cubicBezTo>
                    <a:pt x="1272" y="2"/>
                    <a:pt x="1281" y="10"/>
                    <a:pt x="1281" y="21"/>
                  </a:cubicBezTo>
                  <a:cubicBezTo>
                    <a:pt x="1281" y="39"/>
                    <a:pt x="1281" y="39"/>
                    <a:pt x="1281" y="39"/>
                  </a:cubicBezTo>
                  <a:cubicBezTo>
                    <a:pt x="1239" y="39"/>
                    <a:pt x="1239" y="39"/>
                    <a:pt x="1239" y="39"/>
                  </a:cubicBezTo>
                  <a:lnTo>
                    <a:pt x="1239" y="2"/>
                  </a:lnTo>
                  <a:close/>
                  <a:moveTo>
                    <a:pt x="1197" y="2"/>
                  </a:moveTo>
                  <a:cubicBezTo>
                    <a:pt x="1237" y="2"/>
                    <a:pt x="1237" y="2"/>
                    <a:pt x="1237" y="2"/>
                  </a:cubicBezTo>
                  <a:cubicBezTo>
                    <a:pt x="1237" y="39"/>
                    <a:pt x="1237" y="39"/>
                    <a:pt x="1237" y="39"/>
                  </a:cubicBezTo>
                  <a:cubicBezTo>
                    <a:pt x="1197" y="39"/>
                    <a:pt x="1197" y="39"/>
                    <a:pt x="1197" y="39"/>
                  </a:cubicBezTo>
                  <a:lnTo>
                    <a:pt x="1197" y="2"/>
                  </a:lnTo>
                  <a:close/>
                  <a:moveTo>
                    <a:pt x="1155" y="2"/>
                  </a:moveTo>
                  <a:cubicBezTo>
                    <a:pt x="1196" y="2"/>
                    <a:pt x="1196" y="2"/>
                    <a:pt x="1196" y="2"/>
                  </a:cubicBezTo>
                  <a:cubicBezTo>
                    <a:pt x="1196" y="39"/>
                    <a:pt x="1196" y="39"/>
                    <a:pt x="1196" y="39"/>
                  </a:cubicBezTo>
                  <a:cubicBezTo>
                    <a:pt x="1155" y="39"/>
                    <a:pt x="1155" y="39"/>
                    <a:pt x="1155" y="39"/>
                  </a:cubicBezTo>
                  <a:lnTo>
                    <a:pt x="1155" y="2"/>
                  </a:lnTo>
                  <a:close/>
                  <a:moveTo>
                    <a:pt x="1117" y="2"/>
                  </a:moveTo>
                  <a:cubicBezTo>
                    <a:pt x="1153" y="2"/>
                    <a:pt x="1153" y="2"/>
                    <a:pt x="1153" y="2"/>
                  </a:cubicBezTo>
                  <a:cubicBezTo>
                    <a:pt x="1153" y="39"/>
                    <a:pt x="1153" y="39"/>
                    <a:pt x="1153" y="39"/>
                  </a:cubicBezTo>
                  <a:cubicBezTo>
                    <a:pt x="1117" y="39"/>
                    <a:pt x="1117" y="39"/>
                    <a:pt x="1117" y="39"/>
                  </a:cubicBezTo>
                  <a:lnTo>
                    <a:pt x="1117" y="2"/>
                  </a:lnTo>
                  <a:close/>
                  <a:moveTo>
                    <a:pt x="1075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39"/>
                    <a:pt x="1115" y="39"/>
                    <a:pt x="1115" y="39"/>
                  </a:cubicBezTo>
                  <a:cubicBezTo>
                    <a:pt x="1075" y="39"/>
                    <a:pt x="1075" y="39"/>
                    <a:pt x="1075" y="39"/>
                  </a:cubicBezTo>
                  <a:lnTo>
                    <a:pt x="1075" y="2"/>
                  </a:lnTo>
                  <a:close/>
                  <a:moveTo>
                    <a:pt x="1031" y="21"/>
                  </a:moveTo>
                  <a:cubicBezTo>
                    <a:pt x="1031" y="10"/>
                    <a:pt x="1039" y="2"/>
                    <a:pt x="1049" y="2"/>
                  </a:cubicBezTo>
                  <a:cubicBezTo>
                    <a:pt x="1073" y="2"/>
                    <a:pt x="1073" y="2"/>
                    <a:pt x="1073" y="2"/>
                  </a:cubicBezTo>
                  <a:cubicBezTo>
                    <a:pt x="1073" y="39"/>
                    <a:pt x="1073" y="39"/>
                    <a:pt x="1073" y="39"/>
                  </a:cubicBezTo>
                  <a:cubicBezTo>
                    <a:pt x="1031" y="39"/>
                    <a:pt x="1031" y="39"/>
                    <a:pt x="1031" y="39"/>
                  </a:cubicBezTo>
                  <a:lnTo>
                    <a:pt x="1031" y="21"/>
                  </a:lnTo>
                  <a:close/>
                </a:path>
              </a:pathLst>
            </a:custGeom>
            <a:solidFill>
              <a:schemeClr val="tx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2346;p39">
              <a:extLst>
                <a:ext uri="{FF2B5EF4-FFF2-40B4-BE49-F238E27FC236}">
                  <a16:creationId xmlns:a16="http://schemas.microsoft.com/office/drawing/2014/main" id="{69215315-87AF-C861-0EB5-90597834CDE6}"/>
                </a:ext>
              </a:extLst>
            </p:cNvPr>
            <p:cNvSpPr/>
            <p:nvPr/>
          </p:nvSpPr>
          <p:spPr>
            <a:xfrm>
              <a:off x="0" y="4601525"/>
              <a:ext cx="297900" cy="6861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86" name="Google Shape;2347;p39">
              <a:extLst>
                <a:ext uri="{FF2B5EF4-FFF2-40B4-BE49-F238E27FC236}">
                  <a16:creationId xmlns:a16="http://schemas.microsoft.com/office/drawing/2014/main" id="{73C3CFCE-4A12-E58F-E231-1AAE6E6FD7C7}"/>
                </a:ext>
              </a:extLst>
            </p:cNvPr>
            <p:cNvSpPr/>
            <p:nvPr/>
          </p:nvSpPr>
          <p:spPr>
            <a:xfrm>
              <a:off x="3867063" y="4630500"/>
              <a:ext cx="14316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387" name="Google Shape;2348;p39">
              <a:extLst>
                <a:ext uri="{FF2B5EF4-FFF2-40B4-BE49-F238E27FC236}">
                  <a16:creationId xmlns:a16="http://schemas.microsoft.com/office/drawing/2014/main" id="{3A45929C-E8C5-EDCE-E7A5-2483502A01DD}"/>
                </a:ext>
              </a:extLst>
            </p:cNvPr>
            <p:cNvGrpSpPr/>
            <p:nvPr/>
          </p:nvGrpSpPr>
          <p:grpSpPr>
            <a:xfrm>
              <a:off x="109020" y="4065169"/>
              <a:ext cx="8197094" cy="1044961"/>
              <a:chOff x="69670" y="3912769"/>
              <a:chExt cx="8197094" cy="1044961"/>
            </a:xfrm>
          </p:grpSpPr>
          <p:sp>
            <p:nvSpPr>
              <p:cNvPr id="389" name="Google Shape;2349;p39">
                <a:extLst>
                  <a:ext uri="{FF2B5EF4-FFF2-40B4-BE49-F238E27FC236}">
                    <a16:creationId xmlns:a16="http://schemas.microsoft.com/office/drawing/2014/main" id="{C8C41584-29FC-527D-33D3-B8B82B929F6C}"/>
                  </a:ext>
                </a:extLst>
              </p:cNvPr>
              <p:cNvSpPr/>
              <p:nvPr/>
            </p:nvSpPr>
            <p:spPr>
              <a:xfrm>
                <a:off x="3676701" y="3933410"/>
                <a:ext cx="10578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2350;p39">
                <a:extLst>
                  <a:ext uri="{FF2B5EF4-FFF2-40B4-BE49-F238E27FC236}">
                    <a16:creationId xmlns:a16="http://schemas.microsoft.com/office/drawing/2014/main" id="{18F5B71A-2D42-AC7A-2FB6-7A1D201B8B1E}"/>
                  </a:ext>
                </a:extLst>
              </p:cNvPr>
              <p:cNvSpPr/>
              <p:nvPr/>
            </p:nvSpPr>
            <p:spPr>
              <a:xfrm>
                <a:off x="105792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2351;p39">
                <a:extLst>
                  <a:ext uri="{FF2B5EF4-FFF2-40B4-BE49-F238E27FC236}">
                    <a16:creationId xmlns:a16="http://schemas.microsoft.com/office/drawing/2014/main" id="{B561D68D-B11F-8CD3-D425-A5F13CCDC6F1}"/>
                  </a:ext>
                </a:extLst>
              </p:cNvPr>
              <p:cNvSpPr/>
              <p:nvPr/>
            </p:nvSpPr>
            <p:spPr>
              <a:xfrm>
                <a:off x="229639" y="404177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2352;p39">
                <a:extLst>
                  <a:ext uri="{FF2B5EF4-FFF2-40B4-BE49-F238E27FC236}">
                    <a16:creationId xmlns:a16="http://schemas.microsoft.com/office/drawing/2014/main" id="{EC0EFF39-AFC1-1569-C76B-A6CDAD88B17F}"/>
                  </a:ext>
                </a:extLst>
              </p:cNvPr>
              <p:cNvSpPr/>
              <p:nvPr/>
            </p:nvSpPr>
            <p:spPr>
              <a:xfrm>
                <a:off x="69670" y="416820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2353;p39">
                <a:extLst>
                  <a:ext uri="{FF2B5EF4-FFF2-40B4-BE49-F238E27FC236}">
                    <a16:creationId xmlns:a16="http://schemas.microsoft.com/office/drawing/2014/main" id="{09000582-9D7F-D298-B1D7-6C58C688C244}"/>
                  </a:ext>
                </a:extLst>
              </p:cNvPr>
              <p:cNvSpPr/>
              <p:nvPr/>
            </p:nvSpPr>
            <p:spPr>
              <a:xfrm>
                <a:off x="3914073" y="4018556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2354;p39">
                <a:extLst>
                  <a:ext uri="{FF2B5EF4-FFF2-40B4-BE49-F238E27FC236}">
                    <a16:creationId xmlns:a16="http://schemas.microsoft.com/office/drawing/2014/main" id="{E7D4B588-DF53-5A13-0C5B-3F5E254EA3C9}"/>
                  </a:ext>
                </a:extLst>
              </p:cNvPr>
              <p:cNvSpPr/>
              <p:nvPr/>
            </p:nvSpPr>
            <p:spPr>
              <a:xfrm>
                <a:off x="3343864" y="4064998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2355;p39">
                <a:extLst>
                  <a:ext uri="{FF2B5EF4-FFF2-40B4-BE49-F238E27FC236}">
                    <a16:creationId xmlns:a16="http://schemas.microsoft.com/office/drawing/2014/main" id="{3F90AC7F-367C-158D-C2C5-BDDE3276CEA5}"/>
                  </a:ext>
                </a:extLst>
              </p:cNvPr>
              <p:cNvSpPr/>
              <p:nvPr/>
            </p:nvSpPr>
            <p:spPr>
              <a:xfrm>
                <a:off x="3952776" y="4591349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2356;p39">
                <a:extLst>
                  <a:ext uri="{FF2B5EF4-FFF2-40B4-BE49-F238E27FC236}">
                    <a16:creationId xmlns:a16="http://schemas.microsoft.com/office/drawing/2014/main" id="{1ACD98AE-FDC1-F777-CB62-C2A981262684}"/>
                  </a:ext>
                </a:extLst>
              </p:cNvPr>
              <p:cNvSpPr/>
              <p:nvPr/>
            </p:nvSpPr>
            <p:spPr>
              <a:xfrm>
                <a:off x="395277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2357;p39">
                <a:extLst>
                  <a:ext uri="{FF2B5EF4-FFF2-40B4-BE49-F238E27FC236}">
                    <a16:creationId xmlns:a16="http://schemas.microsoft.com/office/drawing/2014/main" id="{1762FAA2-BEC7-72EC-EABE-38C05A47889F}"/>
                  </a:ext>
                </a:extLst>
              </p:cNvPr>
              <p:cNvSpPr/>
              <p:nvPr/>
            </p:nvSpPr>
            <p:spPr>
              <a:xfrm>
                <a:off x="4112745" y="464811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2358;p39">
                <a:extLst>
                  <a:ext uri="{FF2B5EF4-FFF2-40B4-BE49-F238E27FC236}">
                    <a16:creationId xmlns:a16="http://schemas.microsoft.com/office/drawing/2014/main" id="{A60EAD33-8DD3-6036-0426-7E502ACCF851}"/>
                  </a:ext>
                </a:extLst>
              </p:cNvPr>
              <p:cNvSpPr/>
              <p:nvPr/>
            </p:nvSpPr>
            <p:spPr>
              <a:xfrm>
                <a:off x="5255744" y="3982434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8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3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8" y="18"/>
                      <a:pt x="48" y="15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2359;p39">
                <a:extLst>
                  <a:ext uri="{FF2B5EF4-FFF2-40B4-BE49-F238E27FC236}">
                    <a16:creationId xmlns:a16="http://schemas.microsoft.com/office/drawing/2014/main" id="{F6EE7073-CC85-E297-7020-F255393F6285}"/>
                  </a:ext>
                </a:extLst>
              </p:cNvPr>
              <p:cNvSpPr/>
              <p:nvPr/>
            </p:nvSpPr>
            <p:spPr>
              <a:xfrm>
                <a:off x="8163558" y="391276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2360;p39">
                <a:extLst>
                  <a:ext uri="{FF2B5EF4-FFF2-40B4-BE49-F238E27FC236}">
                    <a16:creationId xmlns:a16="http://schemas.microsoft.com/office/drawing/2014/main" id="{4CA188EF-4013-4347-1B37-86CDCDB01FB3}"/>
                  </a:ext>
                </a:extLst>
              </p:cNvPr>
              <p:cNvSpPr/>
              <p:nvPr/>
            </p:nvSpPr>
            <p:spPr>
              <a:xfrm>
                <a:off x="4868724" y="479001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2361;p39">
                <a:extLst>
                  <a:ext uri="{FF2B5EF4-FFF2-40B4-BE49-F238E27FC236}">
                    <a16:creationId xmlns:a16="http://schemas.microsoft.com/office/drawing/2014/main" id="{36DB6467-D595-0D44-5996-DB039C6D85FE}"/>
                  </a:ext>
                </a:extLst>
              </p:cNvPr>
              <p:cNvSpPr/>
              <p:nvPr/>
            </p:nvSpPr>
            <p:spPr>
              <a:xfrm>
                <a:off x="4572009" y="4578447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2362;p39">
                <a:extLst>
                  <a:ext uri="{FF2B5EF4-FFF2-40B4-BE49-F238E27FC236}">
                    <a16:creationId xmlns:a16="http://schemas.microsoft.com/office/drawing/2014/main" id="{DA37BED8-6338-1ADE-52B4-A84E60CDA531}"/>
                  </a:ext>
                </a:extLst>
              </p:cNvPr>
              <p:cNvSpPr/>
              <p:nvPr/>
            </p:nvSpPr>
            <p:spPr>
              <a:xfrm>
                <a:off x="4270132" y="4294631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2363;p39">
                <a:extLst>
                  <a:ext uri="{FF2B5EF4-FFF2-40B4-BE49-F238E27FC236}">
                    <a16:creationId xmlns:a16="http://schemas.microsoft.com/office/drawing/2014/main" id="{AF8AB789-676C-F5C7-E52D-A3786AFBFB98}"/>
                  </a:ext>
                </a:extLst>
              </p:cNvPr>
              <p:cNvSpPr/>
              <p:nvPr/>
            </p:nvSpPr>
            <p:spPr>
              <a:xfrm>
                <a:off x="471133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2364;p39">
                <a:extLst>
                  <a:ext uri="{FF2B5EF4-FFF2-40B4-BE49-F238E27FC236}">
                    <a16:creationId xmlns:a16="http://schemas.microsoft.com/office/drawing/2014/main" id="{BB96D606-865F-4CCD-9D2F-1B08325EEF09}"/>
                  </a:ext>
                </a:extLst>
              </p:cNvPr>
              <p:cNvSpPr/>
              <p:nvPr/>
            </p:nvSpPr>
            <p:spPr>
              <a:xfrm>
                <a:off x="4316574" y="4911287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2365;p39">
                <a:extLst>
                  <a:ext uri="{FF2B5EF4-FFF2-40B4-BE49-F238E27FC236}">
                    <a16:creationId xmlns:a16="http://schemas.microsoft.com/office/drawing/2014/main" id="{E7439254-9FAD-37B3-399E-F29DF009E2F1}"/>
                  </a:ext>
                </a:extLst>
              </p:cNvPr>
              <p:cNvSpPr/>
              <p:nvPr/>
            </p:nvSpPr>
            <p:spPr>
              <a:xfrm>
                <a:off x="4572009" y="483130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2366;p39">
                <a:extLst>
                  <a:ext uri="{FF2B5EF4-FFF2-40B4-BE49-F238E27FC236}">
                    <a16:creationId xmlns:a16="http://schemas.microsoft.com/office/drawing/2014/main" id="{AC66D9BC-3B8A-E875-B385-77908859E492}"/>
                  </a:ext>
                </a:extLst>
              </p:cNvPr>
              <p:cNvSpPr/>
              <p:nvPr/>
            </p:nvSpPr>
            <p:spPr>
              <a:xfrm>
                <a:off x="4711336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2367;p39">
                <a:extLst>
                  <a:ext uri="{FF2B5EF4-FFF2-40B4-BE49-F238E27FC236}">
                    <a16:creationId xmlns:a16="http://schemas.microsoft.com/office/drawing/2014/main" id="{21E04C2C-885C-FFDD-3049-B6ADE6D7907A}"/>
                  </a:ext>
                </a:extLst>
              </p:cNvPr>
              <p:cNvSpPr/>
              <p:nvPr/>
            </p:nvSpPr>
            <p:spPr>
              <a:xfrm>
                <a:off x="5000311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2368;p39">
                <a:extLst>
                  <a:ext uri="{FF2B5EF4-FFF2-40B4-BE49-F238E27FC236}">
                    <a16:creationId xmlns:a16="http://schemas.microsoft.com/office/drawing/2014/main" id="{73773B39-4F4D-340B-567A-6BAEDD68E9EC}"/>
                  </a:ext>
                </a:extLst>
              </p:cNvPr>
              <p:cNvSpPr/>
              <p:nvPr/>
            </p:nvSpPr>
            <p:spPr>
              <a:xfrm>
                <a:off x="5000311" y="437461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2369;p39">
                <a:extLst>
                  <a:ext uri="{FF2B5EF4-FFF2-40B4-BE49-F238E27FC236}">
                    <a16:creationId xmlns:a16="http://schemas.microsoft.com/office/drawing/2014/main" id="{E9CDD537-7883-BBEF-7F6F-22C13FE46213}"/>
                  </a:ext>
                </a:extLst>
              </p:cNvPr>
              <p:cNvSpPr/>
              <p:nvPr/>
            </p:nvSpPr>
            <p:spPr>
              <a:xfrm>
                <a:off x="3795387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8" name="Google Shape;2370;p39">
              <a:extLst>
                <a:ext uri="{FF2B5EF4-FFF2-40B4-BE49-F238E27FC236}">
                  <a16:creationId xmlns:a16="http://schemas.microsoft.com/office/drawing/2014/main" id="{2E96836D-9C37-A41C-001A-EBE8AC4CDF75}"/>
                </a:ext>
              </a:extLst>
            </p:cNvPr>
            <p:cNvSpPr/>
            <p:nvPr/>
          </p:nvSpPr>
          <p:spPr>
            <a:xfrm>
              <a:off x="8865900" y="4630500"/>
              <a:ext cx="3210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10" name="Google Shape;246;p34">
            <a:extLst>
              <a:ext uri="{FF2B5EF4-FFF2-40B4-BE49-F238E27FC236}">
                <a16:creationId xmlns:a16="http://schemas.microsoft.com/office/drawing/2014/main" id="{A359F372-4384-EA51-4DA9-83C693F78D9F}"/>
              </a:ext>
            </a:extLst>
          </p:cNvPr>
          <p:cNvSpPr txBox="1">
            <a:spLocks/>
          </p:cNvSpPr>
          <p:nvPr/>
        </p:nvSpPr>
        <p:spPr>
          <a:xfrm>
            <a:off x="1299620" y="1036850"/>
            <a:ext cx="6544761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800" dirty="0">
                <a:solidFill>
                  <a:schemeClr val="accent2">
                    <a:lumMod val="20000"/>
                    <a:lumOff val="80000"/>
                  </a:schemeClr>
                </a:solidFill>
                <a:latin typeface="Montserrat ExtraBold" panose="00000900000000000000" pitchFamily="2" charset="0"/>
              </a:rPr>
              <a:t>Uni-directional LSTM (64 hidden; 1 layer) to MLP </a:t>
            </a:r>
          </a:p>
        </p:txBody>
      </p:sp>
      <p:sp>
        <p:nvSpPr>
          <p:cNvPr id="411" name="Google Shape;246;p34">
            <a:extLst>
              <a:ext uri="{FF2B5EF4-FFF2-40B4-BE49-F238E27FC236}">
                <a16:creationId xmlns:a16="http://schemas.microsoft.com/office/drawing/2014/main" id="{8C4362A3-535C-F143-C4A2-2040883C495B}"/>
              </a:ext>
            </a:extLst>
          </p:cNvPr>
          <p:cNvSpPr txBox="1">
            <a:spLocks/>
          </p:cNvSpPr>
          <p:nvPr/>
        </p:nvSpPr>
        <p:spPr>
          <a:xfrm>
            <a:off x="619126" y="1579682"/>
            <a:ext cx="790575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" pitchFamily="2" charset="0"/>
              </a:rPr>
              <a:t>Simplest baseline, establishes performance floor, low parameter count</a:t>
            </a:r>
          </a:p>
        </p:txBody>
      </p:sp>
      <p:sp>
        <p:nvSpPr>
          <p:cNvPr id="412" name="Google Shape;246;p34">
            <a:extLst>
              <a:ext uri="{FF2B5EF4-FFF2-40B4-BE49-F238E27FC236}">
                <a16:creationId xmlns:a16="http://schemas.microsoft.com/office/drawing/2014/main" id="{3D296E4E-64E5-7E93-F494-3A717F564915}"/>
              </a:ext>
            </a:extLst>
          </p:cNvPr>
          <p:cNvSpPr txBox="1">
            <a:spLocks/>
          </p:cNvSpPr>
          <p:nvPr/>
        </p:nvSpPr>
        <p:spPr>
          <a:xfrm>
            <a:off x="619124" y="2180675"/>
            <a:ext cx="790575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600" dirty="0">
                <a:solidFill>
                  <a:schemeClr val="tx2"/>
                </a:solidFill>
                <a:latin typeface="Raleway" pitchFamily="2" charset="0"/>
              </a:rPr>
              <a:t>Single hidden vector at T is information bottleneck; no mechanism to identify which timesteps or features drive forecast</a:t>
            </a:r>
          </a:p>
        </p:txBody>
      </p:sp>
    </p:spTree>
    <p:extLst>
      <p:ext uri="{BB962C8B-B14F-4D97-AF65-F5344CB8AC3E}">
        <p14:creationId xmlns:p14="http://schemas.microsoft.com/office/powerpoint/2010/main" val="3243844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>
            <a:spLocks noGrp="1"/>
          </p:cNvSpPr>
          <p:nvPr>
            <p:ph type="title"/>
          </p:nvPr>
        </p:nvSpPr>
        <p:spPr>
          <a:xfrm>
            <a:off x="0" y="986344"/>
            <a:ext cx="91439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ExtraBold" panose="00000900000000000000" pitchFamily="2" charset="0"/>
              </a:rPr>
              <a:t>75%</a:t>
            </a:r>
            <a:r>
              <a:rPr lang="en" sz="3200" dirty="0">
                <a:solidFill>
                  <a:schemeClr val="tx2"/>
                </a:solidFill>
                <a:latin typeface="Montserrat ExtraBold" panose="00000900000000000000" pitchFamily="2" charset="0"/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Montserrat ExtraBold" panose="00000900000000000000" pitchFamily="2" charset="0"/>
              </a:rPr>
              <a:t>Combined Accuracy (CA) + </a:t>
            </a:r>
            <a:r>
              <a:rPr lang="e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ExtraBold" panose="00000900000000000000" pitchFamily="2" charset="0"/>
              </a:rPr>
              <a:t>0.7</a:t>
            </a:r>
            <a:r>
              <a:rPr lang="en" sz="32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en-MY" sz="32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R</a:t>
            </a:r>
            <a:r>
              <a:rPr lang="en-MY" sz="3200" b="1" baseline="30000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2</a:t>
            </a:r>
            <a:endParaRPr sz="3200" dirty="0">
              <a:solidFill>
                <a:schemeClr val="tx1"/>
              </a:solidFill>
              <a:latin typeface="Montserrat ExtraBold" panose="00000900000000000000" pitchFamily="2" charset="0"/>
            </a:endParaRPr>
          </a:p>
        </p:txBody>
      </p:sp>
      <p:grpSp>
        <p:nvGrpSpPr>
          <p:cNvPr id="2" name="Google Shape;2280;p39">
            <a:extLst>
              <a:ext uri="{FF2B5EF4-FFF2-40B4-BE49-F238E27FC236}">
                <a16:creationId xmlns:a16="http://schemas.microsoft.com/office/drawing/2014/main" id="{842D7079-7F52-489F-F4C0-FC846E230327}"/>
              </a:ext>
            </a:extLst>
          </p:cNvPr>
          <p:cNvGrpSpPr/>
          <p:nvPr/>
        </p:nvGrpSpPr>
        <p:grpSpPr>
          <a:xfrm>
            <a:off x="0" y="3014572"/>
            <a:ext cx="6203950" cy="565150"/>
            <a:chOff x="1168401" y="2498362"/>
            <a:chExt cx="6203950" cy="565150"/>
          </a:xfrm>
        </p:grpSpPr>
        <p:sp>
          <p:nvSpPr>
            <p:cNvPr id="3" name="Google Shape;2281;p39">
              <a:extLst>
                <a:ext uri="{FF2B5EF4-FFF2-40B4-BE49-F238E27FC236}">
                  <a16:creationId xmlns:a16="http://schemas.microsoft.com/office/drawing/2014/main" id="{653C1816-75A7-7954-4762-0C374E7156D0}"/>
                </a:ext>
              </a:extLst>
            </p:cNvPr>
            <p:cNvSpPr/>
            <p:nvPr/>
          </p:nvSpPr>
          <p:spPr>
            <a:xfrm>
              <a:off x="3708401" y="2534875"/>
              <a:ext cx="127000" cy="528637"/>
            </a:xfrm>
            <a:custGeom>
              <a:avLst/>
              <a:gdLst/>
              <a:ahLst/>
              <a:cxnLst/>
              <a:rect l="l" t="t" r="r" b="b"/>
              <a:pathLst>
                <a:path w="69" h="289" extrusionOk="0">
                  <a:moveTo>
                    <a:pt x="69" y="268"/>
                  </a:moveTo>
                  <a:cubicBezTo>
                    <a:pt x="69" y="279"/>
                    <a:pt x="60" y="289"/>
                    <a:pt x="48" y="289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10" y="289"/>
                    <a:pt x="0" y="279"/>
                    <a:pt x="0" y="26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69" y="9"/>
                    <a:pt x="69" y="21"/>
                  </a:cubicBezTo>
                  <a:cubicBezTo>
                    <a:pt x="69" y="268"/>
                    <a:pt x="69" y="268"/>
                    <a:pt x="69" y="26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282;p39">
              <a:extLst>
                <a:ext uri="{FF2B5EF4-FFF2-40B4-BE49-F238E27FC236}">
                  <a16:creationId xmlns:a16="http://schemas.microsoft.com/office/drawing/2014/main" id="{33522AC7-E4C8-B076-AAA6-5D7152206EAC}"/>
                </a:ext>
              </a:extLst>
            </p:cNvPr>
            <p:cNvSpPr/>
            <p:nvPr/>
          </p:nvSpPr>
          <p:spPr>
            <a:xfrm>
              <a:off x="1168401" y="2534875"/>
              <a:ext cx="80963" cy="528637"/>
            </a:xfrm>
            <a:custGeom>
              <a:avLst/>
              <a:gdLst/>
              <a:ahLst/>
              <a:cxnLst/>
              <a:rect l="l" t="t" r="r" b="b"/>
              <a:pathLst>
                <a:path w="44" h="289" extrusionOk="0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3" y="289"/>
                    <a:pt x="23" y="289"/>
                    <a:pt x="23" y="289"/>
                  </a:cubicBezTo>
                  <a:cubicBezTo>
                    <a:pt x="34" y="289"/>
                    <a:pt x="44" y="279"/>
                    <a:pt x="44" y="268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9"/>
                    <a:pt x="34" y="0"/>
                    <a:pt x="23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83;p39">
              <a:extLst>
                <a:ext uri="{FF2B5EF4-FFF2-40B4-BE49-F238E27FC236}">
                  <a16:creationId xmlns:a16="http://schemas.microsoft.com/office/drawing/2014/main" id="{D4F3F622-26CA-12D4-F685-E05351F795B8}"/>
                </a:ext>
              </a:extLst>
            </p:cNvPr>
            <p:cNvSpPr/>
            <p:nvPr/>
          </p:nvSpPr>
          <p:spPr>
            <a:xfrm>
              <a:off x="1208088" y="2498362"/>
              <a:ext cx="2532063" cy="565150"/>
            </a:xfrm>
            <a:custGeom>
              <a:avLst/>
              <a:gdLst/>
              <a:ahLst/>
              <a:cxnLst/>
              <a:rect l="l" t="t" r="r" b="b"/>
              <a:pathLst>
                <a:path w="1384" h="309" extrusionOk="0">
                  <a:moveTo>
                    <a:pt x="136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01"/>
                    <a:pt x="8" y="309"/>
                    <a:pt x="17" y="309"/>
                  </a:cubicBezTo>
                  <a:cubicBezTo>
                    <a:pt x="1366" y="309"/>
                    <a:pt x="1366" y="309"/>
                    <a:pt x="1366" y="309"/>
                  </a:cubicBezTo>
                  <a:cubicBezTo>
                    <a:pt x="1376" y="309"/>
                    <a:pt x="1384" y="301"/>
                    <a:pt x="1384" y="291"/>
                  </a:cubicBezTo>
                  <a:cubicBezTo>
                    <a:pt x="1384" y="17"/>
                    <a:pt x="1384" y="17"/>
                    <a:pt x="1384" y="17"/>
                  </a:cubicBezTo>
                  <a:cubicBezTo>
                    <a:pt x="1384" y="8"/>
                    <a:pt x="1376" y="0"/>
                    <a:pt x="136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84;p39">
              <a:extLst>
                <a:ext uri="{FF2B5EF4-FFF2-40B4-BE49-F238E27FC236}">
                  <a16:creationId xmlns:a16="http://schemas.microsoft.com/office/drawing/2014/main" id="{F97FFAF9-7DCE-28CA-F7DB-9BE2FEDB055B}"/>
                </a:ext>
              </a:extLst>
            </p:cNvPr>
            <p:cNvSpPr/>
            <p:nvPr/>
          </p:nvSpPr>
          <p:spPr>
            <a:xfrm>
              <a:off x="1787526" y="2990487"/>
              <a:ext cx="1371600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0" y="0"/>
                    <a:pt x="72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285;p39">
              <a:extLst>
                <a:ext uri="{FF2B5EF4-FFF2-40B4-BE49-F238E27FC236}">
                  <a16:creationId xmlns:a16="http://schemas.microsoft.com/office/drawing/2014/main" id="{32BBBA31-93D5-C93C-B1D4-514B1EE07FC0}"/>
                </a:ext>
              </a:extLst>
            </p:cNvPr>
            <p:cNvSpPr/>
            <p:nvPr/>
          </p:nvSpPr>
          <p:spPr>
            <a:xfrm>
              <a:off x="1208088" y="2814275"/>
              <a:ext cx="2532063" cy="68262"/>
            </a:xfrm>
            <a:custGeom>
              <a:avLst/>
              <a:gdLst/>
              <a:ahLst/>
              <a:cxnLst/>
              <a:rect l="l" t="t" r="r" b="b"/>
              <a:pathLst>
                <a:path w="1384" h="37" extrusionOk="0">
                  <a:moveTo>
                    <a:pt x="1384" y="37"/>
                  </a:moveTo>
                  <a:cubicBezTo>
                    <a:pt x="1384" y="0"/>
                    <a:pt x="1384" y="0"/>
                    <a:pt x="1384" y="0"/>
                  </a:cubicBezTo>
                  <a:cubicBezTo>
                    <a:pt x="1377" y="0"/>
                    <a:pt x="1370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370" y="37"/>
                    <a:pt x="1377" y="37"/>
                    <a:pt x="1384" y="3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286;p39">
              <a:extLst>
                <a:ext uri="{FF2B5EF4-FFF2-40B4-BE49-F238E27FC236}">
                  <a16:creationId xmlns:a16="http://schemas.microsoft.com/office/drawing/2014/main" id="{0B8FA220-4280-430E-5452-706921A3658B}"/>
                </a:ext>
              </a:extLst>
            </p:cNvPr>
            <p:cNvSpPr/>
            <p:nvPr/>
          </p:nvSpPr>
          <p:spPr>
            <a:xfrm>
              <a:off x="1208088" y="2969962"/>
              <a:ext cx="2532000" cy="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287;p39">
              <a:extLst>
                <a:ext uri="{FF2B5EF4-FFF2-40B4-BE49-F238E27FC236}">
                  <a16:creationId xmlns:a16="http://schemas.microsoft.com/office/drawing/2014/main" id="{AEF60C2A-B947-0FC7-BCF1-8ECA74EE2B20}"/>
                </a:ext>
              </a:extLst>
            </p:cNvPr>
            <p:cNvSpPr/>
            <p:nvPr/>
          </p:nvSpPr>
          <p:spPr>
            <a:xfrm>
              <a:off x="3368676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88;p39">
              <a:extLst>
                <a:ext uri="{FF2B5EF4-FFF2-40B4-BE49-F238E27FC236}">
                  <a16:creationId xmlns:a16="http://schemas.microsoft.com/office/drawing/2014/main" id="{A3821A69-A54A-208E-7300-84F71370C8C0}"/>
                </a:ext>
              </a:extLst>
            </p:cNvPr>
            <p:cNvSpPr/>
            <p:nvPr/>
          </p:nvSpPr>
          <p:spPr>
            <a:xfrm>
              <a:off x="3368676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89;p39">
              <a:extLst>
                <a:ext uri="{FF2B5EF4-FFF2-40B4-BE49-F238E27FC236}">
                  <a16:creationId xmlns:a16="http://schemas.microsoft.com/office/drawing/2014/main" id="{12F8523F-630E-EE0F-5C75-B5F39E891B8C}"/>
                </a:ext>
              </a:extLst>
            </p:cNvPr>
            <p:cNvSpPr/>
            <p:nvPr/>
          </p:nvSpPr>
          <p:spPr>
            <a:xfrm>
              <a:off x="1379538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290;p39">
              <a:extLst>
                <a:ext uri="{FF2B5EF4-FFF2-40B4-BE49-F238E27FC236}">
                  <a16:creationId xmlns:a16="http://schemas.microsoft.com/office/drawing/2014/main" id="{DEADA511-042E-D969-DF1A-2F008DAF7BF2}"/>
                </a:ext>
              </a:extLst>
            </p:cNvPr>
            <p:cNvSpPr/>
            <p:nvPr/>
          </p:nvSpPr>
          <p:spPr>
            <a:xfrm>
              <a:off x="1379538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91;p39">
              <a:extLst>
                <a:ext uri="{FF2B5EF4-FFF2-40B4-BE49-F238E27FC236}">
                  <a16:creationId xmlns:a16="http://schemas.microsoft.com/office/drawing/2014/main" id="{ABB78717-8D7B-BB38-ACFA-367E7A85B1B7}"/>
                </a:ext>
              </a:extLst>
            </p:cNvPr>
            <p:cNvSpPr/>
            <p:nvPr/>
          </p:nvSpPr>
          <p:spPr>
            <a:xfrm>
              <a:off x="3416301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92;p39">
              <a:extLst>
                <a:ext uri="{FF2B5EF4-FFF2-40B4-BE49-F238E27FC236}">
                  <a16:creationId xmlns:a16="http://schemas.microsoft.com/office/drawing/2014/main" id="{D1AB4E43-BB0D-51B9-5065-F6954A80717C}"/>
                </a:ext>
              </a:extLst>
            </p:cNvPr>
            <p:cNvSpPr/>
            <p:nvPr/>
          </p:nvSpPr>
          <p:spPr>
            <a:xfrm>
              <a:off x="1427163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93;p39">
              <a:extLst>
                <a:ext uri="{FF2B5EF4-FFF2-40B4-BE49-F238E27FC236}">
                  <a16:creationId xmlns:a16="http://schemas.microsoft.com/office/drawing/2014/main" id="{5A25091C-DC8A-A7B6-D078-40EA1F3C02B2}"/>
                </a:ext>
              </a:extLst>
            </p:cNvPr>
            <p:cNvSpPr/>
            <p:nvPr/>
          </p:nvSpPr>
          <p:spPr>
            <a:xfrm>
              <a:off x="1241426" y="2652350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294;p39">
              <a:extLst>
                <a:ext uri="{FF2B5EF4-FFF2-40B4-BE49-F238E27FC236}">
                  <a16:creationId xmlns:a16="http://schemas.microsoft.com/office/drawing/2014/main" id="{23EDBA42-F1D2-EAA9-57FA-BA0B5108A955}"/>
                </a:ext>
              </a:extLst>
            </p:cNvPr>
            <p:cNvSpPr/>
            <p:nvPr/>
          </p:nvSpPr>
          <p:spPr>
            <a:xfrm>
              <a:off x="1241426" y="2677750"/>
              <a:ext cx="111125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5;p39">
              <a:extLst>
                <a:ext uri="{FF2B5EF4-FFF2-40B4-BE49-F238E27FC236}">
                  <a16:creationId xmlns:a16="http://schemas.microsoft.com/office/drawing/2014/main" id="{5578AB38-2BE0-28AA-8EE3-9577D59B16E3}"/>
                </a:ext>
              </a:extLst>
            </p:cNvPr>
            <p:cNvSpPr/>
            <p:nvPr/>
          </p:nvSpPr>
          <p:spPr>
            <a:xfrm>
              <a:off x="1241426" y="27047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96;p39">
              <a:extLst>
                <a:ext uri="{FF2B5EF4-FFF2-40B4-BE49-F238E27FC236}">
                  <a16:creationId xmlns:a16="http://schemas.microsoft.com/office/drawing/2014/main" id="{F0082D17-7792-FDAE-665D-7696F077E38E}"/>
                </a:ext>
              </a:extLst>
            </p:cNvPr>
            <p:cNvSpPr/>
            <p:nvPr/>
          </p:nvSpPr>
          <p:spPr>
            <a:xfrm>
              <a:off x="1241426" y="27301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297;p39">
              <a:extLst>
                <a:ext uri="{FF2B5EF4-FFF2-40B4-BE49-F238E27FC236}">
                  <a16:creationId xmlns:a16="http://schemas.microsoft.com/office/drawing/2014/main" id="{9D3D5075-543E-A02D-36F7-62E6545A0758}"/>
                </a:ext>
              </a:extLst>
            </p:cNvPr>
            <p:cNvSpPr/>
            <p:nvPr/>
          </p:nvSpPr>
          <p:spPr>
            <a:xfrm>
              <a:off x="1671638" y="2622187"/>
              <a:ext cx="1601788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6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70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70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298;p39">
              <a:extLst>
                <a:ext uri="{FF2B5EF4-FFF2-40B4-BE49-F238E27FC236}">
                  <a16:creationId xmlns:a16="http://schemas.microsoft.com/office/drawing/2014/main" id="{BC5965BC-BF36-5D4C-FB13-DF8C3EAC53A0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299;p39">
              <a:extLst>
                <a:ext uri="{FF2B5EF4-FFF2-40B4-BE49-F238E27FC236}">
                  <a16:creationId xmlns:a16="http://schemas.microsoft.com/office/drawing/2014/main" id="{199D9ACE-A4B8-F75B-D579-F26183F8E391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00;p39">
              <a:extLst>
                <a:ext uri="{FF2B5EF4-FFF2-40B4-BE49-F238E27FC236}">
                  <a16:creationId xmlns:a16="http://schemas.microsoft.com/office/drawing/2014/main" id="{06140B0C-4392-4627-AB51-B4736414E5F0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01;p39">
              <a:extLst>
                <a:ext uri="{FF2B5EF4-FFF2-40B4-BE49-F238E27FC236}">
                  <a16:creationId xmlns:a16="http://schemas.microsoft.com/office/drawing/2014/main" id="{F7B2F0EF-1CF3-ACC0-7E95-D0E8FF70E1FD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302;p39">
              <a:extLst>
                <a:ext uri="{FF2B5EF4-FFF2-40B4-BE49-F238E27FC236}">
                  <a16:creationId xmlns:a16="http://schemas.microsoft.com/office/drawing/2014/main" id="{6DEDC4D4-F51D-E0D2-5A7A-CF55A9427C1D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303;p39">
              <a:extLst>
                <a:ext uri="{FF2B5EF4-FFF2-40B4-BE49-F238E27FC236}">
                  <a16:creationId xmlns:a16="http://schemas.microsoft.com/office/drawing/2014/main" id="{D1638CDA-D6FE-4F32-1115-7B0286A189FB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304;p39">
              <a:extLst>
                <a:ext uri="{FF2B5EF4-FFF2-40B4-BE49-F238E27FC236}">
                  <a16:creationId xmlns:a16="http://schemas.microsoft.com/office/drawing/2014/main" id="{482E3737-B283-E085-BDE7-6DBA2EE88C0C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05;p39">
              <a:extLst>
                <a:ext uri="{FF2B5EF4-FFF2-40B4-BE49-F238E27FC236}">
                  <a16:creationId xmlns:a16="http://schemas.microsoft.com/office/drawing/2014/main" id="{C1E758A1-0B56-EDEA-8D64-231EECAAF14A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306;p39">
              <a:extLst>
                <a:ext uri="{FF2B5EF4-FFF2-40B4-BE49-F238E27FC236}">
                  <a16:creationId xmlns:a16="http://schemas.microsoft.com/office/drawing/2014/main" id="{75ED0EBF-AB11-5FB2-6BC4-62D40980EEB2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307;p39">
              <a:extLst>
                <a:ext uri="{FF2B5EF4-FFF2-40B4-BE49-F238E27FC236}">
                  <a16:creationId xmlns:a16="http://schemas.microsoft.com/office/drawing/2014/main" id="{1DCA8276-EEF0-6231-ED79-E34057632E9E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08;p39">
              <a:extLst>
                <a:ext uri="{FF2B5EF4-FFF2-40B4-BE49-F238E27FC236}">
                  <a16:creationId xmlns:a16="http://schemas.microsoft.com/office/drawing/2014/main" id="{3BF7CA4F-D76B-B05D-52A3-E72C92833B6B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309;p39">
              <a:extLst>
                <a:ext uri="{FF2B5EF4-FFF2-40B4-BE49-F238E27FC236}">
                  <a16:creationId xmlns:a16="http://schemas.microsoft.com/office/drawing/2014/main" id="{C2A1505E-FD7F-77EE-8F10-D87B23B25939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310;p39">
              <a:extLst>
                <a:ext uri="{FF2B5EF4-FFF2-40B4-BE49-F238E27FC236}">
                  <a16:creationId xmlns:a16="http://schemas.microsoft.com/office/drawing/2014/main" id="{E86BB7C6-68C1-9B84-0F2D-707C918D8804}"/>
                </a:ext>
              </a:extLst>
            </p:cNvPr>
            <p:cNvSpPr/>
            <p:nvPr/>
          </p:nvSpPr>
          <p:spPr>
            <a:xfrm>
              <a:off x="3587751" y="2630125"/>
              <a:ext cx="57300" cy="8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311;p39">
              <a:extLst>
                <a:ext uri="{FF2B5EF4-FFF2-40B4-BE49-F238E27FC236}">
                  <a16:creationId xmlns:a16="http://schemas.microsoft.com/office/drawing/2014/main" id="{B04046C4-58B0-B044-D411-4E7393BC3746}"/>
                </a:ext>
              </a:extLst>
            </p:cNvPr>
            <p:cNvSpPr/>
            <p:nvPr/>
          </p:nvSpPr>
          <p:spPr>
            <a:xfrm>
              <a:off x="3789363" y="2498362"/>
              <a:ext cx="3582988" cy="565150"/>
            </a:xfrm>
            <a:custGeom>
              <a:avLst/>
              <a:gdLst/>
              <a:ahLst/>
              <a:cxnLst/>
              <a:rect l="l" t="t" r="r" b="b"/>
              <a:pathLst>
                <a:path w="1958" h="309" extrusionOk="0">
                  <a:moveTo>
                    <a:pt x="1801" y="309"/>
                  </a:moveTo>
                  <a:cubicBezTo>
                    <a:pt x="18" y="309"/>
                    <a:pt x="18" y="309"/>
                    <a:pt x="18" y="309"/>
                  </a:cubicBezTo>
                  <a:cubicBezTo>
                    <a:pt x="8" y="309"/>
                    <a:pt x="0" y="301"/>
                    <a:pt x="0" y="29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376" y="0"/>
                    <a:pt x="1376" y="0"/>
                    <a:pt x="1376" y="0"/>
                  </a:cubicBezTo>
                  <a:cubicBezTo>
                    <a:pt x="1528" y="0"/>
                    <a:pt x="1706" y="45"/>
                    <a:pt x="1811" y="115"/>
                  </a:cubicBezTo>
                  <a:cubicBezTo>
                    <a:pt x="1916" y="184"/>
                    <a:pt x="1955" y="230"/>
                    <a:pt x="1955" y="240"/>
                  </a:cubicBezTo>
                  <a:cubicBezTo>
                    <a:pt x="1955" y="249"/>
                    <a:pt x="1958" y="264"/>
                    <a:pt x="1930" y="276"/>
                  </a:cubicBezTo>
                  <a:cubicBezTo>
                    <a:pt x="1903" y="288"/>
                    <a:pt x="1885" y="290"/>
                    <a:pt x="1885" y="290"/>
                  </a:cubicBezTo>
                  <a:cubicBezTo>
                    <a:pt x="1885" y="309"/>
                    <a:pt x="1885" y="309"/>
                    <a:pt x="1885" y="309"/>
                  </a:cubicBezTo>
                  <a:cubicBezTo>
                    <a:pt x="1801" y="309"/>
                    <a:pt x="1801" y="309"/>
                    <a:pt x="1801" y="30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312;p39">
              <a:extLst>
                <a:ext uri="{FF2B5EF4-FFF2-40B4-BE49-F238E27FC236}">
                  <a16:creationId xmlns:a16="http://schemas.microsoft.com/office/drawing/2014/main" id="{630CF968-8612-A525-144B-9E7FADD7912C}"/>
                </a:ext>
              </a:extLst>
            </p:cNvPr>
            <p:cNvSpPr/>
            <p:nvPr/>
          </p:nvSpPr>
          <p:spPr>
            <a:xfrm>
              <a:off x="4368801" y="2990487"/>
              <a:ext cx="1373188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1" y="0"/>
                    <a:pt x="73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313;p39">
              <a:extLst>
                <a:ext uri="{FF2B5EF4-FFF2-40B4-BE49-F238E27FC236}">
                  <a16:creationId xmlns:a16="http://schemas.microsoft.com/office/drawing/2014/main" id="{E6CC7003-7F12-4B75-F77A-5EE14AEE0B35}"/>
                </a:ext>
              </a:extLst>
            </p:cNvPr>
            <p:cNvSpPr/>
            <p:nvPr/>
          </p:nvSpPr>
          <p:spPr>
            <a:xfrm>
              <a:off x="3789363" y="2814275"/>
              <a:ext cx="3581398" cy="176212"/>
            </a:xfrm>
            <a:custGeom>
              <a:avLst/>
              <a:gdLst/>
              <a:ahLst/>
              <a:cxnLst/>
              <a:rect l="l" t="t" r="r" b="b"/>
              <a:pathLst>
                <a:path w="1957" h="96" extrusionOk="0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536" y="37"/>
                    <a:pt x="1714" y="37"/>
                    <a:pt x="1943" y="96"/>
                  </a:cubicBezTo>
                  <a:cubicBezTo>
                    <a:pt x="1957" y="86"/>
                    <a:pt x="1955" y="74"/>
                    <a:pt x="1955" y="67"/>
                  </a:cubicBezTo>
                  <a:cubicBezTo>
                    <a:pt x="1955" y="66"/>
                    <a:pt x="1955" y="64"/>
                    <a:pt x="1953" y="61"/>
                  </a:cubicBezTo>
                  <a:cubicBezTo>
                    <a:pt x="1719" y="0"/>
                    <a:pt x="1538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314;p39">
              <a:extLst>
                <a:ext uri="{FF2B5EF4-FFF2-40B4-BE49-F238E27FC236}">
                  <a16:creationId xmlns:a16="http://schemas.microsoft.com/office/drawing/2014/main" id="{545D27A1-9C0A-0F12-CB05-CCEDFE6A745D}"/>
                </a:ext>
              </a:extLst>
            </p:cNvPr>
            <p:cNvSpPr/>
            <p:nvPr/>
          </p:nvSpPr>
          <p:spPr>
            <a:xfrm>
              <a:off x="6218238" y="2626950"/>
              <a:ext cx="869950" cy="193675"/>
            </a:xfrm>
            <a:custGeom>
              <a:avLst/>
              <a:gdLst/>
              <a:ahLst/>
              <a:cxnLst/>
              <a:rect l="l" t="t" r="r" b="b"/>
              <a:pathLst>
                <a:path w="476" h="106" extrusionOk="0">
                  <a:moveTo>
                    <a:pt x="0" y="6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194" y="79"/>
                    <a:pt x="260" y="79"/>
                  </a:cubicBezTo>
                  <a:cubicBezTo>
                    <a:pt x="326" y="79"/>
                    <a:pt x="476" y="106"/>
                    <a:pt x="476" y="101"/>
                  </a:cubicBezTo>
                  <a:cubicBezTo>
                    <a:pt x="475" y="97"/>
                    <a:pt x="362" y="36"/>
                    <a:pt x="265" y="16"/>
                  </a:cubicBezTo>
                  <a:cubicBezTo>
                    <a:pt x="189" y="0"/>
                    <a:pt x="42" y="6"/>
                    <a:pt x="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315;p39">
              <a:extLst>
                <a:ext uri="{FF2B5EF4-FFF2-40B4-BE49-F238E27FC236}">
                  <a16:creationId xmlns:a16="http://schemas.microsoft.com/office/drawing/2014/main" id="{B08EE62D-39BD-8024-CD96-106359EFD273}"/>
                </a:ext>
              </a:extLst>
            </p:cNvPr>
            <p:cNvSpPr/>
            <p:nvPr/>
          </p:nvSpPr>
          <p:spPr>
            <a:xfrm>
              <a:off x="6799263" y="2572975"/>
              <a:ext cx="382588" cy="193675"/>
            </a:xfrm>
            <a:custGeom>
              <a:avLst/>
              <a:gdLst/>
              <a:ahLst/>
              <a:cxnLst/>
              <a:rect l="l" t="t" r="r" b="b"/>
              <a:pathLst>
                <a:path w="209" h="106" extrusionOk="0">
                  <a:moveTo>
                    <a:pt x="166" y="74"/>
                  </a:moveTo>
                  <a:cubicBezTo>
                    <a:pt x="121" y="44"/>
                    <a:pt x="63" y="19"/>
                    <a:pt x="0" y="0"/>
                  </a:cubicBezTo>
                  <a:cubicBezTo>
                    <a:pt x="7" y="13"/>
                    <a:pt x="23" y="36"/>
                    <a:pt x="52" y="51"/>
                  </a:cubicBezTo>
                  <a:cubicBezTo>
                    <a:pt x="93" y="71"/>
                    <a:pt x="145" y="97"/>
                    <a:pt x="159" y="102"/>
                  </a:cubicBezTo>
                  <a:cubicBezTo>
                    <a:pt x="168" y="106"/>
                    <a:pt x="193" y="105"/>
                    <a:pt x="209" y="104"/>
                  </a:cubicBezTo>
                  <a:cubicBezTo>
                    <a:pt x="196" y="94"/>
                    <a:pt x="182" y="84"/>
                    <a:pt x="166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316;p39">
              <a:extLst>
                <a:ext uri="{FF2B5EF4-FFF2-40B4-BE49-F238E27FC236}">
                  <a16:creationId xmlns:a16="http://schemas.microsoft.com/office/drawing/2014/main" id="{7B90AF37-C2C1-EEA1-8028-D180CD98E8E4}"/>
                </a:ext>
              </a:extLst>
            </p:cNvPr>
            <p:cNvSpPr/>
            <p:nvPr/>
          </p:nvSpPr>
          <p:spPr>
            <a:xfrm>
              <a:off x="7240588" y="3028587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8C92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317;p39">
              <a:extLst>
                <a:ext uri="{FF2B5EF4-FFF2-40B4-BE49-F238E27FC236}">
                  <a16:creationId xmlns:a16="http://schemas.microsoft.com/office/drawing/2014/main" id="{D31686F5-5D16-5A0C-9083-6D0A71BBAB6C}"/>
                </a:ext>
              </a:extLst>
            </p:cNvPr>
            <p:cNvSpPr/>
            <p:nvPr/>
          </p:nvSpPr>
          <p:spPr>
            <a:xfrm>
              <a:off x="3789363" y="2969962"/>
              <a:ext cx="3452814" cy="71437"/>
            </a:xfrm>
            <a:custGeom>
              <a:avLst/>
              <a:gdLst/>
              <a:ahLst/>
              <a:cxnLst/>
              <a:rect l="l" t="t" r="r" b="b"/>
              <a:pathLst>
                <a:path w="1887" h="39" extrusionOk="0">
                  <a:moveTo>
                    <a:pt x="18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815" y="2"/>
                    <a:pt x="1815" y="2"/>
                    <a:pt x="1815" y="2"/>
                  </a:cubicBezTo>
                  <a:cubicBezTo>
                    <a:pt x="1885" y="38"/>
                    <a:pt x="1885" y="38"/>
                    <a:pt x="1885" y="38"/>
                  </a:cubicBezTo>
                  <a:cubicBezTo>
                    <a:pt x="1885" y="39"/>
                    <a:pt x="1885" y="39"/>
                    <a:pt x="1885" y="39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6" y="37"/>
                    <a:pt x="1886" y="37"/>
                  </a:cubicBezTo>
                  <a:cubicBezTo>
                    <a:pt x="1887" y="37"/>
                    <a:pt x="1887" y="37"/>
                    <a:pt x="1887" y="37"/>
                  </a:cubicBezTo>
                  <a:cubicBezTo>
                    <a:pt x="1886" y="36"/>
                    <a:pt x="1886" y="36"/>
                    <a:pt x="1886" y="36"/>
                  </a:cubicBezTo>
                  <a:cubicBezTo>
                    <a:pt x="1815" y="0"/>
                    <a:pt x="1815" y="0"/>
                    <a:pt x="1815" y="0"/>
                  </a:cubicBezTo>
                  <a:cubicBezTo>
                    <a:pt x="1815" y="0"/>
                    <a:pt x="1815" y="0"/>
                    <a:pt x="18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318;p39">
              <a:extLst>
                <a:ext uri="{FF2B5EF4-FFF2-40B4-BE49-F238E27FC236}">
                  <a16:creationId xmlns:a16="http://schemas.microsoft.com/office/drawing/2014/main" id="{74DC19A6-8C35-E17F-98B4-C45EE2DD77B4}"/>
                </a:ext>
              </a:extLst>
            </p:cNvPr>
            <p:cNvSpPr/>
            <p:nvPr/>
          </p:nvSpPr>
          <p:spPr>
            <a:xfrm>
              <a:off x="5951538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319;p39">
              <a:extLst>
                <a:ext uri="{FF2B5EF4-FFF2-40B4-BE49-F238E27FC236}">
                  <a16:creationId xmlns:a16="http://schemas.microsoft.com/office/drawing/2014/main" id="{A7A6314C-D7ED-E8B7-EA0A-B2940AD14D5F}"/>
                </a:ext>
              </a:extLst>
            </p:cNvPr>
            <p:cNvSpPr/>
            <p:nvPr/>
          </p:nvSpPr>
          <p:spPr>
            <a:xfrm>
              <a:off x="5951538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320;p39">
              <a:extLst>
                <a:ext uri="{FF2B5EF4-FFF2-40B4-BE49-F238E27FC236}">
                  <a16:creationId xmlns:a16="http://schemas.microsoft.com/office/drawing/2014/main" id="{51AC9A94-0EC7-9E45-8214-5B3F5D85852F}"/>
                </a:ext>
              </a:extLst>
            </p:cNvPr>
            <p:cNvSpPr/>
            <p:nvPr/>
          </p:nvSpPr>
          <p:spPr>
            <a:xfrm>
              <a:off x="3962401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321;p39">
              <a:extLst>
                <a:ext uri="{FF2B5EF4-FFF2-40B4-BE49-F238E27FC236}">
                  <a16:creationId xmlns:a16="http://schemas.microsoft.com/office/drawing/2014/main" id="{27EDB43E-026C-46DC-AD8B-6EDF8BE0EBD1}"/>
                </a:ext>
              </a:extLst>
            </p:cNvPr>
            <p:cNvSpPr/>
            <p:nvPr/>
          </p:nvSpPr>
          <p:spPr>
            <a:xfrm>
              <a:off x="3962400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322;p39">
              <a:extLst>
                <a:ext uri="{FF2B5EF4-FFF2-40B4-BE49-F238E27FC236}">
                  <a16:creationId xmlns:a16="http://schemas.microsoft.com/office/drawing/2014/main" id="{C92DA911-173A-B72D-2D41-16AACEF88E71}"/>
                </a:ext>
              </a:extLst>
            </p:cNvPr>
            <p:cNvSpPr/>
            <p:nvPr/>
          </p:nvSpPr>
          <p:spPr>
            <a:xfrm>
              <a:off x="5999163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323;p39">
              <a:extLst>
                <a:ext uri="{FF2B5EF4-FFF2-40B4-BE49-F238E27FC236}">
                  <a16:creationId xmlns:a16="http://schemas.microsoft.com/office/drawing/2014/main" id="{9796D3CA-A1D5-DFEA-B000-DC6FAE943362}"/>
                </a:ext>
              </a:extLst>
            </p:cNvPr>
            <p:cNvSpPr/>
            <p:nvPr/>
          </p:nvSpPr>
          <p:spPr>
            <a:xfrm>
              <a:off x="4010025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324;p39">
              <a:extLst>
                <a:ext uri="{FF2B5EF4-FFF2-40B4-BE49-F238E27FC236}">
                  <a16:creationId xmlns:a16="http://schemas.microsoft.com/office/drawing/2014/main" id="{53687420-204F-1F45-72F9-BBF98D776271}"/>
                </a:ext>
              </a:extLst>
            </p:cNvPr>
            <p:cNvSpPr/>
            <p:nvPr/>
          </p:nvSpPr>
          <p:spPr>
            <a:xfrm>
              <a:off x="3825875" y="2652350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325;p39">
              <a:extLst>
                <a:ext uri="{FF2B5EF4-FFF2-40B4-BE49-F238E27FC236}">
                  <a16:creationId xmlns:a16="http://schemas.microsoft.com/office/drawing/2014/main" id="{CA8ABB33-DC2E-EBDD-4098-E39482EEEBEA}"/>
                </a:ext>
              </a:extLst>
            </p:cNvPr>
            <p:cNvSpPr/>
            <p:nvPr/>
          </p:nvSpPr>
          <p:spPr>
            <a:xfrm>
              <a:off x="3825875" y="2677750"/>
              <a:ext cx="109538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326;p39">
              <a:extLst>
                <a:ext uri="{FF2B5EF4-FFF2-40B4-BE49-F238E27FC236}">
                  <a16:creationId xmlns:a16="http://schemas.microsoft.com/office/drawing/2014/main" id="{B193E7BC-7B60-561C-EEF1-73554DE90AFA}"/>
                </a:ext>
              </a:extLst>
            </p:cNvPr>
            <p:cNvSpPr/>
            <p:nvPr/>
          </p:nvSpPr>
          <p:spPr>
            <a:xfrm>
              <a:off x="3825875" y="27047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327;p39">
              <a:extLst>
                <a:ext uri="{FF2B5EF4-FFF2-40B4-BE49-F238E27FC236}">
                  <a16:creationId xmlns:a16="http://schemas.microsoft.com/office/drawing/2014/main" id="{1E77DA97-2C10-D9C0-25D7-7E66207F104B}"/>
                </a:ext>
              </a:extLst>
            </p:cNvPr>
            <p:cNvSpPr/>
            <p:nvPr/>
          </p:nvSpPr>
          <p:spPr>
            <a:xfrm>
              <a:off x="3825875" y="27301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328;p39">
              <a:extLst>
                <a:ext uri="{FF2B5EF4-FFF2-40B4-BE49-F238E27FC236}">
                  <a16:creationId xmlns:a16="http://schemas.microsoft.com/office/drawing/2014/main" id="{3F63D18E-0259-9778-3355-F39100C9777A}"/>
                </a:ext>
              </a:extLst>
            </p:cNvPr>
            <p:cNvSpPr/>
            <p:nvPr/>
          </p:nvSpPr>
          <p:spPr>
            <a:xfrm>
              <a:off x="4256088" y="2622188"/>
              <a:ext cx="1600200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5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69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69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329;p39">
              <a:extLst>
                <a:ext uri="{FF2B5EF4-FFF2-40B4-BE49-F238E27FC236}">
                  <a16:creationId xmlns:a16="http://schemas.microsoft.com/office/drawing/2014/main" id="{4DC43FF2-E342-218C-4470-12A75C8BD50E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330;p39">
              <a:extLst>
                <a:ext uri="{FF2B5EF4-FFF2-40B4-BE49-F238E27FC236}">
                  <a16:creationId xmlns:a16="http://schemas.microsoft.com/office/drawing/2014/main" id="{8B2D725E-16CB-9584-7E0F-2AC2B651D71D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331;p39">
              <a:extLst>
                <a:ext uri="{FF2B5EF4-FFF2-40B4-BE49-F238E27FC236}">
                  <a16:creationId xmlns:a16="http://schemas.microsoft.com/office/drawing/2014/main" id="{A4BD0B6B-D4E4-4DF7-03FB-BF160142155D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332;p39">
              <a:extLst>
                <a:ext uri="{FF2B5EF4-FFF2-40B4-BE49-F238E27FC236}">
                  <a16:creationId xmlns:a16="http://schemas.microsoft.com/office/drawing/2014/main" id="{E71A11B3-63A5-4BBC-5498-54288E434513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333;p39">
              <a:extLst>
                <a:ext uri="{FF2B5EF4-FFF2-40B4-BE49-F238E27FC236}">
                  <a16:creationId xmlns:a16="http://schemas.microsoft.com/office/drawing/2014/main" id="{70EFEFB3-5F6A-5589-5C54-A5C1239ECC6C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334;p39">
              <a:extLst>
                <a:ext uri="{FF2B5EF4-FFF2-40B4-BE49-F238E27FC236}">
                  <a16:creationId xmlns:a16="http://schemas.microsoft.com/office/drawing/2014/main" id="{9F98305E-9995-BEDD-F9FF-80A1B8481B61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335;p39">
              <a:extLst>
                <a:ext uri="{FF2B5EF4-FFF2-40B4-BE49-F238E27FC236}">
                  <a16:creationId xmlns:a16="http://schemas.microsoft.com/office/drawing/2014/main" id="{095EA96B-4173-E20A-F75F-7F70C069F561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336;p39">
              <a:extLst>
                <a:ext uri="{FF2B5EF4-FFF2-40B4-BE49-F238E27FC236}">
                  <a16:creationId xmlns:a16="http://schemas.microsoft.com/office/drawing/2014/main" id="{85BBDC83-2012-0509-40BE-E6B2EB9B3EFA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337;p39">
              <a:extLst>
                <a:ext uri="{FF2B5EF4-FFF2-40B4-BE49-F238E27FC236}">
                  <a16:creationId xmlns:a16="http://schemas.microsoft.com/office/drawing/2014/main" id="{0A258478-47C1-6FC6-1CE8-69F353D5557E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338;p39">
              <a:extLst>
                <a:ext uri="{FF2B5EF4-FFF2-40B4-BE49-F238E27FC236}">
                  <a16:creationId xmlns:a16="http://schemas.microsoft.com/office/drawing/2014/main" id="{65C49641-4BDA-C2D5-3925-E402293AF7F2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339;p39">
              <a:extLst>
                <a:ext uri="{FF2B5EF4-FFF2-40B4-BE49-F238E27FC236}">
                  <a16:creationId xmlns:a16="http://schemas.microsoft.com/office/drawing/2014/main" id="{D7C3FCB1-B8C2-C81C-02C6-AF72D068521D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340;p39">
              <a:extLst>
                <a:ext uri="{FF2B5EF4-FFF2-40B4-BE49-F238E27FC236}">
                  <a16:creationId xmlns:a16="http://schemas.microsoft.com/office/drawing/2014/main" id="{E7C34349-2B51-C9AF-C81B-2AC9466FF6B3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2344;p39">
            <a:extLst>
              <a:ext uri="{FF2B5EF4-FFF2-40B4-BE49-F238E27FC236}">
                <a16:creationId xmlns:a16="http://schemas.microsoft.com/office/drawing/2014/main" id="{20482CE1-3A1E-FBE1-FAD4-28700D9347EE}"/>
              </a:ext>
            </a:extLst>
          </p:cNvPr>
          <p:cNvGrpSpPr/>
          <p:nvPr/>
        </p:nvGrpSpPr>
        <p:grpSpPr>
          <a:xfrm>
            <a:off x="0" y="3440300"/>
            <a:ext cx="9144000" cy="1703200"/>
            <a:chOff x="0" y="3593000"/>
            <a:chExt cx="9186902" cy="1703200"/>
          </a:xfrm>
        </p:grpSpPr>
        <p:sp>
          <p:nvSpPr>
            <p:cNvPr id="384" name="Google Shape;2345;p39">
              <a:extLst>
                <a:ext uri="{FF2B5EF4-FFF2-40B4-BE49-F238E27FC236}">
                  <a16:creationId xmlns:a16="http://schemas.microsoft.com/office/drawing/2014/main" id="{FD3E4C49-337B-D891-5CFC-EA0F3176AB59}"/>
                </a:ext>
              </a:extLst>
            </p:cNvPr>
            <p:cNvSpPr/>
            <p:nvPr/>
          </p:nvSpPr>
          <p:spPr>
            <a:xfrm>
              <a:off x="0" y="3593000"/>
              <a:ext cx="9186902" cy="1702900"/>
            </a:xfrm>
            <a:custGeom>
              <a:avLst/>
              <a:gdLst/>
              <a:ahLst/>
              <a:cxnLst/>
              <a:rect l="l" t="t" r="r" b="b"/>
              <a:pathLst>
                <a:path w="4160" h="775" extrusionOk="0">
                  <a:moveTo>
                    <a:pt x="1292" y="51"/>
                  </a:moveTo>
                  <a:cubicBezTo>
                    <a:pt x="1292" y="39"/>
                    <a:pt x="1292" y="39"/>
                    <a:pt x="1292" y="39"/>
                  </a:cubicBezTo>
                  <a:cubicBezTo>
                    <a:pt x="1283" y="39"/>
                    <a:pt x="1283" y="39"/>
                    <a:pt x="1283" y="39"/>
                  </a:cubicBezTo>
                  <a:cubicBezTo>
                    <a:pt x="1283" y="21"/>
                    <a:pt x="1283" y="21"/>
                    <a:pt x="1283" y="21"/>
                  </a:cubicBezTo>
                  <a:cubicBezTo>
                    <a:pt x="1283" y="9"/>
                    <a:pt x="1274" y="0"/>
                    <a:pt x="1262" y="0"/>
                  </a:cubicBezTo>
                  <a:cubicBezTo>
                    <a:pt x="1049" y="0"/>
                    <a:pt x="1049" y="0"/>
                    <a:pt x="1049" y="0"/>
                  </a:cubicBezTo>
                  <a:cubicBezTo>
                    <a:pt x="1038" y="0"/>
                    <a:pt x="1029" y="9"/>
                    <a:pt x="1029" y="21"/>
                  </a:cubicBezTo>
                  <a:cubicBezTo>
                    <a:pt x="1029" y="39"/>
                    <a:pt x="1029" y="39"/>
                    <a:pt x="1029" y="39"/>
                  </a:cubicBezTo>
                  <a:cubicBezTo>
                    <a:pt x="1020" y="39"/>
                    <a:pt x="1020" y="39"/>
                    <a:pt x="1020" y="39"/>
                  </a:cubicBezTo>
                  <a:cubicBezTo>
                    <a:pt x="1020" y="51"/>
                    <a:pt x="1020" y="51"/>
                    <a:pt x="102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475"/>
                    <a:pt x="0" y="475"/>
                    <a:pt x="0" y="475"/>
                  </a:cubicBezTo>
                  <a:cubicBezTo>
                    <a:pt x="27" y="475"/>
                    <a:pt x="27" y="475"/>
                    <a:pt x="27" y="475"/>
                  </a:cubicBezTo>
                  <a:cubicBezTo>
                    <a:pt x="110" y="475"/>
                    <a:pt x="110" y="475"/>
                    <a:pt x="110" y="475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6" y="340"/>
                    <a:pt x="469" y="230"/>
                    <a:pt x="882" y="229"/>
                  </a:cubicBezTo>
                  <a:cubicBezTo>
                    <a:pt x="1301" y="230"/>
                    <a:pt x="1638" y="340"/>
                    <a:pt x="1638" y="475"/>
                  </a:cubicBezTo>
                  <a:cubicBezTo>
                    <a:pt x="1644" y="475"/>
                    <a:pt x="1644" y="475"/>
                    <a:pt x="1644" y="475"/>
                  </a:cubicBezTo>
                  <a:cubicBezTo>
                    <a:pt x="1759" y="475"/>
                    <a:pt x="1759" y="475"/>
                    <a:pt x="1759" y="475"/>
                  </a:cubicBezTo>
                  <a:cubicBezTo>
                    <a:pt x="1759" y="775"/>
                    <a:pt x="1759" y="775"/>
                    <a:pt x="1759" y="775"/>
                  </a:cubicBezTo>
                  <a:cubicBezTo>
                    <a:pt x="1763" y="775"/>
                    <a:pt x="1763" y="775"/>
                    <a:pt x="1763" y="775"/>
                  </a:cubicBezTo>
                  <a:cubicBezTo>
                    <a:pt x="2386" y="775"/>
                    <a:pt x="2386" y="775"/>
                    <a:pt x="2386" y="775"/>
                  </a:cubicBezTo>
                  <a:cubicBezTo>
                    <a:pt x="2390" y="775"/>
                    <a:pt x="2390" y="775"/>
                    <a:pt x="2390" y="775"/>
                  </a:cubicBezTo>
                  <a:cubicBezTo>
                    <a:pt x="2390" y="475"/>
                    <a:pt x="2390" y="475"/>
                    <a:pt x="2390" y="475"/>
                  </a:cubicBezTo>
                  <a:cubicBezTo>
                    <a:pt x="2505" y="475"/>
                    <a:pt x="2505" y="475"/>
                    <a:pt x="2505" y="475"/>
                  </a:cubicBezTo>
                  <a:cubicBezTo>
                    <a:pt x="2511" y="475"/>
                    <a:pt x="2511" y="475"/>
                    <a:pt x="2511" y="475"/>
                  </a:cubicBezTo>
                  <a:cubicBezTo>
                    <a:pt x="2511" y="340"/>
                    <a:pt x="2849" y="230"/>
                    <a:pt x="3267" y="229"/>
                  </a:cubicBezTo>
                  <a:cubicBezTo>
                    <a:pt x="3680" y="230"/>
                    <a:pt x="4014" y="340"/>
                    <a:pt x="4014" y="475"/>
                  </a:cubicBezTo>
                  <a:cubicBezTo>
                    <a:pt x="4039" y="475"/>
                    <a:pt x="4039" y="475"/>
                    <a:pt x="4039" y="475"/>
                  </a:cubicBezTo>
                  <a:cubicBezTo>
                    <a:pt x="4133" y="475"/>
                    <a:pt x="4133" y="475"/>
                    <a:pt x="4133" y="475"/>
                  </a:cubicBezTo>
                  <a:cubicBezTo>
                    <a:pt x="4160" y="475"/>
                    <a:pt x="4160" y="475"/>
                    <a:pt x="4160" y="475"/>
                  </a:cubicBezTo>
                  <a:cubicBezTo>
                    <a:pt x="4160" y="184"/>
                    <a:pt x="4160" y="184"/>
                    <a:pt x="4160" y="184"/>
                  </a:cubicBezTo>
                  <a:cubicBezTo>
                    <a:pt x="4160" y="175"/>
                    <a:pt x="4160" y="175"/>
                    <a:pt x="4160" y="175"/>
                  </a:cubicBezTo>
                  <a:cubicBezTo>
                    <a:pt x="4160" y="173"/>
                    <a:pt x="4160" y="173"/>
                    <a:pt x="4160" y="173"/>
                  </a:cubicBezTo>
                  <a:cubicBezTo>
                    <a:pt x="4160" y="137"/>
                    <a:pt x="4160" y="137"/>
                    <a:pt x="4160" y="137"/>
                  </a:cubicBezTo>
                  <a:cubicBezTo>
                    <a:pt x="4160" y="129"/>
                    <a:pt x="4160" y="129"/>
                    <a:pt x="4160" y="129"/>
                  </a:cubicBezTo>
                  <a:cubicBezTo>
                    <a:pt x="4160" y="121"/>
                    <a:pt x="4160" y="121"/>
                    <a:pt x="4160" y="121"/>
                  </a:cubicBezTo>
                  <a:cubicBezTo>
                    <a:pt x="4160" y="60"/>
                    <a:pt x="4160" y="60"/>
                    <a:pt x="4160" y="60"/>
                  </a:cubicBezTo>
                  <a:cubicBezTo>
                    <a:pt x="4160" y="55"/>
                    <a:pt x="4160" y="55"/>
                    <a:pt x="4160" y="55"/>
                  </a:cubicBezTo>
                  <a:cubicBezTo>
                    <a:pt x="4160" y="51"/>
                    <a:pt x="4160" y="51"/>
                    <a:pt x="4160" y="51"/>
                  </a:cubicBezTo>
                  <a:lnTo>
                    <a:pt x="1292" y="51"/>
                  </a:lnTo>
                  <a:close/>
                  <a:moveTo>
                    <a:pt x="1239" y="2"/>
                  </a:moveTo>
                  <a:cubicBezTo>
                    <a:pt x="1262" y="2"/>
                    <a:pt x="1262" y="2"/>
                    <a:pt x="1262" y="2"/>
                  </a:cubicBezTo>
                  <a:cubicBezTo>
                    <a:pt x="1272" y="2"/>
                    <a:pt x="1281" y="10"/>
                    <a:pt x="1281" y="21"/>
                  </a:cubicBezTo>
                  <a:cubicBezTo>
                    <a:pt x="1281" y="39"/>
                    <a:pt x="1281" y="39"/>
                    <a:pt x="1281" y="39"/>
                  </a:cubicBezTo>
                  <a:cubicBezTo>
                    <a:pt x="1239" y="39"/>
                    <a:pt x="1239" y="39"/>
                    <a:pt x="1239" y="39"/>
                  </a:cubicBezTo>
                  <a:lnTo>
                    <a:pt x="1239" y="2"/>
                  </a:lnTo>
                  <a:close/>
                  <a:moveTo>
                    <a:pt x="1197" y="2"/>
                  </a:moveTo>
                  <a:cubicBezTo>
                    <a:pt x="1237" y="2"/>
                    <a:pt x="1237" y="2"/>
                    <a:pt x="1237" y="2"/>
                  </a:cubicBezTo>
                  <a:cubicBezTo>
                    <a:pt x="1237" y="39"/>
                    <a:pt x="1237" y="39"/>
                    <a:pt x="1237" y="39"/>
                  </a:cubicBezTo>
                  <a:cubicBezTo>
                    <a:pt x="1197" y="39"/>
                    <a:pt x="1197" y="39"/>
                    <a:pt x="1197" y="39"/>
                  </a:cubicBezTo>
                  <a:lnTo>
                    <a:pt x="1197" y="2"/>
                  </a:lnTo>
                  <a:close/>
                  <a:moveTo>
                    <a:pt x="1155" y="2"/>
                  </a:moveTo>
                  <a:cubicBezTo>
                    <a:pt x="1196" y="2"/>
                    <a:pt x="1196" y="2"/>
                    <a:pt x="1196" y="2"/>
                  </a:cubicBezTo>
                  <a:cubicBezTo>
                    <a:pt x="1196" y="39"/>
                    <a:pt x="1196" y="39"/>
                    <a:pt x="1196" y="39"/>
                  </a:cubicBezTo>
                  <a:cubicBezTo>
                    <a:pt x="1155" y="39"/>
                    <a:pt x="1155" y="39"/>
                    <a:pt x="1155" y="39"/>
                  </a:cubicBezTo>
                  <a:lnTo>
                    <a:pt x="1155" y="2"/>
                  </a:lnTo>
                  <a:close/>
                  <a:moveTo>
                    <a:pt x="1117" y="2"/>
                  </a:moveTo>
                  <a:cubicBezTo>
                    <a:pt x="1153" y="2"/>
                    <a:pt x="1153" y="2"/>
                    <a:pt x="1153" y="2"/>
                  </a:cubicBezTo>
                  <a:cubicBezTo>
                    <a:pt x="1153" y="39"/>
                    <a:pt x="1153" y="39"/>
                    <a:pt x="1153" y="39"/>
                  </a:cubicBezTo>
                  <a:cubicBezTo>
                    <a:pt x="1117" y="39"/>
                    <a:pt x="1117" y="39"/>
                    <a:pt x="1117" y="39"/>
                  </a:cubicBezTo>
                  <a:lnTo>
                    <a:pt x="1117" y="2"/>
                  </a:lnTo>
                  <a:close/>
                  <a:moveTo>
                    <a:pt x="1075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39"/>
                    <a:pt x="1115" y="39"/>
                    <a:pt x="1115" y="39"/>
                  </a:cubicBezTo>
                  <a:cubicBezTo>
                    <a:pt x="1075" y="39"/>
                    <a:pt x="1075" y="39"/>
                    <a:pt x="1075" y="39"/>
                  </a:cubicBezTo>
                  <a:lnTo>
                    <a:pt x="1075" y="2"/>
                  </a:lnTo>
                  <a:close/>
                  <a:moveTo>
                    <a:pt x="1031" y="21"/>
                  </a:moveTo>
                  <a:cubicBezTo>
                    <a:pt x="1031" y="10"/>
                    <a:pt x="1039" y="2"/>
                    <a:pt x="1049" y="2"/>
                  </a:cubicBezTo>
                  <a:cubicBezTo>
                    <a:pt x="1073" y="2"/>
                    <a:pt x="1073" y="2"/>
                    <a:pt x="1073" y="2"/>
                  </a:cubicBezTo>
                  <a:cubicBezTo>
                    <a:pt x="1073" y="39"/>
                    <a:pt x="1073" y="39"/>
                    <a:pt x="1073" y="39"/>
                  </a:cubicBezTo>
                  <a:cubicBezTo>
                    <a:pt x="1031" y="39"/>
                    <a:pt x="1031" y="39"/>
                    <a:pt x="1031" y="39"/>
                  </a:cubicBezTo>
                  <a:lnTo>
                    <a:pt x="1031" y="21"/>
                  </a:lnTo>
                  <a:close/>
                </a:path>
              </a:pathLst>
            </a:custGeom>
            <a:solidFill>
              <a:schemeClr val="tx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2346;p39">
              <a:extLst>
                <a:ext uri="{FF2B5EF4-FFF2-40B4-BE49-F238E27FC236}">
                  <a16:creationId xmlns:a16="http://schemas.microsoft.com/office/drawing/2014/main" id="{635C72A4-D34C-8317-5867-9298100A175C}"/>
                </a:ext>
              </a:extLst>
            </p:cNvPr>
            <p:cNvSpPr/>
            <p:nvPr/>
          </p:nvSpPr>
          <p:spPr>
            <a:xfrm>
              <a:off x="0" y="4601525"/>
              <a:ext cx="297900" cy="6861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86" name="Google Shape;2347;p39">
              <a:extLst>
                <a:ext uri="{FF2B5EF4-FFF2-40B4-BE49-F238E27FC236}">
                  <a16:creationId xmlns:a16="http://schemas.microsoft.com/office/drawing/2014/main" id="{027C7143-A006-9186-3FE5-B3384ABA3EB2}"/>
                </a:ext>
              </a:extLst>
            </p:cNvPr>
            <p:cNvSpPr/>
            <p:nvPr/>
          </p:nvSpPr>
          <p:spPr>
            <a:xfrm>
              <a:off x="3867063" y="4630500"/>
              <a:ext cx="14316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387" name="Google Shape;2348;p39">
              <a:extLst>
                <a:ext uri="{FF2B5EF4-FFF2-40B4-BE49-F238E27FC236}">
                  <a16:creationId xmlns:a16="http://schemas.microsoft.com/office/drawing/2014/main" id="{ECDA039D-3C65-7C92-6E7F-85C6ACB22FC5}"/>
                </a:ext>
              </a:extLst>
            </p:cNvPr>
            <p:cNvGrpSpPr/>
            <p:nvPr/>
          </p:nvGrpSpPr>
          <p:grpSpPr>
            <a:xfrm>
              <a:off x="109020" y="4065169"/>
              <a:ext cx="8197094" cy="1044961"/>
              <a:chOff x="69670" y="3912769"/>
              <a:chExt cx="8197094" cy="1044961"/>
            </a:xfrm>
          </p:grpSpPr>
          <p:sp>
            <p:nvSpPr>
              <p:cNvPr id="389" name="Google Shape;2349;p39">
                <a:extLst>
                  <a:ext uri="{FF2B5EF4-FFF2-40B4-BE49-F238E27FC236}">
                    <a16:creationId xmlns:a16="http://schemas.microsoft.com/office/drawing/2014/main" id="{EE49C479-E463-F3DB-7FF1-E264658E0366}"/>
                  </a:ext>
                </a:extLst>
              </p:cNvPr>
              <p:cNvSpPr/>
              <p:nvPr/>
            </p:nvSpPr>
            <p:spPr>
              <a:xfrm>
                <a:off x="3676701" y="3933410"/>
                <a:ext cx="10578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2350;p39">
                <a:extLst>
                  <a:ext uri="{FF2B5EF4-FFF2-40B4-BE49-F238E27FC236}">
                    <a16:creationId xmlns:a16="http://schemas.microsoft.com/office/drawing/2014/main" id="{EF24707B-A579-A270-BEB6-0CCB8986DAD4}"/>
                  </a:ext>
                </a:extLst>
              </p:cNvPr>
              <p:cNvSpPr/>
              <p:nvPr/>
            </p:nvSpPr>
            <p:spPr>
              <a:xfrm>
                <a:off x="105792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2351;p39">
                <a:extLst>
                  <a:ext uri="{FF2B5EF4-FFF2-40B4-BE49-F238E27FC236}">
                    <a16:creationId xmlns:a16="http://schemas.microsoft.com/office/drawing/2014/main" id="{446809F1-865A-C8FA-4FEC-6CC2D18E230E}"/>
                  </a:ext>
                </a:extLst>
              </p:cNvPr>
              <p:cNvSpPr/>
              <p:nvPr/>
            </p:nvSpPr>
            <p:spPr>
              <a:xfrm>
                <a:off x="229639" y="404177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2352;p39">
                <a:extLst>
                  <a:ext uri="{FF2B5EF4-FFF2-40B4-BE49-F238E27FC236}">
                    <a16:creationId xmlns:a16="http://schemas.microsoft.com/office/drawing/2014/main" id="{CE1E8825-0EB4-02F2-E108-3C7D52CD650E}"/>
                  </a:ext>
                </a:extLst>
              </p:cNvPr>
              <p:cNvSpPr/>
              <p:nvPr/>
            </p:nvSpPr>
            <p:spPr>
              <a:xfrm>
                <a:off x="69670" y="416820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2353;p39">
                <a:extLst>
                  <a:ext uri="{FF2B5EF4-FFF2-40B4-BE49-F238E27FC236}">
                    <a16:creationId xmlns:a16="http://schemas.microsoft.com/office/drawing/2014/main" id="{0A2A348D-F306-C6D2-FC5F-9D6FE0DD419F}"/>
                  </a:ext>
                </a:extLst>
              </p:cNvPr>
              <p:cNvSpPr/>
              <p:nvPr/>
            </p:nvSpPr>
            <p:spPr>
              <a:xfrm>
                <a:off x="3914073" y="4018556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2354;p39">
                <a:extLst>
                  <a:ext uri="{FF2B5EF4-FFF2-40B4-BE49-F238E27FC236}">
                    <a16:creationId xmlns:a16="http://schemas.microsoft.com/office/drawing/2014/main" id="{944B167F-DF09-DC91-5ABC-1450DA1BBF21}"/>
                  </a:ext>
                </a:extLst>
              </p:cNvPr>
              <p:cNvSpPr/>
              <p:nvPr/>
            </p:nvSpPr>
            <p:spPr>
              <a:xfrm>
                <a:off x="3343864" y="4064998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2355;p39">
                <a:extLst>
                  <a:ext uri="{FF2B5EF4-FFF2-40B4-BE49-F238E27FC236}">
                    <a16:creationId xmlns:a16="http://schemas.microsoft.com/office/drawing/2014/main" id="{1D235445-C105-328F-5F09-893EC27C004A}"/>
                  </a:ext>
                </a:extLst>
              </p:cNvPr>
              <p:cNvSpPr/>
              <p:nvPr/>
            </p:nvSpPr>
            <p:spPr>
              <a:xfrm>
                <a:off x="3952776" y="4591349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2356;p39">
                <a:extLst>
                  <a:ext uri="{FF2B5EF4-FFF2-40B4-BE49-F238E27FC236}">
                    <a16:creationId xmlns:a16="http://schemas.microsoft.com/office/drawing/2014/main" id="{2960C7E1-DF51-DBB8-CCEF-7CDED83CD1FC}"/>
                  </a:ext>
                </a:extLst>
              </p:cNvPr>
              <p:cNvSpPr/>
              <p:nvPr/>
            </p:nvSpPr>
            <p:spPr>
              <a:xfrm>
                <a:off x="395277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2357;p39">
                <a:extLst>
                  <a:ext uri="{FF2B5EF4-FFF2-40B4-BE49-F238E27FC236}">
                    <a16:creationId xmlns:a16="http://schemas.microsoft.com/office/drawing/2014/main" id="{A67834A7-B0AA-1926-3BB0-40DB5B8926C9}"/>
                  </a:ext>
                </a:extLst>
              </p:cNvPr>
              <p:cNvSpPr/>
              <p:nvPr/>
            </p:nvSpPr>
            <p:spPr>
              <a:xfrm>
                <a:off x="4112745" y="464811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2358;p39">
                <a:extLst>
                  <a:ext uri="{FF2B5EF4-FFF2-40B4-BE49-F238E27FC236}">
                    <a16:creationId xmlns:a16="http://schemas.microsoft.com/office/drawing/2014/main" id="{6DB07BB9-58EE-1AF7-95CB-BD2A4204A5C9}"/>
                  </a:ext>
                </a:extLst>
              </p:cNvPr>
              <p:cNvSpPr/>
              <p:nvPr/>
            </p:nvSpPr>
            <p:spPr>
              <a:xfrm>
                <a:off x="5255744" y="3982434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8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3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8" y="18"/>
                      <a:pt x="48" y="15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2359;p39">
                <a:extLst>
                  <a:ext uri="{FF2B5EF4-FFF2-40B4-BE49-F238E27FC236}">
                    <a16:creationId xmlns:a16="http://schemas.microsoft.com/office/drawing/2014/main" id="{1D667EDD-4F79-F76E-77C9-26902070B100}"/>
                  </a:ext>
                </a:extLst>
              </p:cNvPr>
              <p:cNvSpPr/>
              <p:nvPr/>
            </p:nvSpPr>
            <p:spPr>
              <a:xfrm>
                <a:off x="8163558" y="391276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2360;p39">
                <a:extLst>
                  <a:ext uri="{FF2B5EF4-FFF2-40B4-BE49-F238E27FC236}">
                    <a16:creationId xmlns:a16="http://schemas.microsoft.com/office/drawing/2014/main" id="{78FF63FA-CDC7-DBC8-F88B-6BA64328A706}"/>
                  </a:ext>
                </a:extLst>
              </p:cNvPr>
              <p:cNvSpPr/>
              <p:nvPr/>
            </p:nvSpPr>
            <p:spPr>
              <a:xfrm>
                <a:off x="4868724" y="479001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2361;p39">
                <a:extLst>
                  <a:ext uri="{FF2B5EF4-FFF2-40B4-BE49-F238E27FC236}">
                    <a16:creationId xmlns:a16="http://schemas.microsoft.com/office/drawing/2014/main" id="{C514D9A3-679A-2E3C-C45F-A9F035C867FE}"/>
                  </a:ext>
                </a:extLst>
              </p:cNvPr>
              <p:cNvSpPr/>
              <p:nvPr/>
            </p:nvSpPr>
            <p:spPr>
              <a:xfrm>
                <a:off x="4572009" y="4578447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2362;p39">
                <a:extLst>
                  <a:ext uri="{FF2B5EF4-FFF2-40B4-BE49-F238E27FC236}">
                    <a16:creationId xmlns:a16="http://schemas.microsoft.com/office/drawing/2014/main" id="{9E60C958-689D-F502-41C6-A95DAD17FB8C}"/>
                  </a:ext>
                </a:extLst>
              </p:cNvPr>
              <p:cNvSpPr/>
              <p:nvPr/>
            </p:nvSpPr>
            <p:spPr>
              <a:xfrm>
                <a:off x="4270132" y="4294631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2363;p39">
                <a:extLst>
                  <a:ext uri="{FF2B5EF4-FFF2-40B4-BE49-F238E27FC236}">
                    <a16:creationId xmlns:a16="http://schemas.microsoft.com/office/drawing/2014/main" id="{53846E4E-55CC-4446-AB43-7C1C9CA29C59}"/>
                  </a:ext>
                </a:extLst>
              </p:cNvPr>
              <p:cNvSpPr/>
              <p:nvPr/>
            </p:nvSpPr>
            <p:spPr>
              <a:xfrm>
                <a:off x="471133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2364;p39">
                <a:extLst>
                  <a:ext uri="{FF2B5EF4-FFF2-40B4-BE49-F238E27FC236}">
                    <a16:creationId xmlns:a16="http://schemas.microsoft.com/office/drawing/2014/main" id="{2F260DF6-E724-89BF-AD56-C41A6AA870A8}"/>
                  </a:ext>
                </a:extLst>
              </p:cNvPr>
              <p:cNvSpPr/>
              <p:nvPr/>
            </p:nvSpPr>
            <p:spPr>
              <a:xfrm>
                <a:off x="4316574" y="4911287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2365;p39">
                <a:extLst>
                  <a:ext uri="{FF2B5EF4-FFF2-40B4-BE49-F238E27FC236}">
                    <a16:creationId xmlns:a16="http://schemas.microsoft.com/office/drawing/2014/main" id="{CBF0BE5E-DF77-AA5F-B330-9F0C2332AB14}"/>
                  </a:ext>
                </a:extLst>
              </p:cNvPr>
              <p:cNvSpPr/>
              <p:nvPr/>
            </p:nvSpPr>
            <p:spPr>
              <a:xfrm>
                <a:off x="4572009" y="483130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2366;p39">
                <a:extLst>
                  <a:ext uri="{FF2B5EF4-FFF2-40B4-BE49-F238E27FC236}">
                    <a16:creationId xmlns:a16="http://schemas.microsoft.com/office/drawing/2014/main" id="{E764F2D4-D490-03F2-9DC9-2F8C2F311653}"/>
                  </a:ext>
                </a:extLst>
              </p:cNvPr>
              <p:cNvSpPr/>
              <p:nvPr/>
            </p:nvSpPr>
            <p:spPr>
              <a:xfrm>
                <a:off x="4711336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2367;p39">
                <a:extLst>
                  <a:ext uri="{FF2B5EF4-FFF2-40B4-BE49-F238E27FC236}">
                    <a16:creationId xmlns:a16="http://schemas.microsoft.com/office/drawing/2014/main" id="{BC3377A5-ED57-AFAE-4B7D-84138841ACAA}"/>
                  </a:ext>
                </a:extLst>
              </p:cNvPr>
              <p:cNvSpPr/>
              <p:nvPr/>
            </p:nvSpPr>
            <p:spPr>
              <a:xfrm>
                <a:off x="5000311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2368;p39">
                <a:extLst>
                  <a:ext uri="{FF2B5EF4-FFF2-40B4-BE49-F238E27FC236}">
                    <a16:creationId xmlns:a16="http://schemas.microsoft.com/office/drawing/2014/main" id="{13855A85-ADE8-328D-5350-DDFA5B94C4CD}"/>
                  </a:ext>
                </a:extLst>
              </p:cNvPr>
              <p:cNvSpPr/>
              <p:nvPr/>
            </p:nvSpPr>
            <p:spPr>
              <a:xfrm>
                <a:off x="5000311" y="437461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2369;p39">
                <a:extLst>
                  <a:ext uri="{FF2B5EF4-FFF2-40B4-BE49-F238E27FC236}">
                    <a16:creationId xmlns:a16="http://schemas.microsoft.com/office/drawing/2014/main" id="{773842ED-1331-8A91-2C4E-50A8F3FE1940}"/>
                  </a:ext>
                </a:extLst>
              </p:cNvPr>
              <p:cNvSpPr/>
              <p:nvPr/>
            </p:nvSpPr>
            <p:spPr>
              <a:xfrm>
                <a:off x="3795387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8" name="Google Shape;2370;p39">
              <a:extLst>
                <a:ext uri="{FF2B5EF4-FFF2-40B4-BE49-F238E27FC236}">
                  <a16:creationId xmlns:a16="http://schemas.microsoft.com/office/drawing/2014/main" id="{1D51189B-2DC6-ECF9-E1D5-18BE2BE28715}"/>
                </a:ext>
              </a:extLst>
            </p:cNvPr>
            <p:cNvSpPr/>
            <p:nvPr/>
          </p:nvSpPr>
          <p:spPr>
            <a:xfrm>
              <a:off x="8865900" y="4630500"/>
              <a:ext cx="3210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10" name="Google Shape;246;p34">
            <a:extLst>
              <a:ext uri="{FF2B5EF4-FFF2-40B4-BE49-F238E27FC236}">
                <a16:creationId xmlns:a16="http://schemas.microsoft.com/office/drawing/2014/main" id="{A37B99A1-3EB7-713D-9049-D3CED1D54209}"/>
              </a:ext>
            </a:extLst>
          </p:cNvPr>
          <p:cNvSpPr txBox="1">
            <a:spLocks/>
          </p:cNvSpPr>
          <p:nvPr/>
        </p:nvSpPr>
        <p:spPr>
          <a:xfrm>
            <a:off x="1299620" y="1637828"/>
            <a:ext cx="6544761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2400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CA % = MAE % + RMSE % + MAPE 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A011-B4D1-FDC5-3F52-4C21850A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FAA8D09B-391D-75C8-0FA2-BA7EFDCE8085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Why These Metrics?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633DAE-B14F-E53A-F3AC-D2A34FB66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15027"/>
              </p:ext>
            </p:extLst>
          </p:nvPr>
        </p:nvGraphicFramePr>
        <p:xfrm>
          <a:off x="375139" y="807670"/>
          <a:ext cx="8370276" cy="3900810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55076">
                  <a:extLst>
                    <a:ext uri="{9D8B030D-6E8A-4147-A177-3AD203B41FA5}">
                      <a16:colId xmlns:a16="http://schemas.microsoft.com/office/drawing/2014/main" val="415920689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92022745"/>
                    </a:ext>
                  </a:extLst>
                </a:gridCol>
                <a:gridCol w="1869831">
                  <a:extLst>
                    <a:ext uri="{9D8B030D-6E8A-4147-A177-3AD203B41FA5}">
                      <a16:colId xmlns:a16="http://schemas.microsoft.com/office/drawing/2014/main" val="1033061141"/>
                    </a:ext>
                  </a:extLst>
                </a:gridCol>
                <a:gridCol w="2092569">
                  <a:extLst>
                    <a:ext uri="{9D8B030D-6E8A-4147-A177-3AD203B41FA5}">
                      <a16:colId xmlns:a16="http://schemas.microsoft.com/office/drawing/2014/main" val="1901108842"/>
                    </a:ext>
                  </a:extLst>
                </a:gridCol>
              </a:tblGrid>
              <a:tr h="6805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Metrics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Role in Spatio-temporal Data</a:t>
                      </a: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Strength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Limitations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76986"/>
                  </a:ext>
                </a:extLst>
              </a:tr>
              <a:tr h="680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MAE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Captures overall error across all locations and time steps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Simple, robust, same until as data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Does not emphasize large error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12162"/>
                  </a:ext>
                </a:extLst>
              </a:tr>
              <a:tr h="7936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RMSE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Measure typical error magnitude while still penalizing spikes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Interpretable + sensitive to large deviations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Can still be dominated by others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13807"/>
                  </a:ext>
                </a:extLst>
              </a:tr>
              <a:tr h="680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MAPE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Compare errors across locations with different scales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Scale-independent, easy to interpret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Unstable when actual values = 0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16812"/>
                  </a:ext>
                </a:extLst>
              </a:tr>
              <a:tr h="999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MY" sz="1400" b="1" i="0" u="none" strike="noStrike" cap="none" baseline="300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Evaluates how well the model explains spatial and temporal variance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Normalized score (up to 1), easy to compare across datasets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Heavily influenced by outliers, doesn’t reflect granular local accuracy well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15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789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4D17770F-40A2-0D94-33D0-704C2F37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137E93D7-8387-3A4C-2F2A-23ADF961D97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104FA406-E4FF-CB43-5989-D5B34F2C901C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11DF5DA4-030A-FA58-5520-7A50EBBAF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Comparatives &amp; Proposed Models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D8D42BEF-C2BA-1F3F-9D06-6B09755396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05c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28013CF4-4170-28C9-3BF3-DE7BB672AD95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81536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E160D205-C776-E8C6-5426-75C153EE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1B05C504-5EE1-4599-1664-05B2B4259D8F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Spatio-temporal-Based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87AAFDD-F881-315E-7139-E40AB107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66142"/>
              </p:ext>
            </p:extLst>
          </p:nvPr>
        </p:nvGraphicFramePr>
        <p:xfrm>
          <a:off x="279990" y="971940"/>
          <a:ext cx="8598196" cy="3995458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825796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2052084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82826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892056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69723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BiLSTM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Bidirectional LSTM, concatenate forward + backward hidden states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Mid-window peaks and dips are visible from both temporal directions, richer positional context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 explicit attention/pattern extraction, already near capacity ceiling at base hyperparameters.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TPA-LSTM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LSTM, Conv1d on hidden-state matrix, temporal pattern attention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Discover which recurring temporal shapes matter most, attention weights are semi-interpretable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 filters are fixed per training, architecture still depends on LSTM hidden vector quality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90638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Conv1d layers (local extraction), LSTM, three modes, sequential, parallel, augmented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Hierarchical feature extract, augmented model (CNN, LSTM + raw skip connection) generalises best by preserving direct access to input features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 flattens the spatial dimension of features, mode selection adds experimental complexity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CNN-BiLSTM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Conv1d, BiLSTM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 complementary inductive biases, strong on mid-window anomalies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Higher parameter count than CNN-LSTM, requires careful regularisation to avoid overfitting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131"/>
                  </a:ext>
                </a:extLst>
              </a:tr>
              <a:tr h="90638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Parallel temporal stream (LSTM, spatial stream (weight-shared MLP across time),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Concat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Clean conceptual separation of “when” from “which features co-activate”, spatial encoder is weight-shared across timesteps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encoder mean-pools across the time dimension, losing temporal order, spatial and temporal streams are fused late without interaction during encoding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323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2F089FF6-439A-D77F-D6D5-B09B2C11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501FB4DC-7D75-8E8E-C0AE-602CA39378E6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Graph-Based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739A780-99A3-87CD-25CE-BAFC1719F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98181"/>
              </p:ext>
            </p:extLst>
          </p:nvPr>
        </p:nvGraphicFramePr>
        <p:xfrm>
          <a:off x="279990" y="971940"/>
          <a:ext cx="8598196" cy="403270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804531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3232298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445488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115879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45057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63965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Interleaved temporal gated convolutions (GLU) and Chebyshev graph convolutions, fixed pre-computed Laplacian, 2 ST-Conv blocks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Computationally efficient, well validated on traffic benchmarks, interpretable static adjacency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Static graph can’t adapt to changing future correlations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MTGNN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End-to-end learnable asymmetric adjacency from node embeddings, multi-scale inception blocks with dilated kernels, skip connections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 pre-computed correlation needed, asymmetric graph allows directional feature influence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Graph learning adds parameters, asymmetric adjacency can overfit the training-period topology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STSGCN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Block-tridiagonal 3N x 3N spatial-temporal synchronous graph (STSG)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ChebConv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+ GLU per layer, centre-node extraction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Unified single-pass encoding of spatial and temporal adjacency, avoids alternating ST modules, stable on long sequences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Each layer shrinks the temporal dimension by 2, limiting network depth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STFGNN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Dual static graph, spatial + temporal, per-layer learned gate blends spatial and temporal representations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 complementary graph perspectives, gate is interpretable,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LayerNorm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+ residual stabilises deep stacks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Over-regularisation at high dropout, high dropout coefficient suppresses useful signal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131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PDR-STGCN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Two-channel input: original signal + weekly lag-difference, mixed adjacency, static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sym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-norm Pearson + per-sample dynamic attention, learn scalar balances static vs dynamic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Only model with explicit seasonal encoding via lag-difference channel, dynamic relational graph adapts per input sample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Most complex baseline, highest number of parameters, training can be unstable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326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9BCB09AF-0C66-1C60-DDC6-52E1F791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1301D059-3AC4-3968-5BB6-EFDE9D3AC7E9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Attention-Based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297DE53-DCFF-B370-D6A4-1C9C9347E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0494"/>
              </p:ext>
            </p:extLst>
          </p:nvPr>
        </p:nvGraphicFramePr>
        <p:xfrm>
          <a:off x="279990" y="971938"/>
          <a:ext cx="8598196" cy="400409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208568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2700670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509284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179674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13814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927848"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Multi-head spatial attention, Chebyshev GCN, multi-head temporal attention, repeated across </a:t>
                      </a:r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n_blocks</a:t>
                      </a:r>
                      <a:endParaRPr lang="en-MY" sz="12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Dual attention re-weights both spatial node relevance and temporal step relevance, transparent attention maps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Graph adjacency is still static, high parameter count per block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1281543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Autoformer</a:t>
                      </a:r>
                      <a:endParaRPr lang="en-MY" sz="12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FFT-based auto-correlation discover periodic lags, explicit trend/seasonal decomposition via moving-average sub-layer throughout encoder and decoder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Sub-linear complexity, trend/seasonal decomposition aligns naturally with transit periodicity, self-correlation selects dominant lag periods automatically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FFT amplifies noise at longer sequences, sensitive to decomposition kernel width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1480894"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Informer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ProbSparse</a:t>
                      </a:r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self-attention, top-u queries selected by KL-divergence sparsity measure, others receive mean, sequence </a:t>
                      </a:r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distlling</a:t>
                      </a:r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halves T after each encoder layer, generative decoder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Graceful degradation to full attention for short sequences, generative decoder avoid autoregressive exposure bias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Sequence distilling discards some temporal resolution, many interacting hyperparameters, limited upside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068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97;p31">
            <a:extLst>
              <a:ext uri="{FF2B5EF4-FFF2-40B4-BE49-F238E27FC236}">
                <a16:creationId xmlns:a16="http://schemas.microsoft.com/office/drawing/2014/main" id="{BCE47BAE-F15D-F82E-185C-CC55204C55C5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18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Hybrid Multi-scale Temporal Spatio-Feature (HMT-TSF) Forecaster </a:t>
            </a:r>
            <a:endParaRPr lang="en-MY" sz="1800" b="1" dirty="0">
              <a:latin typeface="Montserrat ExtraBold" panose="000009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EA0F3-EE2C-EB53-27C9-38E63C188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043"/>
          <a:stretch>
            <a:fillRect/>
          </a:stretch>
        </p:blipFill>
        <p:spPr>
          <a:xfrm>
            <a:off x="1512099" y="971941"/>
            <a:ext cx="6119802" cy="395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70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41F6-B727-A74F-B832-37730B24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97;p31">
            <a:extLst>
              <a:ext uri="{FF2B5EF4-FFF2-40B4-BE49-F238E27FC236}">
                <a16:creationId xmlns:a16="http://schemas.microsoft.com/office/drawing/2014/main" id="{AEED271C-EFF1-77E7-B670-6923572BA4FD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18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Hybrid Multi-scale Temporal Spatio-Feature (HMT-TSF) Forecaster </a:t>
            </a:r>
            <a:endParaRPr lang="en-MY" sz="1800" b="1" dirty="0">
              <a:latin typeface="Montserrat ExtraBold" panose="000009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FAF1F-8D41-B632-6C08-3912D7DF9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97" b="47678"/>
          <a:stretch>
            <a:fillRect/>
          </a:stretch>
        </p:blipFill>
        <p:spPr>
          <a:xfrm>
            <a:off x="2639122" y="971941"/>
            <a:ext cx="3865756" cy="398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56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9C21-F5CC-2F8A-196E-026FF2BC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97;p31">
            <a:extLst>
              <a:ext uri="{FF2B5EF4-FFF2-40B4-BE49-F238E27FC236}">
                <a16:creationId xmlns:a16="http://schemas.microsoft.com/office/drawing/2014/main" id="{AF827D3B-FAFF-54F0-B3A4-834429DA06D2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18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Hybrid Multi-scale Temporal Spatio-Feature (HMT-TSF) Forecaster </a:t>
            </a:r>
            <a:endParaRPr lang="en-MY" sz="1800" b="1" dirty="0">
              <a:latin typeface="Montserrat ExtraBold" panose="000009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5BA4A-83F6-7DB8-5DC8-24B83E51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355" b="27051"/>
          <a:stretch>
            <a:fillRect/>
          </a:stretch>
        </p:blipFill>
        <p:spPr>
          <a:xfrm>
            <a:off x="1602760" y="1003135"/>
            <a:ext cx="5938479" cy="377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49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B6AD-3A26-B11E-FBE3-A9450D53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97;p31">
            <a:extLst>
              <a:ext uri="{FF2B5EF4-FFF2-40B4-BE49-F238E27FC236}">
                <a16:creationId xmlns:a16="http://schemas.microsoft.com/office/drawing/2014/main" id="{A54A8424-5D11-EDEB-3F73-1CEE8690871D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18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Hybrid Multi-scale Temporal Spatio-Feature (HMT-TSF) Forecaster </a:t>
            </a:r>
            <a:endParaRPr lang="en-MY" sz="1800" b="1" dirty="0">
              <a:latin typeface="Montserrat ExtraBold" panose="000009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65402-B6FB-9EE2-40FD-BADC6842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911"/>
          <a:stretch>
            <a:fillRect/>
          </a:stretch>
        </p:blipFill>
        <p:spPr>
          <a:xfrm>
            <a:off x="2236928" y="971941"/>
            <a:ext cx="4670144" cy="390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0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Selection Chronologically</a:t>
            </a:r>
            <a:endParaRPr dirty="0"/>
          </a:p>
        </p:txBody>
      </p:sp>
      <p:sp>
        <p:nvSpPr>
          <p:cNvPr id="449" name="Google Shape;449;p43"/>
          <p:cNvSpPr txBox="1"/>
          <p:nvPr/>
        </p:nvSpPr>
        <p:spPr>
          <a:xfrm flipH="1">
            <a:off x="7131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LSTM &amp; BiLSTM &amp; TPA-LSTM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1" name="Google Shape;451;p43"/>
          <p:cNvSpPr txBox="1"/>
          <p:nvPr/>
        </p:nvSpPr>
        <p:spPr>
          <a:xfrm flipH="1">
            <a:off x="26770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CNN-LSTM &amp; CNN-BiLSTM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3" name="Google Shape;453;p43"/>
          <p:cNvSpPr txBox="1"/>
          <p:nvPr/>
        </p:nvSpPr>
        <p:spPr>
          <a:xfrm flipH="1">
            <a:off x="46409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ST-LSTM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5" name="Google Shape;455;p43"/>
          <p:cNvSpPr txBox="1"/>
          <p:nvPr/>
        </p:nvSpPr>
        <p:spPr>
          <a:xfrm flipH="1">
            <a:off x="66048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STGCN &amp; ASTGCN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 flipH="1">
            <a:off x="7131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STSGCN &amp; PDR-STGCN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9" name="Google Shape;459;p43"/>
          <p:cNvSpPr txBox="1"/>
          <p:nvPr/>
        </p:nvSpPr>
        <p:spPr>
          <a:xfrm flipH="1">
            <a:off x="26770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MTGNN &amp; STFGNN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 flipH="1">
            <a:off x="46409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Autoformer &amp; Informer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 flipH="1">
            <a:off x="66048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HMT-TSF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65" name="Google Shape;465;p43"/>
          <p:cNvGrpSpPr/>
          <p:nvPr/>
        </p:nvGrpSpPr>
        <p:grpSpPr>
          <a:xfrm>
            <a:off x="1409425" y="1366263"/>
            <a:ext cx="419700" cy="419700"/>
            <a:chOff x="1409425" y="1366263"/>
            <a:chExt cx="419700" cy="419700"/>
          </a:xfrm>
        </p:grpSpPr>
        <p:sp>
          <p:nvSpPr>
            <p:cNvPr id="466" name="Google Shape;466;p43"/>
            <p:cNvSpPr/>
            <p:nvPr/>
          </p:nvSpPr>
          <p:spPr>
            <a:xfrm>
              <a:off x="140942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" name="Google Shape;467;p43"/>
            <p:cNvGrpSpPr/>
            <p:nvPr/>
          </p:nvGrpSpPr>
          <p:grpSpPr>
            <a:xfrm>
              <a:off x="1459388" y="1366302"/>
              <a:ext cx="319874" cy="419623"/>
              <a:chOff x="-3365275" y="3253275"/>
              <a:chExt cx="222150" cy="291425"/>
            </a:xfrm>
          </p:grpSpPr>
          <p:sp>
            <p:nvSpPr>
              <p:cNvPr id="468" name="Google Shape;468;p43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43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70" name="Google Shape;470;p43"/>
          <p:cNvCxnSpPr>
            <a:stCxn id="466" idx="4"/>
            <a:endCxn id="449" idx="0"/>
          </p:cNvCxnSpPr>
          <p:nvPr/>
        </p:nvCxnSpPr>
        <p:spPr>
          <a:xfrm>
            <a:off x="161927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71" name="Google Shape;471;p43"/>
          <p:cNvGrpSpPr/>
          <p:nvPr/>
        </p:nvGrpSpPr>
        <p:grpSpPr>
          <a:xfrm>
            <a:off x="5337312" y="1366263"/>
            <a:ext cx="419717" cy="419700"/>
            <a:chOff x="5337312" y="1366263"/>
            <a:chExt cx="419717" cy="419700"/>
          </a:xfrm>
        </p:grpSpPr>
        <p:sp>
          <p:nvSpPr>
            <p:cNvPr id="472" name="Google Shape;472;p43"/>
            <p:cNvSpPr/>
            <p:nvPr/>
          </p:nvSpPr>
          <p:spPr>
            <a:xfrm>
              <a:off x="533732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3" name="Google Shape;473;p43"/>
            <p:cNvGrpSpPr/>
            <p:nvPr/>
          </p:nvGrpSpPr>
          <p:grpSpPr>
            <a:xfrm>
              <a:off x="5337312" y="1391701"/>
              <a:ext cx="419717" cy="368844"/>
              <a:chOff x="238075" y="2137575"/>
              <a:chExt cx="341150" cy="299800"/>
            </a:xfrm>
          </p:grpSpPr>
          <p:sp>
            <p:nvSpPr>
              <p:cNvPr id="474" name="Google Shape;474;p43"/>
              <p:cNvSpPr/>
              <p:nvPr/>
            </p:nvSpPr>
            <p:spPr>
              <a:xfrm>
                <a:off x="418675" y="2137575"/>
                <a:ext cx="112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487" h="2799" extrusionOk="0">
                    <a:moveTo>
                      <a:pt x="0" y="0"/>
                    </a:moveTo>
                    <a:cubicBezTo>
                      <a:pt x="0" y="3"/>
                      <a:pt x="2" y="5"/>
                      <a:pt x="2" y="6"/>
                    </a:cubicBezTo>
                    <a:lnTo>
                      <a:pt x="2" y="801"/>
                    </a:lnTo>
                    <a:cubicBezTo>
                      <a:pt x="3" y="1904"/>
                      <a:pt x="896" y="2797"/>
                      <a:pt x="2000" y="2799"/>
                    </a:cubicBezTo>
                    <a:lnTo>
                      <a:pt x="4486" y="2799"/>
                    </a:lnTo>
                    <a:cubicBezTo>
                      <a:pt x="4467" y="2778"/>
                      <a:pt x="4452" y="2756"/>
                      <a:pt x="4432" y="2735"/>
                    </a:cubicBezTo>
                    <a:lnTo>
                      <a:pt x="2298" y="674"/>
                    </a:lnTo>
                    <a:cubicBezTo>
                      <a:pt x="1850" y="241"/>
                      <a:pt x="1252" y="0"/>
                      <a:pt x="6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43"/>
              <p:cNvSpPr/>
              <p:nvPr/>
            </p:nvSpPr>
            <p:spPr>
              <a:xfrm>
                <a:off x="318100" y="218755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0" extrusionOk="0">
                    <a:moveTo>
                      <a:pt x="1" y="1"/>
                    </a:moveTo>
                    <a:lnTo>
                      <a:pt x="1" y="800"/>
                    </a:lnTo>
                    <a:lnTo>
                      <a:pt x="800" y="800"/>
                    </a:lnTo>
                    <a:lnTo>
                      <a:pt x="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43"/>
              <p:cNvSpPr/>
              <p:nvPr/>
            </p:nvSpPr>
            <p:spPr>
              <a:xfrm>
                <a:off x="238150" y="218755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0" extrusionOk="0">
                    <a:moveTo>
                      <a:pt x="0" y="1"/>
                    </a:moveTo>
                    <a:lnTo>
                      <a:pt x="0" y="800"/>
                    </a:lnTo>
                    <a:lnTo>
                      <a:pt x="799" y="800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43"/>
              <p:cNvSpPr/>
              <p:nvPr/>
            </p:nvSpPr>
            <p:spPr>
              <a:xfrm>
                <a:off x="238150" y="2137575"/>
                <a:ext cx="300475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4798" extrusionOk="0">
                    <a:moveTo>
                      <a:pt x="4401" y="1201"/>
                    </a:moveTo>
                    <a:cubicBezTo>
                      <a:pt x="4619" y="1201"/>
                      <a:pt x="4798" y="1380"/>
                      <a:pt x="4797" y="1601"/>
                    </a:cubicBezTo>
                    <a:lnTo>
                      <a:pt x="4797" y="3200"/>
                    </a:lnTo>
                    <a:cubicBezTo>
                      <a:pt x="4797" y="3420"/>
                      <a:pt x="4618" y="3599"/>
                      <a:pt x="4398" y="3599"/>
                    </a:cubicBezTo>
                    <a:lnTo>
                      <a:pt x="2799" y="3599"/>
                    </a:lnTo>
                    <a:cubicBezTo>
                      <a:pt x="2577" y="3599"/>
                      <a:pt x="2399" y="3420"/>
                      <a:pt x="2399" y="3200"/>
                    </a:cubicBezTo>
                    <a:lnTo>
                      <a:pt x="2399" y="1601"/>
                    </a:lnTo>
                    <a:cubicBezTo>
                      <a:pt x="2399" y="1380"/>
                      <a:pt x="2576" y="1201"/>
                      <a:pt x="2796" y="1201"/>
                    </a:cubicBezTo>
                    <a:cubicBezTo>
                      <a:pt x="2797" y="1201"/>
                      <a:pt x="2798" y="1201"/>
                      <a:pt x="2799" y="1201"/>
                    </a:cubicBezTo>
                    <a:lnTo>
                      <a:pt x="4398" y="1201"/>
                    </a:lnTo>
                    <a:cubicBezTo>
                      <a:pt x="4399" y="1201"/>
                      <a:pt x="4400" y="1201"/>
                      <a:pt x="4401" y="1201"/>
                    </a:cubicBezTo>
                    <a:close/>
                    <a:moveTo>
                      <a:pt x="401" y="0"/>
                    </a:moveTo>
                    <a:cubicBezTo>
                      <a:pt x="179" y="0"/>
                      <a:pt x="0" y="179"/>
                      <a:pt x="0" y="400"/>
                    </a:cubicBezTo>
                    <a:lnTo>
                      <a:pt x="0" y="1201"/>
                    </a:lnTo>
                    <a:lnTo>
                      <a:pt x="1199" y="1201"/>
                    </a:lnTo>
                    <a:cubicBezTo>
                      <a:pt x="1421" y="1201"/>
                      <a:pt x="1600" y="1379"/>
                      <a:pt x="1600" y="1601"/>
                    </a:cubicBezTo>
                    <a:lnTo>
                      <a:pt x="1600" y="3200"/>
                    </a:lnTo>
                    <a:cubicBezTo>
                      <a:pt x="1600" y="3420"/>
                      <a:pt x="1421" y="3599"/>
                      <a:pt x="1199" y="3599"/>
                    </a:cubicBezTo>
                    <a:lnTo>
                      <a:pt x="0" y="3599"/>
                    </a:lnTo>
                    <a:lnTo>
                      <a:pt x="0" y="4399"/>
                    </a:lnTo>
                    <a:cubicBezTo>
                      <a:pt x="0" y="4619"/>
                      <a:pt x="179" y="4798"/>
                      <a:pt x="401" y="4798"/>
                    </a:cubicBezTo>
                    <a:lnTo>
                      <a:pt x="10820" y="4798"/>
                    </a:lnTo>
                    <a:cubicBezTo>
                      <a:pt x="11483" y="4798"/>
                      <a:pt x="12019" y="4260"/>
                      <a:pt x="12019" y="3597"/>
                    </a:cubicBezTo>
                    <a:lnTo>
                      <a:pt x="9221" y="3597"/>
                    </a:lnTo>
                    <a:cubicBezTo>
                      <a:pt x="7674" y="3597"/>
                      <a:pt x="6422" y="2345"/>
                      <a:pt x="6422" y="799"/>
                    </a:cubicBezTo>
                    <a:lnTo>
                      <a:pt x="6422" y="6"/>
                    </a:lnTo>
                    <a:cubicBezTo>
                      <a:pt x="6422" y="3"/>
                      <a:pt x="6424" y="2"/>
                      <a:pt x="64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43"/>
              <p:cNvSpPr/>
              <p:nvPr/>
            </p:nvSpPr>
            <p:spPr>
              <a:xfrm>
                <a:off x="238075" y="2377750"/>
                <a:ext cx="341150" cy="59625"/>
              </a:xfrm>
              <a:custGeom>
                <a:avLst/>
                <a:gdLst/>
                <a:ahLst/>
                <a:cxnLst/>
                <a:rect l="l" t="t" r="r" b="b"/>
                <a:pathLst>
                  <a:path w="13646" h="2385" extrusionOk="0">
                    <a:moveTo>
                      <a:pt x="11622" y="1"/>
                    </a:moveTo>
                    <a:cubicBezTo>
                      <a:pt x="11486" y="1"/>
                      <a:pt x="11350" y="62"/>
                      <a:pt x="11277" y="183"/>
                    </a:cubicBezTo>
                    <a:cubicBezTo>
                      <a:pt x="11275" y="189"/>
                      <a:pt x="10897" y="787"/>
                      <a:pt x="10022" y="787"/>
                    </a:cubicBezTo>
                    <a:cubicBezTo>
                      <a:pt x="9153" y="787"/>
                      <a:pt x="8781" y="205"/>
                      <a:pt x="8767" y="183"/>
                    </a:cubicBezTo>
                    <a:cubicBezTo>
                      <a:pt x="8694" y="62"/>
                      <a:pt x="8558" y="2"/>
                      <a:pt x="8423" y="2"/>
                    </a:cubicBezTo>
                    <a:cubicBezTo>
                      <a:pt x="8287" y="2"/>
                      <a:pt x="8151" y="62"/>
                      <a:pt x="8079" y="183"/>
                    </a:cubicBezTo>
                    <a:cubicBezTo>
                      <a:pt x="8075" y="189"/>
                      <a:pt x="7697" y="787"/>
                      <a:pt x="6824" y="787"/>
                    </a:cubicBezTo>
                    <a:cubicBezTo>
                      <a:pt x="5954" y="787"/>
                      <a:pt x="5556" y="205"/>
                      <a:pt x="5542" y="183"/>
                    </a:cubicBezTo>
                    <a:cubicBezTo>
                      <a:pt x="5470" y="62"/>
                      <a:pt x="5334" y="2"/>
                      <a:pt x="5198" y="2"/>
                    </a:cubicBezTo>
                    <a:cubicBezTo>
                      <a:pt x="5062" y="2"/>
                      <a:pt x="4926" y="62"/>
                      <a:pt x="4853" y="183"/>
                    </a:cubicBezTo>
                    <a:cubicBezTo>
                      <a:pt x="4850" y="189"/>
                      <a:pt x="4473" y="787"/>
                      <a:pt x="3598" y="787"/>
                    </a:cubicBezTo>
                    <a:cubicBezTo>
                      <a:pt x="2728" y="787"/>
                      <a:pt x="2357" y="205"/>
                      <a:pt x="2342" y="183"/>
                    </a:cubicBezTo>
                    <a:cubicBezTo>
                      <a:pt x="2270" y="62"/>
                      <a:pt x="2134" y="2"/>
                      <a:pt x="1998" y="2"/>
                    </a:cubicBezTo>
                    <a:cubicBezTo>
                      <a:pt x="1863" y="2"/>
                      <a:pt x="1727" y="62"/>
                      <a:pt x="1654" y="183"/>
                    </a:cubicBezTo>
                    <a:cubicBezTo>
                      <a:pt x="1651" y="189"/>
                      <a:pt x="1275" y="784"/>
                      <a:pt x="404" y="787"/>
                    </a:cubicBezTo>
                    <a:cubicBezTo>
                      <a:pt x="403" y="787"/>
                      <a:pt x="402" y="787"/>
                      <a:pt x="401" y="787"/>
                    </a:cubicBezTo>
                    <a:cubicBezTo>
                      <a:pt x="181" y="787"/>
                      <a:pt x="2" y="965"/>
                      <a:pt x="1" y="1186"/>
                    </a:cubicBezTo>
                    <a:lnTo>
                      <a:pt x="1" y="1986"/>
                    </a:lnTo>
                    <a:cubicBezTo>
                      <a:pt x="1" y="2207"/>
                      <a:pt x="179" y="2385"/>
                      <a:pt x="401" y="2385"/>
                    </a:cubicBezTo>
                    <a:cubicBezTo>
                      <a:pt x="402" y="2385"/>
                      <a:pt x="403" y="2385"/>
                      <a:pt x="404" y="2385"/>
                    </a:cubicBezTo>
                    <a:lnTo>
                      <a:pt x="13247" y="2385"/>
                    </a:lnTo>
                    <a:cubicBezTo>
                      <a:pt x="13467" y="2385"/>
                      <a:pt x="13646" y="2206"/>
                      <a:pt x="13646" y="1985"/>
                    </a:cubicBezTo>
                    <a:lnTo>
                      <a:pt x="13646" y="1186"/>
                    </a:lnTo>
                    <a:cubicBezTo>
                      <a:pt x="13646" y="966"/>
                      <a:pt x="13467" y="787"/>
                      <a:pt x="13247" y="787"/>
                    </a:cubicBezTo>
                    <a:cubicBezTo>
                      <a:pt x="12383" y="787"/>
                      <a:pt x="11983" y="213"/>
                      <a:pt x="11964" y="180"/>
                    </a:cubicBezTo>
                    <a:cubicBezTo>
                      <a:pt x="11891" y="61"/>
                      <a:pt x="11757" y="1"/>
                      <a:pt x="116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43"/>
              <p:cNvSpPr/>
              <p:nvPr/>
            </p:nvSpPr>
            <p:spPr>
              <a:xfrm>
                <a:off x="238150" y="2277475"/>
                <a:ext cx="341075" cy="99950"/>
              </a:xfrm>
              <a:custGeom>
                <a:avLst/>
                <a:gdLst/>
                <a:ahLst/>
                <a:cxnLst/>
                <a:rect l="l" t="t" r="r" b="b"/>
                <a:pathLst>
                  <a:path w="13643" h="3998" extrusionOk="0">
                    <a:moveTo>
                      <a:pt x="401" y="1"/>
                    </a:moveTo>
                    <a:cubicBezTo>
                      <a:pt x="179" y="1"/>
                      <a:pt x="0" y="179"/>
                      <a:pt x="0" y="401"/>
                    </a:cubicBezTo>
                    <a:lnTo>
                      <a:pt x="0" y="1200"/>
                    </a:lnTo>
                    <a:cubicBezTo>
                      <a:pt x="0" y="1421"/>
                      <a:pt x="179" y="1600"/>
                      <a:pt x="401" y="1600"/>
                    </a:cubicBezTo>
                    <a:lnTo>
                      <a:pt x="1998" y="1600"/>
                    </a:lnTo>
                    <a:lnTo>
                      <a:pt x="1998" y="3212"/>
                    </a:lnTo>
                    <a:cubicBezTo>
                      <a:pt x="2430" y="3212"/>
                      <a:pt x="2815" y="3426"/>
                      <a:pt x="3029" y="3784"/>
                    </a:cubicBezTo>
                    <a:cubicBezTo>
                      <a:pt x="3032" y="3784"/>
                      <a:pt x="3202" y="3998"/>
                      <a:pt x="3598" y="3998"/>
                    </a:cubicBezTo>
                    <a:lnTo>
                      <a:pt x="3598" y="1600"/>
                    </a:lnTo>
                    <a:lnTo>
                      <a:pt x="10019" y="1600"/>
                    </a:lnTo>
                    <a:lnTo>
                      <a:pt x="10019" y="3998"/>
                    </a:lnTo>
                    <a:cubicBezTo>
                      <a:pt x="10417" y="3998"/>
                      <a:pt x="10591" y="3776"/>
                      <a:pt x="10610" y="3751"/>
                    </a:cubicBezTo>
                    <a:lnTo>
                      <a:pt x="10613" y="3754"/>
                    </a:lnTo>
                    <a:cubicBezTo>
                      <a:pt x="10855" y="3401"/>
                      <a:pt x="11223" y="3212"/>
                      <a:pt x="11619" y="3212"/>
                    </a:cubicBezTo>
                    <a:lnTo>
                      <a:pt x="11619" y="1600"/>
                    </a:lnTo>
                    <a:lnTo>
                      <a:pt x="13244" y="1600"/>
                    </a:lnTo>
                    <a:cubicBezTo>
                      <a:pt x="13464" y="1600"/>
                      <a:pt x="13643" y="1421"/>
                      <a:pt x="13643" y="1200"/>
                    </a:cubicBezTo>
                    <a:lnTo>
                      <a:pt x="13643" y="401"/>
                    </a:lnTo>
                    <a:cubicBezTo>
                      <a:pt x="13643" y="179"/>
                      <a:pt x="13464" y="1"/>
                      <a:pt x="132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80" name="Google Shape;480;p43"/>
          <p:cNvCxnSpPr>
            <a:stCxn id="472" idx="4"/>
            <a:endCxn id="453" idx="0"/>
          </p:cNvCxnSpPr>
          <p:nvPr/>
        </p:nvCxnSpPr>
        <p:spPr>
          <a:xfrm>
            <a:off x="554717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81" name="Google Shape;481;p43"/>
          <p:cNvGrpSpPr/>
          <p:nvPr/>
        </p:nvGrpSpPr>
        <p:grpSpPr>
          <a:xfrm>
            <a:off x="7301261" y="1366263"/>
            <a:ext cx="419714" cy="419700"/>
            <a:chOff x="7301261" y="1366263"/>
            <a:chExt cx="419714" cy="419700"/>
          </a:xfrm>
        </p:grpSpPr>
        <p:sp>
          <p:nvSpPr>
            <p:cNvPr id="482" name="Google Shape;482;p43"/>
            <p:cNvSpPr/>
            <p:nvPr/>
          </p:nvSpPr>
          <p:spPr>
            <a:xfrm>
              <a:off x="730127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43"/>
            <p:cNvGrpSpPr/>
            <p:nvPr/>
          </p:nvGrpSpPr>
          <p:grpSpPr>
            <a:xfrm>
              <a:off x="7301261" y="1369067"/>
              <a:ext cx="419698" cy="414121"/>
              <a:chOff x="-1951475" y="3597450"/>
              <a:chExt cx="295375" cy="291450"/>
            </a:xfrm>
          </p:grpSpPr>
          <p:sp>
            <p:nvSpPr>
              <p:cNvPr id="484" name="Google Shape;484;p43"/>
              <p:cNvSpPr/>
              <p:nvPr/>
            </p:nvSpPr>
            <p:spPr>
              <a:xfrm>
                <a:off x="-1951475" y="3597450"/>
                <a:ext cx="1709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1387" extrusionOk="0">
                    <a:moveTo>
                      <a:pt x="1008" y="1"/>
                    </a:moveTo>
                    <a:cubicBezTo>
                      <a:pt x="473" y="1"/>
                      <a:pt x="0" y="473"/>
                      <a:pt x="0" y="1040"/>
                    </a:cubicBezTo>
                    <a:lnTo>
                      <a:pt x="0" y="1387"/>
                    </a:lnTo>
                    <a:lnTo>
                      <a:pt x="6837" y="1387"/>
                    </a:lnTo>
                    <a:lnTo>
                      <a:pt x="6837" y="1040"/>
                    </a:lnTo>
                    <a:cubicBezTo>
                      <a:pt x="6837" y="473"/>
                      <a:pt x="6364" y="1"/>
                      <a:pt x="5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43"/>
              <p:cNvSpPr/>
              <p:nvPr/>
            </p:nvSpPr>
            <p:spPr>
              <a:xfrm>
                <a:off x="-1949900" y="3648650"/>
                <a:ext cx="17172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6869" h="6932" extrusionOk="0">
                    <a:moveTo>
                      <a:pt x="0" y="1"/>
                    </a:moveTo>
                    <a:lnTo>
                      <a:pt x="0" y="6932"/>
                    </a:lnTo>
                    <a:lnTo>
                      <a:pt x="2426" y="6932"/>
                    </a:lnTo>
                    <a:cubicBezTo>
                      <a:pt x="2521" y="6585"/>
                      <a:pt x="2836" y="6333"/>
                      <a:pt x="3245" y="6270"/>
                    </a:cubicBezTo>
                    <a:lnTo>
                      <a:pt x="1166" y="4191"/>
                    </a:lnTo>
                    <a:cubicBezTo>
                      <a:pt x="693" y="3718"/>
                      <a:pt x="693" y="2962"/>
                      <a:pt x="1166" y="2489"/>
                    </a:cubicBezTo>
                    <a:cubicBezTo>
                      <a:pt x="1386" y="2237"/>
                      <a:pt x="1670" y="2143"/>
                      <a:pt x="2017" y="2143"/>
                    </a:cubicBezTo>
                    <a:cubicBezTo>
                      <a:pt x="2363" y="2143"/>
                      <a:pt x="2647" y="2237"/>
                      <a:pt x="2899" y="2489"/>
                    </a:cubicBezTo>
                    <a:lnTo>
                      <a:pt x="3560" y="3151"/>
                    </a:lnTo>
                    <a:cubicBezTo>
                      <a:pt x="3592" y="2994"/>
                      <a:pt x="3718" y="2836"/>
                      <a:pt x="3844" y="2710"/>
                    </a:cubicBezTo>
                    <a:cubicBezTo>
                      <a:pt x="4064" y="2489"/>
                      <a:pt x="4348" y="2363"/>
                      <a:pt x="4694" y="2363"/>
                    </a:cubicBezTo>
                    <a:cubicBezTo>
                      <a:pt x="4694" y="2048"/>
                      <a:pt x="4820" y="1733"/>
                      <a:pt x="5041" y="1513"/>
                    </a:cubicBezTo>
                    <a:cubicBezTo>
                      <a:pt x="5293" y="1261"/>
                      <a:pt x="5577" y="1135"/>
                      <a:pt x="5923" y="1135"/>
                    </a:cubicBezTo>
                    <a:cubicBezTo>
                      <a:pt x="6112" y="1135"/>
                      <a:pt x="6301" y="1198"/>
                      <a:pt x="6459" y="1261"/>
                    </a:cubicBezTo>
                    <a:cubicBezTo>
                      <a:pt x="6522" y="1072"/>
                      <a:pt x="6616" y="914"/>
                      <a:pt x="6774" y="757"/>
                    </a:cubicBezTo>
                    <a:lnTo>
                      <a:pt x="6868" y="662"/>
                    </a:lnTo>
                    <a:lnTo>
                      <a:pt x="68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43"/>
              <p:cNvSpPr/>
              <p:nvPr/>
            </p:nvSpPr>
            <p:spPr>
              <a:xfrm>
                <a:off x="-1951475" y="3838475"/>
                <a:ext cx="170925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2017" extrusionOk="0">
                    <a:moveTo>
                      <a:pt x="0" y="0"/>
                    </a:moveTo>
                    <a:lnTo>
                      <a:pt x="0" y="1008"/>
                    </a:lnTo>
                    <a:cubicBezTo>
                      <a:pt x="0" y="1544"/>
                      <a:pt x="473" y="2017"/>
                      <a:pt x="1008" y="2017"/>
                    </a:cubicBezTo>
                    <a:lnTo>
                      <a:pt x="5829" y="2017"/>
                    </a:lnTo>
                    <a:cubicBezTo>
                      <a:pt x="6333" y="2017"/>
                      <a:pt x="6774" y="1670"/>
                      <a:pt x="6837" y="1166"/>
                    </a:cubicBezTo>
                    <a:lnTo>
                      <a:pt x="6679" y="1071"/>
                    </a:lnTo>
                    <a:lnTo>
                      <a:pt x="3466" y="1071"/>
                    </a:lnTo>
                    <a:cubicBezTo>
                      <a:pt x="2867" y="1071"/>
                      <a:pt x="2363" y="599"/>
                      <a:pt x="2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43"/>
              <p:cNvSpPr/>
              <p:nvPr/>
            </p:nvSpPr>
            <p:spPr>
              <a:xfrm>
                <a:off x="-1912900" y="3675825"/>
                <a:ext cx="256800" cy="2028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8113" extrusionOk="0">
                    <a:moveTo>
                      <a:pt x="6085" y="0"/>
                    </a:moveTo>
                    <a:cubicBezTo>
                      <a:pt x="5955" y="0"/>
                      <a:pt x="5829" y="48"/>
                      <a:pt x="5735" y="142"/>
                    </a:cubicBezTo>
                    <a:cubicBezTo>
                      <a:pt x="5546" y="331"/>
                      <a:pt x="5546" y="646"/>
                      <a:pt x="5735" y="835"/>
                    </a:cubicBezTo>
                    <a:lnTo>
                      <a:pt x="6081" y="1213"/>
                    </a:lnTo>
                    <a:cubicBezTo>
                      <a:pt x="6207" y="1308"/>
                      <a:pt x="6207" y="1560"/>
                      <a:pt x="6081" y="1655"/>
                    </a:cubicBezTo>
                    <a:cubicBezTo>
                      <a:pt x="6034" y="1718"/>
                      <a:pt x="5948" y="1749"/>
                      <a:pt x="5857" y="1749"/>
                    </a:cubicBezTo>
                    <a:cubicBezTo>
                      <a:pt x="5766" y="1749"/>
                      <a:pt x="5672" y="1718"/>
                      <a:pt x="5609" y="1655"/>
                    </a:cubicBezTo>
                    <a:lnTo>
                      <a:pt x="4758" y="804"/>
                    </a:lnTo>
                    <a:cubicBezTo>
                      <a:pt x="4664" y="709"/>
                      <a:pt x="4538" y="662"/>
                      <a:pt x="4408" y="662"/>
                    </a:cubicBezTo>
                    <a:cubicBezTo>
                      <a:pt x="4278" y="662"/>
                      <a:pt x="4144" y="709"/>
                      <a:pt x="4034" y="804"/>
                    </a:cubicBezTo>
                    <a:cubicBezTo>
                      <a:pt x="3845" y="993"/>
                      <a:pt x="3845" y="1308"/>
                      <a:pt x="4034" y="1528"/>
                    </a:cubicBezTo>
                    <a:cubicBezTo>
                      <a:pt x="4034" y="1655"/>
                      <a:pt x="4884" y="2505"/>
                      <a:pt x="4821" y="2505"/>
                    </a:cubicBezTo>
                    <a:cubicBezTo>
                      <a:pt x="4947" y="2631"/>
                      <a:pt x="4947" y="2852"/>
                      <a:pt x="4821" y="2978"/>
                    </a:cubicBezTo>
                    <a:cubicBezTo>
                      <a:pt x="4774" y="3041"/>
                      <a:pt x="4687" y="3072"/>
                      <a:pt x="4601" y="3072"/>
                    </a:cubicBezTo>
                    <a:cubicBezTo>
                      <a:pt x="4514" y="3072"/>
                      <a:pt x="4427" y="3041"/>
                      <a:pt x="4380" y="2978"/>
                    </a:cubicBezTo>
                    <a:lnTo>
                      <a:pt x="3498" y="2096"/>
                    </a:lnTo>
                    <a:cubicBezTo>
                      <a:pt x="3403" y="2001"/>
                      <a:pt x="3277" y="1954"/>
                      <a:pt x="3151" y="1954"/>
                    </a:cubicBezTo>
                    <a:cubicBezTo>
                      <a:pt x="3025" y="1954"/>
                      <a:pt x="2899" y="2001"/>
                      <a:pt x="2805" y="2096"/>
                    </a:cubicBezTo>
                    <a:cubicBezTo>
                      <a:pt x="2584" y="2316"/>
                      <a:pt x="2584" y="2631"/>
                      <a:pt x="2805" y="2820"/>
                    </a:cubicBezTo>
                    <a:lnTo>
                      <a:pt x="3656" y="3671"/>
                    </a:lnTo>
                    <a:cubicBezTo>
                      <a:pt x="3782" y="3797"/>
                      <a:pt x="3782" y="4017"/>
                      <a:pt x="3656" y="4143"/>
                    </a:cubicBezTo>
                    <a:cubicBezTo>
                      <a:pt x="3593" y="4206"/>
                      <a:pt x="3506" y="4238"/>
                      <a:pt x="3419" y="4238"/>
                    </a:cubicBezTo>
                    <a:cubicBezTo>
                      <a:pt x="3333" y="4238"/>
                      <a:pt x="3246" y="4206"/>
                      <a:pt x="3183" y="4143"/>
                    </a:cubicBezTo>
                    <a:lnTo>
                      <a:pt x="883" y="1875"/>
                    </a:lnTo>
                    <a:cubicBezTo>
                      <a:pt x="789" y="1765"/>
                      <a:pt x="663" y="1710"/>
                      <a:pt x="537" y="1710"/>
                    </a:cubicBezTo>
                    <a:cubicBezTo>
                      <a:pt x="411" y="1710"/>
                      <a:pt x="284" y="1765"/>
                      <a:pt x="190" y="1875"/>
                    </a:cubicBezTo>
                    <a:cubicBezTo>
                      <a:pt x="1" y="2064"/>
                      <a:pt x="1" y="2379"/>
                      <a:pt x="190" y="2568"/>
                    </a:cubicBezTo>
                    <a:lnTo>
                      <a:pt x="1797" y="4206"/>
                    </a:lnTo>
                    <a:lnTo>
                      <a:pt x="3403" y="5845"/>
                    </a:lnTo>
                    <a:lnTo>
                      <a:pt x="1954" y="5845"/>
                    </a:lnTo>
                    <a:cubicBezTo>
                      <a:pt x="1671" y="5845"/>
                      <a:pt x="1450" y="6097"/>
                      <a:pt x="1450" y="6349"/>
                    </a:cubicBezTo>
                    <a:cubicBezTo>
                      <a:pt x="1450" y="6632"/>
                      <a:pt x="1671" y="6884"/>
                      <a:pt x="1954" y="6884"/>
                    </a:cubicBezTo>
                    <a:lnTo>
                      <a:pt x="5451" y="6884"/>
                    </a:lnTo>
                    <a:cubicBezTo>
                      <a:pt x="5514" y="6916"/>
                      <a:pt x="6491" y="7829"/>
                      <a:pt x="6491" y="7829"/>
                    </a:cubicBezTo>
                    <a:cubicBezTo>
                      <a:pt x="6680" y="8018"/>
                      <a:pt x="6948" y="8113"/>
                      <a:pt x="7216" y="8113"/>
                    </a:cubicBezTo>
                    <a:cubicBezTo>
                      <a:pt x="7483" y="8113"/>
                      <a:pt x="7751" y="8018"/>
                      <a:pt x="7940" y="7829"/>
                    </a:cubicBezTo>
                    <a:lnTo>
                      <a:pt x="9862" y="5876"/>
                    </a:lnTo>
                    <a:cubicBezTo>
                      <a:pt x="10272" y="5498"/>
                      <a:pt x="10272" y="4836"/>
                      <a:pt x="9862" y="4427"/>
                    </a:cubicBezTo>
                    <a:lnTo>
                      <a:pt x="9452" y="3986"/>
                    </a:lnTo>
                    <a:cubicBezTo>
                      <a:pt x="9326" y="3608"/>
                      <a:pt x="9043" y="3198"/>
                      <a:pt x="8822" y="2820"/>
                    </a:cubicBezTo>
                    <a:cubicBezTo>
                      <a:pt x="8570" y="2411"/>
                      <a:pt x="8350" y="2064"/>
                      <a:pt x="8035" y="1718"/>
                    </a:cubicBezTo>
                    <a:lnTo>
                      <a:pt x="6459" y="142"/>
                    </a:lnTo>
                    <a:cubicBezTo>
                      <a:pt x="6349" y="48"/>
                      <a:pt x="6215" y="0"/>
                      <a:pt x="60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88" name="Google Shape;488;p43"/>
          <p:cNvCxnSpPr>
            <a:stCxn id="482" idx="4"/>
            <a:endCxn id="455" idx="0"/>
          </p:cNvCxnSpPr>
          <p:nvPr/>
        </p:nvCxnSpPr>
        <p:spPr>
          <a:xfrm>
            <a:off x="751112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89" name="Google Shape;489;p43"/>
          <p:cNvGrpSpPr/>
          <p:nvPr/>
        </p:nvGrpSpPr>
        <p:grpSpPr>
          <a:xfrm>
            <a:off x="1409425" y="3099981"/>
            <a:ext cx="419710" cy="441156"/>
            <a:chOff x="1409425" y="3099981"/>
            <a:chExt cx="419710" cy="441156"/>
          </a:xfrm>
        </p:grpSpPr>
        <p:sp>
          <p:nvSpPr>
            <p:cNvPr id="490" name="Google Shape;490;p43"/>
            <p:cNvSpPr/>
            <p:nvPr/>
          </p:nvSpPr>
          <p:spPr>
            <a:xfrm>
              <a:off x="140942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1" name="Google Shape;491;p43"/>
            <p:cNvGrpSpPr/>
            <p:nvPr/>
          </p:nvGrpSpPr>
          <p:grpSpPr>
            <a:xfrm>
              <a:off x="1409425" y="3099981"/>
              <a:ext cx="419710" cy="419038"/>
              <a:chOff x="1753950" y="2118150"/>
              <a:chExt cx="341700" cy="341125"/>
            </a:xfrm>
          </p:grpSpPr>
          <p:sp>
            <p:nvSpPr>
              <p:cNvPr id="492" name="Google Shape;492;p43"/>
              <p:cNvSpPr/>
              <p:nvPr/>
            </p:nvSpPr>
            <p:spPr>
              <a:xfrm>
                <a:off x="1794500" y="2238725"/>
                <a:ext cx="60025" cy="60000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2400" extrusionOk="0">
                    <a:moveTo>
                      <a:pt x="1201" y="0"/>
                    </a:moveTo>
                    <a:cubicBezTo>
                      <a:pt x="538" y="0"/>
                      <a:pt x="1" y="538"/>
                      <a:pt x="1" y="1201"/>
                    </a:cubicBezTo>
                    <a:cubicBezTo>
                      <a:pt x="1" y="1862"/>
                      <a:pt x="538" y="2400"/>
                      <a:pt x="1201" y="2400"/>
                    </a:cubicBezTo>
                    <a:cubicBezTo>
                      <a:pt x="1863" y="2400"/>
                      <a:pt x="2400" y="1862"/>
                      <a:pt x="2400" y="1201"/>
                    </a:cubicBezTo>
                    <a:cubicBezTo>
                      <a:pt x="2400" y="538"/>
                      <a:pt x="1863" y="0"/>
                      <a:pt x="12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43"/>
              <p:cNvSpPr/>
              <p:nvPr/>
            </p:nvSpPr>
            <p:spPr>
              <a:xfrm>
                <a:off x="1753950" y="2331675"/>
                <a:ext cx="341700" cy="127600"/>
              </a:xfrm>
              <a:custGeom>
                <a:avLst/>
                <a:gdLst/>
                <a:ahLst/>
                <a:cxnLst/>
                <a:rect l="l" t="t" r="r" b="b"/>
                <a:pathLst>
                  <a:path w="13668" h="5104" extrusionOk="0">
                    <a:moveTo>
                      <a:pt x="11095" y="2680"/>
                    </a:moveTo>
                    <a:lnTo>
                      <a:pt x="11825" y="4305"/>
                    </a:lnTo>
                    <a:lnTo>
                      <a:pt x="6637" y="4305"/>
                    </a:lnTo>
                    <a:lnTo>
                      <a:pt x="7368" y="2680"/>
                    </a:lnTo>
                    <a:cubicBezTo>
                      <a:pt x="7453" y="2688"/>
                      <a:pt x="7534" y="2704"/>
                      <a:pt x="7619" y="2704"/>
                    </a:cubicBezTo>
                    <a:lnTo>
                      <a:pt x="10844" y="2704"/>
                    </a:lnTo>
                    <a:cubicBezTo>
                      <a:pt x="10930" y="2704"/>
                      <a:pt x="11011" y="2688"/>
                      <a:pt x="11095" y="2680"/>
                    </a:cubicBezTo>
                    <a:close/>
                    <a:moveTo>
                      <a:pt x="13634" y="0"/>
                    </a:moveTo>
                    <a:lnTo>
                      <a:pt x="13634" y="0"/>
                    </a:lnTo>
                    <a:cubicBezTo>
                      <a:pt x="13031" y="687"/>
                      <a:pt x="12162" y="1080"/>
                      <a:pt x="11250" y="1080"/>
                    </a:cubicBezTo>
                    <a:cubicBezTo>
                      <a:pt x="11248" y="1080"/>
                      <a:pt x="11246" y="1080"/>
                      <a:pt x="11245" y="1080"/>
                    </a:cubicBezTo>
                    <a:lnTo>
                      <a:pt x="7221" y="1080"/>
                    </a:lnTo>
                    <a:cubicBezTo>
                      <a:pt x="7219" y="1080"/>
                      <a:pt x="7217" y="1080"/>
                      <a:pt x="7216" y="1080"/>
                    </a:cubicBezTo>
                    <a:cubicBezTo>
                      <a:pt x="6302" y="1080"/>
                      <a:pt x="5431" y="687"/>
                      <a:pt x="4829" y="2"/>
                    </a:cubicBezTo>
                    <a:lnTo>
                      <a:pt x="4829" y="2"/>
                    </a:lnTo>
                    <a:cubicBezTo>
                      <a:pt x="4871" y="1123"/>
                      <a:pt x="5582" y="2100"/>
                      <a:pt x="6573" y="2502"/>
                    </a:cubicBezTo>
                    <a:lnTo>
                      <a:pt x="5762" y="4305"/>
                    </a:lnTo>
                    <a:lnTo>
                      <a:pt x="4823" y="4305"/>
                    </a:lnTo>
                    <a:lnTo>
                      <a:pt x="4823" y="3905"/>
                    </a:lnTo>
                    <a:cubicBezTo>
                      <a:pt x="4823" y="3685"/>
                      <a:pt x="4644" y="3504"/>
                      <a:pt x="4423" y="3504"/>
                    </a:cubicBezTo>
                    <a:lnTo>
                      <a:pt x="399" y="3504"/>
                    </a:lnTo>
                    <a:cubicBezTo>
                      <a:pt x="179" y="3504"/>
                      <a:pt x="0" y="3683"/>
                      <a:pt x="0" y="3905"/>
                    </a:cubicBezTo>
                    <a:lnTo>
                      <a:pt x="0" y="4703"/>
                    </a:lnTo>
                    <a:cubicBezTo>
                      <a:pt x="0" y="4925"/>
                      <a:pt x="179" y="5104"/>
                      <a:pt x="399" y="5104"/>
                    </a:cubicBezTo>
                    <a:lnTo>
                      <a:pt x="13234" y="5104"/>
                    </a:lnTo>
                    <a:cubicBezTo>
                      <a:pt x="13439" y="5104"/>
                      <a:pt x="13619" y="4953"/>
                      <a:pt x="13641" y="4749"/>
                    </a:cubicBezTo>
                    <a:cubicBezTo>
                      <a:pt x="13668" y="4512"/>
                      <a:pt x="13484" y="4305"/>
                      <a:pt x="13246" y="4305"/>
                    </a:cubicBezTo>
                    <a:cubicBezTo>
                      <a:pt x="13246" y="4305"/>
                      <a:pt x="13245" y="4305"/>
                      <a:pt x="13244" y="4305"/>
                    </a:cubicBezTo>
                    <a:lnTo>
                      <a:pt x="12702" y="4305"/>
                    </a:lnTo>
                    <a:lnTo>
                      <a:pt x="11891" y="2500"/>
                    </a:lnTo>
                    <a:cubicBezTo>
                      <a:pt x="12882" y="2099"/>
                      <a:pt x="13592" y="1121"/>
                      <a:pt x="136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43"/>
              <p:cNvSpPr/>
              <p:nvPr/>
            </p:nvSpPr>
            <p:spPr>
              <a:xfrm>
                <a:off x="1934450" y="2208750"/>
                <a:ext cx="100625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99" extrusionOk="0">
                    <a:moveTo>
                      <a:pt x="1" y="0"/>
                    </a:moveTo>
                    <a:lnTo>
                      <a:pt x="1" y="1784"/>
                    </a:lnTo>
                    <a:cubicBezTo>
                      <a:pt x="327" y="1985"/>
                      <a:pt x="1108" y="2398"/>
                      <a:pt x="2000" y="2398"/>
                    </a:cubicBezTo>
                    <a:cubicBezTo>
                      <a:pt x="2898" y="2398"/>
                      <a:pt x="3701" y="1986"/>
                      <a:pt x="4025" y="1785"/>
                    </a:cubicBezTo>
                    <a:lnTo>
                      <a:pt x="4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43"/>
              <p:cNvSpPr/>
              <p:nvPr/>
            </p:nvSpPr>
            <p:spPr>
              <a:xfrm>
                <a:off x="1874500" y="2118150"/>
                <a:ext cx="220575" cy="220550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8822" extrusionOk="0">
                    <a:moveTo>
                      <a:pt x="5230" y="1226"/>
                    </a:moveTo>
                    <a:cubicBezTo>
                      <a:pt x="5451" y="1226"/>
                      <a:pt x="5631" y="1405"/>
                      <a:pt x="5631" y="1626"/>
                    </a:cubicBezTo>
                    <a:cubicBezTo>
                      <a:pt x="5631" y="1847"/>
                      <a:pt x="5452" y="2025"/>
                      <a:pt x="5233" y="2025"/>
                    </a:cubicBezTo>
                    <a:cubicBezTo>
                      <a:pt x="5229" y="2025"/>
                      <a:pt x="5226" y="2025"/>
                      <a:pt x="5222" y="2025"/>
                    </a:cubicBezTo>
                    <a:lnTo>
                      <a:pt x="3598" y="2025"/>
                    </a:lnTo>
                    <a:cubicBezTo>
                      <a:pt x="3379" y="2021"/>
                      <a:pt x="3206" y="1843"/>
                      <a:pt x="3206" y="1626"/>
                    </a:cubicBezTo>
                    <a:cubicBezTo>
                      <a:pt x="3206" y="1409"/>
                      <a:pt x="3379" y="1231"/>
                      <a:pt x="3598" y="1226"/>
                    </a:cubicBezTo>
                    <a:lnTo>
                      <a:pt x="5222" y="1226"/>
                    </a:lnTo>
                    <a:cubicBezTo>
                      <a:pt x="5225" y="1226"/>
                      <a:pt x="5227" y="1226"/>
                      <a:pt x="5230" y="1226"/>
                    </a:cubicBezTo>
                    <a:close/>
                    <a:moveTo>
                      <a:pt x="6823" y="2825"/>
                    </a:moveTo>
                    <a:cubicBezTo>
                      <a:pt x="7044" y="2825"/>
                      <a:pt x="7223" y="3004"/>
                      <a:pt x="7223" y="3226"/>
                    </a:cubicBezTo>
                    <a:lnTo>
                      <a:pt x="7223" y="5624"/>
                    </a:lnTo>
                    <a:cubicBezTo>
                      <a:pt x="7223" y="5749"/>
                      <a:pt x="7164" y="5869"/>
                      <a:pt x="7062" y="5944"/>
                    </a:cubicBezTo>
                    <a:cubicBezTo>
                      <a:pt x="7013" y="5981"/>
                      <a:pt x="5838" y="6823"/>
                      <a:pt x="4398" y="6823"/>
                    </a:cubicBezTo>
                    <a:cubicBezTo>
                      <a:pt x="2958" y="6823"/>
                      <a:pt x="1810" y="5979"/>
                      <a:pt x="1761" y="5944"/>
                    </a:cubicBezTo>
                    <a:cubicBezTo>
                      <a:pt x="1659" y="5869"/>
                      <a:pt x="1600" y="5749"/>
                      <a:pt x="1600" y="5624"/>
                    </a:cubicBezTo>
                    <a:lnTo>
                      <a:pt x="1600" y="3226"/>
                    </a:lnTo>
                    <a:cubicBezTo>
                      <a:pt x="1600" y="3004"/>
                      <a:pt x="1779" y="2825"/>
                      <a:pt x="2000" y="2825"/>
                    </a:cubicBezTo>
                    <a:close/>
                    <a:moveTo>
                      <a:pt x="1995" y="6822"/>
                    </a:moveTo>
                    <a:cubicBezTo>
                      <a:pt x="2201" y="6822"/>
                      <a:pt x="2397" y="6981"/>
                      <a:pt x="2397" y="7223"/>
                    </a:cubicBezTo>
                    <a:cubicBezTo>
                      <a:pt x="2397" y="7443"/>
                      <a:pt x="2219" y="7621"/>
                      <a:pt x="1999" y="7621"/>
                    </a:cubicBezTo>
                    <a:cubicBezTo>
                      <a:pt x="1641" y="7621"/>
                      <a:pt x="1464" y="7192"/>
                      <a:pt x="1715" y="6939"/>
                    </a:cubicBezTo>
                    <a:cubicBezTo>
                      <a:pt x="1797" y="6858"/>
                      <a:pt x="1897" y="6822"/>
                      <a:pt x="1995" y="6822"/>
                    </a:cubicBezTo>
                    <a:close/>
                    <a:moveTo>
                      <a:pt x="6819" y="6822"/>
                    </a:moveTo>
                    <a:cubicBezTo>
                      <a:pt x="7024" y="6822"/>
                      <a:pt x="7221" y="6981"/>
                      <a:pt x="7221" y="7223"/>
                    </a:cubicBezTo>
                    <a:cubicBezTo>
                      <a:pt x="7221" y="7443"/>
                      <a:pt x="7043" y="7621"/>
                      <a:pt x="6821" y="7621"/>
                    </a:cubicBezTo>
                    <a:cubicBezTo>
                      <a:pt x="6465" y="7621"/>
                      <a:pt x="6287" y="7192"/>
                      <a:pt x="6539" y="6939"/>
                    </a:cubicBezTo>
                    <a:cubicBezTo>
                      <a:pt x="6620" y="6858"/>
                      <a:pt x="6720" y="6822"/>
                      <a:pt x="6819" y="6822"/>
                    </a:cubicBezTo>
                    <a:close/>
                    <a:moveTo>
                      <a:pt x="4398" y="1"/>
                    </a:moveTo>
                    <a:cubicBezTo>
                      <a:pt x="1960" y="1"/>
                      <a:pt x="1" y="2434"/>
                      <a:pt x="1" y="4425"/>
                    </a:cubicBezTo>
                    <a:lnTo>
                      <a:pt x="1" y="6422"/>
                    </a:lnTo>
                    <a:cubicBezTo>
                      <a:pt x="1" y="7743"/>
                      <a:pt x="1080" y="8822"/>
                      <a:pt x="2399" y="8822"/>
                    </a:cubicBezTo>
                    <a:lnTo>
                      <a:pt x="6423" y="8822"/>
                    </a:lnTo>
                    <a:cubicBezTo>
                      <a:pt x="7743" y="8822"/>
                      <a:pt x="8822" y="7743"/>
                      <a:pt x="8822" y="6422"/>
                    </a:cubicBezTo>
                    <a:lnTo>
                      <a:pt x="8822" y="4425"/>
                    </a:lnTo>
                    <a:cubicBezTo>
                      <a:pt x="8822" y="2433"/>
                      <a:pt x="6836" y="1"/>
                      <a:pt x="43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43"/>
              <p:cNvSpPr/>
              <p:nvPr/>
            </p:nvSpPr>
            <p:spPr>
              <a:xfrm>
                <a:off x="1794550" y="2298725"/>
                <a:ext cx="60000" cy="100600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4024" extrusionOk="0">
                    <a:moveTo>
                      <a:pt x="1202" y="1"/>
                    </a:moveTo>
                    <a:cubicBezTo>
                      <a:pt x="1180" y="1"/>
                      <a:pt x="1157" y="1"/>
                      <a:pt x="1134" y="3"/>
                    </a:cubicBezTo>
                    <a:cubicBezTo>
                      <a:pt x="510" y="35"/>
                      <a:pt x="0" y="593"/>
                      <a:pt x="0" y="1218"/>
                    </a:cubicBezTo>
                    <a:lnTo>
                      <a:pt x="0" y="4024"/>
                    </a:lnTo>
                    <a:lnTo>
                      <a:pt x="2400" y="4024"/>
                    </a:lnTo>
                    <a:lnTo>
                      <a:pt x="2400" y="1200"/>
                    </a:lnTo>
                    <a:cubicBezTo>
                      <a:pt x="2398" y="535"/>
                      <a:pt x="1859" y="1"/>
                      <a:pt x="12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97" name="Google Shape;497;p43"/>
          <p:cNvCxnSpPr>
            <a:stCxn id="490" idx="4"/>
            <a:endCxn id="457" idx="0"/>
          </p:cNvCxnSpPr>
          <p:nvPr/>
        </p:nvCxnSpPr>
        <p:spPr>
          <a:xfrm>
            <a:off x="161927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98" name="Google Shape;498;p43"/>
          <p:cNvGrpSpPr/>
          <p:nvPr/>
        </p:nvGrpSpPr>
        <p:grpSpPr>
          <a:xfrm>
            <a:off x="3373375" y="1349956"/>
            <a:ext cx="419700" cy="436007"/>
            <a:chOff x="3373375" y="1349956"/>
            <a:chExt cx="419700" cy="436007"/>
          </a:xfrm>
        </p:grpSpPr>
        <p:sp>
          <p:nvSpPr>
            <p:cNvPr id="499" name="Google Shape;499;p43"/>
            <p:cNvSpPr/>
            <p:nvPr/>
          </p:nvSpPr>
          <p:spPr>
            <a:xfrm>
              <a:off x="337337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0" name="Google Shape;500;p43"/>
            <p:cNvGrpSpPr/>
            <p:nvPr/>
          </p:nvGrpSpPr>
          <p:grpSpPr>
            <a:xfrm>
              <a:off x="3422233" y="1349956"/>
              <a:ext cx="321965" cy="419686"/>
              <a:chOff x="1791775" y="3235550"/>
              <a:chExt cx="261675" cy="341125"/>
            </a:xfrm>
          </p:grpSpPr>
          <p:sp>
            <p:nvSpPr>
              <p:cNvPr id="501" name="Google Shape;501;p43"/>
              <p:cNvSpPr/>
              <p:nvPr/>
            </p:nvSpPr>
            <p:spPr>
              <a:xfrm>
                <a:off x="1791775" y="3449050"/>
                <a:ext cx="261675" cy="127625"/>
              </a:xfrm>
              <a:custGeom>
                <a:avLst/>
                <a:gdLst/>
                <a:ahLst/>
                <a:cxnLst/>
                <a:rect l="l" t="t" r="r" b="b"/>
                <a:pathLst>
                  <a:path w="10467" h="5105" extrusionOk="0">
                    <a:moveTo>
                      <a:pt x="7407" y="2644"/>
                    </a:moveTo>
                    <a:lnTo>
                      <a:pt x="8268" y="3505"/>
                    </a:lnTo>
                    <a:lnTo>
                      <a:pt x="2204" y="3505"/>
                    </a:lnTo>
                    <a:lnTo>
                      <a:pt x="3065" y="2644"/>
                    </a:lnTo>
                    <a:cubicBezTo>
                      <a:pt x="3254" y="2684"/>
                      <a:pt x="3446" y="2705"/>
                      <a:pt x="3638" y="2706"/>
                    </a:cubicBezTo>
                    <a:lnTo>
                      <a:pt x="6836" y="2706"/>
                    </a:lnTo>
                    <a:cubicBezTo>
                      <a:pt x="7028" y="2705"/>
                      <a:pt x="7220" y="2684"/>
                      <a:pt x="7407" y="2644"/>
                    </a:cubicBezTo>
                    <a:close/>
                    <a:moveTo>
                      <a:pt x="847" y="1"/>
                    </a:moveTo>
                    <a:lnTo>
                      <a:pt x="847" y="1"/>
                    </a:lnTo>
                    <a:cubicBezTo>
                      <a:pt x="884" y="987"/>
                      <a:pt x="1445" y="1862"/>
                      <a:pt x="2252" y="2327"/>
                    </a:cubicBezTo>
                    <a:lnTo>
                      <a:pt x="157" y="4422"/>
                    </a:lnTo>
                    <a:cubicBezTo>
                      <a:pt x="1" y="4578"/>
                      <a:pt x="1" y="4831"/>
                      <a:pt x="157" y="4987"/>
                    </a:cubicBezTo>
                    <a:cubicBezTo>
                      <a:pt x="235" y="5066"/>
                      <a:pt x="338" y="5105"/>
                      <a:pt x="440" y="5105"/>
                    </a:cubicBezTo>
                    <a:cubicBezTo>
                      <a:pt x="542" y="5105"/>
                      <a:pt x="644" y="5066"/>
                      <a:pt x="723" y="4987"/>
                    </a:cubicBezTo>
                    <a:lnTo>
                      <a:pt x="1405" y="4304"/>
                    </a:lnTo>
                    <a:lnTo>
                      <a:pt x="9069" y="4304"/>
                    </a:lnTo>
                    <a:lnTo>
                      <a:pt x="9752" y="4987"/>
                    </a:lnTo>
                    <a:cubicBezTo>
                      <a:pt x="9829" y="5062"/>
                      <a:pt x="9929" y="5099"/>
                      <a:pt x="10028" y="5099"/>
                    </a:cubicBezTo>
                    <a:cubicBezTo>
                      <a:pt x="10130" y="5099"/>
                      <a:pt x="10232" y="5059"/>
                      <a:pt x="10310" y="4982"/>
                    </a:cubicBezTo>
                    <a:cubicBezTo>
                      <a:pt x="10464" y="4828"/>
                      <a:pt x="10467" y="4578"/>
                      <a:pt x="10316" y="4422"/>
                    </a:cubicBezTo>
                    <a:lnTo>
                      <a:pt x="8221" y="2327"/>
                    </a:lnTo>
                    <a:cubicBezTo>
                      <a:pt x="9029" y="1862"/>
                      <a:pt x="9590" y="987"/>
                      <a:pt x="9627" y="1"/>
                    </a:cubicBezTo>
                    <a:lnTo>
                      <a:pt x="9627" y="1"/>
                    </a:lnTo>
                    <a:cubicBezTo>
                      <a:pt x="9024" y="688"/>
                      <a:pt x="8155" y="1080"/>
                      <a:pt x="7241" y="1080"/>
                    </a:cubicBezTo>
                    <a:cubicBezTo>
                      <a:pt x="7239" y="1080"/>
                      <a:pt x="7238" y="1080"/>
                      <a:pt x="7236" y="1080"/>
                    </a:cubicBezTo>
                    <a:lnTo>
                      <a:pt x="3237" y="1080"/>
                    </a:lnTo>
                    <a:cubicBezTo>
                      <a:pt x="3236" y="1080"/>
                      <a:pt x="3234" y="1080"/>
                      <a:pt x="3232" y="1080"/>
                    </a:cubicBezTo>
                    <a:cubicBezTo>
                      <a:pt x="2319" y="1080"/>
                      <a:pt x="1450" y="688"/>
                      <a:pt x="8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43"/>
              <p:cNvSpPr/>
              <p:nvPr/>
            </p:nvSpPr>
            <p:spPr>
              <a:xfrm>
                <a:off x="1872725" y="3326125"/>
                <a:ext cx="99975" cy="60025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2401" extrusionOk="0">
                    <a:moveTo>
                      <a:pt x="1" y="1"/>
                    </a:moveTo>
                    <a:lnTo>
                      <a:pt x="1" y="1785"/>
                    </a:lnTo>
                    <a:cubicBezTo>
                      <a:pt x="327" y="1985"/>
                      <a:pt x="1108" y="2400"/>
                      <a:pt x="2000" y="2400"/>
                    </a:cubicBezTo>
                    <a:cubicBezTo>
                      <a:pt x="2898" y="2400"/>
                      <a:pt x="3675" y="1987"/>
                      <a:pt x="3998" y="1786"/>
                    </a:cubicBezTo>
                    <a:lnTo>
                      <a:pt x="39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43"/>
              <p:cNvSpPr/>
              <p:nvPr/>
            </p:nvSpPr>
            <p:spPr>
              <a:xfrm>
                <a:off x="1812775" y="3235550"/>
                <a:ext cx="219875" cy="220550"/>
              </a:xfrm>
              <a:custGeom>
                <a:avLst/>
                <a:gdLst/>
                <a:ahLst/>
                <a:cxnLst/>
                <a:rect l="l" t="t" r="r" b="b"/>
                <a:pathLst>
                  <a:path w="8795" h="8822" extrusionOk="0">
                    <a:moveTo>
                      <a:pt x="5196" y="1226"/>
                    </a:moveTo>
                    <a:cubicBezTo>
                      <a:pt x="5417" y="1226"/>
                      <a:pt x="5596" y="1404"/>
                      <a:pt x="5596" y="1626"/>
                    </a:cubicBezTo>
                    <a:cubicBezTo>
                      <a:pt x="5596" y="1846"/>
                      <a:pt x="5417" y="2025"/>
                      <a:pt x="5196" y="2025"/>
                    </a:cubicBezTo>
                    <a:lnTo>
                      <a:pt x="3596" y="2025"/>
                    </a:lnTo>
                    <a:cubicBezTo>
                      <a:pt x="3376" y="2025"/>
                      <a:pt x="3198" y="1846"/>
                      <a:pt x="3198" y="1626"/>
                    </a:cubicBezTo>
                    <a:cubicBezTo>
                      <a:pt x="3198" y="1404"/>
                      <a:pt x="3376" y="1226"/>
                      <a:pt x="3596" y="1226"/>
                    </a:cubicBezTo>
                    <a:close/>
                    <a:moveTo>
                      <a:pt x="6795" y="2825"/>
                    </a:moveTo>
                    <a:cubicBezTo>
                      <a:pt x="7016" y="2825"/>
                      <a:pt x="7195" y="3004"/>
                      <a:pt x="7195" y="3224"/>
                    </a:cubicBezTo>
                    <a:lnTo>
                      <a:pt x="7195" y="5623"/>
                    </a:lnTo>
                    <a:cubicBezTo>
                      <a:pt x="7195" y="5749"/>
                      <a:pt x="7136" y="5868"/>
                      <a:pt x="7034" y="5944"/>
                    </a:cubicBezTo>
                    <a:cubicBezTo>
                      <a:pt x="6985" y="5979"/>
                      <a:pt x="5836" y="6822"/>
                      <a:pt x="4397" y="6822"/>
                    </a:cubicBezTo>
                    <a:cubicBezTo>
                      <a:pt x="2957" y="6822"/>
                      <a:pt x="1808" y="5979"/>
                      <a:pt x="1759" y="5944"/>
                    </a:cubicBezTo>
                    <a:cubicBezTo>
                      <a:pt x="1658" y="5868"/>
                      <a:pt x="1599" y="5749"/>
                      <a:pt x="1599" y="5623"/>
                    </a:cubicBezTo>
                    <a:lnTo>
                      <a:pt x="1599" y="3225"/>
                    </a:lnTo>
                    <a:cubicBezTo>
                      <a:pt x="1599" y="3004"/>
                      <a:pt x="1779" y="2825"/>
                      <a:pt x="1999" y="2825"/>
                    </a:cubicBezTo>
                    <a:close/>
                    <a:moveTo>
                      <a:pt x="6792" y="6821"/>
                    </a:moveTo>
                    <a:cubicBezTo>
                      <a:pt x="6998" y="6821"/>
                      <a:pt x="7195" y="6980"/>
                      <a:pt x="7195" y="7221"/>
                    </a:cubicBezTo>
                    <a:cubicBezTo>
                      <a:pt x="7195" y="7442"/>
                      <a:pt x="7016" y="7621"/>
                      <a:pt x="6795" y="7621"/>
                    </a:cubicBezTo>
                    <a:cubicBezTo>
                      <a:pt x="6439" y="7621"/>
                      <a:pt x="6260" y="7190"/>
                      <a:pt x="6511" y="6939"/>
                    </a:cubicBezTo>
                    <a:cubicBezTo>
                      <a:pt x="6593" y="6857"/>
                      <a:pt x="6693" y="6821"/>
                      <a:pt x="6792" y="6821"/>
                    </a:cubicBezTo>
                    <a:close/>
                    <a:moveTo>
                      <a:pt x="1999" y="6822"/>
                    </a:moveTo>
                    <a:cubicBezTo>
                      <a:pt x="2355" y="6822"/>
                      <a:pt x="2532" y="7252"/>
                      <a:pt x="2281" y="7504"/>
                    </a:cubicBezTo>
                    <a:cubicBezTo>
                      <a:pt x="2199" y="7586"/>
                      <a:pt x="2099" y="7622"/>
                      <a:pt x="2001" y="7622"/>
                    </a:cubicBezTo>
                    <a:cubicBezTo>
                      <a:pt x="1795" y="7622"/>
                      <a:pt x="1599" y="7463"/>
                      <a:pt x="1599" y="7221"/>
                    </a:cubicBezTo>
                    <a:cubicBezTo>
                      <a:pt x="1599" y="7001"/>
                      <a:pt x="1777" y="6822"/>
                      <a:pt x="1999" y="6822"/>
                    </a:cubicBezTo>
                    <a:close/>
                    <a:moveTo>
                      <a:pt x="4398" y="0"/>
                    </a:moveTo>
                    <a:cubicBezTo>
                      <a:pt x="1959" y="0"/>
                      <a:pt x="1" y="2434"/>
                      <a:pt x="1" y="4424"/>
                    </a:cubicBezTo>
                    <a:lnTo>
                      <a:pt x="1" y="6422"/>
                    </a:lnTo>
                    <a:cubicBezTo>
                      <a:pt x="1" y="7742"/>
                      <a:pt x="1080" y="8822"/>
                      <a:pt x="2399" y="8822"/>
                    </a:cubicBezTo>
                    <a:lnTo>
                      <a:pt x="6396" y="8822"/>
                    </a:lnTo>
                    <a:cubicBezTo>
                      <a:pt x="7715" y="8822"/>
                      <a:pt x="8794" y="7742"/>
                      <a:pt x="8794" y="6422"/>
                    </a:cubicBezTo>
                    <a:lnTo>
                      <a:pt x="8794" y="4424"/>
                    </a:lnTo>
                    <a:cubicBezTo>
                      <a:pt x="8794" y="2434"/>
                      <a:pt x="6836" y="0"/>
                      <a:pt x="43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4" name="Google Shape;504;p43"/>
          <p:cNvCxnSpPr>
            <a:stCxn id="499" idx="4"/>
            <a:endCxn id="451" idx="0"/>
          </p:cNvCxnSpPr>
          <p:nvPr/>
        </p:nvCxnSpPr>
        <p:spPr>
          <a:xfrm>
            <a:off x="358322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05" name="Google Shape;505;p43"/>
          <p:cNvGrpSpPr/>
          <p:nvPr/>
        </p:nvGrpSpPr>
        <p:grpSpPr>
          <a:xfrm>
            <a:off x="3373375" y="3099652"/>
            <a:ext cx="419700" cy="441486"/>
            <a:chOff x="3373375" y="3099652"/>
            <a:chExt cx="419700" cy="441486"/>
          </a:xfrm>
        </p:grpSpPr>
        <p:sp>
          <p:nvSpPr>
            <p:cNvPr id="506" name="Google Shape;506;p43"/>
            <p:cNvSpPr/>
            <p:nvPr/>
          </p:nvSpPr>
          <p:spPr>
            <a:xfrm>
              <a:off x="337337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43"/>
            <p:cNvGrpSpPr/>
            <p:nvPr/>
          </p:nvGrpSpPr>
          <p:grpSpPr>
            <a:xfrm>
              <a:off x="3398743" y="3099652"/>
              <a:ext cx="368966" cy="419689"/>
              <a:chOff x="238125" y="1564325"/>
              <a:chExt cx="299875" cy="341100"/>
            </a:xfrm>
          </p:grpSpPr>
          <p:sp>
            <p:nvSpPr>
              <p:cNvPr id="508" name="Google Shape;508;p43"/>
              <p:cNvSpPr/>
              <p:nvPr/>
            </p:nvSpPr>
            <p:spPr>
              <a:xfrm>
                <a:off x="434700" y="1724850"/>
                <a:ext cx="4332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727" extrusionOk="0">
                    <a:moveTo>
                      <a:pt x="1094" y="1"/>
                    </a:moveTo>
                    <a:cubicBezTo>
                      <a:pt x="867" y="556"/>
                      <a:pt x="487" y="1037"/>
                      <a:pt x="0" y="1387"/>
                    </a:cubicBezTo>
                    <a:lnTo>
                      <a:pt x="1732" y="1727"/>
                    </a:lnTo>
                    <a:lnTo>
                      <a:pt x="1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43"/>
              <p:cNvSpPr/>
              <p:nvPr/>
            </p:nvSpPr>
            <p:spPr>
              <a:xfrm>
                <a:off x="298100" y="1724850"/>
                <a:ext cx="4332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727" extrusionOk="0">
                    <a:moveTo>
                      <a:pt x="1" y="1"/>
                    </a:moveTo>
                    <a:lnTo>
                      <a:pt x="1" y="1727"/>
                    </a:lnTo>
                    <a:lnTo>
                      <a:pt x="1733" y="1387"/>
                    </a:lnTo>
                    <a:cubicBezTo>
                      <a:pt x="1245" y="1037"/>
                      <a:pt x="866" y="556"/>
                      <a:pt x="6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43"/>
              <p:cNvSpPr/>
              <p:nvPr/>
            </p:nvSpPr>
            <p:spPr>
              <a:xfrm>
                <a:off x="298100" y="1784525"/>
                <a:ext cx="39850" cy="12090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4836" extrusionOk="0">
                    <a:moveTo>
                      <a:pt x="793" y="0"/>
                    </a:moveTo>
                    <a:lnTo>
                      <a:pt x="1" y="155"/>
                    </a:lnTo>
                    <a:lnTo>
                      <a:pt x="1" y="4836"/>
                    </a:lnTo>
                    <a:lnTo>
                      <a:pt x="1594" y="4836"/>
                    </a:lnTo>
                    <a:lnTo>
                      <a:pt x="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43"/>
              <p:cNvSpPr/>
              <p:nvPr/>
            </p:nvSpPr>
            <p:spPr>
              <a:xfrm>
                <a:off x="438150" y="1784525"/>
                <a:ext cx="39875" cy="12090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4836" extrusionOk="0">
                    <a:moveTo>
                      <a:pt x="803" y="0"/>
                    </a:moveTo>
                    <a:lnTo>
                      <a:pt x="1" y="4836"/>
                    </a:lnTo>
                    <a:lnTo>
                      <a:pt x="1594" y="4836"/>
                    </a:lnTo>
                    <a:lnTo>
                      <a:pt x="1594" y="155"/>
                    </a:lnTo>
                    <a:lnTo>
                      <a:pt x="8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43"/>
              <p:cNvSpPr/>
              <p:nvPr/>
            </p:nvSpPr>
            <p:spPr>
              <a:xfrm>
                <a:off x="339075" y="1789975"/>
                <a:ext cx="97975" cy="115450"/>
              </a:xfrm>
              <a:custGeom>
                <a:avLst/>
                <a:gdLst/>
                <a:ahLst/>
                <a:cxnLst/>
                <a:rect l="l" t="t" r="r" b="b"/>
                <a:pathLst>
                  <a:path w="3919" h="4618" extrusionOk="0">
                    <a:moveTo>
                      <a:pt x="1" y="1"/>
                    </a:moveTo>
                    <a:lnTo>
                      <a:pt x="765" y="4618"/>
                    </a:lnTo>
                    <a:lnTo>
                      <a:pt x="3153" y="4618"/>
                    </a:lnTo>
                    <a:lnTo>
                      <a:pt x="3918" y="1"/>
                    </a:lnTo>
                    <a:lnTo>
                      <a:pt x="2359" y="1558"/>
                    </a:lnTo>
                    <a:lnTo>
                      <a:pt x="2359" y="2992"/>
                    </a:lnTo>
                    <a:cubicBezTo>
                      <a:pt x="2365" y="3217"/>
                      <a:pt x="2183" y="3401"/>
                      <a:pt x="1960" y="3401"/>
                    </a:cubicBezTo>
                    <a:cubicBezTo>
                      <a:pt x="1736" y="3401"/>
                      <a:pt x="1555" y="3217"/>
                      <a:pt x="1560" y="2992"/>
                    </a:cubicBezTo>
                    <a:lnTo>
                      <a:pt x="1560" y="15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43"/>
              <p:cNvSpPr/>
              <p:nvPr/>
            </p:nvSpPr>
            <p:spPr>
              <a:xfrm>
                <a:off x="238125" y="1792300"/>
                <a:ext cx="400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4525" extrusionOk="0">
                    <a:moveTo>
                      <a:pt x="1601" y="1"/>
                    </a:moveTo>
                    <a:lnTo>
                      <a:pt x="989" y="120"/>
                    </a:lnTo>
                    <a:cubicBezTo>
                      <a:pt x="416" y="221"/>
                      <a:pt x="0" y="720"/>
                      <a:pt x="0" y="1301"/>
                    </a:cubicBezTo>
                    <a:lnTo>
                      <a:pt x="0" y="4125"/>
                    </a:lnTo>
                    <a:cubicBezTo>
                      <a:pt x="0" y="4346"/>
                      <a:pt x="180" y="4525"/>
                      <a:pt x="402" y="4525"/>
                    </a:cubicBezTo>
                    <a:lnTo>
                      <a:pt x="1601" y="4525"/>
                    </a:lnTo>
                    <a:lnTo>
                      <a:pt x="16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43"/>
              <p:cNvSpPr/>
              <p:nvPr/>
            </p:nvSpPr>
            <p:spPr>
              <a:xfrm>
                <a:off x="354650" y="1772000"/>
                <a:ext cx="66775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547" extrusionOk="0">
                    <a:moveTo>
                      <a:pt x="537" y="0"/>
                    </a:moveTo>
                    <a:lnTo>
                      <a:pt x="537" y="108"/>
                    </a:lnTo>
                    <a:lnTo>
                      <a:pt x="1" y="213"/>
                    </a:lnTo>
                    <a:lnTo>
                      <a:pt x="1336" y="1546"/>
                    </a:lnTo>
                    <a:lnTo>
                      <a:pt x="2670" y="213"/>
                    </a:lnTo>
                    <a:lnTo>
                      <a:pt x="2136" y="108"/>
                    </a:lnTo>
                    <a:lnTo>
                      <a:pt x="2136" y="0"/>
                    </a:lnTo>
                    <a:cubicBezTo>
                      <a:pt x="1879" y="67"/>
                      <a:pt x="1615" y="114"/>
                      <a:pt x="1337" y="114"/>
                    </a:cubicBezTo>
                    <a:cubicBezTo>
                      <a:pt x="1058" y="114"/>
                      <a:pt x="794" y="67"/>
                      <a:pt x="5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43"/>
              <p:cNvSpPr/>
              <p:nvPr/>
            </p:nvSpPr>
            <p:spPr>
              <a:xfrm>
                <a:off x="497950" y="1792300"/>
                <a:ext cx="4005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4525" extrusionOk="0">
                    <a:moveTo>
                      <a:pt x="1" y="1"/>
                    </a:moveTo>
                    <a:lnTo>
                      <a:pt x="1" y="4525"/>
                    </a:lnTo>
                    <a:lnTo>
                      <a:pt x="1201" y="4525"/>
                    </a:lnTo>
                    <a:cubicBezTo>
                      <a:pt x="1421" y="4525"/>
                      <a:pt x="1602" y="4346"/>
                      <a:pt x="1600" y="4125"/>
                    </a:cubicBezTo>
                    <a:lnTo>
                      <a:pt x="1600" y="1301"/>
                    </a:lnTo>
                    <a:cubicBezTo>
                      <a:pt x="1599" y="718"/>
                      <a:pt x="1179" y="219"/>
                      <a:pt x="603" y="11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43"/>
              <p:cNvSpPr/>
              <p:nvPr/>
            </p:nvSpPr>
            <p:spPr>
              <a:xfrm>
                <a:off x="467000" y="1644275"/>
                <a:ext cx="30975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2425" extrusionOk="0">
                    <a:moveTo>
                      <a:pt x="40" y="0"/>
                    </a:moveTo>
                    <a:lnTo>
                      <a:pt x="40" y="2026"/>
                    </a:lnTo>
                    <a:cubicBezTo>
                      <a:pt x="40" y="2162"/>
                      <a:pt x="16" y="2294"/>
                      <a:pt x="0" y="2425"/>
                    </a:cubicBezTo>
                    <a:lnTo>
                      <a:pt x="440" y="2425"/>
                    </a:lnTo>
                    <a:cubicBezTo>
                      <a:pt x="882" y="2425"/>
                      <a:pt x="1239" y="2068"/>
                      <a:pt x="1239" y="1625"/>
                    </a:cubicBezTo>
                    <a:lnTo>
                      <a:pt x="1239" y="799"/>
                    </a:lnTo>
                    <a:cubicBezTo>
                      <a:pt x="1239" y="358"/>
                      <a:pt x="882" y="0"/>
                      <a:pt x="4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43"/>
              <p:cNvSpPr/>
              <p:nvPr/>
            </p:nvSpPr>
            <p:spPr>
              <a:xfrm>
                <a:off x="278125" y="1644275"/>
                <a:ext cx="31000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425" extrusionOk="0">
                    <a:moveTo>
                      <a:pt x="800" y="0"/>
                    </a:moveTo>
                    <a:cubicBezTo>
                      <a:pt x="358" y="0"/>
                      <a:pt x="1" y="358"/>
                      <a:pt x="1" y="799"/>
                    </a:cubicBezTo>
                    <a:lnTo>
                      <a:pt x="1" y="1625"/>
                    </a:lnTo>
                    <a:cubicBezTo>
                      <a:pt x="1" y="2066"/>
                      <a:pt x="358" y="2425"/>
                      <a:pt x="800" y="2425"/>
                    </a:cubicBezTo>
                    <a:lnTo>
                      <a:pt x="1240" y="2425"/>
                    </a:lnTo>
                    <a:cubicBezTo>
                      <a:pt x="1223" y="2292"/>
                      <a:pt x="1200" y="2162"/>
                      <a:pt x="1200" y="2025"/>
                    </a:cubicBezTo>
                    <a:lnTo>
                      <a:pt x="12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43"/>
              <p:cNvSpPr/>
              <p:nvPr/>
            </p:nvSpPr>
            <p:spPr>
              <a:xfrm>
                <a:off x="310900" y="1564325"/>
                <a:ext cx="154300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399" extrusionOk="0">
                    <a:moveTo>
                      <a:pt x="3087" y="0"/>
                    </a:moveTo>
                    <a:cubicBezTo>
                      <a:pt x="1599" y="0"/>
                      <a:pt x="358" y="1022"/>
                      <a:pt x="1" y="2398"/>
                    </a:cubicBezTo>
                    <a:lnTo>
                      <a:pt x="1488" y="2398"/>
                    </a:lnTo>
                    <a:cubicBezTo>
                      <a:pt x="2149" y="2398"/>
                      <a:pt x="2687" y="1862"/>
                      <a:pt x="2687" y="1199"/>
                    </a:cubicBezTo>
                    <a:cubicBezTo>
                      <a:pt x="2682" y="975"/>
                      <a:pt x="2863" y="790"/>
                      <a:pt x="3087" y="790"/>
                    </a:cubicBezTo>
                    <a:cubicBezTo>
                      <a:pt x="3311" y="790"/>
                      <a:pt x="3492" y="975"/>
                      <a:pt x="3487" y="1199"/>
                    </a:cubicBezTo>
                    <a:cubicBezTo>
                      <a:pt x="3487" y="1862"/>
                      <a:pt x="4023" y="2398"/>
                      <a:pt x="4686" y="2398"/>
                    </a:cubicBezTo>
                    <a:lnTo>
                      <a:pt x="6172" y="2398"/>
                    </a:lnTo>
                    <a:cubicBezTo>
                      <a:pt x="5814" y="1022"/>
                      <a:pt x="4575" y="0"/>
                      <a:pt x="30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43"/>
              <p:cNvSpPr/>
              <p:nvPr/>
            </p:nvSpPr>
            <p:spPr>
              <a:xfrm>
                <a:off x="328075" y="1624275"/>
                <a:ext cx="120000" cy="130625"/>
              </a:xfrm>
              <a:custGeom>
                <a:avLst/>
                <a:gdLst/>
                <a:ahLst/>
                <a:cxnLst/>
                <a:rect l="l" t="t" r="r" b="b"/>
                <a:pathLst>
                  <a:path w="4800" h="5225" extrusionOk="0">
                    <a:moveTo>
                      <a:pt x="2400" y="0"/>
                    </a:moveTo>
                    <a:cubicBezTo>
                      <a:pt x="2056" y="467"/>
                      <a:pt x="1409" y="800"/>
                      <a:pt x="801" y="800"/>
                    </a:cubicBezTo>
                    <a:lnTo>
                      <a:pt x="1" y="800"/>
                    </a:lnTo>
                    <a:lnTo>
                      <a:pt x="1" y="2826"/>
                    </a:lnTo>
                    <a:cubicBezTo>
                      <a:pt x="3" y="2959"/>
                      <a:pt x="17" y="3094"/>
                      <a:pt x="40" y="3225"/>
                    </a:cubicBezTo>
                    <a:lnTo>
                      <a:pt x="2400" y="3225"/>
                    </a:lnTo>
                    <a:cubicBezTo>
                      <a:pt x="2617" y="3229"/>
                      <a:pt x="2790" y="3408"/>
                      <a:pt x="2790" y="3625"/>
                    </a:cubicBezTo>
                    <a:cubicBezTo>
                      <a:pt x="2790" y="3842"/>
                      <a:pt x="2617" y="4019"/>
                      <a:pt x="2400" y="4025"/>
                    </a:cubicBezTo>
                    <a:lnTo>
                      <a:pt x="333" y="4025"/>
                    </a:lnTo>
                    <a:cubicBezTo>
                      <a:pt x="746" y="4740"/>
                      <a:pt x="1511" y="5224"/>
                      <a:pt x="2400" y="5224"/>
                    </a:cubicBezTo>
                    <a:cubicBezTo>
                      <a:pt x="2401" y="5224"/>
                      <a:pt x="2402" y="5224"/>
                      <a:pt x="2403" y="5224"/>
                    </a:cubicBezTo>
                    <a:cubicBezTo>
                      <a:pt x="3726" y="5224"/>
                      <a:pt x="4800" y="4150"/>
                      <a:pt x="4798" y="2826"/>
                    </a:cubicBezTo>
                    <a:lnTo>
                      <a:pt x="4798" y="800"/>
                    </a:lnTo>
                    <a:lnTo>
                      <a:pt x="3999" y="800"/>
                    </a:lnTo>
                    <a:cubicBezTo>
                      <a:pt x="3335" y="800"/>
                      <a:pt x="2722" y="439"/>
                      <a:pt x="2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20" name="Google Shape;520;p43"/>
          <p:cNvCxnSpPr>
            <a:stCxn id="506" idx="4"/>
            <a:endCxn id="459" idx="0"/>
          </p:cNvCxnSpPr>
          <p:nvPr/>
        </p:nvCxnSpPr>
        <p:spPr>
          <a:xfrm>
            <a:off x="358322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21" name="Google Shape;521;p43"/>
          <p:cNvGrpSpPr/>
          <p:nvPr/>
        </p:nvGrpSpPr>
        <p:grpSpPr>
          <a:xfrm>
            <a:off x="5337323" y="3121438"/>
            <a:ext cx="419713" cy="419700"/>
            <a:chOff x="5337323" y="3121438"/>
            <a:chExt cx="419713" cy="419700"/>
          </a:xfrm>
        </p:grpSpPr>
        <p:sp>
          <p:nvSpPr>
            <p:cNvPr id="522" name="Google Shape;522;p43"/>
            <p:cNvSpPr/>
            <p:nvPr/>
          </p:nvSpPr>
          <p:spPr>
            <a:xfrm>
              <a:off x="533732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3" name="Google Shape;523;p43"/>
            <p:cNvGrpSpPr/>
            <p:nvPr/>
          </p:nvGrpSpPr>
          <p:grpSpPr>
            <a:xfrm>
              <a:off x="5337323" y="3125104"/>
              <a:ext cx="419713" cy="368783"/>
              <a:chOff x="6281775" y="1593475"/>
              <a:chExt cx="341175" cy="299775"/>
            </a:xfrm>
          </p:grpSpPr>
          <p:sp>
            <p:nvSpPr>
              <p:cNvPr id="524" name="Google Shape;524;p43"/>
              <p:cNvSpPr/>
              <p:nvPr/>
            </p:nvSpPr>
            <p:spPr>
              <a:xfrm>
                <a:off x="6502325" y="1673475"/>
                <a:ext cx="1997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01" extrusionOk="0">
                    <a:moveTo>
                      <a:pt x="399" y="0"/>
                    </a:moveTo>
                    <a:cubicBezTo>
                      <a:pt x="179" y="0"/>
                      <a:pt x="0" y="180"/>
                      <a:pt x="0" y="401"/>
                    </a:cubicBezTo>
                    <a:cubicBezTo>
                      <a:pt x="0" y="622"/>
                      <a:pt x="179" y="801"/>
                      <a:pt x="399" y="801"/>
                    </a:cubicBezTo>
                    <a:cubicBezTo>
                      <a:pt x="620" y="801"/>
                      <a:pt x="799" y="622"/>
                      <a:pt x="799" y="401"/>
                    </a:cubicBezTo>
                    <a:cubicBezTo>
                      <a:pt x="799" y="180"/>
                      <a:pt x="620" y="0"/>
                      <a:pt x="3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43"/>
              <p:cNvSpPr/>
              <p:nvPr/>
            </p:nvSpPr>
            <p:spPr>
              <a:xfrm>
                <a:off x="6342400" y="1653500"/>
                <a:ext cx="2002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400" y="1"/>
                    </a:moveTo>
                    <a:cubicBezTo>
                      <a:pt x="180" y="1"/>
                      <a:pt x="0" y="179"/>
                      <a:pt x="0" y="401"/>
                    </a:cubicBezTo>
                    <a:cubicBezTo>
                      <a:pt x="0" y="621"/>
                      <a:pt x="180" y="801"/>
                      <a:pt x="400" y="801"/>
                    </a:cubicBezTo>
                    <a:cubicBezTo>
                      <a:pt x="622" y="801"/>
                      <a:pt x="801" y="621"/>
                      <a:pt x="801" y="401"/>
                    </a:cubicBezTo>
                    <a:cubicBezTo>
                      <a:pt x="801" y="179"/>
                      <a:pt x="622" y="1"/>
                      <a:pt x="4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43"/>
              <p:cNvSpPr/>
              <p:nvPr/>
            </p:nvSpPr>
            <p:spPr>
              <a:xfrm>
                <a:off x="6281825" y="1673400"/>
                <a:ext cx="140600" cy="1399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5597" extrusionOk="0">
                    <a:moveTo>
                      <a:pt x="3613" y="1600"/>
                    </a:moveTo>
                    <a:cubicBezTo>
                      <a:pt x="3819" y="1600"/>
                      <a:pt x="3999" y="1750"/>
                      <a:pt x="4021" y="1954"/>
                    </a:cubicBezTo>
                    <a:cubicBezTo>
                      <a:pt x="4048" y="2190"/>
                      <a:pt x="3862" y="2398"/>
                      <a:pt x="3624" y="2398"/>
                    </a:cubicBezTo>
                    <a:lnTo>
                      <a:pt x="2025" y="2398"/>
                    </a:lnTo>
                    <a:cubicBezTo>
                      <a:pt x="1785" y="2398"/>
                      <a:pt x="1599" y="2190"/>
                      <a:pt x="1627" y="1954"/>
                    </a:cubicBezTo>
                    <a:cubicBezTo>
                      <a:pt x="1650" y="1750"/>
                      <a:pt x="1830" y="1600"/>
                      <a:pt x="2035" y="1600"/>
                    </a:cubicBezTo>
                    <a:close/>
                    <a:moveTo>
                      <a:pt x="0" y="0"/>
                    </a:moveTo>
                    <a:lnTo>
                      <a:pt x="0" y="5597"/>
                    </a:lnTo>
                    <a:lnTo>
                      <a:pt x="2499" y="5597"/>
                    </a:lnTo>
                    <a:cubicBezTo>
                      <a:pt x="2667" y="5120"/>
                      <a:pt x="3117" y="4799"/>
                      <a:pt x="3624" y="4798"/>
                    </a:cubicBezTo>
                    <a:lnTo>
                      <a:pt x="3625" y="4798"/>
                    </a:lnTo>
                    <a:cubicBezTo>
                      <a:pt x="3802" y="4798"/>
                      <a:pt x="3978" y="4839"/>
                      <a:pt x="4139" y="4918"/>
                    </a:cubicBezTo>
                    <a:lnTo>
                      <a:pt x="4944" y="4113"/>
                    </a:lnTo>
                    <a:cubicBezTo>
                      <a:pt x="4631" y="3472"/>
                      <a:pt x="4950" y="2704"/>
                      <a:pt x="5623" y="2472"/>
                    </a:cubicBezTo>
                    <a:lnTo>
                      <a:pt x="5623" y="727"/>
                    </a:lnTo>
                    <a:cubicBezTo>
                      <a:pt x="5285" y="606"/>
                      <a:pt x="5018" y="340"/>
                      <a:pt x="4897" y="0"/>
                    </a:cubicBezTo>
                    <a:lnTo>
                      <a:pt x="3950" y="0"/>
                    </a:lnTo>
                    <a:cubicBezTo>
                      <a:pt x="3785" y="480"/>
                      <a:pt x="3333" y="801"/>
                      <a:pt x="2825" y="801"/>
                    </a:cubicBezTo>
                    <a:cubicBezTo>
                      <a:pt x="2317" y="801"/>
                      <a:pt x="1865" y="480"/>
                      <a:pt x="16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43"/>
              <p:cNvSpPr/>
              <p:nvPr/>
            </p:nvSpPr>
            <p:spPr>
              <a:xfrm>
                <a:off x="6459350" y="1693400"/>
                <a:ext cx="163600" cy="99925"/>
              </a:xfrm>
              <a:custGeom>
                <a:avLst/>
                <a:gdLst/>
                <a:ahLst/>
                <a:cxnLst/>
                <a:rect l="l" t="t" r="r" b="b"/>
                <a:pathLst>
                  <a:path w="6544" h="3997" extrusionOk="0">
                    <a:moveTo>
                      <a:pt x="4517" y="1598"/>
                    </a:moveTo>
                    <a:cubicBezTo>
                      <a:pt x="4755" y="1598"/>
                      <a:pt x="4941" y="1807"/>
                      <a:pt x="4914" y="2043"/>
                    </a:cubicBezTo>
                    <a:cubicBezTo>
                      <a:pt x="4892" y="2248"/>
                      <a:pt x="4712" y="2399"/>
                      <a:pt x="4507" y="2399"/>
                    </a:cubicBezTo>
                    <a:lnTo>
                      <a:pt x="4507" y="2397"/>
                    </a:lnTo>
                    <a:lnTo>
                      <a:pt x="2928" y="2397"/>
                    </a:lnTo>
                    <a:cubicBezTo>
                      <a:pt x="2723" y="2397"/>
                      <a:pt x="2543" y="2247"/>
                      <a:pt x="2521" y="2043"/>
                    </a:cubicBezTo>
                    <a:cubicBezTo>
                      <a:pt x="2494" y="1807"/>
                      <a:pt x="2679" y="1598"/>
                      <a:pt x="2918" y="1598"/>
                    </a:cubicBezTo>
                    <a:close/>
                    <a:moveTo>
                      <a:pt x="3246" y="1"/>
                    </a:moveTo>
                    <a:cubicBezTo>
                      <a:pt x="3078" y="478"/>
                      <a:pt x="2626" y="798"/>
                      <a:pt x="2119" y="800"/>
                    </a:cubicBezTo>
                    <a:cubicBezTo>
                      <a:pt x="1942" y="798"/>
                      <a:pt x="1766" y="757"/>
                      <a:pt x="1607" y="678"/>
                    </a:cubicBezTo>
                    <a:lnTo>
                      <a:pt x="0" y="2285"/>
                    </a:lnTo>
                    <a:cubicBezTo>
                      <a:pt x="78" y="2445"/>
                      <a:pt x="120" y="2620"/>
                      <a:pt x="120" y="2799"/>
                    </a:cubicBezTo>
                    <a:cubicBezTo>
                      <a:pt x="118" y="2848"/>
                      <a:pt x="114" y="2895"/>
                      <a:pt x="107" y="2944"/>
                    </a:cubicBezTo>
                    <a:lnTo>
                      <a:pt x="1289" y="3534"/>
                    </a:lnTo>
                    <a:cubicBezTo>
                      <a:pt x="1526" y="3304"/>
                      <a:pt x="1823" y="3197"/>
                      <a:pt x="2116" y="3197"/>
                    </a:cubicBezTo>
                    <a:cubicBezTo>
                      <a:pt x="2596" y="3197"/>
                      <a:pt x="3066" y="3486"/>
                      <a:pt x="3244" y="3996"/>
                    </a:cubicBezTo>
                    <a:lnTo>
                      <a:pt x="6543" y="3996"/>
                    </a:lnTo>
                    <a:lnTo>
                      <a:pt x="65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43"/>
              <p:cNvSpPr/>
              <p:nvPr/>
            </p:nvSpPr>
            <p:spPr>
              <a:xfrm>
                <a:off x="6502325" y="1793400"/>
                <a:ext cx="1997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00" extrusionOk="0">
                    <a:moveTo>
                      <a:pt x="399" y="1"/>
                    </a:moveTo>
                    <a:cubicBezTo>
                      <a:pt x="179" y="1"/>
                      <a:pt x="0" y="180"/>
                      <a:pt x="0" y="401"/>
                    </a:cubicBezTo>
                    <a:cubicBezTo>
                      <a:pt x="0" y="621"/>
                      <a:pt x="179" y="800"/>
                      <a:pt x="399" y="800"/>
                    </a:cubicBezTo>
                    <a:cubicBezTo>
                      <a:pt x="620" y="800"/>
                      <a:pt x="799" y="621"/>
                      <a:pt x="799" y="401"/>
                    </a:cubicBezTo>
                    <a:cubicBezTo>
                      <a:pt x="799" y="180"/>
                      <a:pt x="620" y="1"/>
                      <a:pt x="3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43"/>
              <p:cNvSpPr/>
              <p:nvPr/>
            </p:nvSpPr>
            <p:spPr>
              <a:xfrm>
                <a:off x="6362400" y="1813375"/>
                <a:ext cx="20000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2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2"/>
                      <a:pt x="179" y="801"/>
                      <a:pt x="401" y="801"/>
                    </a:cubicBezTo>
                    <a:cubicBezTo>
                      <a:pt x="621" y="801"/>
                      <a:pt x="799" y="622"/>
                      <a:pt x="799" y="401"/>
                    </a:cubicBezTo>
                    <a:cubicBezTo>
                      <a:pt x="799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43"/>
              <p:cNvSpPr/>
              <p:nvPr/>
            </p:nvSpPr>
            <p:spPr>
              <a:xfrm>
                <a:off x="6422350" y="1653500"/>
                <a:ext cx="2002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1"/>
                      <a:pt x="179" y="801"/>
                      <a:pt x="401" y="801"/>
                    </a:cubicBezTo>
                    <a:cubicBezTo>
                      <a:pt x="621" y="801"/>
                      <a:pt x="801" y="621"/>
                      <a:pt x="801" y="401"/>
                    </a:cubicBezTo>
                    <a:cubicBezTo>
                      <a:pt x="801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43"/>
              <p:cNvSpPr/>
              <p:nvPr/>
            </p:nvSpPr>
            <p:spPr>
              <a:xfrm>
                <a:off x="6281825" y="1593475"/>
                <a:ext cx="140600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2399" extrusionOk="0">
                    <a:moveTo>
                      <a:pt x="400" y="1"/>
                    </a:moveTo>
                    <a:cubicBezTo>
                      <a:pt x="179" y="1"/>
                      <a:pt x="0" y="179"/>
                      <a:pt x="0" y="399"/>
                    </a:cubicBezTo>
                    <a:lnTo>
                      <a:pt x="0" y="2399"/>
                    </a:lnTo>
                    <a:lnTo>
                      <a:pt x="1700" y="2399"/>
                    </a:lnTo>
                    <a:cubicBezTo>
                      <a:pt x="1868" y="1920"/>
                      <a:pt x="2318" y="1600"/>
                      <a:pt x="2825" y="1598"/>
                    </a:cubicBezTo>
                    <a:cubicBezTo>
                      <a:pt x="3331" y="1600"/>
                      <a:pt x="3783" y="1920"/>
                      <a:pt x="3952" y="2399"/>
                    </a:cubicBezTo>
                    <a:lnTo>
                      <a:pt x="4898" y="2399"/>
                    </a:lnTo>
                    <a:cubicBezTo>
                      <a:pt x="5019" y="2060"/>
                      <a:pt x="5285" y="1793"/>
                      <a:pt x="5623" y="1672"/>
                    </a:cubicBezTo>
                    <a:lnTo>
                      <a:pt x="56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43"/>
              <p:cNvSpPr/>
              <p:nvPr/>
            </p:nvSpPr>
            <p:spPr>
              <a:xfrm>
                <a:off x="6281775" y="1784875"/>
                <a:ext cx="341125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3645" h="4335" extrusionOk="0">
                    <a:moveTo>
                      <a:pt x="6812" y="1937"/>
                    </a:moveTo>
                    <a:cubicBezTo>
                      <a:pt x="7019" y="1937"/>
                      <a:pt x="7198" y="2087"/>
                      <a:pt x="7221" y="2292"/>
                    </a:cubicBezTo>
                    <a:cubicBezTo>
                      <a:pt x="7248" y="2529"/>
                      <a:pt x="7062" y="2737"/>
                      <a:pt x="6823" y="2737"/>
                    </a:cubicBezTo>
                    <a:lnTo>
                      <a:pt x="6034" y="2737"/>
                    </a:lnTo>
                    <a:cubicBezTo>
                      <a:pt x="5829" y="2737"/>
                      <a:pt x="5649" y="2586"/>
                      <a:pt x="5627" y="2383"/>
                    </a:cubicBezTo>
                    <a:cubicBezTo>
                      <a:pt x="5600" y="2145"/>
                      <a:pt x="5785" y="1937"/>
                      <a:pt x="6024" y="1937"/>
                    </a:cubicBezTo>
                    <a:close/>
                    <a:moveTo>
                      <a:pt x="6854" y="1"/>
                    </a:moveTo>
                    <a:cubicBezTo>
                      <a:pt x="6629" y="222"/>
                      <a:pt x="6331" y="338"/>
                      <a:pt x="6029" y="338"/>
                    </a:cubicBezTo>
                    <a:cubicBezTo>
                      <a:pt x="5853" y="338"/>
                      <a:pt x="5676" y="299"/>
                      <a:pt x="5511" y="218"/>
                    </a:cubicBezTo>
                    <a:lnTo>
                      <a:pt x="4705" y="1023"/>
                    </a:lnTo>
                    <a:cubicBezTo>
                      <a:pt x="4783" y="1184"/>
                      <a:pt x="4825" y="1359"/>
                      <a:pt x="4825" y="1536"/>
                    </a:cubicBezTo>
                    <a:cubicBezTo>
                      <a:pt x="4828" y="2121"/>
                      <a:pt x="4408" y="2623"/>
                      <a:pt x="3831" y="2722"/>
                    </a:cubicBezTo>
                    <a:cubicBezTo>
                      <a:pt x="3763" y="2734"/>
                      <a:pt x="3695" y="2740"/>
                      <a:pt x="3628" y="2740"/>
                    </a:cubicBezTo>
                    <a:cubicBezTo>
                      <a:pt x="3127" y="2740"/>
                      <a:pt x="2670" y="2424"/>
                      <a:pt x="2499" y="1937"/>
                    </a:cubicBezTo>
                    <a:lnTo>
                      <a:pt x="1" y="1937"/>
                    </a:lnTo>
                    <a:lnTo>
                      <a:pt x="1" y="3936"/>
                    </a:lnTo>
                    <a:cubicBezTo>
                      <a:pt x="1" y="4156"/>
                      <a:pt x="179" y="4335"/>
                      <a:pt x="401" y="4335"/>
                    </a:cubicBezTo>
                    <a:lnTo>
                      <a:pt x="13245" y="4335"/>
                    </a:lnTo>
                    <a:cubicBezTo>
                      <a:pt x="13466" y="4335"/>
                      <a:pt x="13645" y="4156"/>
                      <a:pt x="13645" y="3936"/>
                    </a:cubicBezTo>
                    <a:lnTo>
                      <a:pt x="13645" y="1138"/>
                    </a:lnTo>
                    <a:lnTo>
                      <a:pt x="10347" y="1138"/>
                    </a:lnTo>
                    <a:cubicBezTo>
                      <a:pt x="10179" y="1616"/>
                      <a:pt x="9728" y="1936"/>
                      <a:pt x="9221" y="1937"/>
                    </a:cubicBezTo>
                    <a:lnTo>
                      <a:pt x="9221" y="1937"/>
                    </a:lnTo>
                    <a:cubicBezTo>
                      <a:pt x="8560" y="1936"/>
                      <a:pt x="8023" y="1400"/>
                      <a:pt x="8023" y="738"/>
                    </a:cubicBezTo>
                    <a:cubicBezTo>
                      <a:pt x="8025" y="689"/>
                      <a:pt x="8031" y="640"/>
                      <a:pt x="8038" y="593"/>
                    </a:cubicBezTo>
                    <a:lnTo>
                      <a:pt x="6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43"/>
              <p:cNvSpPr/>
              <p:nvPr/>
            </p:nvSpPr>
            <p:spPr>
              <a:xfrm>
                <a:off x="6422350" y="1753425"/>
                <a:ext cx="200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2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1"/>
                      <a:pt x="179" y="801"/>
                      <a:pt x="401" y="801"/>
                    </a:cubicBezTo>
                    <a:cubicBezTo>
                      <a:pt x="621" y="801"/>
                      <a:pt x="801" y="621"/>
                      <a:pt x="801" y="401"/>
                    </a:cubicBezTo>
                    <a:cubicBezTo>
                      <a:pt x="801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43"/>
              <p:cNvSpPr/>
              <p:nvPr/>
            </p:nvSpPr>
            <p:spPr>
              <a:xfrm>
                <a:off x="6522325" y="1593475"/>
                <a:ext cx="100625" cy="799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198" extrusionOk="0">
                    <a:moveTo>
                      <a:pt x="0" y="1"/>
                    </a:moveTo>
                    <a:lnTo>
                      <a:pt x="0" y="2472"/>
                    </a:lnTo>
                    <a:cubicBezTo>
                      <a:pt x="340" y="2592"/>
                      <a:pt x="606" y="2859"/>
                      <a:pt x="727" y="3197"/>
                    </a:cubicBezTo>
                    <a:lnTo>
                      <a:pt x="4024" y="3197"/>
                    </a:lnTo>
                    <a:lnTo>
                      <a:pt x="4024" y="399"/>
                    </a:lnTo>
                    <a:cubicBezTo>
                      <a:pt x="4024" y="179"/>
                      <a:pt x="3845" y="1"/>
                      <a:pt x="36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43"/>
              <p:cNvSpPr/>
              <p:nvPr/>
            </p:nvSpPr>
            <p:spPr>
              <a:xfrm>
                <a:off x="6442400" y="1593475"/>
                <a:ext cx="59975" cy="14292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5717" extrusionOk="0">
                    <a:moveTo>
                      <a:pt x="0" y="1"/>
                    </a:moveTo>
                    <a:lnTo>
                      <a:pt x="0" y="1672"/>
                    </a:lnTo>
                    <a:cubicBezTo>
                      <a:pt x="479" y="1839"/>
                      <a:pt x="801" y="2291"/>
                      <a:pt x="801" y="2799"/>
                    </a:cubicBezTo>
                    <a:cubicBezTo>
                      <a:pt x="801" y="3305"/>
                      <a:pt x="479" y="3757"/>
                      <a:pt x="0" y="3924"/>
                    </a:cubicBezTo>
                    <a:lnTo>
                      <a:pt x="0" y="5671"/>
                    </a:lnTo>
                    <a:cubicBezTo>
                      <a:pt x="39" y="5684"/>
                      <a:pt x="77" y="5700"/>
                      <a:pt x="114" y="5716"/>
                    </a:cubicBezTo>
                    <a:lnTo>
                      <a:pt x="1719" y="4111"/>
                    </a:lnTo>
                    <a:cubicBezTo>
                      <a:pt x="1408" y="3472"/>
                      <a:pt x="1725" y="2703"/>
                      <a:pt x="2398" y="2472"/>
                    </a:cubicBez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36" name="Google Shape;536;p43"/>
          <p:cNvCxnSpPr>
            <a:stCxn id="522" idx="4"/>
            <a:endCxn id="461" idx="0"/>
          </p:cNvCxnSpPr>
          <p:nvPr/>
        </p:nvCxnSpPr>
        <p:spPr>
          <a:xfrm>
            <a:off x="554717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37" name="Google Shape;537;p43"/>
          <p:cNvGrpSpPr/>
          <p:nvPr/>
        </p:nvGrpSpPr>
        <p:grpSpPr>
          <a:xfrm>
            <a:off x="7301275" y="3099638"/>
            <a:ext cx="419700" cy="419700"/>
            <a:chOff x="7301275" y="3099638"/>
            <a:chExt cx="419700" cy="419700"/>
          </a:xfrm>
        </p:grpSpPr>
        <p:sp>
          <p:nvSpPr>
            <p:cNvPr id="538" name="Google Shape;538;p43"/>
            <p:cNvSpPr/>
            <p:nvPr/>
          </p:nvSpPr>
          <p:spPr>
            <a:xfrm>
              <a:off x="7301275" y="30996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" name="Google Shape;539;p43"/>
            <p:cNvGrpSpPr/>
            <p:nvPr/>
          </p:nvGrpSpPr>
          <p:grpSpPr>
            <a:xfrm>
              <a:off x="7301286" y="3125057"/>
              <a:ext cx="419686" cy="368875"/>
              <a:chOff x="4017850" y="3264700"/>
              <a:chExt cx="341125" cy="299825"/>
            </a:xfrm>
          </p:grpSpPr>
          <p:sp>
            <p:nvSpPr>
              <p:cNvPr id="540" name="Google Shape;540;p43"/>
              <p:cNvSpPr/>
              <p:nvPr/>
            </p:nvSpPr>
            <p:spPr>
              <a:xfrm>
                <a:off x="4047825" y="3424550"/>
                <a:ext cx="281175" cy="139975"/>
              </a:xfrm>
              <a:custGeom>
                <a:avLst/>
                <a:gdLst/>
                <a:ahLst/>
                <a:cxnLst/>
                <a:rect l="l" t="t" r="r" b="b"/>
                <a:pathLst>
                  <a:path w="11247" h="5599" extrusionOk="0">
                    <a:moveTo>
                      <a:pt x="1600" y="832"/>
                    </a:moveTo>
                    <a:lnTo>
                      <a:pt x="4549" y="2000"/>
                    </a:lnTo>
                    <a:lnTo>
                      <a:pt x="1600" y="3169"/>
                    </a:lnTo>
                    <a:lnTo>
                      <a:pt x="1600" y="832"/>
                    </a:lnTo>
                    <a:close/>
                    <a:moveTo>
                      <a:pt x="9648" y="832"/>
                    </a:moveTo>
                    <a:lnTo>
                      <a:pt x="9648" y="3169"/>
                    </a:lnTo>
                    <a:lnTo>
                      <a:pt x="6700" y="2000"/>
                    </a:lnTo>
                    <a:lnTo>
                      <a:pt x="9648" y="832"/>
                    </a:lnTo>
                    <a:close/>
                    <a:moveTo>
                      <a:pt x="1" y="1"/>
                    </a:moveTo>
                    <a:lnTo>
                      <a:pt x="1" y="5200"/>
                    </a:lnTo>
                    <a:cubicBezTo>
                      <a:pt x="1" y="5420"/>
                      <a:pt x="181" y="5598"/>
                      <a:pt x="401" y="5598"/>
                    </a:cubicBezTo>
                    <a:lnTo>
                      <a:pt x="1201" y="5598"/>
                    </a:lnTo>
                    <a:cubicBezTo>
                      <a:pt x="1421" y="5598"/>
                      <a:pt x="1600" y="5420"/>
                      <a:pt x="1600" y="5200"/>
                    </a:cubicBezTo>
                    <a:lnTo>
                      <a:pt x="1600" y="4030"/>
                    </a:lnTo>
                    <a:lnTo>
                      <a:pt x="5624" y="2432"/>
                    </a:lnTo>
                    <a:lnTo>
                      <a:pt x="9648" y="4030"/>
                    </a:lnTo>
                    <a:lnTo>
                      <a:pt x="9648" y="5200"/>
                    </a:lnTo>
                    <a:cubicBezTo>
                      <a:pt x="9648" y="5420"/>
                      <a:pt x="9826" y="5598"/>
                      <a:pt x="10048" y="5598"/>
                    </a:cubicBezTo>
                    <a:lnTo>
                      <a:pt x="10847" y="5598"/>
                    </a:lnTo>
                    <a:cubicBezTo>
                      <a:pt x="10848" y="5598"/>
                      <a:pt x="10848" y="5598"/>
                      <a:pt x="10849" y="5598"/>
                    </a:cubicBezTo>
                    <a:cubicBezTo>
                      <a:pt x="11070" y="5598"/>
                      <a:pt x="11247" y="5419"/>
                      <a:pt x="11247" y="5200"/>
                    </a:cubicBezTo>
                    <a:lnTo>
                      <a:pt x="11247" y="2"/>
                    </a:lnTo>
                    <a:lnTo>
                      <a:pt x="9571" y="2"/>
                    </a:lnTo>
                    <a:lnTo>
                      <a:pt x="5624" y="1570"/>
                    </a:lnTo>
                    <a:lnTo>
                      <a:pt x="16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43"/>
              <p:cNvSpPr/>
              <p:nvPr/>
            </p:nvSpPr>
            <p:spPr>
              <a:xfrm>
                <a:off x="4037875" y="3264700"/>
                <a:ext cx="59975" cy="40000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600" extrusionOk="0">
                    <a:moveTo>
                      <a:pt x="1198" y="0"/>
                    </a:moveTo>
                    <a:cubicBezTo>
                      <a:pt x="1177" y="0"/>
                      <a:pt x="1155" y="1"/>
                      <a:pt x="1133" y="2"/>
                    </a:cubicBezTo>
                    <a:cubicBezTo>
                      <a:pt x="508" y="36"/>
                      <a:pt x="0" y="594"/>
                      <a:pt x="0" y="1220"/>
                    </a:cubicBezTo>
                    <a:lnTo>
                      <a:pt x="0" y="1600"/>
                    </a:lnTo>
                    <a:lnTo>
                      <a:pt x="2398" y="1600"/>
                    </a:lnTo>
                    <a:lnTo>
                      <a:pt x="2398" y="1200"/>
                    </a:lnTo>
                    <a:cubicBezTo>
                      <a:pt x="2398" y="534"/>
                      <a:pt x="1856" y="0"/>
                      <a:pt x="1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43"/>
              <p:cNvSpPr/>
              <p:nvPr/>
            </p:nvSpPr>
            <p:spPr>
              <a:xfrm>
                <a:off x="4279025" y="3264700"/>
                <a:ext cx="59975" cy="399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599" extrusionOk="0">
                    <a:moveTo>
                      <a:pt x="1201" y="0"/>
                    </a:moveTo>
                    <a:cubicBezTo>
                      <a:pt x="1179" y="0"/>
                      <a:pt x="1156" y="1"/>
                      <a:pt x="1134" y="2"/>
                    </a:cubicBezTo>
                    <a:cubicBezTo>
                      <a:pt x="510" y="36"/>
                      <a:pt x="1" y="594"/>
                      <a:pt x="1" y="1219"/>
                    </a:cubicBezTo>
                    <a:lnTo>
                      <a:pt x="1" y="1598"/>
                    </a:lnTo>
                    <a:lnTo>
                      <a:pt x="2399" y="1598"/>
                    </a:lnTo>
                    <a:lnTo>
                      <a:pt x="2399" y="1200"/>
                    </a:lnTo>
                    <a:cubicBezTo>
                      <a:pt x="2399" y="534"/>
                      <a:pt x="1858" y="0"/>
                      <a:pt x="12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43"/>
              <p:cNvSpPr/>
              <p:nvPr/>
            </p:nvSpPr>
            <p:spPr>
              <a:xfrm>
                <a:off x="4202500" y="3324650"/>
                <a:ext cx="132350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3200" extrusionOk="0">
                    <a:moveTo>
                      <a:pt x="3226" y="1"/>
                    </a:moveTo>
                    <a:lnTo>
                      <a:pt x="1" y="3199"/>
                    </a:lnTo>
                    <a:lnTo>
                      <a:pt x="2095" y="3199"/>
                    </a:lnTo>
                    <a:lnTo>
                      <a:pt x="529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43"/>
              <p:cNvSpPr/>
              <p:nvPr/>
            </p:nvSpPr>
            <p:spPr>
              <a:xfrm>
                <a:off x="4121875" y="3324650"/>
                <a:ext cx="133000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3200" extrusionOk="0">
                    <a:moveTo>
                      <a:pt x="3226" y="1"/>
                    </a:moveTo>
                    <a:lnTo>
                      <a:pt x="1" y="3199"/>
                    </a:lnTo>
                    <a:lnTo>
                      <a:pt x="2095" y="3199"/>
                    </a:lnTo>
                    <a:lnTo>
                      <a:pt x="53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43"/>
              <p:cNvSpPr/>
              <p:nvPr/>
            </p:nvSpPr>
            <p:spPr>
              <a:xfrm>
                <a:off x="4041975" y="3324650"/>
                <a:ext cx="132325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293" h="3200" extrusionOk="0">
                    <a:moveTo>
                      <a:pt x="3197" y="1"/>
                    </a:moveTo>
                    <a:lnTo>
                      <a:pt x="0" y="3199"/>
                    </a:lnTo>
                    <a:lnTo>
                      <a:pt x="2067" y="3199"/>
                    </a:lnTo>
                    <a:lnTo>
                      <a:pt x="52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43"/>
              <p:cNvSpPr/>
              <p:nvPr/>
            </p:nvSpPr>
            <p:spPr>
              <a:xfrm>
                <a:off x="4017850" y="3324650"/>
                <a:ext cx="7585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984" extrusionOk="0">
                    <a:moveTo>
                      <a:pt x="401" y="1"/>
                    </a:moveTo>
                    <a:cubicBezTo>
                      <a:pt x="181" y="1"/>
                      <a:pt x="1" y="179"/>
                      <a:pt x="1" y="401"/>
                    </a:cubicBezTo>
                    <a:lnTo>
                      <a:pt x="1" y="2799"/>
                    </a:lnTo>
                    <a:cubicBezTo>
                      <a:pt x="2" y="2864"/>
                      <a:pt x="20" y="2927"/>
                      <a:pt x="51" y="2984"/>
                    </a:cubicBezTo>
                    <a:lnTo>
                      <a:pt x="30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43"/>
              <p:cNvSpPr/>
              <p:nvPr/>
            </p:nvSpPr>
            <p:spPr>
              <a:xfrm>
                <a:off x="4283175" y="3330050"/>
                <a:ext cx="758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3032" h="2984" extrusionOk="0">
                    <a:moveTo>
                      <a:pt x="2982" y="0"/>
                    </a:moveTo>
                    <a:lnTo>
                      <a:pt x="0" y="2983"/>
                    </a:lnTo>
                    <a:lnTo>
                      <a:pt x="2633" y="2983"/>
                    </a:lnTo>
                    <a:cubicBezTo>
                      <a:pt x="2853" y="2983"/>
                      <a:pt x="3032" y="2803"/>
                      <a:pt x="3032" y="2583"/>
                    </a:cubicBezTo>
                    <a:lnTo>
                      <a:pt x="3032" y="185"/>
                    </a:lnTo>
                    <a:cubicBezTo>
                      <a:pt x="3032" y="120"/>
                      <a:pt x="3014" y="56"/>
                      <a:pt x="2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8" name="Google Shape;548;p43"/>
          <p:cNvCxnSpPr>
            <a:stCxn id="538" idx="4"/>
            <a:endCxn id="463" idx="0"/>
          </p:cNvCxnSpPr>
          <p:nvPr/>
        </p:nvCxnSpPr>
        <p:spPr>
          <a:xfrm>
            <a:off x="7511125" y="3519338"/>
            <a:ext cx="0" cy="33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49" name="Google Shape;549;p43"/>
          <p:cNvCxnSpPr>
            <a:stCxn id="466" idx="6"/>
            <a:endCxn id="499" idx="2"/>
          </p:cNvCxnSpPr>
          <p:nvPr/>
        </p:nvCxnSpPr>
        <p:spPr>
          <a:xfrm>
            <a:off x="182912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43"/>
          <p:cNvCxnSpPr>
            <a:stCxn id="499" idx="6"/>
            <a:endCxn id="472" idx="2"/>
          </p:cNvCxnSpPr>
          <p:nvPr/>
        </p:nvCxnSpPr>
        <p:spPr>
          <a:xfrm>
            <a:off x="379307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43"/>
          <p:cNvCxnSpPr>
            <a:stCxn id="472" idx="6"/>
            <a:endCxn id="482" idx="2"/>
          </p:cNvCxnSpPr>
          <p:nvPr/>
        </p:nvCxnSpPr>
        <p:spPr>
          <a:xfrm>
            <a:off x="575702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43"/>
          <p:cNvCxnSpPr>
            <a:stCxn id="482" idx="6"/>
          </p:cNvCxnSpPr>
          <p:nvPr/>
        </p:nvCxnSpPr>
        <p:spPr>
          <a:xfrm>
            <a:off x="7720975" y="1576113"/>
            <a:ext cx="1434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43"/>
          <p:cNvCxnSpPr>
            <a:stCxn id="466" idx="2"/>
          </p:cNvCxnSpPr>
          <p:nvPr/>
        </p:nvCxnSpPr>
        <p:spPr>
          <a:xfrm rot="10800000">
            <a:off x="835825" y="1576113"/>
            <a:ext cx="573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diamond" w="med" len="med"/>
          </a:ln>
        </p:spPr>
      </p:cxnSp>
      <p:cxnSp>
        <p:nvCxnSpPr>
          <p:cNvPr id="554" name="Google Shape;554;p43"/>
          <p:cNvCxnSpPr>
            <a:stCxn id="490" idx="2"/>
          </p:cNvCxnSpPr>
          <p:nvPr/>
        </p:nvCxnSpPr>
        <p:spPr>
          <a:xfrm rot="10800000">
            <a:off x="-16775" y="3331288"/>
            <a:ext cx="1426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3"/>
          <p:cNvCxnSpPr>
            <a:stCxn id="490" idx="6"/>
            <a:endCxn id="506" idx="2"/>
          </p:cNvCxnSpPr>
          <p:nvPr/>
        </p:nvCxnSpPr>
        <p:spPr>
          <a:xfrm>
            <a:off x="1829125" y="3331288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43"/>
          <p:cNvCxnSpPr>
            <a:stCxn id="506" idx="6"/>
            <a:endCxn id="522" idx="2"/>
          </p:cNvCxnSpPr>
          <p:nvPr/>
        </p:nvCxnSpPr>
        <p:spPr>
          <a:xfrm>
            <a:off x="3793075" y="3331288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3"/>
          <p:cNvCxnSpPr>
            <a:endCxn id="538" idx="2"/>
          </p:cNvCxnSpPr>
          <p:nvPr/>
        </p:nvCxnSpPr>
        <p:spPr>
          <a:xfrm rot="10800000" flipH="1">
            <a:off x="5756875" y="3309488"/>
            <a:ext cx="1544400" cy="21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43"/>
          <p:cNvCxnSpPr>
            <a:stCxn id="538" idx="6"/>
          </p:cNvCxnSpPr>
          <p:nvPr/>
        </p:nvCxnSpPr>
        <p:spPr>
          <a:xfrm>
            <a:off x="7720975" y="3309488"/>
            <a:ext cx="533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B52F62C-FFA9-0BC7-2044-18063633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A9E1DE10-2C79-61C4-7A91-B4B04EE45BF3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DF34EBD0-3ABD-A3DB-9911-B1A2E8EE23B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2008D960-ECE9-1B46-D1F8-EB2EFF436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What I Contribute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9B80BD79-C8AD-DAD0-E31D-FEC7D9DFB5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B1A7AB0C-2968-5D07-1450-B503AE9A4F4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934338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412100" cy="10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Expected Outcomes</a:t>
            </a:r>
            <a:endParaRPr sz="2800" dirty="0"/>
          </a:p>
        </p:txBody>
      </p:sp>
      <p:sp>
        <p:nvSpPr>
          <p:cNvPr id="436" name="Google Shape;436;p42"/>
          <p:cNvSpPr txBox="1">
            <a:spLocks noGrp="1"/>
          </p:cNvSpPr>
          <p:nvPr>
            <p:ph type="subTitle" idx="1"/>
          </p:nvPr>
        </p:nvSpPr>
        <p:spPr>
          <a:xfrm>
            <a:off x="260195" y="1175876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</a:pPr>
            <a:r>
              <a:rPr lang="en-MY" sz="1200" dirty="0"/>
              <a:t>Provide a </a:t>
            </a:r>
            <a:r>
              <a:rPr lang="en-MY" sz="1200" u="sng" dirty="0"/>
              <a:t>detailed comparative analysis </a:t>
            </a:r>
            <a:r>
              <a:rPr lang="en-MY" sz="1200" dirty="0"/>
              <a:t>evaluating </a:t>
            </a:r>
            <a:r>
              <a:rPr lang="en-MY" sz="1200" u="sng" dirty="0"/>
              <a:t>multiple deep learning models</a:t>
            </a:r>
            <a:r>
              <a:rPr lang="en-MY" sz="1200" dirty="0"/>
              <a:t> across </a:t>
            </a:r>
            <a:r>
              <a:rPr lang="en-MY" sz="1200" u="sng" dirty="0"/>
              <a:t>distinct lookback windows</a:t>
            </a:r>
            <a:r>
              <a:rPr lang="en-MY" sz="1200" dirty="0"/>
              <a:t>, explicitly segmented by </a:t>
            </a:r>
            <a:r>
              <a:rPr lang="en-MY" sz="1200" u="sng" dirty="0"/>
              <a:t>MCO periods</a:t>
            </a:r>
            <a:r>
              <a:rPr lang="en-MY" sz="1200" dirty="0"/>
              <a:t>.</a:t>
            </a:r>
          </a:p>
          <a:p>
            <a:pPr lvl="0">
              <a:lnSpc>
                <a:spcPts val="2200"/>
              </a:lnSpc>
            </a:pPr>
            <a:r>
              <a:rPr lang="en-MY" sz="1200" dirty="0"/>
              <a:t>Introduce a </a:t>
            </a:r>
            <a:r>
              <a:rPr lang="en-MY" sz="1200" u="sng" dirty="0"/>
              <a:t>superior forecasting model</a:t>
            </a:r>
            <a:r>
              <a:rPr lang="en-MY" sz="1200" dirty="0"/>
              <a:t> that </a:t>
            </a:r>
            <a:r>
              <a:rPr lang="en-MY" sz="1200" u="sng" dirty="0"/>
              <a:t>outperforms</a:t>
            </a:r>
            <a:r>
              <a:rPr lang="en-MY" sz="1200" dirty="0"/>
              <a:t> existing SOTA baselines across </a:t>
            </a:r>
            <a:r>
              <a:rPr lang="en-MY" sz="1200" u="sng" dirty="0"/>
              <a:t>all lookback windows and MCO phases</a:t>
            </a:r>
            <a:r>
              <a:rPr lang="en-MY" sz="1200" dirty="0"/>
              <a:t>, accompanied by a </a:t>
            </a:r>
            <a:r>
              <a:rPr lang="en-MY" sz="1200" u="sng" dirty="0"/>
              <a:t>reduced feature variant</a:t>
            </a:r>
            <a:r>
              <a:rPr lang="en-MY" sz="1200" dirty="0"/>
              <a:t> according to SHAP-based feature importance ranking, to determine the effect of the removal of near-zero important spatial and temporal features toward ridership prediction.</a:t>
            </a:r>
          </a:p>
          <a:p>
            <a:pPr lvl="0">
              <a:lnSpc>
                <a:spcPts val="2200"/>
              </a:lnSpc>
            </a:pPr>
            <a:r>
              <a:rPr lang="en-MY" sz="1200" dirty="0"/>
              <a:t>Develop a </a:t>
            </a:r>
            <a:r>
              <a:rPr lang="en-MY" sz="1200" u="sng" dirty="0"/>
              <a:t>functional command-line interface (CLI) inference</a:t>
            </a:r>
            <a:r>
              <a:rPr lang="en-MY" sz="1200" dirty="0"/>
              <a:t> tool capable of predicting a </a:t>
            </a:r>
            <a:r>
              <a:rPr lang="en-MY" sz="1200" u="sng" dirty="0"/>
              <a:t>7-day ridership</a:t>
            </a:r>
            <a:r>
              <a:rPr lang="en-MY" sz="1200" dirty="0"/>
              <a:t> distribution horizon across </a:t>
            </a:r>
            <a:r>
              <a:rPr lang="en-MY" sz="1200" u="sng" dirty="0"/>
              <a:t>all 12 distinct transit networks</a:t>
            </a:r>
            <a:r>
              <a:rPr lang="en-MY" sz="1200" dirty="0"/>
              <a:t> utilizing historical distribution percentages using the proposed model.	</a:t>
            </a:r>
          </a:p>
        </p:txBody>
      </p:sp>
      <p:grpSp>
        <p:nvGrpSpPr>
          <p:cNvPr id="438" name="Google Shape;438;p42"/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/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/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DD23-8447-B8D9-F842-025AC135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Project Timeline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97EA1D-F9CA-6F67-64E9-56A602DA7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4114322"/>
              </p:ext>
            </p:extLst>
          </p:nvPr>
        </p:nvGraphicFramePr>
        <p:xfrm>
          <a:off x="207818" y="1325305"/>
          <a:ext cx="8693727" cy="3442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144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CC9AFD8A-7B11-E622-4298-F35A095D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066795E0-7245-A3A5-65E9-1C4B8FDA804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BC072EC4-1E1A-0058-6CC5-1DFBB6AECDCC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3E113AF7-8E38-1D30-D3FB-7B153EE25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Results &amp; Findings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AC6C30B5-2B4A-D59B-1C21-63594C1D6AD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32DE2D3F-D0DE-4194-CAA4-BBB11169D249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8906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04817C95-178A-A208-3DA2-41CDB9CC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CBD54121-47AF-7E10-1481-DB560F36C90F}"/>
              </a:ext>
            </a:extLst>
          </p:cNvPr>
          <p:cNvSpPr txBox="1">
            <a:spLocks/>
          </p:cNvSpPr>
          <p:nvPr/>
        </p:nvSpPr>
        <p:spPr>
          <a:xfrm>
            <a:off x="0" y="321285"/>
            <a:ext cx="9144000" cy="52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Baseline Model Performance (base_nomco_lb14)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4F0DD52-D0F3-3381-FBA5-403E6D299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327050"/>
              </p:ext>
            </p:extLst>
          </p:nvPr>
        </p:nvGraphicFramePr>
        <p:xfrm>
          <a:off x="272902" y="847250"/>
          <a:ext cx="8598194" cy="4206240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80589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1821873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1350818">
                  <a:extLst>
                    <a:ext uri="{9D8B030D-6E8A-4147-A177-3AD203B41FA5}">
                      <a16:colId xmlns:a16="http://schemas.microsoft.com/office/drawing/2014/main" val="2656498431"/>
                    </a:ext>
                  </a:extLst>
                </a:gridCol>
                <a:gridCol w="994787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120013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Combined%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MAPE%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RMSE%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</a:t>
                      </a:r>
                      <a:r>
                        <a:rPr lang="en-MY" b="1" baseline="30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Informer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79.13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5.53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8.76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BiLSTM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79.04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5.77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8.67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TPA-LSTM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6.62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6.04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8.67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0.776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CNN-BiLSTM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6.81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8.89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0.764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6.71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8.98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0.760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78.01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6.93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6.27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8.79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0.770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MTGNN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77.93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6.91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6.47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8.69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0.775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6.92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6.32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9.12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0.752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STSGCN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76.97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7.18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6.42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9.42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0.736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76.81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7.24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6.77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9.17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0.750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75.69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7.42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6.89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9.99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0.703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17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CNN-LSTM-Augmented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75.36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7.77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7.19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9.68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0.721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4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Autoformer</a:t>
                      </a:r>
                      <a:endParaRPr lang="en-MY" sz="10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7.86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7.51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9.90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CNN-LSTM-Parallel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74.18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8.18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7.68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9.97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0.704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6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STFGNN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8.21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7.60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10.25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0.688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82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sz="1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PDR-STGCN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8.15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7.70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10.24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0.688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107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462C3C9B-0475-30D0-099B-A7D71E91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56E649A5-1FEE-C1B7-2191-52DA0F9F7D23}"/>
              </a:ext>
            </a:extLst>
          </p:cNvPr>
          <p:cNvSpPr txBox="1">
            <a:spLocks/>
          </p:cNvSpPr>
          <p:nvPr/>
        </p:nvSpPr>
        <p:spPr>
          <a:xfrm>
            <a:off x="0" y="321285"/>
            <a:ext cx="9144000" cy="52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Tuned Model Performance (base_nomco_lb14)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0BC9D0B-030A-7E12-7586-D425AB87C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40689"/>
              </p:ext>
            </p:extLst>
          </p:nvPr>
        </p:nvGraphicFramePr>
        <p:xfrm>
          <a:off x="272902" y="847248"/>
          <a:ext cx="8587080" cy="4218944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80589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3129566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035924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741001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</a:tblGrid>
              <a:tr h="177988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Based Combined%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Tuned Combined%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Difference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Informer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79.13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79.99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+0.86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TPA-LSTM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79.95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+1.28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BiLSTM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79.04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79.44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+0.40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ST-LSTM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78.01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79.13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+1.12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ASTGCN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75.69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78.82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+3.13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78.43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+0.30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STGCN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76.81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78.39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+1.58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CNN-LSTM-Augmented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75.36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77.10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+1.74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PDR-STGCN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75.56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+1.65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Autoformer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75.21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+0.48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MTGNN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77.93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76.40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−1.54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17489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CNN-BiLSTM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76.12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−2.06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47808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STSGCN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76.97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73.65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−3.33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857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73.36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−4.28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60677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CNN-LSTM-Parallel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72.53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−1.65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82605"/>
                  </a:ext>
                </a:extLst>
              </a:tr>
              <a:tr h="24463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STFGNN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65.47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−8.47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813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55CD523A-C1F7-DEDB-53AA-8FB54CBA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E8805107-EB5A-BE2F-5FB0-87D094CB868C}"/>
              </a:ext>
            </a:extLst>
          </p:cNvPr>
          <p:cNvSpPr txBox="1">
            <a:spLocks/>
          </p:cNvSpPr>
          <p:nvPr/>
        </p:nvSpPr>
        <p:spPr>
          <a:xfrm>
            <a:off x="0" y="321285"/>
            <a:ext cx="9144000" cy="52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Lookback Sensitivity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57C4E2D-4823-B7DC-E9F0-C87738429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362946"/>
              </p:ext>
            </p:extLst>
          </p:nvPr>
        </p:nvGraphicFramePr>
        <p:xfrm>
          <a:off x="272902" y="847247"/>
          <a:ext cx="8587081" cy="4171824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66734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2452256">
                  <a:extLst>
                    <a:ext uri="{9D8B030D-6E8A-4147-A177-3AD203B41FA5}">
                      <a16:colId xmlns:a16="http://schemas.microsoft.com/office/drawing/2014/main" val="967799770"/>
                    </a:ext>
                  </a:extLst>
                </a:gridCol>
              </a:tblGrid>
              <a:tr h="129498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lb14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lb28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lb56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Best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Informer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79.13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78.63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77.17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BiLSTM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79.04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76.97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77.09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TPA-LSTM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79.08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76.36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CNN-BiLSTM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72.65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77.48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75.98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78.01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78.86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75.60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MTGNN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77.93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78.11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77.76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74.33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STSGCN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76.97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75.02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75.15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76.81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74.93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75.69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76.89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75.15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17489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CNN-LSTM-Augmented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75.36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74.04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478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Autoformer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73.61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73.40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85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CNN-LSTM-Parallel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76.55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74.33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6067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STFGNN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61.30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43.25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82605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PDR-STGCN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72.35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72.20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lb14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505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AEE9CD6F-1B82-9702-C7C7-CAAA46CB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8EA2D71D-AD1E-3FB5-73FA-8BF0066A0585}"/>
              </a:ext>
            </a:extLst>
          </p:cNvPr>
          <p:cNvSpPr txBox="1">
            <a:spLocks/>
          </p:cNvSpPr>
          <p:nvPr/>
        </p:nvSpPr>
        <p:spPr>
          <a:xfrm>
            <a:off x="0" y="321282"/>
            <a:ext cx="9144000" cy="52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MCO Robustness (base_lb14) – Combined%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DDCA572-8113-E37A-143C-D3F36F301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13632"/>
              </p:ext>
            </p:extLst>
          </p:nvPr>
        </p:nvGraphicFramePr>
        <p:xfrm>
          <a:off x="272902" y="847247"/>
          <a:ext cx="8587080" cy="4171824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80589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34389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1306907">
                  <a:extLst>
                    <a:ext uri="{9D8B030D-6E8A-4147-A177-3AD203B41FA5}">
                      <a16:colId xmlns:a16="http://schemas.microsoft.com/office/drawing/2014/main" val="210850331"/>
                    </a:ext>
                  </a:extLst>
                </a:gridCol>
                <a:gridCol w="1145348">
                  <a:extLst>
                    <a:ext uri="{9D8B030D-6E8A-4147-A177-3AD203B41FA5}">
                      <a16:colId xmlns:a16="http://schemas.microsoft.com/office/drawing/2014/main" val="967799770"/>
                    </a:ext>
                  </a:extLst>
                </a:gridCol>
              </a:tblGrid>
              <a:tr h="129498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nomco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mco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Difference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nomco</a:t>
                      </a: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R</a:t>
                      </a:r>
                      <a:r>
                        <a:rPr lang="en-MY" b="1" baseline="30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mco</a:t>
                      </a: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R</a:t>
                      </a:r>
                      <a:r>
                        <a:rPr lang="en-MY" b="1" baseline="30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Informer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79.13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73.25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−5.88</a:t>
                      </a:r>
                      <a:endParaRPr lang="en-MY" sz="1000" b="1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0.705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BiLSTM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79.04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72.74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−6.29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0.699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CNN-LSTM-Parallel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74.18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66.89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−7.29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0.577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TPA-LSTM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71.05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−7.61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0.764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0.669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STGCN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76.81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68.55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−8.27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0.760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0.615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MTGNN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77.93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67.33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−10.60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0.581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PDR-STGCN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63.10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−10.81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0.494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CNN-LSTM-Augmented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75.36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64.50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−10.86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0.752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0.531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78.01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66.75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−11.26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0.736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0.584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STSGCN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76.97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64.20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−12.77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0.750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0.531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ASTGCN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75.69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61.69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−14.00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0.471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17489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CNN-BiLSTM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60.59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−17.59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0.721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0.427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47808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78.13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58.92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−19.21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0.390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85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Autoformer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74.73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51.26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−23.47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0.121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60677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CNN-LSTM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45.58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−32.06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0.688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−0.050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82605"/>
                  </a:ext>
                </a:extLst>
              </a:tr>
              <a:tr h="2416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STFGNN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73.94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41.00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−32.94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0.688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−0.306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028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DD5EF24B-D0F2-3A65-1B76-65FF9E72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97;p31">
                <a:extLst>
                  <a:ext uri="{FF2B5EF4-FFF2-40B4-BE49-F238E27FC236}">
                    <a16:creationId xmlns:a16="http://schemas.microsoft.com/office/drawing/2014/main" id="{7764E959-595E-01B6-44C2-396B20185E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321282"/>
                <a:ext cx="9144000" cy="525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Montserrat ExtraBold"/>
                  <a:buNone/>
                  <a:defRPr sz="5000" b="0" i="0" u="none" strike="noStrike" cap="none">
                    <a:solidFill>
                      <a:schemeClr val="dk1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algn="ctr"/>
                <a:r>
                  <a:rPr lang="en-MY" sz="2400" dirty="0"/>
                  <a:t>HMT-TSF Model Performance (F = 79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𝑓𝑢𝑡𝑢𝑟𝑒</m:t>
                        </m:r>
                      </m:sub>
                    </m:sSub>
                  </m:oMath>
                </a14:m>
                <a:r>
                  <a:rPr lang="en-MY" sz="2400" b="0" dirty="0"/>
                  <a:t>)</a:t>
                </a:r>
              </a:p>
              <a:p>
                <a:pPr algn="ctr"/>
                <a:endParaRPr lang="en-MY" sz="2400" dirty="0"/>
              </a:p>
            </p:txBody>
          </p:sp>
        </mc:Choice>
        <mc:Fallback>
          <p:sp>
            <p:nvSpPr>
              <p:cNvPr id="2" name="Google Shape;197;p31">
                <a:extLst>
                  <a:ext uri="{FF2B5EF4-FFF2-40B4-BE49-F238E27FC236}">
                    <a16:creationId xmlns:a16="http://schemas.microsoft.com/office/drawing/2014/main" id="{7764E959-595E-01B6-44C2-396B20185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1282"/>
                <a:ext cx="9144000" cy="525965"/>
              </a:xfrm>
              <a:prstGeom prst="rect">
                <a:avLst/>
              </a:prstGeom>
              <a:blipFill>
                <a:blip r:embed="rId3"/>
                <a:stretch>
                  <a:fillRect b="-232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FF51FBB-135E-FB58-2359-CE6E452CE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45723"/>
              </p:ext>
            </p:extLst>
          </p:nvPr>
        </p:nvGraphicFramePr>
        <p:xfrm>
          <a:off x="272902" y="847247"/>
          <a:ext cx="8587080" cy="3925640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80589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34389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1306907">
                  <a:extLst>
                    <a:ext uri="{9D8B030D-6E8A-4147-A177-3AD203B41FA5}">
                      <a16:colId xmlns:a16="http://schemas.microsoft.com/office/drawing/2014/main" val="210850331"/>
                    </a:ext>
                  </a:extLst>
                </a:gridCol>
                <a:gridCol w="1145348">
                  <a:extLst>
                    <a:ext uri="{9D8B030D-6E8A-4147-A177-3AD203B41FA5}">
                      <a16:colId xmlns:a16="http://schemas.microsoft.com/office/drawing/2014/main" val="967799770"/>
                    </a:ext>
                  </a:extLst>
                </a:gridCol>
              </a:tblGrid>
              <a:tr h="439630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Configuration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Combined%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MAPE%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RMSE%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</a:t>
                      </a:r>
                      <a:r>
                        <a:rPr lang="en-MY" b="1" baseline="30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84.88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4.74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4.25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6.13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0.888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nomco_lb14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85.78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4.39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3.97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5.87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0.897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nomco_lb28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84.23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4.94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4.55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6.28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0.883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nomco_lb56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82.53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5.52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5.11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6.84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0.859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nomco_lb84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77.68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6.99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8.73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0.773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78.61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6.89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8.38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0.807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mco_lb14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81.99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5.68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5.18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7.15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0.859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mco_lb28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79.89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6.26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5.83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8.02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0.822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mco_lb56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79.47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6.68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5.91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7.95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0.825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34860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mco_lb84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78.45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6.73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8.64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0.791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25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F8C9ECBE-5290-4E13-395A-A4D61867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97;p31">
                <a:extLst>
                  <a:ext uri="{FF2B5EF4-FFF2-40B4-BE49-F238E27FC236}">
                    <a16:creationId xmlns:a16="http://schemas.microsoft.com/office/drawing/2014/main" id="{32F95A34-8194-36BF-711A-D790118945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321282"/>
                <a:ext cx="9144000" cy="525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Montserrat ExtraBold"/>
                  <a:buNone/>
                  <a:defRPr sz="5000" b="0" i="0" u="none" strike="noStrike" cap="none">
                    <a:solidFill>
                      <a:schemeClr val="dk1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Raleway"/>
                  <a:buNone/>
                  <a:defRPr sz="3600" b="1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algn="ctr"/>
                <a:r>
                  <a:rPr lang="en-MY" sz="2400" dirty="0"/>
                  <a:t>HMT-TSF Model Performance (F = 79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𝑓𝑢𝑡𝑢𝑟𝑒</m:t>
                        </m:r>
                      </m:sub>
                    </m:sSub>
                  </m:oMath>
                </a14:m>
                <a:r>
                  <a:rPr lang="en-MY" sz="2400" dirty="0"/>
                  <a:t>)</a:t>
                </a:r>
              </a:p>
              <a:p>
                <a:pPr algn="ctr"/>
                <a:endParaRPr lang="en-MY" sz="2400" dirty="0"/>
              </a:p>
            </p:txBody>
          </p:sp>
        </mc:Choice>
        <mc:Fallback>
          <p:sp>
            <p:nvSpPr>
              <p:cNvPr id="2" name="Google Shape;197;p31">
                <a:extLst>
                  <a:ext uri="{FF2B5EF4-FFF2-40B4-BE49-F238E27FC236}">
                    <a16:creationId xmlns:a16="http://schemas.microsoft.com/office/drawing/2014/main" id="{32F95A34-8194-36BF-711A-D79011894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1282"/>
                <a:ext cx="9144000" cy="525965"/>
              </a:xfrm>
              <a:prstGeom prst="rect">
                <a:avLst/>
              </a:prstGeom>
              <a:blipFill>
                <a:blip r:embed="rId3"/>
                <a:stretch>
                  <a:fillRect b="-232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A8E756E-1D91-66B1-0F65-FD9EB575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17676"/>
              </p:ext>
            </p:extLst>
          </p:nvPr>
        </p:nvGraphicFramePr>
        <p:xfrm>
          <a:off x="272902" y="847246"/>
          <a:ext cx="8587080" cy="387714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680589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34389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1306907">
                  <a:extLst>
                    <a:ext uri="{9D8B030D-6E8A-4147-A177-3AD203B41FA5}">
                      <a16:colId xmlns:a16="http://schemas.microsoft.com/office/drawing/2014/main" val="210850331"/>
                    </a:ext>
                  </a:extLst>
                </a:gridCol>
                <a:gridCol w="1145348">
                  <a:extLst>
                    <a:ext uri="{9D8B030D-6E8A-4147-A177-3AD203B41FA5}">
                      <a16:colId xmlns:a16="http://schemas.microsoft.com/office/drawing/2014/main" val="967799770"/>
                    </a:ext>
                  </a:extLst>
                </a:gridCol>
              </a:tblGrid>
              <a:tr h="434199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Configuration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Combined%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MAPE%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MAE%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RMSE%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</a:t>
                      </a:r>
                      <a:r>
                        <a:rPr lang="en-MY" b="1" baseline="300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</a:t>
                      </a:r>
                      <a:endParaRPr lang="en-MY" b="1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78.47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6.03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5.52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7.98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0.759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nomco_lb14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80.89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5.72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8.39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0.790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nomco_lb28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80.87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5.73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5.03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8.37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0.794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nomco_lb56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79.46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6.12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5.62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8.80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0.781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nomco_lb84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76.32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6.99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9.29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0.715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8535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74.60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7.41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6.79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9.20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0.697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41817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mco_lb14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75.49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7.18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6.59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9.73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0.716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677954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mco_lb28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74.84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7.32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6.74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9.10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84330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mco_lb56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76.02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7.01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6.44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9.53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0.723</a:t>
                      </a:r>
                      <a:endParaRPr lang="en-MY" sz="1000" b="1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63463"/>
                  </a:ext>
                </a:extLst>
              </a:tr>
              <a:tr h="34429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mco_lb84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74.82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7.12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6.58</a:t>
                      </a:r>
                      <a:endParaRPr lang="en-MY" sz="1000" b="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9.50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0.705</a:t>
                      </a:r>
                      <a:endParaRPr lang="en-MY" sz="1000" b="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2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552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DA114D08-7112-B3AC-A06F-3CAA205C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9391DC8A-9065-7EED-D095-D31F5AD47043}"/>
              </a:ext>
            </a:extLst>
          </p:cNvPr>
          <p:cNvSpPr txBox="1">
            <a:spLocks/>
          </p:cNvSpPr>
          <p:nvPr/>
        </p:nvSpPr>
        <p:spPr>
          <a:xfrm>
            <a:off x="0" y="321282"/>
            <a:ext cx="9144000" cy="52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HMT-TSF Model Performance (Feature-Reduced)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1E5BDA4-C09C-38BF-9968-4A55ECF20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95385"/>
              </p:ext>
            </p:extLst>
          </p:nvPr>
        </p:nvGraphicFramePr>
        <p:xfrm>
          <a:off x="272902" y="847247"/>
          <a:ext cx="8587081" cy="3266742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15571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2332942959"/>
                    </a:ext>
                  </a:extLst>
                </a:gridCol>
                <a:gridCol w="1156854">
                  <a:extLst>
                    <a:ext uri="{9D8B030D-6E8A-4147-A177-3AD203B41FA5}">
                      <a16:colId xmlns:a16="http://schemas.microsoft.com/office/drawing/2014/main" val="3853023362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3963626790"/>
                    </a:ext>
                  </a:extLst>
                </a:gridCol>
                <a:gridCol w="1018309">
                  <a:extLst>
                    <a:ext uri="{9D8B030D-6E8A-4147-A177-3AD203B41FA5}">
                      <a16:colId xmlns:a16="http://schemas.microsoft.com/office/drawing/2014/main" val="210850331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967799770"/>
                    </a:ext>
                  </a:extLst>
                </a:gridCol>
              </a:tblGrid>
              <a:tr h="7460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Variant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X_future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nomco_lb14 Combined%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nomco_lb14 R</a:t>
                      </a:r>
                      <a:r>
                        <a:rPr lang="zh-CN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²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nomco_lb14 MAE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vs Informer (79.13%)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mco_lb14 Combined%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 </a:t>
                      </a:r>
                      <a:r>
                        <a:rPr lang="zh-CN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1200" b="1" kern="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nomco</a:t>
                      </a:r>
                      <a:r>
                        <a:rPr lang="zh-CN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GB" sz="1200" b="1" kern="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mco</a:t>
                      </a:r>
                      <a:r>
                        <a:rPr lang="en-GB" sz="1200" b="1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MY" sz="12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6301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HMT-TSF (full)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On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85.78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0.897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49,897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+6.65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81.99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−3.79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6301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HMT-TSF (full)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Off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80.89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0.790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62,836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+1.76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75.49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−5.40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6301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HMT-TSF-FR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On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86.59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0.906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46,323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+7.46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78.74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−7.85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2608"/>
                  </a:ext>
                </a:extLst>
              </a:tr>
              <a:tr h="6301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HMT-TSF-FR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Off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81.23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0.802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62,547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+2.10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74.01</a:t>
                      </a:r>
                      <a:endParaRPr lang="en-MY" sz="1000" kern="10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−7.22</a:t>
                      </a:r>
                      <a:endParaRPr lang="en-MY" sz="1000" kern="100" dirty="0">
                        <a:solidFill>
                          <a:schemeClr val="tx1"/>
                        </a:solidFill>
                        <a:effectLst/>
                        <a:latin typeface="Raleway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123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00961C40-4D96-1338-7F27-464E68C9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A490C86B-276A-DC6A-2714-55C58C47591A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F8411C94-D2F3-D93F-2C03-C9ED3ABB04D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AE29FDDE-2C62-EACD-3E5F-BA0F6F21D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Discussions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38EA3ECB-B64D-4646-FDED-D5A9676264E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08a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C9198651-C8A8-788F-7137-D4DE875FB097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905061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F05610F3-3889-45F9-9BFA-318CCC20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>
            <a:extLst>
              <a:ext uri="{FF2B5EF4-FFF2-40B4-BE49-F238E27FC236}">
                <a16:creationId xmlns:a16="http://schemas.microsoft.com/office/drawing/2014/main" id="{E8A2BA9F-C535-3A47-D7AE-776DA64F0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798411" cy="54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Discussion of Key Findings</a:t>
            </a:r>
            <a:endParaRPr sz="2800" dirty="0"/>
          </a:p>
        </p:txBody>
      </p:sp>
      <p:sp>
        <p:nvSpPr>
          <p:cNvPr id="436" name="Google Shape;436;p42">
            <a:extLst>
              <a:ext uri="{FF2B5EF4-FFF2-40B4-BE49-F238E27FC236}">
                <a16:creationId xmlns:a16="http://schemas.microsoft.com/office/drawing/2014/main" id="{39292659-A1BF-31D0-7411-E8D68A0D05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195" y="1076162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Hybrid Multi-modal Architectures </a:t>
            </a:r>
            <a:r>
              <a:rPr lang="en-MY" b="1" dirty="0"/>
              <a:t>outperform</a:t>
            </a:r>
            <a:r>
              <a:rPr lang="en-MY" dirty="0"/>
              <a:t> Single-paradigm Models.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Test-set Accuracy conceals </a:t>
            </a:r>
            <a:r>
              <a:rPr lang="en-MY" b="1" dirty="0"/>
              <a:t>Systematic Overfitting</a:t>
            </a:r>
            <a:r>
              <a:rPr lang="en-MY" dirty="0"/>
              <a:t> in </a:t>
            </a:r>
            <a:r>
              <a:rPr lang="en-MY" b="1" dirty="0"/>
              <a:t>recurrent baselines</a:t>
            </a:r>
            <a:r>
              <a:rPr lang="en-MY" dirty="0"/>
              <a:t>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b="1" dirty="0"/>
              <a:t>14-day</a:t>
            </a:r>
            <a:r>
              <a:rPr lang="en-MY" dirty="0"/>
              <a:t> lookback window is decisively optimal </a:t>
            </a:r>
            <a:r>
              <a:rPr lang="en-MY" b="1" dirty="0"/>
              <a:t>under normal conditions</a:t>
            </a:r>
            <a:r>
              <a:rPr lang="en-MY" dirty="0"/>
              <a:t>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b="1" dirty="0"/>
              <a:t>Structural Inductive Biases </a:t>
            </a:r>
            <a:r>
              <a:rPr lang="en-MY" dirty="0"/>
              <a:t>determine </a:t>
            </a:r>
            <a:r>
              <a:rPr lang="en-MY" b="1" dirty="0"/>
              <a:t>Robustness</a:t>
            </a:r>
            <a:r>
              <a:rPr lang="en-MY" dirty="0"/>
              <a:t> under </a:t>
            </a:r>
            <a:r>
              <a:rPr lang="en-MY" b="1" dirty="0"/>
              <a:t>Distributional Shifts</a:t>
            </a:r>
            <a:r>
              <a:rPr lang="en-MY" dirty="0"/>
              <a:t>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Learned Feature Hierarchy is </a:t>
            </a:r>
            <a:r>
              <a:rPr lang="en-MY" b="1" dirty="0"/>
              <a:t>domain-consistent</a:t>
            </a:r>
            <a:r>
              <a:rPr lang="en-MY" dirty="0"/>
              <a:t> and </a:t>
            </a:r>
            <a:r>
              <a:rPr lang="en-MY" b="1" dirty="0"/>
              <a:t>enables Principled Feature Reduction</a:t>
            </a:r>
            <a:r>
              <a:rPr lang="en-MY" dirty="0"/>
              <a:t>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endParaRPr lang="en-MY" dirty="0"/>
          </a:p>
        </p:txBody>
      </p:sp>
      <p:grpSp>
        <p:nvGrpSpPr>
          <p:cNvPr id="438" name="Google Shape;438;p42">
            <a:extLst>
              <a:ext uri="{FF2B5EF4-FFF2-40B4-BE49-F238E27FC236}">
                <a16:creationId xmlns:a16="http://schemas.microsoft.com/office/drawing/2014/main" id="{1FBBE97D-BC65-EFA7-B7AD-72E168484D80}"/>
              </a:ext>
            </a:extLst>
          </p:cNvPr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>
              <a:extLst>
                <a:ext uri="{FF2B5EF4-FFF2-40B4-BE49-F238E27FC236}">
                  <a16:creationId xmlns:a16="http://schemas.microsoft.com/office/drawing/2014/main" id="{3CF20AA5-89ED-A9DB-AC59-574854277042}"/>
                </a:ext>
              </a:extLst>
            </p:cNvPr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>
              <a:extLst>
                <a:ext uri="{FF2B5EF4-FFF2-40B4-BE49-F238E27FC236}">
                  <a16:creationId xmlns:a16="http://schemas.microsoft.com/office/drawing/2014/main" id="{B2F1ED5C-E55B-381A-ED78-1FBDB9BDCE8A}"/>
                </a:ext>
              </a:extLst>
            </p:cNvPr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>
              <a:extLst>
                <a:ext uri="{FF2B5EF4-FFF2-40B4-BE49-F238E27FC236}">
                  <a16:creationId xmlns:a16="http://schemas.microsoft.com/office/drawing/2014/main" id="{6366D623-E952-509F-12DE-37BA7A9C2C6A}"/>
                </a:ext>
              </a:extLst>
            </p:cNvPr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>
              <a:extLst>
                <a:ext uri="{FF2B5EF4-FFF2-40B4-BE49-F238E27FC236}">
                  <a16:creationId xmlns:a16="http://schemas.microsoft.com/office/drawing/2014/main" id="{CB616ED2-4406-9FB2-13B6-CAC1EAC4DA39}"/>
                </a:ext>
              </a:extLst>
            </p:cNvPr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>
            <a:extLst>
              <a:ext uri="{FF2B5EF4-FFF2-40B4-BE49-F238E27FC236}">
                <a16:creationId xmlns:a16="http://schemas.microsoft.com/office/drawing/2014/main" id="{9B49F572-22D8-770B-72AA-FD90690627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71770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05FE51E9-0C3E-D1AF-B6FD-CD3FBDD5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41D70BDC-31E2-7EA1-BA99-906D2FF057C0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72612B6F-AABE-0870-6D46-DA9F68016032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45BB4CBC-9FA2-D710-9A0B-2B3DA554B7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Implications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4081D4D8-2B2B-B22D-0751-912580343D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08b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8ADA063C-3658-C43E-CB86-7EE1E0EEABC0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57190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9B8E1C5-B84C-02BD-6F89-8E35FF6C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>
            <a:extLst>
              <a:ext uri="{FF2B5EF4-FFF2-40B4-BE49-F238E27FC236}">
                <a16:creationId xmlns:a16="http://schemas.microsoft.com/office/drawing/2014/main" id="{59943F38-EF17-D963-7FD4-282EE0073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798411" cy="54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Implications</a:t>
            </a:r>
            <a:endParaRPr sz="2800" dirty="0"/>
          </a:p>
        </p:txBody>
      </p:sp>
      <p:sp>
        <p:nvSpPr>
          <p:cNvPr id="436" name="Google Shape;436;p42">
            <a:extLst>
              <a:ext uri="{FF2B5EF4-FFF2-40B4-BE49-F238E27FC236}">
                <a16:creationId xmlns:a16="http://schemas.microsoft.com/office/drawing/2014/main" id="{7A566EF8-C4D5-B2D6-8913-54AD4921EB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195" y="1076162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Graph Transfer to Multivariate Ridership exposes a transfer limitation: temporal-adjacency construction breaks down at long windows.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Fit Diagnostics as Necessary Complement.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Regime Gating + </a:t>
            </a:r>
            <a:r>
              <a:rPr lang="en-MY" dirty="0" err="1"/>
              <a:t>RevIN</a:t>
            </a:r>
            <a:r>
              <a:rPr lang="en-MY" dirty="0"/>
              <a:t> for Robustness.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Established networks can have phased integration: runs parallel to existing planning; forecast-informed decisions.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Developing corridors (Johor, East Malaysia): Proof-of-Concept for demand-responsive network design, planning new services around forecasts from the outset.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endParaRPr lang="en-MY" dirty="0"/>
          </a:p>
          <a:p>
            <a:pPr lvl="0">
              <a:lnSpc>
                <a:spcPts val="2200"/>
              </a:lnSpc>
              <a:spcAft>
                <a:spcPts val="1200"/>
              </a:spcAft>
            </a:pPr>
            <a:endParaRPr lang="en-MY" dirty="0"/>
          </a:p>
        </p:txBody>
      </p:sp>
      <p:grpSp>
        <p:nvGrpSpPr>
          <p:cNvPr id="438" name="Google Shape;438;p42">
            <a:extLst>
              <a:ext uri="{FF2B5EF4-FFF2-40B4-BE49-F238E27FC236}">
                <a16:creationId xmlns:a16="http://schemas.microsoft.com/office/drawing/2014/main" id="{CCCDB34A-D338-AAD4-D362-2B964A150A01}"/>
              </a:ext>
            </a:extLst>
          </p:cNvPr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>
              <a:extLst>
                <a:ext uri="{FF2B5EF4-FFF2-40B4-BE49-F238E27FC236}">
                  <a16:creationId xmlns:a16="http://schemas.microsoft.com/office/drawing/2014/main" id="{5F3E5332-8A43-FD44-0890-CDA7ACE9D3AF}"/>
                </a:ext>
              </a:extLst>
            </p:cNvPr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>
              <a:extLst>
                <a:ext uri="{FF2B5EF4-FFF2-40B4-BE49-F238E27FC236}">
                  <a16:creationId xmlns:a16="http://schemas.microsoft.com/office/drawing/2014/main" id="{FCDDA446-2D4A-82CC-604A-1400A930A154}"/>
                </a:ext>
              </a:extLst>
            </p:cNvPr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>
              <a:extLst>
                <a:ext uri="{FF2B5EF4-FFF2-40B4-BE49-F238E27FC236}">
                  <a16:creationId xmlns:a16="http://schemas.microsoft.com/office/drawing/2014/main" id="{23833394-F41B-9C39-0803-C6CC59DB862F}"/>
                </a:ext>
              </a:extLst>
            </p:cNvPr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>
              <a:extLst>
                <a:ext uri="{FF2B5EF4-FFF2-40B4-BE49-F238E27FC236}">
                  <a16:creationId xmlns:a16="http://schemas.microsoft.com/office/drawing/2014/main" id="{C4164F8E-DCD2-47B7-8CFF-FF9BA7DFD8EA}"/>
                </a:ext>
              </a:extLst>
            </p:cNvPr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>
            <a:extLst>
              <a:ext uri="{FF2B5EF4-FFF2-40B4-BE49-F238E27FC236}">
                <a16:creationId xmlns:a16="http://schemas.microsoft.com/office/drawing/2014/main" id="{259FE24A-18BC-2E8A-D09E-503AD615E9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03471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91C22901-ACE9-4536-FF8A-34C3C9DA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80C45D03-83C1-2F94-390F-0F032951A2C1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365763ED-F256-1285-20F9-554A67735526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CF6DE153-27AF-6098-B097-1335B7855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Limitations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5BD26721-359F-4510-7738-9B94086C20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08c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7A5AA55F-4F3E-5A34-B091-A483C8A2FCAE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109585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44DA7A7B-7FCD-2C3D-637B-C6D81E53F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>
            <a:extLst>
              <a:ext uri="{FF2B5EF4-FFF2-40B4-BE49-F238E27FC236}">
                <a16:creationId xmlns:a16="http://schemas.microsoft.com/office/drawing/2014/main" id="{D74D57FF-A238-C60C-5589-9AB0EA878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798411" cy="54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Limitations</a:t>
            </a:r>
            <a:endParaRPr sz="2800" dirty="0"/>
          </a:p>
        </p:txBody>
      </p:sp>
      <p:sp>
        <p:nvSpPr>
          <p:cNvPr id="436" name="Google Shape;436;p42">
            <a:extLst>
              <a:ext uri="{FF2B5EF4-FFF2-40B4-BE49-F238E27FC236}">
                <a16:creationId xmlns:a16="http://schemas.microsoft.com/office/drawing/2014/main" id="{DE24DB50-4CA0-AD25-6507-F7C9900A2D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195" y="1076162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Granularity</a:t>
            </a:r>
            <a:r>
              <a:rPr lang="en-MY" sz="1100" dirty="0"/>
              <a:t> — National daily level only; no station-level or intra-day crowd management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Single dataset</a:t>
            </a:r>
            <a:r>
              <a:rPr lang="en-MY" sz="1100" dirty="0"/>
              <a:t> — Temporal stability shown but cross-network validity untested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Batch-historical inputs</a:t>
            </a:r>
            <a:r>
              <a:rPr lang="en-MY" sz="1100" dirty="0"/>
              <a:t> — Errors/delays can be imputed, not prevented upstream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Limited regime diversity</a:t>
            </a:r>
            <a:r>
              <a:rPr lang="en-MY" sz="1100" dirty="0"/>
              <a:t> — Only one shock type (MCO) informs K = 3 regime gating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Single-seed results</a:t>
            </a:r>
            <a:r>
              <a:rPr lang="en-MY" sz="1100" dirty="0"/>
              <a:t> — No variance/significance testing; sub-1.5% gaps are indicative only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Demand-side only</a:t>
            </a:r>
            <a:r>
              <a:rPr lang="en-MY" sz="1100" dirty="0"/>
              <a:t> — Excludes supply-side disruptions (no public dataset exists)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Residual MCO leakage</a:t>
            </a:r>
            <a:r>
              <a:rPr lang="en-MY" sz="1100" dirty="0"/>
              <a:t> — Lingers via </a:t>
            </a:r>
            <a:r>
              <a:rPr lang="en-MY" sz="1100" dirty="0" err="1"/>
              <a:t>ridership_lag</a:t>
            </a:r>
            <a:r>
              <a:rPr lang="en-MY" sz="1100" dirty="0"/>
              <a:t>_{7,14,28} post-MCO </a:t>
            </a:r>
          </a:p>
          <a:p>
            <a:pPr lvl="0">
              <a:lnSpc>
                <a:spcPts val="2200"/>
              </a:lnSpc>
              <a:spcAft>
                <a:spcPts val="600"/>
              </a:spcAft>
            </a:pPr>
            <a:r>
              <a:rPr lang="en-MY" sz="1100" b="1" dirty="0"/>
              <a:t>Confounded comparison</a:t>
            </a:r>
            <a:r>
              <a:rPr lang="en-MY" sz="1100" dirty="0"/>
              <a:t> — Only HMT-TSF gets </a:t>
            </a:r>
            <a:r>
              <a:rPr lang="en-MY" sz="1100" dirty="0" err="1"/>
              <a:t>X_future</a:t>
            </a:r>
            <a:r>
              <a:rPr lang="en-MY" sz="1100" dirty="0"/>
              <a:t> calendar input; no equivalent baseline</a:t>
            </a:r>
          </a:p>
        </p:txBody>
      </p:sp>
      <p:grpSp>
        <p:nvGrpSpPr>
          <p:cNvPr id="438" name="Google Shape;438;p42">
            <a:extLst>
              <a:ext uri="{FF2B5EF4-FFF2-40B4-BE49-F238E27FC236}">
                <a16:creationId xmlns:a16="http://schemas.microsoft.com/office/drawing/2014/main" id="{22A64DBC-E878-52F5-A0FB-A3335FC72A58}"/>
              </a:ext>
            </a:extLst>
          </p:cNvPr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>
              <a:extLst>
                <a:ext uri="{FF2B5EF4-FFF2-40B4-BE49-F238E27FC236}">
                  <a16:creationId xmlns:a16="http://schemas.microsoft.com/office/drawing/2014/main" id="{EFEDA16C-5C93-62BE-2775-53E0E05699A0}"/>
                </a:ext>
              </a:extLst>
            </p:cNvPr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>
              <a:extLst>
                <a:ext uri="{FF2B5EF4-FFF2-40B4-BE49-F238E27FC236}">
                  <a16:creationId xmlns:a16="http://schemas.microsoft.com/office/drawing/2014/main" id="{E958585E-6DEB-7364-46AB-9A233D78CE87}"/>
                </a:ext>
              </a:extLst>
            </p:cNvPr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>
              <a:extLst>
                <a:ext uri="{FF2B5EF4-FFF2-40B4-BE49-F238E27FC236}">
                  <a16:creationId xmlns:a16="http://schemas.microsoft.com/office/drawing/2014/main" id="{2E973210-3514-65C4-52D8-DC4CAEF333B5}"/>
                </a:ext>
              </a:extLst>
            </p:cNvPr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>
              <a:extLst>
                <a:ext uri="{FF2B5EF4-FFF2-40B4-BE49-F238E27FC236}">
                  <a16:creationId xmlns:a16="http://schemas.microsoft.com/office/drawing/2014/main" id="{1F521E32-1A65-9DD8-C194-EA026BA78908}"/>
                </a:ext>
              </a:extLst>
            </p:cNvPr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>
            <a:extLst>
              <a:ext uri="{FF2B5EF4-FFF2-40B4-BE49-F238E27FC236}">
                <a16:creationId xmlns:a16="http://schemas.microsoft.com/office/drawing/2014/main" id="{7DC035E2-0A82-2D31-262D-A121BB2B8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04514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01ADC506-4173-C9CB-67C7-28870455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41FB3DAB-B0CB-2140-3EA3-C98B1321FD08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5AF09A75-2E4B-9D91-BDB7-DD279292CEF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CB9CF87F-8F2F-7800-253C-958AFA818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Future Works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F0ED5F33-3694-AA9C-7997-0B0416136D5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08d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7C436285-F4DB-D6EB-7D88-D36B49157220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01173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A0D34BF-1E14-5BF2-1A0D-38917AB0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>
            <a:extLst>
              <a:ext uri="{FF2B5EF4-FFF2-40B4-BE49-F238E27FC236}">
                <a16:creationId xmlns:a16="http://schemas.microsoft.com/office/drawing/2014/main" id="{FDF38768-462D-DFAF-1884-4EE3509D79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798411" cy="54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Future Works</a:t>
            </a:r>
            <a:endParaRPr sz="2800" dirty="0"/>
          </a:p>
        </p:txBody>
      </p:sp>
      <p:sp>
        <p:nvSpPr>
          <p:cNvPr id="436" name="Google Shape;436;p42">
            <a:extLst>
              <a:ext uri="{FF2B5EF4-FFF2-40B4-BE49-F238E27FC236}">
                <a16:creationId xmlns:a16="http://schemas.microsoft.com/office/drawing/2014/main" id="{AC95833F-3D2C-C9CA-22D1-D3946C0E68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0195" y="1076162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Statistical validation and symmetric input design.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Supply-side reliability data integration.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Real-time data integration.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Data integrity at the source.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Spatial and temporal disaggregation.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Generalisation to new service lines and networks.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r>
              <a:rPr lang="en-MY" dirty="0"/>
              <a:t>Regime modelling beyond MCO.</a:t>
            </a:r>
          </a:p>
          <a:p>
            <a:pPr lvl="0">
              <a:lnSpc>
                <a:spcPts val="2200"/>
              </a:lnSpc>
              <a:spcAft>
                <a:spcPts val="1200"/>
              </a:spcAft>
            </a:pPr>
            <a:endParaRPr lang="en-MY" dirty="0"/>
          </a:p>
        </p:txBody>
      </p:sp>
      <p:grpSp>
        <p:nvGrpSpPr>
          <p:cNvPr id="438" name="Google Shape;438;p42">
            <a:extLst>
              <a:ext uri="{FF2B5EF4-FFF2-40B4-BE49-F238E27FC236}">
                <a16:creationId xmlns:a16="http://schemas.microsoft.com/office/drawing/2014/main" id="{E6ADD1C8-9AFD-DDF3-30BE-A631ADF2D3BD}"/>
              </a:ext>
            </a:extLst>
          </p:cNvPr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>
              <a:extLst>
                <a:ext uri="{FF2B5EF4-FFF2-40B4-BE49-F238E27FC236}">
                  <a16:creationId xmlns:a16="http://schemas.microsoft.com/office/drawing/2014/main" id="{1F65EE67-8CD9-684F-EFBC-33FFAC4C81FE}"/>
                </a:ext>
              </a:extLst>
            </p:cNvPr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>
              <a:extLst>
                <a:ext uri="{FF2B5EF4-FFF2-40B4-BE49-F238E27FC236}">
                  <a16:creationId xmlns:a16="http://schemas.microsoft.com/office/drawing/2014/main" id="{44EA9ABA-6D3F-B33F-D6BD-27E777148EF3}"/>
                </a:ext>
              </a:extLst>
            </p:cNvPr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>
              <a:extLst>
                <a:ext uri="{FF2B5EF4-FFF2-40B4-BE49-F238E27FC236}">
                  <a16:creationId xmlns:a16="http://schemas.microsoft.com/office/drawing/2014/main" id="{00353B7C-625D-7E90-32A3-9E0776412D21}"/>
                </a:ext>
              </a:extLst>
            </p:cNvPr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>
              <a:extLst>
                <a:ext uri="{FF2B5EF4-FFF2-40B4-BE49-F238E27FC236}">
                  <a16:creationId xmlns:a16="http://schemas.microsoft.com/office/drawing/2014/main" id="{EDD8BCF3-3FE0-E4D5-1F29-9BB7D683EC25}"/>
                </a:ext>
              </a:extLst>
            </p:cNvPr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>
            <a:extLst>
              <a:ext uri="{FF2B5EF4-FFF2-40B4-BE49-F238E27FC236}">
                <a16:creationId xmlns:a16="http://schemas.microsoft.com/office/drawing/2014/main" id="{675F7E9B-7925-49C8-9BFB-9E3E5776A1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37470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8"/>
          <p:cNvSpPr txBox="1">
            <a:spLocks noGrp="1"/>
          </p:cNvSpPr>
          <p:nvPr>
            <p:ph type="title"/>
          </p:nvPr>
        </p:nvSpPr>
        <p:spPr>
          <a:xfrm>
            <a:off x="713368" y="645071"/>
            <a:ext cx="4554900" cy="286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681" name="Google Shape;681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473" r="4170"/>
          <a:stretch/>
        </p:blipFill>
        <p:spPr>
          <a:xfrm>
            <a:off x="6798600" y="0"/>
            <a:ext cx="2345401" cy="5143498"/>
          </a:xfrm>
          <a:prstGeom prst="rect">
            <a:avLst/>
          </a:prstGeom>
        </p:spPr>
      </p:pic>
      <p:sp>
        <p:nvSpPr>
          <p:cNvPr id="682" name="Google Shape;682;p48"/>
          <p:cNvSpPr/>
          <p:nvPr/>
        </p:nvSpPr>
        <p:spPr>
          <a:xfrm>
            <a:off x="6583550" y="-3675"/>
            <a:ext cx="702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3" name="Google Shape;683;p48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4" name="Google Shape;684;p48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Metro Railway System Project Proposal by Slidesgo">
  <a:themeElements>
    <a:clrScheme name="Simple Light">
      <a:dk1>
        <a:srgbClr val="FCFAF8"/>
      </a:dk1>
      <a:lt1>
        <a:srgbClr val="27242E"/>
      </a:lt1>
      <a:dk2>
        <a:srgbClr val="F0B205"/>
      </a:dk2>
      <a:lt2>
        <a:srgbClr val="D85821"/>
      </a:lt2>
      <a:accent1>
        <a:srgbClr val="387E68"/>
      </a:accent1>
      <a:accent2>
        <a:srgbClr val="15336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CFA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4320</Words>
  <Application>Microsoft Office PowerPoint</Application>
  <PresentationFormat>On-screen Show (16:9)</PresentationFormat>
  <Paragraphs>1001</Paragraphs>
  <Slides>60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Calibri</vt:lpstr>
      <vt:lpstr>Bebas Neue</vt:lpstr>
      <vt:lpstr>Hanken Grotesk</vt:lpstr>
      <vt:lpstr>Anaheim</vt:lpstr>
      <vt:lpstr>Montserrat</vt:lpstr>
      <vt:lpstr>Nunito Light</vt:lpstr>
      <vt:lpstr>Montserrat ExtraBold</vt:lpstr>
      <vt:lpstr>Arial</vt:lpstr>
      <vt:lpstr>Raleway</vt:lpstr>
      <vt:lpstr>Montserrat SemiBold</vt:lpstr>
      <vt:lpstr>PT Sans</vt:lpstr>
      <vt:lpstr>Cambria Math</vt:lpstr>
      <vt:lpstr>Metro Railway System Project Proposal by Slidesgo</vt:lpstr>
      <vt:lpstr>P1 – Mitigating Public Transit Unreliability in Malaysia through Deep Learning Analytics and Ridership Forecasting</vt:lpstr>
      <vt:lpstr>Contents of the Session</vt:lpstr>
      <vt:lpstr>Research Background</vt:lpstr>
      <vt:lpstr>Literature Review</vt:lpstr>
      <vt:lpstr>PowerPoint Presentation</vt:lpstr>
      <vt:lpstr>PowerPoint Presentation</vt:lpstr>
      <vt:lpstr>PowerPoint Presentation</vt:lpstr>
      <vt:lpstr>PowerPoint Presentation</vt:lpstr>
      <vt:lpstr>Gapping the Problem</vt:lpstr>
      <vt:lpstr>Inadequate Quantification and Mitigation of Extreme Anomaly Bias</vt:lpstr>
      <vt:lpstr>PowerPoint Presentation</vt:lpstr>
      <vt:lpstr>Research Questions &amp; Objectives</vt:lpstr>
      <vt:lpstr>PowerPoint Presentation</vt:lpstr>
      <vt:lpstr>Research Scope</vt:lpstr>
      <vt:lpstr>PowerPoint Presentation</vt:lpstr>
      <vt:lpstr>How I Execute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 &amp; Evaluation</vt:lpstr>
      <vt:lpstr>Baseline LSTM</vt:lpstr>
      <vt:lpstr>75% Combined Accuracy (CA) + 0.7 R2</vt:lpstr>
      <vt:lpstr>PowerPoint Presentation</vt:lpstr>
      <vt:lpstr>Comparatives &amp; Proposed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Selection Chronologically</vt:lpstr>
      <vt:lpstr>What I Contribute</vt:lpstr>
      <vt:lpstr>Expected Outcomes</vt:lpstr>
      <vt:lpstr>Project Timeline</vt:lpstr>
      <vt:lpstr>Results &amp;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Discussions</vt:lpstr>
      <vt:lpstr>Discussion of Key Findings</vt:lpstr>
      <vt:lpstr>Implications</vt:lpstr>
      <vt:lpstr>Implications</vt:lpstr>
      <vt:lpstr>Limitations</vt:lpstr>
      <vt:lpstr>Limitations</vt:lpstr>
      <vt:lpstr>Future Works</vt:lpstr>
      <vt:lpstr>Future Works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YIP ZI XIAN</cp:lastModifiedBy>
  <cp:revision>30</cp:revision>
  <dcterms:modified xsi:type="dcterms:W3CDTF">2026-07-22T14:17:57Z</dcterms:modified>
</cp:coreProperties>
</file>