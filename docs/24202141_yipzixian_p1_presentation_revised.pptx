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6"/>
  </p:notesMasterIdLst>
  <p:sldIdLst>
    <p:sldId id="256" r:id="rId2"/>
    <p:sldId id="258" r:id="rId3"/>
    <p:sldId id="259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23" r:id="rId20"/>
    <p:sldId id="320" r:id="rId21"/>
    <p:sldId id="314" r:id="rId22"/>
    <p:sldId id="332" r:id="rId23"/>
    <p:sldId id="327" r:id="rId24"/>
    <p:sldId id="328" r:id="rId25"/>
    <p:sldId id="329" r:id="rId26"/>
    <p:sldId id="330" r:id="rId27"/>
    <p:sldId id="331" r:id="rId28"/>
    <p:sldId id="310" r:id="rId29"/>
    <p:sldId id="316" r:id="rId30"/>
    <p:sldId id="267" r:id="rId31"/>
    <p:sldId id="312" r:id="rId32"/>
    <p:sldId id="309" r:id="rId33"/>
    <p:sldId id="315" r:id="rId34"/>
    <p:sldId id="317" r:id="rId35"/>
    <p:sldId id="318" r:id="rId36"/>
    <p:sldId id="321" r:id="rId37"/>
    <p:sldId id="324" r:id="rId38"/>
    <p:sldId id="326" r:id="rId39"/>
    <p:sldId id="325" r:id="rId40"/>
    <p:sldId id="270" r:id="rId41"/>
    <p:sldId id="311" r:id="rId42"/>
    <p:sldId id="269" r:id="rId43"/>
    <p:sldId id="322" r:id="rId44"/>
    <p:sldId id="275" r:id="rId45"/>
  </p:sldIdLst>
  <p:sldSz cx="9144000" cy="5143500" type="screen16x9"/>
  <p:notesSz cx="6858000" cy="9144000"/>
  <p:embeddedFontLst>
    <p:embeddedFont>
      <p:font typeface="Anaheim" panose="020B0604020202020204" charset="0"/>
      <p:regular r:id="rId47"/>
      <p:bold r:id="rId48"/>
    </p:embeddedFont>
    <p:embeddedFont>
      <p:font typeface="Bebas Neue" panose="020B0606020202050201" pitchFamily="34" charset="0"/>
      <p:regular r:id="rId49"/>
    </p:embeddedFont>
    <p:embeddedFont>
      <p:font typeface="Hanken Grotesk" panose="020B0604020202020204" charset="0"/>
      <p:regular r:id="rId50"/>
      <p:bold r:id="rId51"/>
      <p:italic r:id="rId52"/>
      <p:boldItalic r:id="rId53"/>
    </p:embeddedFont>
    <p:embeddedFont>
      <p:font typeface="Montserrat" panose="00000500000000000000" pitchFamily="2" charset="0"/>
      <p:regular r:id="rId54"/>
      <p:bold r:id="rId55"/>
      <p:italic r:id="rId56"/>
      <p:boldItalic r:id="rId57"/>
    </p:embeddedFont>
    <p:embeddedFont>
      <p:font typeface="Montserrat ExtraBold" panose="00000900000000000000" pitchFamily="2" charset="0"/>
      <p:bold r:id="rId58"/>
      <p:boldItalic r:id="rId59"/>
    </p:embeddedFont>
    <p:embeddedFont>
      <p:font typeface="Montserrat SemiBold" panose="00000700000000000000" pitchFamily="2" charset="0"/>
      <p:regular r:id="rId60"/>
      <p:bold r:id="rId61"/>
      <p:italic r:id="rId62"/>
      <p:boldItalic r:id="rId63"/>
    </p:embeddedFont>
    <p:embeddedFont>
      <p:font typeface="Nunito Light" pitchFamily="2" charset="0"/>
      <p:regular r:id="rId64"/>
      <p:italic r:id="rId65"/>
    </p:embeddedFont>
    <p:embeddedFont>
      <p:font typeface="PT Sans" panose="020B0503020203020204" pitchFamily="34" charset="0"/>
      <p:regular r:id="rId66"/>
      <p:bold r:id="rId67"/>
      <p:italic r:id="rId68"/>
      <p:boldItalic r:id="rId69"/>
    </p:embeddedFont>
    <p:embeddedFont>
      <p:font typeface="Raleway" pitchFamily="2" charset="0"/>
      <p:regular r:id="rId70"/>
      <p:bold r:id="rId71"/>
      <p:italic r:id="rId72"/>
      <p:boldItalic r:id="rId7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9" autoAdjust="0"/>
    <p:restoredTop sz="94660"/>
  </p:normalViewPr>
  <p:slideViewPr>
    <p:cSldViewPr snapToGrid="0">
      <p:cViewPr>
        <p:scale>
          <a:sx n="100" d="100"/>
          <a:sy n="100" d="100"/>
        </p:scale>
        <p:origin x="115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63" Type="http://schemas.openxmlformats.org/officeDocument/2006/relationships/font" Target="fonts/font17.fntdata"/><Relationship Id="rId68" Type="http://schemas.openxmlformats.org/officeDocument/2006/relationships/font" Target="fonts/font22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7.fntdata"/><Relationship Id="rId58" Type="http://schemas.openxmlformats.org/officeDocument/2006/relationships/font" Target="fonts/font12.fntdata"/><Relationship Id="rId66" Type="http://schemas.openxmlformats.org/officeDocument/2006/relationships/font" Target="fonts/font20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font" Target="fonts/font1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56" Type="http://schemas.openxmlformats.org/officeDocument/2006/relationships/font" Target="fonts/font10.fntdata"/><Relationship Id="rId64" Type="http://schemas.openxmlformats.org/officeDocument/2006/relationships/font" Target="fonts/font18.fntdata"/><Relationship Id="rId69" Type="http://schemas.openxmlformats.org/officeDocument/2006/relationships/font" Target="fonts/font23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5.fntdata"/><Relationship Id="rId72" Type="http://schemas.openxmlformats.org/officeDocument/2006/relationships/font" Target="fonts/font2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59" Type="http://schemas.openxmlformats.org/officeDocument/2006/relationships/font" Target="fonts/font13.fntdata"/><Relationship Id="rId67" Type="http://schemas.openxmlformats.org/officeDocument/2006/relationships/font" Target="fonts/font2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8.fntdata"/><Relationship Id="rId62" Type="http://schemas.openxmlformats.org/officeDocument/2006/relationships/font" Target="fonts/font16.fntdata"/><Relationship Id="rId70" Type="http://schemas.openxmlformats.org/officeDocument/2006/relationships/font" Target="fonts/font24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Relationship Id="rId57" Type="http://schemas.openxmlformats.org/officeDocument/2006/relationships/font" Target="fonts/font1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6.fntdata"/><Relationship Id="rId60" Type="http://schemas.openxmlformats.org/officeDocument/2006/relationships/font" Target="fonts/font14.fntdata"/><Relationship Id="rId65" Type="http://schemas.openxmlformats.org/officeDocument/2006/relationships/font" Target="fonts/font19.fntdata"/><Relationship Id="rId73" Type="http://schemas.openxmlformats.org/officeDocument/2006/relationships/font" Target="fonts/font2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4.fntdata"/><Relationship Id="rId55" Type="http://schemas.openxmlformats.org/officeDocument/2006/relationships/font" Target="fonts/font9.fntdata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25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A09FEF-E5CB-40A2-B107-643AC21206A9}" type="doc">
      <dgm:prSet loTypeId="urn:microsoft.com/office/officeart/2024/layout/BulletTimeline" loCatId="timeline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MY"/>
        </a:p>
      </dgm:t>
    </dgm:pt>
    <dgm:pt modelId="{4FE2CBB3-ACB5-471A-88A7-A8EB2359B63B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Proposal</a:t>
          </a:r>
        </a:p>
      </dgm:t>
    </dgm:pt>
    <dgm:pt modelId="{DB0A41AF-6798-41F3-91C6-C240B9B44491}" type="par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F78D658-02F1-4AF2-AAD3-B2B0DBEC601A}" type="sib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70B34A8-F732-418B-B86E-C398BDC45057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23th March 2026</a:t>
          </a:r>
        </a:p>
      </dgm:t>
    </dgm:pt>
    <dgm:pt modelId="{E0F2D73F-F472-4A9A-933B-C8BE0E44E090}" type="par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B022968-391B-4275-B69C-C7545BE45874}" type="sib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B8A11AE1-8216-4AC3-80BD-A2BD2F918844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Literature Review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92A7DA98-B8BC-4D63-A64F-76EF52F4008D}" type="par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23F59C54-C24D-456E-A3C6-3A75DEB50DCE}" type="sib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AB57118-F7C2-4BDD-87CA-27B958191324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30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March 2026</a:t>
          </a:r>
        </a:p>
      </dgm:t>
    </dgm:pt>
    <dgm:pt modelId="{33030F41-FA2C-40E6-A959-1E1535D27751}" type="par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4550341-DF65-42F9-BB71-28F969F2238E}" type="sib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DE94256-B048-4B97-8529-1D0ECFE6B62D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Methodology</a:t>
          </a:r>
        </a:p>
      </dgm:t>
    </dgm:pt>
    <dgm:pt modelId="{3CCCF216-D083-48B1-BEB4-A1A4D7F32A3B}" type="par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334C0497-9679-4A30-8537-496D2CEF27C1}" type="sib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B37ACC2-DE35-4662-A49D-C2DE6E51A5F2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0113B929-BE13-418E-B7F7-18622605F86D}" type="par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4045E4B-F043-4276-BC08-72C43FAD553C}" type="sib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D42CE19-8DC8-40E9-B8F0-9F9B2F7C56A8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4F51B84A-D37C-4244-BC5A-77F51EFB909B}" type="par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92E6147-C047-4CE4-A97F-892639E126EC}" type="sib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3418DA6-1974-471D-A2CA-36A66455AC63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8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FD02C0A3-63B3-47DD-A080-CDD1C232FD55}" type="par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87853B0B-347E-4C70-B918-879FC2DC1665}" type="sib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5505FD5-38F1-41C5-BE80-E664F6215BCE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Methodology Revision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B7DA5232-D57E-4011-A84E-80EF9922714C}" type="par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75D8635-98D8-4F1B-9246-CF0DDAFC1112}" type="sib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7B400F8-11AB-46D8-BEFF-E554E9D1E025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22th May 2026</a:t>
          </a:r>
        </a:p>
      </dgm:t>
    </dgm:pt>
    <dgm:pt modelId="{1D90B5EF-AEBE-44FF-9E09-6FF20C615ECC}" type="par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FDCE7C68-FC9B-486E-BFAB-1C870201827C}" type="sib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C6B5BB7D-58AE-4016-9463-2B8DECE2960A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2</a:t>
          </a:r>
          <a:r>
            <a:rPr lang="en-MY" sz="1400" baseline="30000" dirty="0">
              <a:latin typeface="Raleway" pitchFamily="2" charset="0"/>
            </a:rPr>
            <a:t>nd</a:t>
          </a:r>
          <a:r>
            <a:rPr lang="en-MY" sz="14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3CB795E7-5D8B-488D-94CD-3FF98E8A40E6}" type="par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8072B5D7-0508-4BF9-AC8F-4145E37025B6}" type="sib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C6E878AE-3A7E-4AFF-A210-ADF812A4BC54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29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0EF7DAB3-A5C0-455B-B3B6-D8D91E73E292}" type="par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66893BE-1FBA-4C61-9697-0A56B39A819E}" type="sib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B25AECA-5AFE-4228-B803-B64F6CDB40F1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2</a:t>
          </a:r>
          <a:r>
            <a:rPr lang="en-MY" sz="1400" baseline="30000" dirty="0">
              <a:latin typeface="Raleway" pitchFamily="2" charset="0"/>
            </a:rPr>
            <a:t>nd</a:t>
          </a:r>
          <a:r>
            <a:rPr lang="en-MY" sz="14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5B5D2D7C-A7E0-4BA0-8B91-B8CB292B06FF}" type="par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21FA350-1C04-4539-A50F-929747C084B4}" type="sib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FAA2DBA2-0587-4CE5-9864-E0C1E3F57616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4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June 2026</a:t>
          </a:r>
        </a:p>
      </dgm:t>
    </dgm:pt>
    <dgm:pt modelId="{B1DDDC58-3FEF-499B-9A94-70855FCB88EF}" type="par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64EEE9F-0CF8-4AC5-8F61-1FD03A51B85A}" type="sib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9BB0169-DA68-4432-AD55-8F91D0608620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P1 Presentation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33AFE67C-D6B9-4E9A-97A0-BECAC79889DB}" type="par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630CE86-12ED-4A0E-B3F7-6168BE0401DA}" type="sib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5379393-1C6E-4FA8-9E64-131D23A2DF5B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>
              <a:latin typeface="Raleway" pitchFamily="2" charset="0"/>
            </a:rPr>
            <a:t>10</a:t>
          </a:r>
          <a:r>
            <a:rPr lang="en-MY" sz="1400" baseline="30000">
              <a:latin typeface="Raleway" pitchFamily="2" charset="0"/>
            </a:rPr>
            <a:t>th</a:t>
          </a:r>
          <a:r>
            <a:rPr lang="en-MY" sz="1400">
              <a:latin typeface="Raleway" pitchFamily="2" charset="0"/>
            </a:rPr>
            <a:t> July 2026</a:t>
          </a:r>
          <a:endParaRPr lang="en-MY" sz="1400" dirty="0">
            <a:latin typeface="Raleway" pitchFamily="2" charset="0"/>
          </a:endParaRPr>
        </a:p>
      </dgm:t>
    </dgm:pt>
    <dgm:pt modelId="{657A0216-ABF7-4189-BA45-CFCB12B03DE3}" type="par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8DC6556-16AE-444A-A543-F781B0363E6D}" type="sib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85E2B6C-854A-4F02-A74F-8C1F5C3D1EB2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8F419E5D-954C-4A84-99E5-28FDEB33388B}" type="par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D3F8B9BE-8DAF-461B-96F1-00F70F84F0C3}" type="sib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499BB29-A8E1-4EA5-98F6-3278E6B36C08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10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April 2026</a:t>
          </a:r>
        </a:p>
      </dgm:t>
    </dgm:pt>
    <dgm:pt modelId="{10A8519D-B5B8-4CB2-903D-8AE977A7E884}" type="par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67E1851-D357-40FC-B3B3-EB42A749032B}" type="sib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F383E54-6833-49A1-ABF2-2B67BF869E3B}" type="pres">
      <dgm:prSet presAssocID="{ACA09FEF-E5CB-40A2-B107-643AC21206A9}" presName="root" presStyleCnt="0">
        <dgm:presLayoutVars>
          <dgm:dir/>
          <dgm:animLvl val="lvl"/>
        </dgm:presLayoutVars>
      </dgm:prSet>
      <dgm:spPr/>
    </dgm:pt>
    <dgm:pt modelId="{E084F7C7-1110-41B4-9964-C90E3DCA1780}" type="pres">
      <dgm:prSet presAssocID="{ACA09FEF-E5CB-40A2-B107-643AC21206A9}" presName="divider" presStyleCnt="0"/>
      <dgm:spPr/>
    </dgm:pt>
    <dgm:pt modelId="{34328478-9606-40A0-A019-3E85348BBE15}" type="pres">
      <dgm:prSet presAssocID="{ACA09FEF-E5CB-40A2-B107-643AC21206A9}" presName="rectBar" presStyleLbl="dkBgShp" presStyleIdx="0" presStyleCnt="11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7E1D547C-9F33-48DD-AA47-0C668AFF925E}" type="pres">
      <dgm:prSet presAssocID="{ACA09FEF-E5CB-40A2-B107-643AC21206A9}" presName="chevronArrow" presStyleLbl="dkBgShp" presStyleIdx="1" presStyleCnt="11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DF1824E9-3610-42BB-B0BE-461228C7AE20}" type="pres">
      <dgm:prSet presAssocID="{ACA09FEF-E5CB-40A2-B107-643AC21206A9}" presName="nodes" presStyleCnt="0">
        <dgm:presLayoutVars>
          <dgm:chMax/>
          <dgm:chPref/>
          <dgm:animLvl val="lvl"/>
        </dgm:presLayoutVars>
      </dgm:prSet>
      <dgm:spPr/>
    </dgm:pt>
    <dgm:pt modelId="{2FED2776-63E6-4683-ACAF-23EA3D727E4F}" type="pres">
      <dgm:prSet presAssocID="{4FE2CBB3-ACB5-471A-88A7-A8EB2359B63B}" presName="composite" presStyleCnt="0"/>
      <dgm:spPr/>
    </dgm:pt>
    <dgm:pt modelId="{41392459-D036-4001-A0D4-D443C59647BA}" type="pres">
      <dgm:prSet presAssocID="{4FE2CBB3-ACB5-471A-88A7-A8EB2359B63B}" presName="DropPinPlaceHolder" presStyleCnt="0"/>
      <dgm:spPr/>
    </dgm:pt>
    <dgm:pt modelId="{25158258-175E-40C9-9B39-2A888132A0E1}" type="pres">
      <dgm:prSet presAssocID="{4FE2CBB3-ACB5-471A-88A7-A8EB2359B63B}" presName="DropPin" presStyleLbl="alignNode1" presStyleIdx="0" presStyleCnt="9"/>
      <dgm:spPr/>
    </dgm:pt>
    <dgm:pt modelId="{D6CC832F-9C12-486A-97E2-C962D7F785C8}" type="pres">
      <dgm:prSet presAssocID="{4FE2CBB3-ACB5-471A-88A7-A8EB2359B63B}" presName="Ellipse" presStyleLbl="fgAcc1" presStyleIdx="0" presStyleCnt="9"/>
      <dgm:spPr/>
    </dgm:pt>
    <dgm:pt modelId="{A85E4AF4-AEE0-4487-B03A-901CE4C8E445}" type="pres">
      <dgm:prSet presAssocID="{4FE2CBB3-ACB5-471A-88A7-A8EB2359B63B}" presName="L2TextContainer" presStyleLbl="revTx" presStyleIdx="0" presStyleCnt="18">
        <dgm:presLayoutVars>
          <dgm:bulletEnabled val="1"/>
        </dgm:presLayoutVars>
      </dgm:prSet>
      <dgm:spPr/>
    </dgm:pt>
    <dgm:pt modelId="{65C2B039-FC52-4525-8FA0-AF00D8F80A7B}" type="pres">
      <dgm:prSet presAssocID="{4FE2CBB3-ACB5-471A-88A7-A8EB2359B63B}" presName="L1TextContainer" presStyleLbl="revTx" presStyleIdx="1" presStyleCnt="18">
        <dgm:presLayoutVars>
          <dgm:chMax val="1"/>
          <dgm:chPref val="1"/>
          <dgm:bulletEnabled val="1"/>
        </dgm:presLayoutVars>
      </dgm:prSet>
      <dgm:spPr/>
    </dgm:pt>
    <dgm:pt modelId="{4DD86C6B-A77E-4FD7-B08B-015119D8015F}" type="pres">
      <dgm:prSet presAssocID="{4FE2CBB3-ACB5-471A-88A7-A8EB2359B63B}" presName="ConnectLine" presStyleLbl="dkBgShp" presStyleIdx="2" presStyleCnt="11"/>
      <dgm:spPr/>
    </dgm:pt>
    <dgm:pt modelId="{E1C3A41C-FBF5-499F-8152-0F226F73A3F1}" type="pres">
      <dgm:prSet presAssocID="{4FE2CBB3-ACB5-471A-88A7-A8EB2359B63B}" presName="ConnectorPoint" presStyleCnt="0"/>
      <dgm:spPr/>
    </dgm:pt>
    <dgm:pt modelId="{6CF17B52-6377-4BB6-96BE-07E068BC0857}" type="pres">
      <dgm:prSet presAssocID="{4FE2CBB3-ACB5-471A-88A7-A8EB2359B63B}" presName="Bullet" presStyleLbl="lnNode1" presStyleIdx="0" presStyleCnt="9"/>
      <dgm:spPr/>
    </dgm:pt>
    <dgm:pt modelId="{4B907D41-9F5D-4E4C-A142-EF271FA3EF7C}" type="pres">
      <dgm:prSet presAssocID="{4FE2CBB3-ACB5-471A-88A7-A8EB2359B63B}" presName="EmptyPlaceHolder" presStyleCnt="0"/>
      <dgm:spPr/>
    </dgm:pt>
    <dgm:pt modelId="{1FAABB04-471C-406C-AC11-3E8395F0A0CF}" type="pres">
      <dgm:prSet presAssocID="{6F78D658-02F1-4AF2-AAD3-B2B0DBEC601A}" presName="spaceBetweenRectangles" presStyleCnt="0"/>
      <dgm:spPr/>
    </dgm:pt>
    <dgm:pt modelId="{B337F4DB-F89D-4D96-85A2-E8A360099E5F}" type="pres">
      <dgm:prSet presAssocID="{B8A11AE1-8216-4AC3-80BD-A2BD2F918844}" presName="composite" presStyleCnt="0"/>
      <dgm:spPr/>
    </dgm:pt>
    <dgm:pt modelId="{58FC55C0-539C-4BA5-824E-72EA3C11F2D1}" type="pres">
      <dgm:prSet presAssocID="{B8A11AE1-8216-4AC3-80BD-A2BD2F918844}" presName="DropPinPlaceHolder" presStyleCnt="0"/>
      <dgm:spPr/>
    </dgm:pt>
    <dgm:pt modelId="{D35F4377-8D11-454D-8630-1ACD3042447A}" type="pres">
      <dgm:prSet presAssocID="{B8A11AE1-8216-4AC3-80BD-A2BD2F918844}" presName="DropPin" presStyleLbl="alignNode1" presStyleIdx="1" presStyleCnt="9"/>
      <dgm:spPr/>
    </dgm:pt>
    <dgm:pt modelId="{07C8706F-1902-4C60-BCCB-177F2C4A8D05}" type="pres">
      <dgm:prSet presAssocID="{B8A11AE1-8216-4AC3-80BD-A2BD2F918844}" presName="Ellipse" presStyleLbl="fgAcc1" presStyleIdx="1" presStyleCnt="9"/>
      <dgm:spPr/>
    </dgm:pt>
    <dgm:pt modelId="{C072AB38-AFD1-4188-ABCB-B6F463D452ED}" type="pres">
      <dgm:prSet presAssocID="{B8A11AE1-8216-4AC3-80BD-A2BD2F918844}" presName="L2TextContainer" presStyleLbl="revTx" presStyleIdx="2" presStyleCnt="18">
        <dgm:presLayoutVars>
          <dgm:bulletEnabled val="1"/>
        </dgm:presLayoutVars>
      </dgm:prSet>
      <dgm:spPr/>
    </dgm:pt>
    <dgm:pt modelId="{C15D05A6-BD62-4E62-A250-223971DBD63A}" type="pres">
      <dgm:prSet presAssocID="{B8A11AE1-8216-4AC3-80BD-A2BD2F918844}" presName="L1TextContainer" presStyleLbl="revTx" presStyleIdx="3" presStyleCnt="18">
        <dgm:presLayoutVars>
          <dgm:chMax val="1"/>
          <dgm:chPref val="1"/>
          <dgm:bulletEnabled val="1"/>
        </dgm:presLayoutVars>
      </dgm:prSet>
      <dgm:spPr/>
    </dgm:pt>
    <dgm:pt modelId="{419FB993-7541-4A81-9B7A-69A5A60728CF}" type="pres">
      <dgm:prSet presAssocID="{B8A11AE1-8216-4AC3-80BD-A2BD2F918844}" presName="ConnectLine" presStyleLbl="dkBgShp" presStyleIdx="3" presStyleCnt="11"/>
      <dgm:spPr/>
    </dgm:pt>
    <dgm:pt modelId="{91833B26-84D7-4D15-81A3-45C06C15BC30}" type="pres">
      <dgm:prSet presAssocID="{B8A11AE1-8216-4AC3-80BD-A2BD2F918844}" presName="ConnectorPoint" presStyleCnt="0"/>
      <dgm:spPr/>
    </dgm:pt>
    <dgm:pt modelId="{092C44CD-5D9E-4F80-A998-49AB89275558}" type="pres">
      <dgm:prSet presAssocID="{B8A11AE1-8216-4AC3-80BD-A2BD2F918844}" presName="Bullet" presStyleLbl="lnNode1" presStyleIdx="1" presStyleCnt="9"/>
      <dgm:spPr/>
    </dgm:pt>
    <dgm:pt modelId="{F579B290-BCA1-4305-96A1-D7E20178296D}" type="pres">
      <dgm:prSet presAssocID="{B8A11AE1-8216-4AC3-80BD-A2BD2F918844}" presName="EmptyPlaceHolder" presStyleCnt="0"/>
      <dgm:spPr/>
    </dgm:pt>
    <dgm:pt modelId="{928B9C29-9EF2-4D79-84B0-7F9762FDA750}" type="pres">
      <dgm:prSet presAssocID="{23F59C54-C24D-456E-A3C6-3A75DEB50DCE}" presName="spaceBetweenRectangles" presStyleCnt="0"/>
      <dgm:spPr/>
    </dgm:pt>
    <dgm:pt modelId="{6A7CAAAE-3BA3-4913-979F-0F77D1E7E29B}" type="pres">
      <dgm:prSet presAssocID="{085E2B6C-854A-4F02-A74F-8C1F5C3D1EB2}" presName="composite" presStyleCnt="0"/>
      <dgm:spPr/>
    </dgm:pt>
    <dgm:pt modelId="{9F16DE35-A3B0-434A-9D67-F2552B78AADD}" type="pres">
      <dgm:prSet presAssocID="{085E2B6C-854A-4F02-A74F-8C1F5C3D1EB2}" presName="DropPinPlaceHolder" presStyleCnt="0"/>
      <dgm:spPr/>
    </dgm:pt>
    <dgm:pt modelId="{2D23B2C3-5700-47F9-A2C1-5AA522072337}" type="pres">
      <dgm:prSet presAssocID="{085E2B6C-854A-4F02-A74F-8C1F5C3D1EB2}" presName="DropPin" presStyleLbl="alignNode1" presStyleIdx="2" presStyleCnt="9"/>
      <dgm:spPr/>
    </dgm:pt>
    <dgm:pt modelId="{DFF4D3E7-EA33-40B3-B463-2EA0E3D17EEE}" type="pres">
      <dgm:prSet presAssocID="{085E2B6C-854A-4F02-A74F-8C1F5C3D1EB2}" presName="Ellipse" presStyleLbl="fgAcc1" presStyleIdx="2" presStyleCnt="9"/>
      <dgm:spPr/>
    </dgm:pt>
    <dgm:pt modelId="{9628FE65-2A7C-47F1-AA31-9EDE10F0F322}" type="pres">
      <dgm:prSet presAssocID="{085E2B6C-854A-4F02-A74F-8C1F5C3D1EB2}" presName="L2TextContainer" presStyleLbl="revTx" presStyleIdx="4" presStyleCnt="18">
        <dgm:presLayoutVars>
          <dgm:bulletEnabled val="1"/>
        </dgm:presLayoutVars>
      </dgm:prSet>
      <dgm:spPr/>
    </dgm:pt>
    <dgm:pt modelId="{01B78C00-EC64-4580-B336-0B54F5D143B1}" type="pres">
      <dgm:prSet presAssocID="{085E2B6C-854A-4F02-A74F-8C1F5C3D1EB2}" presName="L1TextContainer" presStyleLbl="revTx" presStyleIdx="5" presStyleCnt="18">
        <dgm:presLayoutVars>
          <dgm:chMax val="1"/>
          <dgm:chPref val="1"/>
          <dgm:bulletEnabled val="1"/>
        </dgm:presLayoutVars>
      </dgm:prSet>
      <dgm:spPr/>
    </dgm:pt>
    <dgm:pt modelId="{3435EE8B-F0D5-4CF0-B1C6-420B99BBA6C2}" type="pres">
      <dgm:prSet presAssocID="{085E2B6C-854A-4F02-A74F-8C1F5C3D1EB2}" presName="ConnectLine" presStyleLbl="dkBgShp" presStyleIdx="4" presStyleCnt="11"/>
      <dgm:spPr/>
    </dgm:pt>
    <dgm:pt modelId="{7D0BD0FB-41ED-4F77-A400-5B20F9643473}" type="pres">
      <dgm:prSet presAssocID="{085E2B6C-854A-4F02-A74F-8C1F5C3D1EB2}" presName="ConnectorPoint" presStyleCnt="0"/>
      <dgm:spPr/>
    </dgm:pt>
    <dgm:pt modelId="{9BABC9C2-3793-4E83-8F7E-21BB5B2765A0}" type="pres">
      <dgm:prSet presAssocID="{085E2B6C-854A-4F02-A74F-8C1F5C3D1EB2}" presName="Bullet" presStyleLbl="lnNode1" presStyleIdx="2" presStyleCnt="9"/>
      <dgm:spPr/>
    </dgm:pt>
    <dgm:pt modelId="{039B7613-09DD-4504-8A13-7EB9CDE81871}" type="pres">
      <dgm:prSet presAssocID="{085E2B6C-854A-4F02-A74F-8C1F5C3D1EB2}" presName="EmptyPlaceHolder" presStyleCnt="0"/>
      <dgm:spPr/>
    </dgm:pt>
    <dgm:pt modelId="{47A993BB-7F73-4378-81C2-BAD101563444}" type="pres">
      <dgm:prSet presAssocID="{D3F8B9BE-8DAF-461B-96F1-00F70F84F0C3}" presName="spaceBetweenRectangles" presStyleCnt="0"/>
      <dgm:spPr/>
    </dgm:pt>
    <dgm:pt modelId="{5493DEF6-36DA-4839-B135-0D5C07B72DBE}" type="pres">
      <dgm:prSet presAssocID="{7DE94256-B048-4B97-8529-1D0ECFE6B62D}" presName="composite" presStyleCnt="0"/>
      <dgm:spPr/>
    </dgm:pt>
    <dgm:pt modelId="{37202159-1885-40E8-86A8-161A91C8D08C}" type="pres">
      <dgm:prSet presAssocID="{7DE94256-B048-4B97-8529-1D0ECFE6B62D}" presName="DropPinPlaceHolder" presStyleCnt="0"/>
      <dgm:spPr/>
    </dgm:pt>
    <dgm:pt modelId="{AAC85CEB-076B-4626-84E5-ACDF80B16F28}" type="pres">
      <dgm:prSet presAssocID="{7DE94256-B048-4B97-8529-1D0ECFE6B62D}" presName="DropPin" presStyleLbl="alignNode1" presStyleIdx="3" presStyleCnt="9"/>
      <dgm:spPr/>
    </dgm:pt>
    <dgm:pt modelId="{8555632C-93C9-4931-84A1-D1D4424881B6}" type="pres">
      <dgm:prSet presAssocID="{7DE94256-B048-4B97-8529-1D0ECFE6B62D}" presName="Ellipse" presStyleLbl="fgAcc1" presStyleIdx="3" presStyleCnt="9"/>
      <dgm:spPr/>
    </dgm:pt>
    <dgm:pt modelId="{2B25094E-8357-45BA-B3FE-6824CB7E057A}" type="pres">
      <dgm:prSet presAssocID="{7DE94256-B048-4B97-8529-1D0ECFE6B62D}" presName="L2TextContainer" presStyleLbl="revTx" presStyleIdx="6" presStyleCnt="18">
        <dgm:presLayoutVars>
          <dgm:bulletEnabled val="1"/>
        </dgm:presLayoutVars>
      </dgm:prSet>
      <dgm:spPr/>
    </dgm:pt>
    <dgm:pt modelId="{489DD447-AC3E-4047-B917-C92E67CC6CBC}" type="pres">
      <dgm:prSet presAssocID="{7DE94256-B048-4B97-8529-1D0ECFE6B62D}" presName="L1TextContainer" presStyleLbl="revTx" presStyleIdx="7" presStyleCnt="18">
        <dgm:presLayoutVars>
          <dgm:chMax val="1"/>
          <dgm:chPref val="1"/>
          <dgm:bulletEnabled val="1"/>
        </dgm:presLayoutVars>
      </dgm:prSet>
      <dgm:spPr/>
    </dgm:pt>
    <dgm:pt modelId="{C158B7EF-63BB-4139-BE27-4C457B1C13BD}" type="pres">
      <dgm:prSet presAssocID="{7DE94256-B048-4B97-8529-1D0ECFE6B62D}" presName="ConnectLine" presStyleLbl="dkBgShp" presStyleIdx="5" presStyleCnt="11"/>
      <dgm:spPr/>
    </dgm:pt>
    <dgm:pt modelId="{8D9ED394-AF9F-4468-A174-0ABAAD1FDCFD}" type="pres">
      <dgm:prSet presAssocID="{7DE94256-B048-4B97-8529-1D0ECFE6B62D}" presName="ConnectorPoint" presStyleCnt="0"/>
      <dgm:spPr/>
    </dgm:pt>
    <dgm:pt modelId="{C90D9823-DE12-44FE-87CB-DAEEB8B88592}" type="pres">
      <dgm:prSet presAssocID="{7DE94256-B048-4B97-8529-1D0ECFE6B62D}" presName="Bullet" presStyleLbl="lnNode1" presStyleIdx="3" presStyleCnt="9"/>
      <dgm:spPr/>
    </dgm:pt>
    <dgm:pt modelId="{AAC9E280-3273-4430-8B92-5839C0B08697}" type="pres">
      <dgm:prSet presAssocID="{7DE94256-B048-4B97-8529-1D0ECFE6B62D}" presName="EmptyPlaceHolder" presStyleCnt="0"/>
      <dgm:spPr/>
    </dgm:pt>
    <dgm:pt modelId="{3458977F-2ED9-4546-9274-696D3EB28C9E}" type="pres">
      <dgm:prSet presAssocID="{334C0497-9679-4A30-8537-496D2CEF27C1}" presName="spaceBetweenRectangles" presStyleCnt="0"/>
      <dgm:spPr/>
    </dgm:pt>
    <dgm:pt modelId="{7FEB939A-A012-43C3-BDA1-9C11B9A704B1}" type="pres">
      <dgm:prSet presAssocID="{ED42CE19-8DC8-40E9-B8F0-9F9B2F7C56A8}" presName="composite" presStyleCnt="0"/>
      <dgm:spPr/>
    </dgm:pt>
    <dgm:pt modelId="{CA6F3DE5-38B4-4F6C-8D3B-D9225F700D58}" type="pres">
      <dgm:prSet presAssocID="{ED42CE19-8DC8-40E9-B8F0-9F9B2F7C56A8}" presName="DropPinPlaceHolder" presStyleCnt="0"/>
      <dgm:spPr/>
    </dgm:pt>
    <dgm:pt modelId="{832CD65D-7D60-4E3A-8BF2-9F8F1FC8F1E2}" type="pres">
      <dgm:prSet presAssocID="{ED42CE19-8DC8-40E9-B8F0-9F9B2F7C56A8}" presName="DropPin" presStyleLbl="alignNode1" presStyleIdx="4" presStyleCnt="9"/>
      <dgm:spPr/>
    </dgm:pt>
    <dgm:pt modelId="{1490B15C-D31E-4717-881F-6FD116B450DD}" type="pres">
      <dgm:prSet presAssocID="{ED42CE19-8DC8-40E9-B8F0-9F9B2F7C56A8}" presName="Ellipse" presStyleLbl="fgAcc1" presStyleIdx="4" presStyleCnt="9"/>
      <dgm:spPr/>
    </dgm:pt>
    <dgm:pt modelId="{04314D7E-ECD0-4673-8000-E9440A960DE0}" type="pres">
      <dgm:prSet presAssocID="{ED42CE19-8DC8-40E9-B8F0-9F9B2F7C56A8}" presName="L2TextContainer" presStyleLbl="revTx" presStyleIdx="8" presStyleCnt="18">
        <dgm:presLayoutVars>
          <dgm:bulletEnabled val="1"/>
        </dgm:presLayoutVars>
      </dgm:prSet>
      <dgm:spPr/>
    </dgm:pt>
    <dgm:pt modelId="{94AFF1FC-19E1-45E0-9E82-60EF1E52B68C}" type="pres">
      <dgm:prSet presAssocID="{ED42CE19-8DC8-40E9-B8F0-9F9B2F7C56A8}" presName="L1TextContainer" presStyleLbl="revTx" presStyleIdx="9" presStyleCnt="18">
        <dgm:presLayoutVars>
          <dgm:chMax val="1"/>
          <dgm:chPref val="1"/>
          <dgm:bulletEnabled val="1"/>
        </dgm:presLayoutVars>
      </dgm:prSet>
      <dgm:spPr/>
    </dgm:pt>
    <dgm:pt modelId="{19C23473-39AE-420A-93F7-3DBB6C84A007}" type="pres">
      <dgm:prSet presAssocID="{ED42CE19-8DC8-40E9-B8F0-9F9B2F7C56A8}" presName="ConnectLine" presStyleLbl="dkBgShp" presStyleIdx="6" presStyleCnt="11"/>
      <dgm:spPr/>
    </dgm:pt>
    <dgm:pt modelId="{A3F233FF-96F7-4AD3-8756-061083B9918B}" type="pres">
      <dgm:prSet presAssocID="{ED42CE19-8DC8-40E9-B8F0-9F9B2F7C56A8}" presName="ConnectorPoint" presStyleCnt="0"/>
      <dgm:spPr/>
    </dgm:pt>
    <dgm:pt modelId="{9745DB0B-E78D-421C-B378-9B51895E012E}" type="pres">
      <dgm:prSet presAssocID="{ED42CE19-8DC8-40E9-B8F0-9F9B2F7C56A8}" presName="Bullet" presStyleLbl="lnNode1" presStyleIdx="4" presStyleCnt="9"/>
      <dgm:spPr/>
    </dgm:pt>
    <dgm:pt modelId="{4C8BDA3E-FD34-4AE8-A400-7F94666F8E24}" type="pres">
      <dgm:prSet presAssocID="{ED42CE19-8DC8-40E9-B8F0-9F9B2F7C56A8}" presName="EmptyPlaceHolder" presStyleCnt="0"/>
      <dgm:spPr/>
    </dgm:pt>
    <dgm:pt modelId="{AB7049A2-2F57-4DFC-A576-19EB58782869}" type="pres">
      <dgm:prSet presAssocID="{192E6147-C047-4CE4-A97F-892639E126EC}" presName="spaceBetweenRectangles" presStyleCnt="0"/>
      <dgm:spPr/>
    </dgm:pt>
    <dgm:pt modelId="{BD1CA332-5159-4E44-B3D2-EDC6ADAB2B92}" type="pres">
      <dgm:prSet presAssocID="{E5505FD5-38F1-41C5-BE80-E664F6215BCE}" presName="composite" presStyleCnt="0"/>
      <dgm:spPr/>
    </dgm:pt>
    <dgm:pt modelId="{91A3893D-0512-43F7-BB73-D43DDEB65F61}" type="pres">
      <dgm:prSet presAssocID="{E5505FD5-38F1-41C5-BE80-E664F6215BCE}" presName="DropPinPlaceHolder" presStyleCnt="0"/>
      <dgm:spPr/>
    </dgm:pt>
    <dgm:pt modelId="{269A7124-5C6D-4E0F-8123-63AD5A3FDA6A}" type="pres">
      <dgm:prSet presAssocID="{E5505FD5-38F1-41C5-BE80-E664F6215BCE}" presName="DropPin" presStyleLbl="alignNode1" presStyleIdx="5" presStyleCnt="9"/>
      <dgm:spPr/>
    </dgm:pt>
    <dgm:pt modelId="{5CE4051C-44FA-48A0-93D1-1F267AC3A385}" type="pres">
      <dgm:prSet presAssocID="{E5505FD5-38F1-41C5-BE80-E664F6215BCE}" presName="Ellipse" presStyleLbl="fgAcc1" presStyleIdx="5" presStyleCnt="9"/>
      <dgm:spPr/>
    </dgm:pt>
    <dgm:pt modelId="{CC9BE61E-D6B1-42B7-8651-7A5D8AF7A24F}" type="pres">
      <dgm:prSet presAssocID="{E5505FD5-38F1-41C5-BE80-E664F6215BCE}" presName="L2TextContainer" presStyleLbl="revTx" presStyleIdx="10" presStyleCnt="18">
        <dgm:presLayoutVars>
          <dgm:bulletEnabled val="1"/>
        </dgm:presLayoutVars>
      </dgm:prSet>
      <dgm:spPr/>
    </dgm:pt>
    <dgm:pt modelId="{834B5FAF-76F7-46D0-BF12-AE8AA4F3D0F2}" type="pres">
      <dgm:prSet presAssocID="{E5505FD5-38F1-41C5-BE80-E664F6215BCE}" presName="L1TextContainer" presStyleLbl="revTx" presStyleIdx="11" presStyleCnt="18">
        <dgm:presLayoutVars>
          <dgm:chMax val="1"/>
          <dgm:chPref val="1"/>
          <dgm:bulletEnabled val="1"/>
        </dgm:presLayoutVars>
      </dgm:prSet>
      <dgm:spPr/>
    </dgm:pt>
    <dgm:pt modelId="{1B92CAE3-FEB4-4C57-A822-ECA200E665C9}" type="pres">
      <dgm:prSet presAssocID="{E5505FD5-38F1-41C5-BE80-E664F6215BCE}" presName="ConnectLine" presStyleLbl="dkBgShp" presStyleIdx="7" presStyleCnt="11"/>
      <dgm:spPr/>
    </dgm:pt>
    <dgm:pt modelId="{84794920-9577-4FEC-9870-DAAB95B9D465}" type="pres">
      <dgm:prSet presAssocID="{E5505FD5-38F1-41C5-BE80-E664F6215BCE}" presName="ConnectorPoint" presStyleCnt="0"/>
      <dgm:spPr/>
    </dgm:pt>
    <dgm:pt modelId="{207397CD-0E0C-4652-8168-DC51DBAAC64E}" type="pres">
      <dgm:prSet presAssocID="{E5505FD5-38F1-41C5-BE80-E664F6215BCE}" presName="Bullet" presStyleLbl="lnNode1" presStyleIdx="5" presStyleCnt="9"/>
      <dgm:spPr/>
    </dgm:pt>
    <dgm:pt modelId="{9658ECD5-0D16-4532-859C-8D17BC71D8B3}" type="pres">
      <dgm:prSet presAssocID="{E5505FD5-38F1-41C5-BE80-E664F6215BCE}" presName="EmptyPlaceHolder" presStyleCnt="0"/>
      <dgm:spPr/>
    </dgm:pt>
    <dgm:pt modelId="{CB546183-F372-44D7-A3E1-10F7E7F4B4D9}" type="pres">
      <dgm:prSet presAssocID="{E75D8635-98D8-4F1B-9246-CF0DDAFC1112}" presName="spaceBetweenRectangles" presStyleCnt="0"/>
      <dgm:spPr/>
    </dgm:pt>
    <dgm:pt modelId="{8A32DD34-16F6-4117-B27D-B9672D3BDA84}" type="pres">
      <dgm:prSet presAssocID="{C6B5BB7D-58AE-4016-9463-2B8DECE2960A}" presName="composite" presStyleCnt="0"/>
      <dgm:spPr/>
    </dgm:pt>
    <dgm:pt modelId="{09D97DE9-A69D-443E-8FEE-436CCCA95BC5}" type="pres">
      <dgm:prSet presAssocID="{C6B5BB7D-58AE-4016-9463-2B8DECE2960A}" presName="DropPinPlaceHolder" presStyleCnt="0"/>
      <dgm:spPr/>
    </dgm:pt>
    <dgm:pt modelId="{BFD35E81-7670-4FBF-9735-ED417FF2615F}" type="pres">
      <dgm:prSet presAssocID="{C6B5BB7D-58AE-4016-9463-2B8DECE2960A}" presName="DropPin" presStyleLbl="alignNode1" presStyleIdx="6" presStyleCnt="9"/>
      <dgm:spPr/>
    </dgm:pt>
    <dgm:pt modelId="{A021A569-4208-4F85-B649-42E21EE6B267}" type="pres">
      <dgm:prSet presAssocID="{C6B5BB7D-58AE-4016-9463-2B8DECE2960A}" presName="Ellipse" presStyleLbl="fgAcc1" presStyleIdx="6" presStyleCnt="9"/>
      <dgm:spPr/>
    </dgm:pt>
    <dgm:pt modelId="{9861EA35-13D6-47A0-BB18-6F13CDE9EAE7}" type="pres">
      <dgm:prSet presAssocID="{C6B5BB7D-58AE-4016-9463-2B8DECE2960A}" presName="L2TextContainer" presStyleLbl="revTx" presStyleIdx="12" presStyleCnt="18">
        <dgm:presLayoutVars>
          <dgm:bulletEnabled val="1"/>
        </dgm:presLayoutVars>
      </dgm:prSet>
      <dgm:spPr/>
    </dgm:pt>
    <dgm:pt modelId="{9B996CFB-ECBE-4FD6-AC96-F939F974047A}" type="pres">
      <dgm:prSet presAssocID="{C6B5BB7D-58AE-4016-9463-2B8DECE2960A}" presName="L1TextContainer" presStyleLbl="revTx" presStyleIdx="13" presStyleCnt="18">
        <dgm:presLayoutVars>
          <dgm:chMax val="1"/>
          <dgm:chPref val="1"/>
          <dgm:bulletEnabled val="1"/>
        </dgm:presLayoutVars>
      </dgm:prSet>
      <dgm:spPr/>
    </dgm:pt>
    <dgm:pt modelId="{A333FEBE-9E6B-4849-AE24-07CF07E9C49C}" type="pres">
      <dgm:prSet presAssocID="{C6B5BB7D-58AE-4016-9463-2B8DECE2960A}" presName="ConnectLine" presStyleLbl="dkBgShp" presStyleIdx="8" presStyleCnt="11"/>
      <dgm:spPr/>
    </dgm:pt>
    <dgm:pt modelId="{A04C6CAD-3A3A-41BD-8985-A79D53CA7874}" type="pres">
      <dgm:prSet presAssocID="{C6B5BB7D-58AE-4016-9463-2B8DECE2960A}" presName="ConnectorPoint" presStyleCnt="0"/>
      <dgm:spPr/>
    </dgm:pt>
    <dgm:pt modelId="{90422324-B603-4718-8B91-1FBD35C31F2C}" type="pres">
      <dgm:prSet presAssocID="{C6B5BB7D-58AE-4016-9463-2B8DECE2960A}" presName="Bullet" presStyleLbl="lnNode1" presStyleIdx="6" presStyleCnt="9"/>
      <dgm:spPr/>
    </dgm:pt>
    <dgm:pt modelId="{C6A9A5E9-81DB-43BF-B82B-023C77C42FCB}" type="pres">
      <dgm:prSet presAssocID="{C6B5BB7D-58AE-4016-9463-2B8DECE2960A}" presName="EmptyPlaceHolder" presStyleCnt="0"/>
      <dgm:spPr/>
    </dgm:pt>
    <dgm:pt modelId="{4547EB44-4319-4B1F-9E8C-2183AF926A7E}" type="pres">
      <dgm:prSet presAssocID="{8072B5D7-0508-4BF9-AC8F-4145E37025B6}" presName="spaceBetweenRectangles" presStyleCnt="0"/>
      <dgm:spPr/>
    </dgm:pt>
    <dgm:pt modelId="{1619FA6A-3660-40AF-9534-00F6DBA9186D}" type="pres">
      <dgm:prSet presAssocID="{7B25AECA-5AFE-4228-B803-B64F6CDB40F1}" presName="composite" presStyleCnt="0"/>
      <dgm:spPr/>
    </dgm:pt>
    <dgm:pt modelId="{0355144F-33FC-4D27-A3CD-ECE025FE7C3C}" type="pres">
      <dgm:prSet presAssocID="{7B25AECA-5AFE-4228-B803-B64F6CDB40F1}" presName="DropPinPlaceHolder" presStyleCnt="0"/>
      <dgm:spPr/>
    </dgm:pt>
    <dgm:pt modelId="{5AE83BFA-BB07-4DBE-B510-8775B99F5A50}" type="pres">
      <dgm:prSet presAssocID="{7B25AECA-5AFE-4228-B803-B64F6CDB40F1}" presName="DropPin" presStyleLbl="alignNode1" presStyleIdx="7" presStyleCnt="9"/>
      <dgm:spPr/>
    </dgm:pt>
    <dgm:pt modelId="{2D092036-6E1F-43A7-BA76-FBCB24A4E316}" type="pres">
      <dgm:prSet presAssocID="{7B25AECA-5AFE-4228-B803-B64F6CDB40F1}" presName="Ellipse" presStyleLbl="fgAcc1" presStyleIdx="7" presStyleCnt="9"/>
      <dgm:spPr/>
    </dgm:pt>
    <dgm:pt modelId="{84B71A20-57B1-464E-B85A-AAD1B59482B7}" type="pres">
      <dgm:prSet presAssocID="{7B25AECA-5AFE-4228-B803-B64F6CDB40F1}" presName="L2TextContainer" presStyleLbl="revTx" presStyleIdx="14" presStyleCnt="18">
        <dgm:presLayoutVars>
          <dgm:bulletEnabled val="1"/>
        </dgm:presLayoutVars>
      </dgm:prSet>
      <dgm:spPr/>
    </dgm:pt>
    <dgm:pt modelId="{5A71305C-C2EB-450A-8249-2969AAFD390A}" type="pres">
      <dgm:prSet presAssocID="{7B25AECA-5AFE-4228-B803-B64F6CDB40F1}" presName="L1TextContainer" presStyleLbl="revTx" presStyleIdx="15" presStyleCnt="18">
        <dgm:presLayoutVars>
          <dgm:chMax val="1"/>
          <dgm:chPref val="1"/>
          <dgm:bulletEnabled val="1"/>
        </dgm:presLayoutVars>
      </dgm:prSet>
      <dgm:spPr/>
    </dgm:pt>
    <dgm:pt modelId="{B6CBBD66-2375-4A42-9275-9EEC307C4225}" type="pres">
      <dgm:prSet presAssocID="{7B25AECA-5AFE-4228-B803-B64F6CDB40F1}" presName="ConnectLine" presStyleLbl="dkBgShp" presStyleIdx="9" presStyleCnt="11"/>
      <dgm:spPr/>
    </dgm:pt>
    <dgm:pt modelId="{594091FA-8B90-4A52-AAF8-1D44FE956633}" type="pres">
      <dgm:prSet presAssocID="{7B25AECA-5AFE-4228-B803-B64F6CDB40F1}" presName="ConnectorPoint" presStyleCnt="0"/>
      <dgm:spPr/>
    </dgm:pt>
    <dgm:pt modelId="{A27F9B9F-4DD4-4E1B-B91A-3BAAC55AA4DC}" type="pres">
      <dgm:prSet presAssocID="{7B25AECA-5AFE-4228-B803-B64F6CDB40F1}" presName="Bullet" presStyleLbl="lnNode1" presStyleIdx="7" presStyleCnt="9"/>
      <dgm:spPr/>
    </dgm:pt>
    <dgm:pt modelId="{D5815B05-6611-490B-9B8B-BE2116F71AD6}" type="pres">
      <dgm:prSet presAssocID="{7B25AECA-5AFE-4228-B803-B64F6CDB40F1}" presName="EmptyPlaceHolder" presStyleCnt="0"/>
      <dgm:spPr/>
    </dgm:pt>
    <dgm:pt modelId="{AF81A099-0585-4BA1-A032-D6E341B0FE92}" type="pres">
      <dgm:prSet presAssocID="{521FA350-1C04-4539-A50F-929747C084B4}" presName="spaceBetweenRectangles" presStyleCnt="0"/>
      <dgm:spPr/>
    </dgm:pt>
    <dgm:pt modelId="{76F0028C-FDD9-462A-9273-7DEAE1033FFD}" type="pres">
      <dgm:prSet presAssocID="{69BB0169-DA68-4432-AD55-8F91D0608620}" presName="composite" presStyleCnt="0"/>
      <dgm:spPr/>
    </dgm:pt>
    <dgm:pt modelId="{4AF9DDFE-E5B8-4FC5-8B5D-66DEE1A96FBB}" type="pres">
      <dgm:prSet presAssocID="{69BB0169-DA68-4432-AD55-8F91D0608620}" presName="DropPinPlaceHolder" presStyleCnt="0"/>
      <dgm:spPr/>
    </dgm:pt>
    <dgm:pt modelId="{AC3C7E80-8BBB-463C-A130-D1135D401BD6}" type="pres">
      <dgm:prSet presAssocID="{69BB0169-DA68-4432-AD55-8F91D0608620}" presName="DropPin" presStyleLbl="alignNode1" presStyleIdx="8" presStyleCnt="9"/>
      <dgm:spPr/>
    </dgm:pt>
    <dgm:pt modelId="{D7FD908F-DC9E-403F-BAD8-C1B19E9C4781}" type="pres">
      <dgm:prSet presAssocID="{69BB0169-DA68-4432-AD55-8F91D0608620}" presName="Ellipse" presStyleLbl="fgAcc1" presStyleIdx="8" presStyleCnt="9"/>
      <dgm:spPr/>
    </dgm:pt>
    <dgm:pt modelId="{3ABC2C4C-1358-4CA6-9113-BCAAA1A7C9A6}" type="pres">
      <dgm:prSet presAssocID="{69BB0169-DA68-4432-AD55-8F91D0608620}" presName="L2TextContainer" presStyleLbl="revTx" presStyleIdx="16" presStyleCnt="18">
        <dgm:presLayoutVars>
          <dgm:bulletEnabled val="1"/>
        </dgm:presLayoutVars>
      </dgm:prSet>
      <dgm:spPr/>
    </dgm:pt>
    <dgm:pt modelId="{6D088F84-E5BF-44E2-A058-0C141FD875E6}" type="pres">
      <dgm:prSet presAssocID="{69BB0169-DA68-4432-AD55-8F91D0608620}" presName="L1TextContainer" presStyleLbl="revTx" presStyleIdx="17" presStyleCnt="18">
        <dgm:presLayoutVars>
          <dgm:chMax val="1"/>
          <dgm:chPref val="1"/>
          <dgm:bulletEnabled val="1"/>
        </dgm:presLayoutVars>
      </dgm:prSet>
      <dgm:spPr/>
    </dgm:pt>
    <dgm:pt modelId="{66359042-75E2-4883-A844-AEAC1A93662B}" type="pres">
      <dgm:prSet presAssocID="{69BB0169-DA68-4432-AD55-8F91D0608620}" presName="ConnectLine" presStyleLbl="dkBgShp" presStyleIdx="10" presStyleCnt="11"/>
      <dgm:spPr/>
    </dgm:pt>
    <dgm:pt modelId="{0CDE1D60-DB12-485F-A24F-43A740F8E63B}" type="pres">
      <dgm:prSet presAssocID="{69BB0169-DA68-4432-AD55-8F91D0608620}" presName="ConnectorPoint" presStyleCnt="0"/>
      <dgm:spPr/>
    </dgm:pt>
    <dgm:pt modelId="{6D871422-3A93-4F85-9A8D-A836D8BFFAA1}" type="pres">
      <dgm:prSet presAssocID="{69BB0169-DA68-4432-AD55-8F91D0608620}" presName="Bullet" presStyleLbl="lnNode1" presStyleIdx="8" presStyleCnt="9"/>
      <dgm:spPr/>
    </dgm:pt>
    <dgm:pt modelId="{01661CB9-FC85-4CAA-9729-083DEBEDE5FD}" type="pres">
      <dgm:prSet presAssocID="{69BB0169-DA68-4432-AD55-8F91D0608620}" presName="EmptyPlaceHolder" presStyleCnt="0"/>
      <dgm:spPr/>
    </dgm:pt>
  </dgm:ptLst>
  <dgm:cxnLst>
    <dgm:cxn modelId="{6438BA03-8F1B-4908-A2DB-57E09AD60D64}" type="presOf" srcId="{E5505FD5-38F1-41C5-BE80-E664F6215BCE}" destId="{834B5FAF-76F7-46D0-BF12-AE8AA4F3D0F2}" srcOrd="0" destOrd="0" presId="urn:microsoft.com/office/officeart/2024/layout/BulletTimeline"/>
    <dgm:cxn modelId="{125B9005-B115-41BE-9060-2EE00D2F2EB4}" type="presOf" srcId="{ED42CE19-8DC8-40E9-B8F0-9F9B2F7C56A8}" destId="{94AFF1FC-19E1-45E0-9E82-60EF1E52B68C}" srcOrd="0" destOrd="0" presId="urn:microsoft.com/office/officeart/2024/layout/BulletTimeline"/>
    <dgm:cxn modelId="{2DD4A20E-297F-4E2B-84A7-FEE34A04DB5A}" type="presOf" srcId="{B8A11AE1-8216-4AC3-80BD-A2BD2F918844}" destId="{C15D05A6-BD62-4E62-A250-223971DBD63A}" srcOrd="0" destOrd="0" presId="urn:microsoft.com/office/officeart/2024/layout/BulletTimeline"/>
    <dgm:cxn modelId="{F014C812-CBC8-450B-B380-5C1D2CD117F5}" type="presOf" srcId="{4FE2CBB3-ACB5-471A-88A7-A8EB2359B63B}" destId="{65C2B039-FC52-4525-8FA0-AF00D8F80A7B}" srcOrd="0" destOrd="0" presId="urn:microsoft.com/office/officeart/2024/layout/BulletTimeline"/>
    <dgm:cxn modelId="{6B22931F-35A3-48CA-9430-2772DD803194}" type="presOf" srcId="{97B400F8-11AB-46D8-BEFF-E554E9D1E025}" destId="{CC9BE61E-D6B1-42B7-8651-7A5D8AF7A24F}" srcOrd="0" destOrd="0" presId="urn:microsoft.com/office/officeart/2024/layout/BulletTimeline"/>
    <dgm:cxn modelId="{F634EC23-E1B2-4207-8E7C-5113E87B2C5E}" srcId="{B8A11AE1-8216-4AC3-80BD-A2BD2F918844}" destId="{5AB57118-F7C2-4BDD-87CA-27B958191324}" srcOrd="0" destOrd="0" parTransId="{33030F41-FA2C-40E6-A959-1E1535D27751}" sibTransId="{64550341-DF65-42F9-BB71-28F969F2238E}"/>
    <dgm:cxn modelId="{4DA19C3D-444D-4C81-A333-8284176E66A3}" srcId="{ACA09FEF-E5CB-40A2-B107-643AC21206A9}" destId="{7DE94256-B048-4B97-8529-1D0ECFE6B62D}" srcOrd="3" destOrd="0" parTransId="{3CCCF216-D083-48B1-BEB4-A1A4D7F32A3B}" sibTransId="{334C0497-9679-4A30-8537-496D2CEF27C1}"/>
    <dgm:cxn modelId="{02040D3E-0AE6-428C-A84A-8D827F6AFB61}" type="presOf" srcId="{ACA09FEF-E5CB-40A2-B107-643AC21206A9}" destId="{7F383E54-6833-49A1-ABF2-2B67BF869E3B}" srcOrd="0" destOrd="0" presId="urn:microsoft.com/office/officeart/2024/layout/BulletTimeline"/>
    <dgm:cxn modelId="{F46E525C-ED5F-4B12-B07E-7CECA2340A83}" type="presOf" srcId="{085E2B6C-854A-4F02-A74F-8C1F5C3D1EB2}" destId="{01B78C00-EC64-4580-B336-0B54F5D143B1}" srcOrd="0" destOrd="0" presId="urn:microsoft.com/office/officeart/2024/layout/BulletTimeline"/>
    <dgm:cxn modelId="{3A82B643-9B84-4ADF-B459-DEC9F7C0DAD1}" type="presOf" srcId="{070B34A8-F732-418B-B86E-C398BDC45057}" destId="{A85E4AF4-AEE0-4487-B03A-901CE4C8E445}" srcOrd="0" destOrd="0" presId="urn:microsoft.com/office/officeart/2024/layout/BulletTimeline"/>
    <dgm:cxn modelId="{D0CCE163-C5CB-4EFD-AB81-2D2CA7FE2C6C}" srcId="{ACA09FEF-E5CB-40A2-B107-643AC21206A9}" destId="{E5505FD5-38F1-41C5-BE80-E664F6215BCE}" srcOrd="5" destOrd="0" parTransId="{B7DA5232-D57E-4011-A84E-80EF9922714C}" sibTransId="{E75D8635-98D8-4F1B-9246-CF0DDAFC1112}"/>
    <dgm:cxn modelId="{2345FC44-D6F4-48A0-A3EA-3C99F5D21A3A}" type="presOf" srcId="{75379393-1C6E-4FA8-9E64-131D23A2DF5B}" destId="{3ABC2C4C-1358-4CA6-9113-BCAAA1A7C9A6}" srcOrd="0" destOrd="0" presId="urn:microsoft.com/office/officeart/2024/layout/BulletTimeline"/>
    <dgm:cxn modelId="{C0939166-8F3F-49A6-B275-3D9D8D8B6FAF}" srcId="{ACA09FEF-E5CB-40A2-B107-643AC21206A9}" destId="{ED42CE19-8DC8-40E9-B8F0-9F9B2F7C56A8}" srcOrd="4" destOrd="0" parTransId="{4F51B84A-D37C-4244-BC5A-77F51EFB909B}" sibTransId="{192E6147-C047-4CE4-A97F-892639E126EC}"/>
    <dgm:cxn modelId="{8A89B166-99F4-49CF-9792-45E36D6ECFB9}" srcId="{E5505FD5-38F1-41C5-BE80-E664F6215BCE}" destId="{97B400F8-11AB-46D8-BEFF-E554E9D1E025}" srcOrd="0" destOrd="0" parTransId="{1D90B5EF-AEBE-44FF-9E09-6FF20C615ECC}" sibTransId="{FDCE7C68-FC9B-486E-BFAB-1C870201827C}"/>
    <dgm:cxn modelId="{542B066D-4BAF-436B-B293-8210A8A97896}" srcId="{7DE94256-B048-4B97-8529-1D0ECFE6B62D}" destId="{1B37ACC2-DE35-4662-A49D-C2DE6E51A5F2}" srcOrd="0" destOrd="0" parTransId="{0113B929-BE13-418E-B7F7-18622605F86D}" sibTransId="{54045E4B-F043-4276-BC08-72C43FAD553C}"/>
    <dgm:cxn modelId="{F505A96F-771F-410A-A4B7-2E6502FA37EC}" type="presOf" srcId="{C6E878AE-3A7E-4AFF-A210-ADF812A4BC54}" destId="{9861EA35-13D6-47A0-BB18-6F13CDE9EAE7}" srcOrd="0" destOrd="0" presId="urn:microsoft.com/office/officeart/2024/layout/BulletTimeline"/>
    <dgm:cxn modelId="{CF851F74-F54D-4737-8D90-94EC12A1D818}" type="presOf" srcId="{FAA2DBA2-0587-4CE5-9864-E0C1E3F57616}" destId="{84B71A20-57B1-464E-B85A-AAD1B59482B7}" srcOrd="0" destOrd="0" presId="urn:microsoft.com/office/officeart/2024/layout/BulletTimeline"/>
    <dgm:cxn modelId="{4CB5B291-9ED2-4FE9-923D-BFAF4017A590}" type="presOf" srcId="{1B37ACC2-DE35-4662-A49D-C2DE6E51A5F2}" destId="{2B25094E-8357-45BA-B3FE-6824CB7E057A}" srcOrd="0" destOrd="0" presId="urn:microsoft.com/office/officeart/2024/layout/BulletTimeline"/>
    <dgm:cxn modelId="{A5B81294-7054-4B77-A165-67D6E3699834}" type="presOf" srcId="{7DE94256-B048-4B97-8529-1D0ECFE6B62D}" destId="{489DD447-AC3E-4047-B917-C92E67CC6CBC}" srcOrd="0" destOrd="0" presId="urn:microsoft.com/office/officeart/2024/layout/BulletTimeline"/>
    <dgm:cxn modelId="{4656BE94-9779-4D22-A61F-38F6077D0FD5}" srcId="{ED42CE19-8DC8-40E9-B8F0-9F9B2F7C56A8}" destId="{73418DA6-1974-471D-A2CA-36A66455AC63}" srcOrd="0" destOrd="0" parTransId="{FD02C0A3-63B3-47DD-A080-CDD1C232FD55}" sibTransId="{87853B0B-347E-4C70-B918-879FC2DC1665}"/>
    <dgm:cxn modelId="{F2863795-21D5-4A03-ADE1-9E114F41248E}" type="presOf" srcId="{5AB57118-F7C2-4BDD-87CA-27B958191324}" destId="{C072AB38-AFD1-4188-ABCB-B6F463D452ED}" srcOrd="0" destOrd="0" presId="urn:microsoft.com/office/officeart/2024/layout/BulletTimeline"/>
    <dgm:cxn modelId="{1BD8E09F-059A-4FF8-B74F-6722A7A33865}" type="presOf" srcId="{73418DA6-1974-471D-A2CA-36A66455AC63}" destId="{04314D7E-ECD0-4673-8000-E9440A960DE0}" srcOrd="0" destOrd="0" presId="urn:microsoft.com/office/officeart/2024/layout/BulletTimeline"/>
    <dgm:cxn modelId="{EC2AB1BB-6F94-4F86-A997-56BEDB6FFED3}" srcId="{ACA09FEF-E5CB-40A2-B107-643AC21206A9}" destId="{7B25AECA-5AFE-4228-B803-B64F6CDB40F1}" srcOrd="7" destOrd="0" parTransId="{5B5D2D7C-A7E0-4BA0-8B91-B8CB292B06FF}" sibTransId="{521FA350-1C04-4539-A50F-929747C084B4}"/>
    <dgm:cxn modelId="{6D1609C0-A447-43A8-83E9-D6FF3306D0ED}" srcId="{4FE2CBB3-ACB5-471A-88A7-A8EB2359B63B}" destId="{070B34A8-F732-418B-B86E-C398BDC45057}" srcOrd="0" destOrd="0" parTransId="{E0F2D73F-F472-4A9A-933B-C8BE0E44E090}" sibTransId="{5B022968-391B-4275-B69C-C7545BE45874}"/>
    <dgm:cxn modelId="{1CBFA9C5-1299-4D4D-A170-8BBEBF854852}" type="presOf" srcId="{7B25AECA-5AFE-4228-B803-B64F6CDB40F1}" destId="{5A71305C-C2EB-450A-8249-2969AAFD390A}" srcOrd="0" destOrd="0" presId="urn:microsoft.com/office/officeart/2024/layout/BulletTimeline"/>
    <dgm:cxn modelId="{08AA9ECB-38EC-4042-9AD5-E0DB6B96FBC9}" srcId="{ACA09FEF-E5CB-40A2-B107-643AC21206A9}" destId="{69BB0169-DA68-4432-AD55-8F91D0608620}" srcOrd="8" destOrd="0" parTransId="{33AFE67C-D6B9-4E9A-97A0-BECAC79889DB}" sibTransId="{1630CE86-12ED-4A0E-B3F7-6168BE0401DA}"/>
    <dgm:cxn modelId="{0F36EECC-EF84-4AE5-9DA2-DAA7BC474351}" srcId="{ACA09FEF-E5CB-40A2-B107-643AC21206A9}" destId="{4FE2CBB3-ACB5-471A-88A7-A8EB2359B63B}" srcOrd="0" destOrd="0" parTransId="{DB0A41AF-6798-41F3-91C6-C240B9B44491}" sibTransId="{6F78D658-02F1-4AF2-AAD3-B2B0DBEC601A}"/>
    <dgm:cxn modelId="{035E29CF-E285-480A-B104-38373D7B9AB8}" srcId="{7B25AECA-5AFE-4228-B803-B64F6CDB40F1}" destId="{FAA2DBA2-0587-4CE5-9864-E0C1E3F57616}" srcOrd="0" destOrd="0" parTransId="{B1DDDC58-3FEF-499B-9A94-70855FCB88EF}" sibTransId="{064EEE9F-0CF8-4AC5-8F61-1FD03A51B85A}"/>
    <dgm:cxn modelId="{54965ED3-2357-4B20-8917-2EA5151606A0}" srcId="{ACA09FEF-E5CB-40A2-B107-643AC21206A9}" destId="{B8A11AE1-8216-4AC3-80BD-A2BD2F918844}" srcOrd="1" destOrd="0" parTransId="{92A7DA98-B8BC-4D63-A64F-76EF52F4008D}" sibTransId="{23F59C54-C24D-456E-A3C6-3A75DEB50DCE}"/>
    <dgm:cxn modelId="{F0050DD4-4C79-4D73-BF41-0B64ABA4AE53}" type="presOf" srcId="{69BB0169-DA68-4432-AD55-8F91D0608620}" destId="{6D088F84-E5BF-44E2-A058-0C141FD875E6}" srcOrd="0" destOrd="0" presId="urn:microsoft.com/office/officeart/2024/layout/BulletTimeline"/>
    <dgm:cxn modelId="{6D78FFD9-3978-482C-AD7B-A4C51DB367CF}" srcId="{C6B5BB7D-58AE-4016-9463-2B8DECE2960A}" destId="{C6E878AE-3A7E-4AFF-A210-ADF812A4BC54}" srcOrd="0" destOrd="0" parTransId="{0EF7DAB3-A5C0-455B-B3B6-D8D91E73E292}" sibTransId="{666893BE-1FBA-4C61-9697-0A56B39A819E}"/>
    <dgm:cxn modelId="{BCAAE4DA-6380-41F4-A7FE-C26D8D91E305}" type="presOf" srcId="{C6B5BB7D-58AE-4016-9463-2B8DECE2960A}" destId="{9B996CFB-ECBE-4FD6-AC96-F939F974047A}" srcOrd="0" destOrd="0" presId="urn:microsoft.com/office/officeart/2024/layout/BulletTimeline"/>
    <dgm:cxn modelId="{A1E1A4DD-F2B2-4516-9A45-4DE900FCF6C0}" srcId="{085E2B6C-854A-4F02-A74F-8C1F5C3D1EB2}" destId="{1499BB29-A8E1-4EA5-98F6-3278E6B36C08}" srcOrd="0" destOrd="0" parTransId="{10A8519D-B5B8-4CB2-903D-8AE977A7E884}" sibTransId="{967E1851-D357-40FC-B3B3-EB42A749032B}"/>
    <dgm:cxn modelId="{07EF2CDE-B191-4819-B56C-08E427AC9CA9}" srcId="{69BB0169-DA68-4432-AD55-8F91D0608620}" destId="{75379393-1C6E-4FA8-9E64-131D23A2DF5B}" srcOrd="0" destOrd="0" parTransId="{657A0216-ABF7-4189-BA45-CFCB12B03DE3}" sibTransId="{98DC6556-16AE-444A-A543-F781B0363E6D}"/>
    <dgm:cxn modelId="{86D794E2-8608-4F98-AB47-B5EB8DEABE01}" type="presOf" srcId="{1499BB29-A8E1-4EA5-98F6-3278E6B36C08}" destId="{9628FE65-2A7C-47F1-AA31-9EDE10F0F322}" srcOrd="0" destOrd="0" presId="urn:microsoft.com/office/officeart/2024/layout/BulletTimeline"/>
    <dgm:cxn modelId="{2F9FA1F5-4CED-493A-A73B-8F4B9F31FDBB}" srcId="{ACA09FEF-E5CB-40A2-B107-643AC21206A9}" destId="{C6B5BB7D-58AE-4016-9463-2B8DECE2960A}" srcOrd="6" destOrd="0" parTransId="{3CB795E7-5D8B-488D-94CD-3FF98E8A40E6}" sibTransId="{8072B5D7-0508-4BF9-AC8F-4145E37025B6}"/>
    <dgm:cxn modelId="{02C67AFA-2FF3-4F12-9A98-D1D2870D9335}" srcId="{ACA09FEF-E5CB-40A2-B107-643AC21206A9}" destId="{085E2B6C-854A-4F02-A74F-8C1F5C3D1EB2}" srcOrd="2" destOrd="0" parTransId="{8F419E5D-954C-4A84-99E5-28FDEB33388B}" sibTransId="{D3F8B9BE-8DAF-461B-96F1-00F70F84F0C3}"/>
    <dgm:cxn modelId="{30C47793-4A26-4316-A086-E55C29201D7A}" type="presParOf" srcId="{7F383E54-6833-49A1-ABF2-2B67BF869E3B}" destId="{E084F7C7-1110-41B4-9964-C90E3DCA1780}" srcOrd="0" destOrd="0" presId="urn:microsoft.com/office/officeart/2024/layout/BulletTimeline"/>
    <dgm:cxn modelId="{2778DB85-319F-4459-BB5B-930765A5A818}" type="presParOf" srcId="{E084F7C7-1110-41B4-9964-C90E3DCA1780}" destId="{34328478-9606-40A0-A019-3E85348BBE15}" srcOrd="0" destOrd="0" presId="urn:microsoft.com/office/officeart/2024/layout/BulletTimeline"/>
    <dgm:cxn modelId="{9F4B4804-8680-4433-BF5E-E585502BBEFA}" type="presParOf" srcId="{E084F7C7-1110-41B4-9964-C90E3DCA1780}" destId="{7E1D547C-9F33-48DD-AA47-0C668AFF925E}" srcOrd="1" destOrd="0" presId="urn:microsoft.com/office/officeart/2024/layout/BulletTimeline"/>
    <dgm:cxn modelId="{82624C86-3ED8-489B-9248-041741944907}" type="presParOf" srcId="{7F383E54-6833-49A1-ABF2-2B67BF869E3B}" destId="{DF1824E9-3610-42BB-B0BE-461228C7AE20}" srcOrd="1" destOrd="0" presId="urn:microsoft.com/office/officeart/2024/layout/BulletTimeline"/>
    <dgm:cxn modelId="{5410AC52-8F58-4E9A-9FBF-6106EE73B466}" type="presParOf" srcId="{DF1824E9-3610-42BB-B0BE-461228C7AE20}" destId="{2FED2776-63E6-4683-ACAF-23EA3D727E4F}" srcOrd="0" destOrd="0" presId="urn:microsoft.com/office/officeart/2024/layout/BulletTimeline"/>
    <dgm:cxn modelId="{9F8C16B8-3FE0-474D-BED2-43FCD1247777}" type="presParOf" srcId="{2FED2776-63E6-4683-ACAF-23EA3D727E4F}" destId="{41392459-D036-4001-A0D4-D443C59647BA}" srcOrd="0" destOrd="0" presId="urn:microsoft.com/office/officeart/2024/layout/BulletTimeline"/>
    <dgm:cxn modelId="{FC082F1E-A993-4956-8D86-59856454F28B}" type="presParOf" srcId="{41392459-D036-4001-A0D4-D443C59647BA}" destId="{25158258-175E-40C9-9B39-2A888132A0E1}" srcOrd="0" destOrd="0" presId="urn:microsoft.com/office/officeart/2024/layout/BulletTimeline"/>
    <dgm:cxn modelId="{C09B14B9-E656-4391-A4F8-DFA38E33888F}" type="presParOf" srcId="{41392459-D036-4001-A0D4-D443C59647BA}" destId="{D6CC832F-9C12-486A-97E2-C962D7F785C8}" srcOrd="1" destOrd="0" presId="urn:microsoft.com/office/officeart/2024/layout/BulletTimeline"/>
    <dgm:cxn modelId="{7EA9BA6F-E70D-41E9-AF9A-B3F670BCFE4B}" type="presParOf" srcId="{2FED2776-63E6-4683-ACAF-23EA3D727E4F}" destId="{A85E4AF4-AEE0-4487-B03A-901CE4C8E445}" srcOrd="1" destOrd="0" presId="urn:microsoft.com/office/officeart/2024/layout/BulletTimeline"/>
    <dgm:cxn modelId="{83FFA14B-0E38-4460-922D-6AC8C7BA02A2}" type="presParOf" srcId="{2FED2776-63E6-4683-ACAF-23EA3D727E4F}" destId="{65C2B039-FC52-4525-8FA0-AF00D8F80A7B}" srcOrd="2" destOrd="0" presId="urn:microsoft.com/office/officeart/2024/layout/BulletTimeline"/>
    <dgm:cxn modelId="{3D2E4628-D158-4072-B3D6-2FDCA44DEC6F}" type="presParOf" srcId="{2FED2776-63E6-4683-ACAF-23EA3D727E4F}" destId="{4DD86C6B-A77E-4FD7-B08B-015119D8015F}" srcOrd="3" destOrd="0" presId="urn:microsoft.com/office/officeart/2024/layout/BulletTimeline"/>
    <dgm:cxn modelId="{25D5E80A-2C89-4075-9E65-0F1D295DA58C}" type="presParOf" srcId="{2FED2776-63E6-4683-ACAF-23EA3D727E4F}" destId="{E1C3A41C-FBF5-499F-8152-0F226F73A3F1}" srcOrd="4" destOrd="0" presId="urn:microsoft.com/office/officeart/2024/layout/BulletTimeline"/>
    <dgm:cxn modelId="{B0D11BED-BC2A-4A19-852D-F940BA4E4BB8}" type="presParOf" srcId="{E1C3A41C-FBF5-499F-8152-0F226F73A3F1}" destId="{6CF17B52-6377-4BB6-96BE-07E068BC0857}" srcOrd="0" destOrd="0" presId="urn:microsoft.com/office/officeart/2024/layout/BulletTimeline"/>
    <dgm:cxn modelId="{82078317-51D4-4F4B-87EE-2C3A59A7BA98}" type="presParOf" srcId="{2FED2776-63E6-4683-ACAF-23EA3D727E4F}" destId="{4B907D41-9F5D-4E4C-A142-EF271FA3EF7C}" srcOrd="5" destOrd="0" presId="urn:microsoft.com/office/officeart/2024/layout/BulletTimeline"/>
    <dgm:cxn modelId="{AD6AEC85-37BE-4B7B-A86F-1BFE39858EF9}" type="presParOf" srcId="{DF1824E9-3610-42BB-B0BE-461228C7AE20}" destId="{1FAABB04-471C-406C-AC11-3E8395F0A0CF}" srcOrd="1" destOrd="0" presId="urn:microsoft.com/office/officeart/2024/layout/BulletTimeline"/>
    <dgm:cxn modelId="{4D58F654-1498-45DD-84B6-8AB072F96D2F}" type="presParOf" srcId="{DF1824E9-3610-42BB-B0BE-461228C7AE20}" destId="{B337F4DB-F89D-4D96-85A2-E8A360099E5F}" srcOrd="2" destOrd="0" presId="urn:microsoft.com/office/officeart/2024/layout/BulletTimeline"/>
    <dgm:cxn modelId="{2E1A5197-5ECA-48B1-A8B1-39700B5A8F65}" type="presParOf" srcId="{B337F4DB-F89D-4D96-85A2-E8A360099E5F}" destId="{58FC55C0-539C-4BA5-824E-72EA3C11F2D1}" srcOrd="0" destOrd="0" presId="urn:microsoft.com/office/officeart/2024/layout/BulletTimeline"/>
    <dgm:cxn modelId="{0F8A5AD2-F8BF-48CD-BA7D-B99305124E42}" type="presParOf" srcId="{58FC55C0-539C-4BA5-824E-72EA3C11F2D1}" destId="{D35F4377-8D11-454D-8630-1ACD3042447A}" srcOrd="0" destOrd="0" presId="urn:microsoft.com/office/officeart/2024/layout/BulletTimeline"/>
    <dgm:cxn modelId="{176CA540-F80C-43C1-9F93-D8FA62664515}" type="presParOf" srcId="{58FC55C0-539C-4BA5-824E-72EA3C11F2D1}" destId="{07C8706F-1902-4C60-BCCB-177F2C4A8D05}" srcOrd="1" destOrd="0" presId="urn:microsoft.com/office/officeart/2024/layout/BulletTimeline"/>
    <dgm:cxn modelId="{327EF490-663E-4EEF-9B26-FF1AD3CDC48A}" type="presParOf" srcId="{B337F4DB-F89D-4D96-85A2-E8A360099E5F}" destId="{C072AB38-AFD1-4188-ABCB-B6F463D452ED}" srcOrd="1" destOrd="0" presId="urn:microsoft.com/office/officeart/2024/layout/BulletTimeline"/>
    <dgm:cxn modelId="{14B3ED61-A113-4545-84A3-38B6EBD206A0}" type="presParOf" srcId="{B337F4DB-F89D-4D96-85A2-E8A360099E5F}" destId="{C15D05A6-BD62-4E62-A250-223971DBD63A}" srcOrd="2" destOrd="0" presId="urn:microsoft.com/office/officeart/2024/layout/BulletTimeline"/>
    <dgm:cxn modelId="{01CE711D-C4AD-4ED5-BFFC-2D0BD9BE07F6}" type="presParOf" srcId="{B337F4DB-F89D-4D96-85A2-E8A360099E5F}" destId="{419FB993-7541-4A81-9B7A-69A5A60728CF}" srcOrd="3" destOrd="0" presId="urn:microsoft.com/office/officeart/2024/layout/BulletTimeline"/>
    <dgm:cxn modelId="{89B45426-B722-43C1-95CF-6F529ADCAB3D}" type="presParOf" srcId="{B337F4DB-F89D-4D96-85A2-E8A360099E5F}" destId="{91833B26-84D7-4D15-81A3-45C06C15BC30}" srcOrd="4" destOrd="0" presId="urn:microsoft.com/office/officeart/2024/layout/BulletTimeline"/>
    <dgm:cxn modelId="{C3DED615-102C-4BEF-8640-5F16D5231DF2}" type="presParOf" srcId="{91833B26-84D7-4D15-81A3-45C06C15BC30}" destId="{092C44CD-5D9E-4F80-A998-49AB89275558}" srcOrd="0" destOrd="0" presId="urn:microsoft.com/office/officeart/2024/layout/BulletTimeline"/>
    <dgm:cxn modelId="{7955FF79-86EB-4DF1-AE55-2464B3BAE25A}" type="presParOf" srcId="{B337F4DB-F89D-4D96-85A2-E8A360099E5F}" destId="{F579B290-BCA1-4305-96A1-D7E20178296D}" srcOrd="5" destOrd="0" presId="urn:microsoft.com/office/officeart/2024/layout/BulletTimeline"/>
    <dgm:cxn modelId="{CA311B60-DBEE-4678-9CAF-B102BD1B7D96}" type="presParOf" srcId="{DF1824E9-3610-42BB-B0BE-461228C7AE20}" destId="{928B9C29-9EF2-4D79-84B0-7F9762FDA750}" srcOrd="3" destOrd="0" presId="urn:microsoft.com/office/officeart/2024/layout/BulletTimeline"/>
    <dgm:cxn modelId="{3190E1FE-1F07-4783-A495-BB2C6C56DE58}" type="presParOf" srcId="{DF1824E9-3610-42BB-B0BE-461228C7AE20}" destId="{6A7CAAAE-3BA3-4913-979F-0F77D1E7E29B}" srcOrd="4" destOrd="0" presId="urn:microsoft.com/office/officeart/2024/layout/BulletTimeline"/>
    <dgm:cxn modelId="{6B2B7161-EAE3-4E52-9901-C63776E438AF}" type="presParOf" srcId="{6A7CAAAE-3BA3-4913-979F-0F77D1E7E29B}" destId="{9F16DE35-A3B0-434A-9D67-F2552B78AADD}" srcOrd="0" destOrd="0" presId="urn:microsoft.com/office/officeart/2024/layout/BulletTimeline"/>
    <dgm:cxn modelId="{C7139147-0CF9-402B-AC1E-9552F1F81128}" type="presParOf" srcId="{9F16DE35-A3B0-434A-9D67-F2552B78AADD}" destId="{2D23B2C3-5700-47F9-A2C1-5AA522072337}" srcOrd="0" destOrd="0" presId="urn:microsoft.com/office/officeart/2024/layout/BulletTimeline"/>
    <dgm:cxn modelId="{4C93A5F0-549D-4580-81A2-1144DF50BAF0}" type="presParOf" srcId="{9F16DE35-A3B0-434A-9D67-F2552B78AADD}" destId="{DFF4D3E7-EA33-40B3-B463-2EA0E3D17EEE}" srcOrd="1" destOrd="0" presId="urn:microsoft.com/office/officeart/2024/layout/BulletTimeline"/>
    <dgm:cxn modelId="{7A212A94-9D12-41D7-957C-3F0FED34D973}" type="presParOf" srcId="{6A7CAAAE-3BA3-4913-979F-0F77D1E7E29B}" destId="{9628FE65-2A7C-47F1-AA31-9EDE10F0F322}" srcOrd="1" destOrd="0" presId="urn:microsoft.com/office/officeart/2024/layout/BulletTimeline"/>
    <dgm:cxn modelId="{EB183039-EE00-42F6-97EF-E49F1E729A86}" type="presParOf" srcId="{6A7CAAAE-3BA3-4913-979F-0F77D1E7E29B}" destId="{01B78C00-EC64-4580-B336-0B54F5D143B1}" srcOrd="2" destOrd="0" presId="urn:microsoft.com/office/officeart/2024/layout/BulletTimeline"/>
    <dgm:cxn modelId="{07081500-4D84-4980-B1BD-DF340D2AF617}" type="presParOf" srcId="{6A7CAAAE-3BA3-4913-979F-0F77D1E7E29B}" destId="{3435EE8B-F0D5-4CF0-B1C6-420B99BBA6C2}" srcOrd="3" destOrd="0" presId="urn:microsoft.com/office/officeart/2024/layout/BulletTimeline"/>
    <dgm:cxn modelId="{943CC9BC-2404-4C41-95B1-D3A33947BE4E}" type="presParOf" srcId="{6A7CAAAE-3BA3-4913-979F-0F77D1E7E29B}" destId="{7D0BD0FB-41ED-4F77-A400-5B20F9643473}" srcOrd="4" destOrd="0" presId="urn:microsoft.com/office/officeart/2024/layout/BulletTimeline"/>
    <dgm:cxn modelId="{2D10AAD5-A571-4AA9-B10F-9C62DEE5E549}" type="presParOf" srcId="{7D0BD0FB-41ED-4F77-A400-5B20F9643473}" destId="{9BABC9C2-3793-4E83-8F7E-21BB5B2765A0}" srcOrd="0" destOrd="0" presId="urn:microsoft.com/office/officeart/2024/layout/BulletTimeline"/>
    <dgm:cxn modelId="{A32CF48C-7EF0-4465-A43E-D30327292285}" type="presParOf" srcId="{6A7CAAAE-3BA3-4913-979F-0F77D1E7E29B}" destId="{039B7613-09DD-4504-8A13-7EB9CDE81871}" srcOrd="5" destOrd="0" presId="urn:microsoft.com/office/officeart/2024/layout/BulletTimeline"/>
    <dgm:cxn modelId="{D97CE28F-2FAE-46F8-A974-50499F15FB84}" type="presParOf" srcId="{DF1824E9-3610-42BB-B0BE-461228C7AE20}" destId="{47A993BB-7F73-4378-81C2-BAD101563444}" srcOrd="5" destOrd="0" presId="urn:microsoft.com/office/officeart/2024/layout/BulletTimeline"/>
    <dgm:cxn modelId="{39FC0069-9132-4A1D-ADBE-B68929FF7EFD}" type="presParOf" srcId="{DF1824E9-3610-42BB-B0BE-461228C7AE20}" destId="{5493DEF6-36DA-4839-B135-0D5C07B72DBE}" srcOrd="6" destOrd="0" presId="urn:microsoft.com/office/officeart/2024/layout/BulletTimeline"/>
    <dgm:cxn modelId="{4E585013-0B5D-4578-A04D-B8819BE94677}" type="presParOf" srcId="{5493DEF6-36DA-4839-B135-0D5C07B72DBE}" destId="{37202159-1885-40E8-86A8-161A91C8D08C}" srcOrd="0" destOrd="0" presId="urn:microsoft.com/office/officeart/2024/layout/BulletTimeline"/>
    <dgm:cxn modelId="{957786A3-9375-4B8B-A1ED-6E493F4DFE5C}" type="presParOf" srcId="{37202159-1885-40E8-86A8-161A91C8D08C}" destId="{AAC85CEB-076B-4626-84E5-ACDF80B16F28}" srcOrd="0" destOrd="0" presId="urn:microsoft.com/office/officeart/2024/layout/BulletTimeline"/>
    <dgm:cxn modelId="{2B91FAD7-11E2-4EB5-AA6D-276DE1A65215}" type="presParOf" srcId="{37202159-1885-40E8-86A8-161A91C8D08C}" destId="{8555632C-93C9-4931-84A1-D1D4424881B6}" srcOrd="1" destOrd="0" presId="urn:microsoft.com/office/officeart/2024/layout/BulletTimeline"/>
    <dgm:cxn modelId="{D31D3BD1-1300-408C-A844-6835E4866AC5}" type="presParOf" srcId="{5493DEF6-36DA-4839-B135-0D5C07B72DBE}" destId="{2B25094E-8357-45BA-B3FE-6824CB7E057A}" srcOrd="1" destOrd="0" presId="urn:microsoft.com/office/officeart/2024/layout/BulletTimeline"/>
    <dgm:cxn modelId="{C407BA59-D2D8-45EE-9806-CD61C11EEFD5}" type="presParOf" srcId="{5493DEF6-36DA-4839-B135-0D5C07B72DBE}" destId="{489DD447-AC3E-4047-B917-C92E67CC6CBC}" srcOrd="2" destOrd="0" presId="urn:microsoft.com/office/officeart/2024/layout/BulletTimeline"/>
    <dgm:cxn modelId="{5FE4A021-03C0-4278-B3F8-9C8C2FD99424}" type="presParOf" srcId="{5493DEF6-36DA-4839-B135-0D5C07B72DBE}" destId="{C158B7EF-63BB-4139-BE27-4C457B1C13BD}" srcOrd="3" destOrd="0" presId="urn:microsoft.com/office/officeart/2024/layout/BulletTimeline"/>
    <dgm:cxn modelId="{8791CEE3-1E49-42E3-A64E-B9152D827B3A}" type="presParOf" srcId="{5493DEF6-36DA-4839-B135-0D5C07B72DBE}" destId="{8D9ED394-AF9F-4468-A174-0ABAAD1FDCFD}" srcOrd="4" destOrd="0" presId="urn:microsoft.com/office/officeart/2024/layout/BulletTimeline"/>
    <dgm:cxn modelId="{0FE5A551-919B-4DCC-A889-5615381AF692}" type="presParOf" srcId="{8D9ED394-AF9F-4468-A174-0ABAAD1FDCFD}" destId="{C90D9823-DE12-44FE-87CB-DAEEB8B88592}" srcOrd="0" destOrd="0" presId="urn:microsoft.com/office/officeart/2024/layout/BulletTimeline"/>
    <dgm:cxn modelId="{D222D822-AC07-4C11-B3D6-0DF96E994E45}" type="presParOf" srcId="{5493DEF6-36DA-4839-B135-0D5C07B72DBE}" destId="{AAC9E280-3273-4430-8B92-5839C0B08697}" srcOrd="5" destOrd="0" presId="urn:microsoft.com/office/officeart/2024/layout/BulletTimeline"/>
    <dgm:cxn modelId="{77E8F362-5A20-4E2F-A98B-B79DD477741F}" type="presParOf" srcId="{DF1824E9-3610-42BB-B0BE-461228C7AE20}" destId="{3458977F-2ED9-4546-9274-696D3EB28C9E}" srcOrd="7" destOrd="0" presId="urn:microsoft.com/office/officeart/2024/layout/BulletTimeline"/>
    <dgm:cxn modelId="{723EA366-79D7-4CC9-8060-655BC1A1C6E1}" type="presParOf" srcId="{DF1824E9-3610-42BB-B0BE-461228C7AE20}" destId="{7FEB939A-A012-43C3-BDA1-9C11B9A704B1}" srcOrd="8" destOrd="0" presId="urn:microsoft.com/office/officeart/2024/layout/BulletTimeline"/>
    <dgm:cxn modelId="{5C4A2CA2-8CD4-46AA-B582-6B59FEEE714A}" type="presParOf" srcId="{7FEB939A-A012-43C3-BDA1-9C11B9A704B1}" destId="{CA6F3DE5-38B4-4F6C-8D3B-D9225F700D58}" srcOrd="0" destOrd="0" presId="urn:microsoft.com/office/officeart/2024/layout/BulletTimeline"/>
    <dgm:cxn modelId="{88207C5B-6F5E-4F0F-B640-8A0BCBFBC3C6}" type="presParOf" srcId="{CA6F3DE5-38B4-4F6C-8D3B-D9225F700D58}" destId="{832CD65D-7D60-4E3A-8BF2-9F8F1FC8F1E2}" srcOrd="0" destOrd="0" presId="urn:microsoft.com/office/officeart/2024/layout/BulletTimeline"/>
    <dgm:cxn modelId="{14619E13-6FE4-485E-BC0C-99C169ABC467}" type="presParOf" srcId="{CA6F3DE5-38B4-4F6C-8D3B-D9225F700D58}" destId="{1490B15C-D31E-4717-881F-6FD116B450DD}" srcOrd="1" destOrd="0" presId="urn:microsoft.com/office/officeart/2024/layout/BulletTimeline"/>
    <dgm:cxn modelId="{CC355C52-F798-42F0-8F92-BC4A3EB21CB9}" type="presParOf" srcId="{7FEB939A-A012-43C3-BDA1-9C11B9A704B1}" destId="{04314D7E-ECD0-4673-8000-E9440A960DE0}" srcOrd="1" destOrd="0" presId="urn:microsoft.com/office/officeart/2024/layout/BulletTimeline"/>
    <dgm:cxn modelId="{53FC5573-7BBC-4C59-9792-FB1B11D832D1}" type="presParOf" srcId="{7FEB939A-A012-43C3-BDA1-9C11B9A704B1}" destId="{94AFF1FC-19E1-45E0-9E82-60EF1E52B68C}" srcOrd="2" destOrd="0" presId="urn:microsoft.com/office/officeart/2024/layout/BulletTimeline"/>
    <dgm:cxn modelId="{F1D24612-14DE-4837-B937-93904C1AD387}" type="presParOf" srcId="{7FEB939A-A012-43C3-BDA1-9C11B9A704B1}" destId="{19C23473-39AE-420A-93F7-3DBB6C84A007}" srcOrd="3" destOrd="0" presId="urn:microsoft.com/office/officeart/2024/layout/BulletTimeline"/>
    <dgm:cxn modelId="{1895F9CE-B02E-4DCD-9272-4FDEFBFEA2D0}" type="presParOf" srcId="{7FEB939A-A012-43C3-BDA1-9C11B9A704B1}" destId="{A3F233FF-96F7-4AD3-8756-061083B9918B}" srcOrd="4" destOrd="0" presId="urn:microsoft.com/office/officeart/2024/layout/BulletTimeline"/>
    <dgm:cxn modelId="{1E1A2019-C056-43B7-A59C-BA06CCF58576}" type="presParOf" srcId="{A3F233FF-96F7-4AD3-8756-061083B9918B}" destId="{9745DB0B-E78D-421C-B378-9B51895E012E}" srcOrd="0" destOrd="0" presId="urn:microsoft.com/office/officeart/2024/layout/BulletTimeline"/>
    <dgm:cxn modelId="{7909BA8E-A063-4087-B48E-9851F77CDB1D}" type="presParOf" srcId="{7FEB939A-A012-43C3-BDA1-9C11B9A704B1}" destId="{4C8BDA3E-FD34-4AE8-A400-7F94666F8E24}" srcOrd="5" destOrd="0" presId="urn:microsoft.com/office/officeart/2024/layout/BulletTimeline"/>
    <dgm:cxn modelId="{BFA41BB7-B7DA-4C3B-BF9E-4A0442EE33BE}" type="presParOf" srcId="{DF1824E9-3610-42BB-B0BE-461228C7AE20}" destId="{AB7049A2-2F57-4DFC-A576-19EB58782869}" srcOrd="9" destOrd="0" presId="urn:microsoft.com/office/officeart/2024/layout/BulletTimeline"/>
    <dgm:cxn modelId="{D0E66ADE-8F46-4115-AEDF-A4CA5693CF96}" type="presParOf" srcId="{DF1824E9-3610-42BB-B0BE-461228C7AE20}" destId="{BD1CA332-5159-4E44-B3D2-EDC6ADAB2B92}" srcOrd="10" destOrd="0" presId="urn:microsoft.com/office/officeart/2024/layout/BulletTimeline"/>
    <dgm:cxn modelId="{413F3746-6158-408B-AD08-3F52BBB4515C}" type="presParOf" srcId="{BD1CA332-5159-4E44-B3D2-EDC6ADAB2B92}" destId="{91A3893D-0512-43F7-BB73-D43DDEB65F61}" srcOrd="0" destOrd="0" presId="urn:microsoft.com/office/officeart/2024/layout/BulletTimeline"/>
    <dgm:cxn modelId="{F1D81500-052C-46D1-A48B-9030AE4F7D58}" type="presParOf" srcId="{91A3893D-0512-43F7-BB73-D43DDEB65F61}" destId="{269A7124-5C6D-4E0F-8123-63AD5A3FDA6A}" srcOrd="0" destOrd="0" presId="urn:microsoft.com/office/officeart/2024/layout/BulletTimeline"/>
    <dgm:cxn modelId="{749D5235-9F05-4CF5-B54F-D398C3F23C56}" type="presParOf" srcId="{91A3893D-0512-43F7-BB73-D43DDEB65F61}" destId="{5CE4051C-44FA-48A0-93D1-1F267AC3A385}" srcOrd="1" destOrd="0" presId="urn:microsoft.com/office/officeart/2024/layout/BulletTimeline"/>
    <dgm:cxn modelId="{32E5D11A-1BAE-4468-A2ED-7D0C07EA00AB}" type="presParOf" srcId="{BD1CA332-5159-4E44-B3D2-EDC6ADAB2B92}" destId="{CC9BE61E-D6B1-42B7-8651-7A5D8AF7A24F}" srcOrd="1" destOrd="0" presId="urn:microsoft.com/office/officeart/2024/layout/BulletTimeline"/>
    <dgm:cxn modelId="{594D9525-268F-415E-A8C2-F209D56CD746}" type="presParOf" srcId="{BD1CA332-5159-4E44-B3D2-EDC6ADAB2B92}" destId="{834B5FAF-76F7-46D0-BF12-AE8AA4F3D0F2}" srcOrd="2" destOrd="0" presId="urn:microsoft.com/office/officeart/2024/layout/BulletTimeline"/>
    <dgm:cxn modelId="{11A47F25-FB14-47A0-A6B5-12BB92A0F8FC}" type="presParOf" srcId="{BD1CA332-5159-4E44-B3D2-EDC6ADAB2B92}" destId="{1B92CAE3-FEB4-4C57-A822-ECA200E665C9}" srcOrd="3" destOrd="0" presId="urn:microsoft.com/office/officeart/2024/layout/BulletTimeline"/>
    <dgm:cxn modelId="{5C27B9FD-C5B4-4ABB-B219-CEED1DC0CD2E}" type="presParOf" srcId="{BD1CA332-5159-4E44-B3D2-EDC6ADAB2B92}" destId="{84794920-9577-4FEC-9870-DAAB95B9D465}" srcOrd="4" destOrd="0" presId="urn:microsoft.com/office/officeart/2024/layout/BulletTimeline"/>
    <dgm:cxn modelId="{F4962809-1635-4C12-8F68-6C75E72C4E15}" type="presParOf" srcId="{84794920-9577-4FEC-9870-DAAB95B9D465}" destId="{207397CD-0E0C-4652-8168-DC51DBAAC64E}" srcOrd="0" destOrd="0" presId="urn:microsoft.com/office/officeart/2024/layout/BulletTimeline"/>
    <dgm:cxn modelId="{92B2D528-0A4C-46E6-9533-1D2813F07376}" type="presParOf" srcId="{BD1CA332-5159-4E44-B3D2-EDC6ADAB2B92}" destId="{9658ECD5-0D16-4532-859C-8D17BC71D8B3}" srcOrd="5" destOrd="0" presId="urn:microsoft.com/office/officeart/2024/layout/BulletTimeline"/>
    <dgm:cxn modelId="{2F3B8D35-020D-49B3-859E-3794E81F8B3A}" type="presParOf" srcId="{DF1824E9-3610-42BB-B0BE-461228C7AE20}" destId="{CB546183-F372-44D7-A3E1-10F7E7F4B4D9}" srcOrd="11" destOrd="0" presId="urn:microsoft.com/office/officeart/2024/layout/BulletTimeline"/>
    <dgm:cxn modelId="{7DE87589-69AB-45A9-A7F4-5DFA4B07A128}" type="presParOf" srcId="{DF1824E9-3610-42BB-B0BE-461228C7AE20}" destId="{8A32DD34-16F6-4117-B27D-B9672D3BDA84}" srcOrd="12" destOrd="0" presId="urn:microsoft.com/office/officeart/2024/layout/BulletTimeline"/>
    <dgm:cxn modelId="{1E95A7C5-3923-4686-908E-C3755A5CA568}" type="presParOf" srcId="{8A32DD34-16F6-4117-B27D-B9672D3BDA84}" destId="{09D97DE9-A69D-443E-8FEE-436CCCA95BC5}" srcOrd="0" destOrd="0" presId="urn:microsoft.com/office/officeart/2024/layout/BulletTimeline"/>
    <dgm:cxn modelId="{09379C77-3E4A-4B36-9D6C-BFFDE29CAEA6}" type="presParOf" srcId="{09D97DE9-A69D-443E-8FEE-436CCCA95BC5}" destId="{BFD35E81-7670-4FBF-9735-ED417FF2615F}" srcOrd="0" destOrd="0" presId="urn:microsoft.com/office/officeart/2024/layout/BulletTimeline"/>
    <dgm:cxn modelId="{E27D0DF8-C5F3-4B9E-8304-D46C99671A9F}" type="presParOf" srcId="{09D97DE9-A69D-443E-8FEE-436CCCA95BC5}" destId="{A021A569-4208-4F85-B649-42E21EE6B267}" srcOrd="1" destOrd="0" presId="urn:microsoft.com/office/officeart/2024/layout/BulletTimeline"/>
    <dgm:cxn modelId="{E4DFF0E4-4283-4FD4-BC2F-D003ADBD531B}" type="presParOf" srcId="{8A32DD34-16F6-4117-B27D-B9672D3BDA84}" destId="{9861EA35-13D6-47A0-BB18-6F13CDE9EAE7}" srcOrd="1" destOrd="0" presId="urn:microsoft.com/office/officeart/2024/layout/BulletTimeline"/>
    <dgm:cxn modelId="{439CA707-0E06-40A3-B542-017BE53C952C}" type="presParOf" srcId="{8A32DD34-16F6-4117-B27D-B9672D3BDA84}" destId="{9B996CFB-ECBE-4FD6-AC96-F939F974047A}" srcOrd="2" destOrd="0" presId="urn:microsoft.com/office/officeart/2024/layout/BulletTimeline"/>
    <dgm:cxn modelId="{E828CB2B-5CB5-471B-A7A8-2E0329A084D5}" type="presParOf" srcId="{8A32DD34-16F6-4117-B27D-B9672D3BDA84}" destId="{A333FEBE-9E6B-4849-AE24-07CF07E9C49C}" srcOrd="3" destOrd="0" presId="urn:microsoft.com/office/officeart/2024/layout/BulletTimeline"/>
    <dgm:cxn modelId="{038F9291-9D11-45F1-B610-0362EADD57AA}" type="presParOf" srcId="{8A32DD34-16F6-4117-B27D-B9672D3BDA84}" destId="{A04C6CAD-3A3A-41BD-8985-A79D53CA7874}" srcOrd="4" destOrd="0" presId="urn:microsoft.com/office/officeart/2024/layout/BulletTimeline"/>
    <dgm:cxn modelId="{6F8A1714-57DC-42DE-A632-92D3BED136CD}" type="presParOf" srcId="{A04C6CAD-3A3A-41BD-8985-A79D53CA7874}" destId="{90422324-B603-4718-8B91-1FBD35C31F2C}" srcOrd="0" destOrd="0" presId="urn:microsoft.com/office/officeart/2024/layout/BulletTimeline"/>
    <dgm:cxn modelId="{84FC47DB-FF56-4949-9EB7-0E7152AFF9B6}" type="presParOf" srcId="{8A32DD34-16F6-4117-B27D-B9672D3BDA84}" destId="{C6A9A5E9-81DB-43BF-B82B-023C77C42FCB}" srcOrd="5" destOrd="0" presId="urn:microsoft.com/office/officeart/2024/layout/BulletTimeline"/>
    <dgm:cxn modelId="{BC5395A4-B4B8-4D77-9C9B-54A61C35185C}" type="presParOf" srcId="{DF1824E9-3610-42BB-B0BE-461228C7AE20}" destId="{4547EB44-4319-4B1F-9E8C-2183AF926A7E}" srcOrd="13" destOrd="0" presId="urn:microsoft.com/office/officeart/2024/layout/BulletTimeline"/>
    <dgm:cxn modelId="{C1B73288-AA29-48DE-91C0-F8B681B142E6}" type="presParOf" srcId="{DF1824E9-3610-42BB-B0BE-461228C7AE20}" destId="{1619FA6A-3660-40AF-9534-00F6DBA9186D}" srcOrd="14" destOrd="0" presId="urn:microsoft.com/office/officeart/2024/layout/BulletTimeline"/>
    <dgm:cxn modelId="{A69A0E82-4F3E-4CA1-8F4D-31BFC595D65F}" type="presParOf" srcId="{1619FA6A-3660-40AF-9534-00F6DBA9186D}" destId="{0355144F-33FC-4D27-A3CD-ECE025FE7C3C}" srcOrd="0" destOrd="0" presId="urn:microsoft.com/office/officeart/2024/layout/BulletTimeline"/>
    <dgm:cxn modelId="{5EC52033-551C-45DE-8DAB-59359B01D60D}" type="presParOf" srcId="{0355144F-33FC-4D27-A3CD-ECE025FE7C3C}" destId="{5AE83BFA-BB07-4DBE-B510-8775B99F5A50}" srcOrd="0" destOrd="0" presId="urn:microsoft.com/office/officeart/2024/layout/BulletTimeline"/>
    <dgm:cxn modelId="{D38A1780-0BC0-40E4-8524-047D3D962FF8}" type="presParOf" srcId="{0355144F-33FC-4D27-A3CD-ECE025FE7C3C}" destId="{2D092036-6E1F-43A7-BA76-FBCB24A4E316}" srcOrd="1" destOrd="0" presId="urn:microsoft.com/office/officeart/2024/layout/BulletTimeline"/>
    <dgm:cxn modelId="{F83A7EE6-FCFB-48CD-A15B-5946A76107ED}" type="presParOf" srcId="{1619FA6A-3660-40AF-9534-00F6DBA9186D}" destId="{84B71A20-57B1-464E-B85A-AAD1B59482B7}" srcOrd="1" destOrd="0" presId="urn:microsoft.com/office/officeart/2024/layout/BulletTimeline"/>
    <dgm:cxn modelId="{DCCB3272-3F44-467E-80E7-37FAF2B1A603}" type="presParOf" srcId="{1619FA6A-3660-40AF-9534-00F6DBA9186D}" destId="{5A71305C-C2EB-450A-8249-2969AAFD390A}" srcOrd="2" destOrd="0" presId="urn:microsoft.com/office/officeart/2024/layout/BulletTimeline"/>
    <dgm:cxn modelId="{EA77FB9D-0877-40AA-9BA0-7068E6B86A36}" type="presParOf" srcId="{1619FA6A-3660-40AF-9534-00F6DBA9186D}" destId="{B6CBBD66-2375-4A42-9275-9EEC307C4225}" srcOrd="3" destOrd="0" presId="urn:microsoft.com/office/officeart/2024/layout/BulletTimeline"/>
    <dgm:cxn modelId="{1241D8BD-1512-42DA-9938-3A58F7015A7A}" type="presParOf" srcId="{1619FA6A-3660-40AF-9534-00F6DBA9186D}" destId="{594091FA-8B90-4A52-AAF8-1D44FE956633}" srcOrd="4" destOrd="0" presId="urn:microsoft.com/office/officeart/2024/layout/BulletTimeline"/>
    <dgm:cxn modelId="{518C427B-055E-45CF-AFBD-530BC16A029F}" type="presParOf" srcId="{594091FA-8B90-4A52-AAF8-1D44FE956633}" destId="{A27F9B9F-4DD4-4E1B-B91A-3BAAC55AA4DC}" srcOrd="0" destOrd="0" presId="urn:microsoft.com/office/officeart/2024/layout/BulletTimeline"/>
    <dgm:cxn modelId="{1BFE86E1-C34C-4FF9-8DBE-8285DFFC58EA}" type="presParOf" srcId="{1619FA6A-3660-40AF-9534-00F6DBA9186D}" destId="{D5815B05-6611-490B-9B8B-BE2116F71AD6}" srcOrd="5" destOrd="0" presId="urn:microsoft.com/office/officeart/2024/layout/BulletTimeline"/>
    <dgm:cxn modelId="{4D4888CB-87C1-4B36-9DDE-2BBA26106A42}" type="presParOf" srcId="{DF1824E9-3610-42BB-B0BE-461228C7AE20}" destId="{AF81A099-0585-4BA1-A032-D6E341B0FE92}" srcOrd="15" destOrd="0" presId="urn:microsoft.com/office/officeart/2024/layout/BulletTimeline"/>
    <dgm:cxn modelId="{7776A771-A3E7-402B-A76E-E2A902579AEC}" type="presParOf" srcId="{DF1824E9-3610-42BB-B0BE-461228C7AE20}" destId="{76F0028C-FDD9-462A-9273-7DEAE1033FFD}" srcOrd="16" destOrd="0" presId="urn:microsoft.com/office/officeart/2024/layout/BulletTimeline"/>
    <dgm:cxn modelId="{E2548240-D96B-4D02-B6EC-A80711843467}" type="presParOf" srcId="{76F0028C-FDD9-462A-9273-7DEAE1033FFD}" destId="{4AF9DDFE-E5B8-4FC5-8B5D-66DEE1A96FBB}" srcOrd="0" destOrd="0" presId="urn:microsoft.com/office/officeart/2024/layout/BulletTimeline"/>
    <dgm:cxn modelId="{DA411913-0922-4F6B-A2CB-98D1B2038516}" type="presParOf" srcId="{4AF9DDFE-E5B8-4FC5-8B5D-66DEE1A96FBB}" destId="{AC3C7E80-8BBB-463C-A130-D1135D401BD6}" srcOrd="0" destOrd="0" presId="urn:microsoft.com/office/officeart/2024/layout/BulletTimeline"/>
    <dgm:cxn modelId="{906B746D-CE52-46AF-BBB3-C25B77994BB3}" type="presParOf" srcId="{4AF9DDFE-E5B8-4FC5-8B5D-66DEE1A96FBB}" destId="{D7FD908F-DC9E-403F-BAD8-C1B19E9C4781}" srcOrd="1" destOrd="0" presId="urn:microsoft.com/office/officeart/2024/layout/BulletTimeline"/>
    <dgm:cxn modelId="{51031853-C311-4F90-AA6B-4ED45335387D}" type="presParOf" srcId="{76F0028C-FDD9-462A-9273-7DEAE1033FFD}" destId="{3ABC2C4C-1358-4CA6-9113-BCAAA1A7C9A6}" srcOrd="1" destOrd="0" presId="urn:microsoft.com/office/officeart/2024/layout/BulletTimeline"/>
    <dgm:cxn modelId="{21C08FC1-ADB0-4345-8C01-A8EE9D0DEDB8}" type="presParOf" srcId="{76F0028C-FDD9-462A-9273-7DEAE1033FFD}" destId="{6D088F84-E5BF-44E2-A058-0C141FD875E6}" srcOrd="2" destOrd="0" presId="urn:microsoft.com/office/officeart/2024/layout/BulletTimeline"/>
    <dgm:cxn modelId="{F38D769E-4F18-4253-A16B-7DD8FBFD343A}" type="presParOf" srcId="{76F0028C-FDD9-462A-9273-7DEAE1033FFD}" destId="{66359042-75E2-4883-A844-AEAC1A93662B}" srcOrd="3" destOrd="0" presId="urn:microsoft.com/office/officeart/2024/layout/BulletTimeline"/>
    <dgm:cxn modelId="{639E5CF5-C2FB-4193-9FE4-64F90AB577BF}" type="presParOf" srcId="{76F0028C-FDD9-462A-9273-7DEAE1033FFD}" destId="{0CDE1D60-DB12-485F-A24F-43A740F8E63B}" srcOrd="4" destOrd="0" presId="urn:microsoft.com/office/officeart/2024/layout/BulletTimeline"/>
    <dgm:cxn modelId="{0C51FD07-DB78-4921-8C7D-5B02DFFD64EA}" type="presParOf" srcId="{0CDE1D60-DB12-485F-A24F-43A740F8E63B}" destId="{6D871422-3A93-4F85-9A8D-A836D8BFFAA1}" srcOrd="0" destOrd="0" presId="urn:microsoft.com/office/officeart/2024/layout/BulletTimeline"/>
    <dgm:cxn modelId="{FC17CD0D-2624-4993-8820-C45066030E2F}" type="presParOf" srcId="{76F0028C-FDD9-462A-9273-7DEAE1033FFD}" destId="{01661CB9-FC85-4CAA-9729-083DEBEDE5FD}" srcOrd="5" destOrd="0" presId="urn:microsoft.com/office/officeart/2024/layout/Bullet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8478-9606-40A0-A019-3E85348BBE15}">
      <dsp:nvSpPr>
        <dsp:cNvPr id="0" name=""/>
        <dsp:cNvSpPr/>
      </dsp:nvSpPr>
      <dsp:spPr>
        <a:xfrm>
          <a:off x="0" y="1703794"/>
          <a:ext cx="8418814" cy="34420"/>
        </a:xfrm>
        <a:prstGeom prst="rect">
          <a:avLst/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1D547C-9F33-48DD-AA47-0C668AFF925E}">
      <dsp:nvSpPr>
        <dsp:cNvPr id="0" name=""/>
        <dsp:cNvSpPr/>
      </dsp:nvSpPr>
      <dsp:spPr>
        <a:xfrm>
          <a:off x="8246104" y="1583324"/>
          <a:ext cx="206520" cy="275360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E4AF4-AEE0-4487-B03A-901CE4C8E445}">
      <dsp:nvSpPr>
        <dsp:cNvPr id="0" name=""/>
        <dsp:cNvSpPr/>
      </dsp:nvSpPr>
      <dsp:spPr>
        <a:xfrm>
          <a:off x="404979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23th March 2026</a:t>
          </a:r>
        </a:p>
      </dsp:txBody>
      <dsp:txXfrm>
        <a:off x="404979" y="784778"/>
        <a:ext cx="1286164" cy="798546"/>
      </dsp:txXfrm>
    </dsp:sp>
    <dsp:sp modelId="{65C2B039-FC52-4525-8FA0-AF00D8F80A7B}">
      <dsp:nvSpPr>
        <dsp:cNvPr id="0" name=""/>
        <dsp:cNvSpPr/>
      </dsp:nvSpPr>
      <dsp:spPr>
        <a:xfrm>
          <a:off x="404979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Proposal</a:t>
          </a:r>
        </a:p>
      </dsp:txBody>
      <dsp:txXfrm>
        <a:off x="404979" y="371736"/>
        <a:ext cx="1286164" cy="413041"/>
      </dsp:txXfrm>
    </dsp:sp>
    <dsp:sp modelId="{4DD86C6B-A77E-4FD7-B08B-015119D8015F}">
      <dsp:nvSpPr>
        <dsp:cNvPr id="0" name=""/>
        <dsp:cNvSpPr/>
      </dsp:nvSpPr>
      <dsp:spPr>
        <a:xfrm>
          <a:off x="190382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72AB38-AFD1-4188-ABCB-B6F463D452ED}">
      <dsp:nvSpPr>
        <dsp:cNvPr id="0" name=""/>
        <dsp:cNvSpPr/>
      </dsp:nvSpPr>
      <dsp:spPr>
        <a:xfrm>
          <a:off x="1250035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30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March 2026</a:t>
          </a:r>
        </a:p>
      </dsp:txBody>
      <dsp:txXfrm>
        <a:off x="1250035" y="2423174"/>
        <a:ext cx="1286164" cy="647097"/>
      </dsp:txXfrm>
    </dsp:sp>
    <dsp:sp modelId="{C15D05A6-BD62-4E62-A250-223971DBD63A}">
      <dsp:nvSpPr>
        <dsp:cNvPr id="0" name=""/>
        <dsp:cNvSpPr/>
      </dsp:nvSpPr>
      <dsp:spPr>
        <a:xfrm>
          <a:off x="1250035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Literature Review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1250035" y="1996365"/>
        <a:ext cx="1286164" cy="426809"/>
      </dsp:txXfrm>
    </dsp:sp>
    <dsp:sp modelId="{419FB993-7541-4A81-9B7A-69A5A60728CF}">
      <dsp:nvSpPr>
        <dsp:cNvPr id="0" name=""/>
        <dsp:cNvSpPr/>
      </dsp:nvSpPr>
      <dsp:spPr>
        <a:xfrm>
          <a:off x="1035438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F17B52-6377-4BB6-96BE-07E068BC0857}">
      <dsp:nvSpPr>
        <dsp:cNvPr id="0" name=""/>
        <dsp:cNvSpPr/>
      </dsp:nvSpPr>
      <dsp:spPr>
        <a:xfrm>
          <a:off x="137364" y="1655363"/>
          <a:ext cx="131282" cy="13128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2C44CD-5D9E-4F80-A998-49AB89275558}">
      <dsp:nvSpPr>
        <dsp:cNvPr id="0" name=""/>
        <dsp:cNvSpPr/>
      </dsp:nvSpPr>
      <dsp:spPr>
        <a:xfrm>
          <a:off x="982420" y="1655363"/>
          <a:ext cx="131282" cy="131282"/>
        </a:xfrm>
        <a:prstGeom prst="ellipse">
          <a:avLst/>
        </a:prstGeom>
        <a:solidFill>
          <a:schemeClr val="accent2">
            <a:hueOff val="-1639311"/>
            <a:satOff val="-8333"/>
            <a:lumOff val="941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8FE65-2A7C-47F1-AA31-9EDE10F0F322}">
      <dsp:nvSpPr>
        <dsp:cNvPr id="0" name=""/>
        <dsp:cNvSpPr/>
      </dsp:nvSpPr>
      <dsp:spPr>
        <a:xfrm>
          <a:off x="2095091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10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April 2026</a:t>
          </a:r>
        </a:p>
      </dsp:txBody>
      <dsp:txXfrm>
        <a:off x="2095091" y="784778"/>
        <a:ext cx="1286164" cy="798546"/>
      </dsp:txXfrm>
    </dsp:sp>
    <dsp:sp modelId="{01B78C00-EC64-4580-B336-0B54F5D143B1}">
      <dsp:nvSpPr>
        <dsp:cNvPr id="0" name=""/>
        <dsp:cNvSpPr/>
      </dsp:nvSpPr>
      <dsp:spPr>
        <a:xfrm>
          <a:off x="2095091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Progress Meeting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2095091" y="371736"/>
        <a:ext cx="1286164" cy="413041"/>
      </dsp:txXfrm>
    </dsp:sp>
    <dsp:sp modelId="{3435EE8B-F0D5-4CF0-B1C6-420B99BBA6C2}">
      <dsp:nvSpPr>
        <dsp:cNvPr id="0" name=""/>
        <dsp:cNvSpPr/>
      </dsp:nvSpPr>
      <dsp:spPr>
        <a:xfrm>
          <a:off x="1880494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25094E-8357-45BA-B3FE-6824CB7E057A}">
      <dsp:nvSpPr>
        <dsp:cNvPr id="0" name=""/>
        <dsp:cNvSpPr/>
      </dsp:nvSpPr>
      <dsp:spPr>
        <a:xfrm>
          <a:off x="2940147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2940147" y="2423174"/>
        <a:ext cx="1286164" cy="647097"/>
      </dsp:txXfrm>
    </dsp:sp>
    <dsp:sp modelId="{489DD447-AC3E-4047-B917-C92E67CC6CBC}">
      <dsp:nvSpPr>
        <dsp:cNvPr id="0" name=""/>
        <dsp:cNvSpPr/>
      </dsp:nvSpPr>
      <dsp:spPr>
        <a:xfrm>
          <a:off x="2940147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Methodology</a:t>
          </a:r>
        </a:p>
      </dsp:txBody>
      <dsp:txXfrm>
        <a:off x="2940147" y="1996365"/>
        <a:ext cx="1286164" cy="426809"/>
      </dsp:txXfrm>
    </dsp:sp>
    <dsp:sp modelId="{C158B7EF-63BB-4139-BE27-4C457B1C13BD}">
      <dsp:nvSpPr>
        <dsp:cNvPr id="0" name=""/>
        <dsp:cNvSpPr/>
      </dsp:nvSpPr>
      <dsp:spPr>
        <a:xfrm>
          <a:off x="2725550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ABC9C2-3793-4E83-8F7E-21BB5B2765A0}">
      <dsp:nvSpPr>
        <dsp:cNvPr id="0" name=""/>
        <dsp:cNvSpPr/>
      </dsp:nvSpPr>
      <dsp:spPr>
        <a:xfrm>
          <a:off x="1827476" y="1655363"/>
          <a:ext cx="131282" cy="131282"/>
        </a:xfrm>
        <a:prstGeom prst="ellipse">
          <a:avLst/>
        </a:prstGeom>
        <a:solidFill>
          <a:schemeClr val="accent2">
            <a:hueOff val="-3278622"/>
            <a:satOff val="-16666"/>
            <a:lumOff val="1882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D9823-DE12-44FE-87CB-DAEEB8B88592}">
      <dsp:nvSpPr>
        <dsp:cNvPr id="0" name=""/>
        <dsp:cNvSpPr/>
      </dsp:nvSpPr>
      <dsp:spPr>
        <a:xfrm>
          <a:off x="2672532" y="1655363"/>
          <a:ext cx="131282" cy="131282"/>
        </a:xfrm>
        <a:prstGeom prst="ellipse">
          <a:avLst/>
        </a:prstGeom>
        <a:solidFill>
          <a:schemeClr val="accent2">
            <a:hueOff val="-4917933"/>
            <a:satOff val="-24999"/>
            <a:lumOff val="282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314D7E-ECD0-4673-8000-E9440A960DE0}">
      <dsp:nvSpPr>
        <dsp:cNvPr id="0" name=""/>
        <dsp:cNvSpPr/>
      </dsp:nvSpPr>
      <dsp:spPr>
        <a:xfrm>
          <a:off x="3785203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8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3785203" y="784778"/>
        <a:ext cx="1286164" cy="798546"/>
      </dsp:txXfrm>
    </dsp:sp>
    <dsp:sp modelId="{94AFF1FC-19E1-45E0-9E82-60EF1E52B68C}">
      <dsp:nvSpPr>
        <dsp:cNvPr id="0" name=""/>
        <dsp:cNvSpPr/>
      </dsp:nvSpPr>
      <dsp:spPr>
        <a:xfrm>
          <a:off x="3785203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Proof of Concept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3785203" y="371736"/>
        <a:ext cx="1286164" cy="413041"/>
      </dsp:txXfrm>
    </dsp:sp>
    <dsp:sp modelId="{19C23473-39AE-420A-93F7-3DBB6C84A007}">
      <dsp:nvSpPr>
        <dsp:cNvPr id="0" name=""/>
        <dsp:cNvSpPr/>
      </dsp:nvSpPr>
      <dsp:spPr>
        <a:xfrm>
          <a:off x="3570606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E61E-D6B1-42B7-8651-7A5D8AF7A24F}">
      <dsp:nvSpPr>
        <dsp:cNvPr id="0" name=""/>
        <dsp:cNvSpPr/>
      </dsp:nvSpPr>
      <dsp:spPr>
        <a:xfrm>
          <a:off x="4630260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22th May 2026</a:t>
          </a:r>
        </a:p>
      </dsp:txBody>
      <dsp:txXfrm>
        <a:off x="4630260" y="2423174"/>
        <a:ext cx="1286164" cy="647097"/>
      </dsp:txXfrm>
    </dsp:sp>
    <dsp:sp modelId="{834B5FAF-76F7-46D0-BF12-AE8AA4F3D0F2}">
      <dsp:nvSpPr>
        <dsp:cNvPr id="0" name=""/>
        <dsp:cNvSpPr/>
      </dsp:nvSpPr>
      <dsp:spPr>
        <a:xfrm>
          <a:off x="4630260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Methodology Revision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4630260" y="1996365"/>
        <a:ext cx="1286164" cy="426809"/>
      </dsp:txXfrm>
    </dsp:sp>
    <dsp:sp modelId="{1B92CAE3-FEB4-4C57-A822-ECA200E665C9}">
      <dsp:nvSpPr>
        <dsp:cNvPr id="0" name=""/>
        <dsp:cNvSpPr/>
      </dsp:nvSpPr>
      <dsp:spPr>
        <a:xfrm>
          <a:off x="4415662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45DB0B-E78D-421C-B378-9B51895E012E}">
      <dsp:nvSpPr>
        <dsp:cNvPr id="0" name=""/>
        <dsp:cNvSpPr/>
      </dsp:nvSpPr>
      <dsp:spPr>
        <a:xfrm>
          <a:off x="3517588" y="1655363"/>
          <a:ext cx="131282" cy="131282"/>
        </a:xfrm>
        <a:prstGeom prst="ellipse">
          <a:avLst/>
        </a:prstGeom>
        <a:solidFill>
          <a:schemeClr val="accent2">
            <a:hueOff val="-6557243"/>
            <a:satOff val="-33332"/>
            <a:lumOff val="37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7397CD-0E0C-4652-8168-DC51DBAAC64E}">
      <dsp:nvSpPr>
        <dsp:cNvPr id="0" name=""/>
        <dsp:cNvSpPr/>
      </dsp:nvSpPr>
      <dsp:spPr>
        <a:xfrm>
          <a:off x="4362644" y="1655363"/>
          <a:ext cx="131282" cy="131282"/>
        </a:xfrm>
        <a:prstGeom prst="ellipse">
          <a:avLst/>
        </a:prstGeom>
        <a:solidFill>
          <a:schemeClr val="accent2">
            <a:hueOff val="-8196554"/>
            <a:satOff val="-41665"/>
            <a:lumOff val="4705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61EA35-13D6-47A0-BB18-6F13CDE9EAE7}">
      <dsp:nvSpPr>
        <dsp:cNvPr id="0" name=""/>
        <dsp:cNvSpPr/>
      </dsp:nvSpPr>
      <dsp:spPr>
        <a:xfrm>
          <a:off x="5475316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29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5475316" y="784778"/>
        <a:ext cx="1286164" cy="798546"/>
      </dsp:txXfrm>
    </dsp:sp>
    <dsp:sp modelId="{9B996CFB-ECBE-4FD6-AC96-F939F974047A}">
      <dsp:nvSpPr>
        <dsp:cNvPr id="0" name=""/>
        <dsp:cNvSpPr/>
      </dsp:nvSpPr>
      <dsp:spPr>
        <a:xfrm>
          <a:off x="5475316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2</a:t>
          </a:r>
          <a:r>
            <a:rPr lang="en-MY" sz="1400" kern="1200" baseline="30000" dirty="0">
              <a:latin typeface="Raleway" pitchFamily="2" charset="0"/>
            </a:rPr>
            <a:t>nd</a:t>
          </a:r>
          <a:r>
            <a:rPr lang="en-MY" sz="1400" kern="1200" dirty="0">
              <a:latin typeface="Raleway" pitchFamily="2" charset="0"/>
            </a:rPr>
            <a:t> Proof of Concept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5475316" y="371736"/>
        <a:ext cx="1286164" cy="413041"/>
      </dsp:txXfrm>
    </dsp:sp>
    <dsp:sp modelId="{A333FEBE-9E6B-4849-AE24-07CF07E9C49C}">
      <dsp:nvSpPr>
        <dsp:cNvPr id="0" name=""/>
        <dsp:cNvSpPr/>
      </dsp:nvSpPr>
      <dsp:spPr>
        <a:xfrm>
          <a:off x="5260719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B71A20-57B1-464E-B85A-AAD1B59482B7}">
      <dsp:nvSpPr>
        <dsp:cNvPr id="0" name=""/>
        <dsp:cNvSpPr/>
      </dsp:nvSpPr>
      <dsp:spPr>
        <a:xfrm>
          <a:off x="6320372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4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June 2026</a:t>
          </a:r>
        </a:p>
      </dsp:txBody>
      <dsp:txXfrm>
        <a:off x="6320372" y="2423174"/>
        <a:ext cx="1286164" cy="647097"/>
      </dsp:txXfrm>
    </dsp:sp>
    <dsp:sp modelId="{5A71305C-C2EB-450A-8249-2969AAFD390A}">
      <dsp:nvSpPr>
        <dsp:cNvPr id="0" name=""/>
        <dsp:cNvSpPr/>
      </dsp:nvSpPr>
      <dsp:spPr>
        <a:xfrm>
          <a:off x="6320372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2</a:t>
          </a:r>
          <a:r>
            <a:rPr lang="en-MY" sz="1400" kern="1200" baseline="30000" dirty="0">
              <a:latin typeface="Raleway" pitchFamily="2" charset="0"/>
            </a:rPr>
            <a:t>nd</a:t>
          </a:r>
          <a:r>
            <a:rPr lang="en-MY" sz="1400" kern="1200" dirty="0">
              <a:latin typeface="Raleway" pitchFamily="2" charset="0"/>
            </a:rPr>
            <a:t> Progress Meeting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6320372" y="1996365"/>
        <a:ext cx="1286164" cy="426809"/>
      </dsp:txXfrm>
    </dsp:sp>
    <dsp:sp modelId="{B6CBBD66-2375-4A42-9275-9EEC307C4225}">
      <dsp:nvSpPr>
        <dsp:cNvPr id="0" name=""/>
        <dsp:cNvSpPr/>
      </dsp:nvSpPr>
      <dsp:spPr>
        <a:xfrm>
          <a:off x="6105775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422324-B603-4718-8B91-1FBD35C31F2C}">
      <dsp:nvSpPr>
        <dsp:cNvPr id="0" name=""/>
        <dsp:cNvSpPr/>
      </dsp:nvSpPr>
      <dsp:spPr>
        <a:xfrm>
          <a:off x="5207700" y="1655363"/>
          <a:ext cx="131282" cy="131282"/>
        </a:xfrm>
        <a:prstGeom prst="ellipse">
          <a:avLst/>
        </a:prstGeom>
        <a:solidFill>
          <a:schemeClr val="accent2">
            <a:hueOff val="-9835865"/>
            <a:satOff val="-49998"/>
            <a:lumOff val="5647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7F9B9F-4DD4-4E1B-B91A-3BAAC55AA4DC}">
      <dsp:nvSpPr>
        <dsp:cNvPr id="0" name=""/>
        <dsp:cNvSpPr/>
      </dsp:nvSpPr>
      <dsp:spPr>
        <a:xfrm>
          <a:off x="6052757" y="1655363"/>
          <a:ext cx="131282" cy="131282"/>
        </a:xfrm>
        <a:prstGeom prst="ellipse">
          <a:avLst/>
        </a:prstGeom>
        <a:solidFill>
          <a:schemeClr val="accent2">
            <a:hueOff val="-11475176"/>
            <a:satOff val="-58331"/>
            <a:lumOff val="6588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BC2C4C-1358-4CA6-9113-BCAAA1A7C9A6}">
      <dsp:nvSpPr>
        <dsp:cNvPr id="0" name=""/>
        <dsp:cNvSpPr/>
      </dsp:nvSpPr>
      <dsp:spPr>
        <a:xfrm>
          <a:off x="7165428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>
              <a:latin typeface="Raleway" pitchFamily="2" charset="0"/>
            </a:rPr>
            <a:t>10</a:t>
          </a:r>
          <a:r>
            <a:rPr lang="en-MY" sz="1400" kern="1200" baseline="30000">
              <a:latin typeface="Raleway" pitchFamily="2" charset="0"/>
            </a:rPr>
            <a:t>th</a:t>
          </a:r>
          <a:r>
            <a:rPr lang="en-MY" sz="1400" kern="1200">
              <a:latin typeface="Raleway" pitchFamily="2" charset="0"/>
            </a:rPr>
            <a:t> July 2026</a:t>
          </a:r>
          <a:endParaRPr lang="en-MY" sz="1400" kern="1200" dirty="0">
            <a:latin typeface="Raleway" pitchFamily="2" charset="0"/>
          </a:endParaRPr>
        </a:p>
      </dsp:txBody>
      <dsp:txXfrm>
        <a:off x="7165428" y="784778"/>
        <a:ext cx="1286164" cy="798546"/>
      </dsp:txXfrm>
    </dsp:sp>
    <dsp:sp modelId="{6D088F84-E5BF-44E2-A058-0C141FD875E6}">
      <dsp:nvSpPr>
        <dsp:cNvPr id="0" name=""/>
        <dsp:cNvSpPr/>
      </dsp:nvSpPr>
      <dsp:spPr>
        <a:xfrm>
          <a:off x="7165428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P1 Presentation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7165428" y="371736"/>
        <a:ext cx="1286164" cy="413041"/>
      </dsp:txXfrm>
    </dsp:sp>
    <dsp:sp modelId="{66359042-75E2-4883-A844-AEAC1A93662B}">
      <dsp:nvSpPr>
        <dsp:cNvPr id="0" name=""/>
        <dsp:cNvSpPr/>
      </dsp:nvSpPr>
      <dsp:spPr>
        <a:xfrm>
          <a:off x="6950831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871422-3A93-4F85-9A8D-A836D8BFFAA1}">
      <dsp:nvSpPr>
        <dsp:cNvPr id="0" name=""/>
        <dsp:cNvSpPr/>
      </dsp:nvSpPr>
      <dsp:spPr>
        <a:xfrm>
          <a:off x="6897813" y="1655363"/>
          <a:ext cx="131282" cy="131282"/>
        </a:xfrm>
        <a:prstGeom prst="ellipse">
          <a:avLst/>
        </a:prstGeom>
        <a:solidFill>
          <a:schemeClr val="accent2">
            <a:hueOff val="-13114487"/>
            <a:satOff val="-66664"/>
            <a:lumOff val="7529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BulletTimeline">
  <dgm:title val=""/>
  <dgm:desc val=""/>
  <dgm:catLst>
    <dgm:cat type="process" pri="7450"/>
    <dgm:cat type="timeline" pri="100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E8F27147-C2C9-5C1B-A4A4-F75F3EF8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640DA96-714D-ECF5-9A4C-7D69692BA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AE5F498-251F-B52E-B0EA-A344814A5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7902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FB754867-1E3B-99C1-4A3C-27424526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061EC19B-6AAB-F641-2156-5722156CA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7A0D695-8376-4701-FDE9-2E2EA1DE0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4041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0D0153-C143-8F7A-964F-7BF278F4D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2872" y="2214179"/>
            <a:ext cx="3320979" cy="13410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679772" y="152912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679772" y="214951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679772" y="27699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526372" y="1554477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526373" y="2174865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526372" y="2795253"/>
            <a:ext cx="327680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089783" y="3043660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089783" y="3664051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16" name="Google Shape;202;p31">
            <a:extLst>
              <a:ext uri="{FF2B5EF4-FFF2-40B4-BE49-F238E27FC236}">
                <a16:creationId xmlns:a16="http://schemas.microsoft.com/office/drawing/2014/main" id="{186B70B1-BB38-DCA5-9FE6-CDF305CEAC31}"/>
              </a:ext>
            </a:extLst>
          </p:cNvPr>
          <p:cNvSpPr txBox="1">
            <a:spLocks/>
          </p:cNvSpPr>
          <p:nvPr/>
        </p:nvSpPr>
        <p:spPr>
          <a:xfrm>
            <a:off x="5089783" y="2423269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9" name="Google Shape;205;p31">
            <a:extLst>
              <a:ext uri="{FF2B5EF4-FFF2-40B4-BE49-F238E27FC236}">
                <a16:creationId xmlns:a16="http://schemas.microsoft.com/office/drawing/2014/main" id="{C6130685-1F6F-0829-036B-25763B78A0E6}"/>
              </a:ext>
            </a:extLst>
          </p:cNvPr>
          <p:cNvSpPr txBox="1">
            <a:spLocks/>
          </p:cNvSpPr>
          <p:nvPr/>
        </p:nvSpPr>
        <p:spPr>
          <a:xfrm>
            <a:off x="5936383" y="2448614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Research Scope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5936383" y="3069002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5936383" y="3689390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difficulty in accurately predicting daily ridership due to complex spatiotemporal factors (population density, weather, accessibility, etc.)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" sz="1400" dirty="0">
                <a:solidFill>
                  <a:schemeClr val="bg2"/>
                </a:solidFill>
              </a:rPr>
              <a:t>.</a:t>
            </a:r>
            <a:endParaRPr lang="en" sz="1400" b="1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This inability to predict ridership leads to critical bottlenecks in scheduling, routing, and service intervals during peak hours and holidays, harming system reliability and passenger satisfaction.</a:t>
            </a: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Historical ridership data is contaminated by the extreme 85–90% passenger drop caused by the MCO period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-US" sz="1400" dirty="0">
                <a:solidFill>
                  <a:schemeClr val="bg2"/>
                </a:solidFill>
              </a:rPr>
              <a:t>. Training AI models on this data introduces severe predictive bias </a:t>
            </a:r>
            <a:r>
              <a:rPr lang="en-US" sz="1400" b="1" dirty="0">
                <a:solidFill>
                  <a:schemeClr val="bg2"/>
                </a:solidFill>
              </a:rPr>
              <a:t>(Zhao &amp; Lan, 2025)</a:t>
            </a:r>
            <a:r>
              <a:rPr lang="en-US" sz="1400" dirty="0">
                <a:solidFill>
                  <a:schemeClr val="bg2"/>
                </a:solidFill>
              </a:rPr>
              <a:t> and prevents them from recognizing true ridership peaks after normal life resumes </a:t>
            </a:r>
            <a:r>
              <a:rPr lang="en-US" sz="1400" b="1" dirty="0">
                <a:solidFill>
                  <a:schemeClr val="bg2"/>
                </a:solidFill>
              </a:rPr>
              <a:t>(</a:t>
            </a:r>
            <a:r>
              <a:rPr lang="en-US" sz="1400" b="1" dirty="0" err="1">
                <a:solidFill>
                  <a:schemeClr val="bg2"/>
                </a:solidFill>
              </a:rPr>
              <a:t>Lv</a:t>
            </a:r>
            <a:r>
              <a:rPr lang="en-US" sz="1400" b="1" dirty="0">
                <a:solidFill>
                  <a:schemeClr val="bg2"/>
                </a:solidFill>
              </a:rPr>
              <a:t> et al., 2021)</a:t>
            </a:r>
            <a:r>
              <a:rPr lang="en-US" sz="1400" dirty="0">
                <a:solidFill>
                  <a:schemeClr val="bg2"/>
                </a:solidFill>
              </a:rPr>
              <a:t>.</a:t>
            </a:r>
            <a:endParaRPr lang="en" sz="1400" dirty="0">
              <a:solidFill>
                <a:schemeClr val="bg2"/>
              </a:solidFill>
            </a:endParaRP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76603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Hybrid Multi-scale Temporal Spatio-Feature (HMT-TSF) Forecaster that integrates Malaysia’s spatial and temporal data to estimate future ridership trends.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Scope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2C4563-5DBE-5F52-06BC-1C2EE4FA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0881418"/>
              </p:ext>
            </p:extLst>
          </p:nvPr>
        </p:nvGraphicFramePr>
        <p:xfrm>
          <a:off x="304800" y="971942"/>
          <a:ext cx="8534400" cy="397963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4270">
                  <a:extLst>
                    <a:ext uri="{9D8B030D-6E8A-4147-A177-3AD203B41FA5}">
                      <a16:colId xmlns:a16="http://schemas.microsoft.com/office/drawing/2014/main" val="3638772239"/>
                    </a:ext>
                  </a:extLst>
                </a:gridCol>
                <a:gridCol w="1509823">
                  <a:extLst>
                    <a:ext uri="{9D8B030D-6E8A-4147-A177-3AD203B41FA5}">
                      <a16:colId xmlns:a16="http://schemas.microsoft.com/office/drawing/2014/main" val="2342965550"/>
                    </a:ext>
                  </a:extLst>
                </a:gridCol>
                <a:gridCol w="6000307">
                  <a:extLst>
                    <a:ext uri="{9D8B030D-6E8A-4147-A177-3AD203B41FA5}">
                      <a16:colId xmlns:a16="http://schemas.microsoft.com/office/drawing/2014/main" val="2344603609"/>
                    </a:ext>
                  </a:extLst>
                </a:gridCol>
              </a:tblGrid>
              <a:tr h="40730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Origin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Why Data?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76206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Ridership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Primary forecast target, provides 13 output variables (12 service lines + total) the models are trained to predict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713889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drive, EDA confirms higher fuel prices correlate with increased transit use, capturing modal substitution behaviour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368205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timeanddate.com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modifier, holidays cause systematic ridership drop, lead/lag features capture anticipation dips, post-holiday return surges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2888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Rainfall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data.humdata.org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Weather covariate, state-level daily precipitation adds a spatially-varying external signal that influences travel mode choice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414802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hub.worldpop.org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context, residential density is a static proxy for transit catchment potential and latent demand at each stop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72771"/>
                  </a:ext>
                </a:extLst>
              </a:tr>
              <a:tr h="585288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 Boundaries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structure, state boundary polygons are used to spatially aggregate features by aggregate features by administrative region and derive inter-state adjacency weights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088170"/>
                  </a:ext>
                </a:extLst>
              </a:tr>
              <a:tr h="408287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GTFS 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Network topology, stop counts, route density, travel-time edges quantify transit supply and accessibility per region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04205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OSM POIs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overpass-api.de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Land-use context, POI category counts within a 500m catchment of each stop capture activity generators that drive trip origins and destinations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194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A4BE710-2172-3331-2B4A-A30E5FDD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444694"/>
              </p:ext>
            </p:extLst>
          </p:nvPr>
        </p:nvGraphicFramePr>
        <p:xfrm>
          <a:off x="304799" y="971942"/>
          <a:ext cx="8613914" cy="380178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991834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6622080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85140"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Attribute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Detail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Range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2019-01-01 to 2025-12-31 (Include MCO)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2022-01-01 to 2025-12-31 (Exclude MCO)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Observations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2,557 daily records with MCO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1,461 daily records without MCO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Features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79 columns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 Variables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 (12 transit service lines + total ridership)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79585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Feature Sources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8 (Ridership, fuel price, holiday/cyclical, rainfall, population density, GTFS transit network, OSM POI, GADM boundaries)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6E832EA-1762-2603-6983-A0C14C9A4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9C78295-54AC-909D-E409-4FB96B3D5447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 (</a:t>
            </a:r>
            <a:r>
              <a:rPr lang="en-MY" sz="2400" dirty="0" err="1"/>
              <a:t>con’t</a:t>
            </a:r>
            <a:r>
              <a:rPr lang="en-MY" sz="2400" dirty="0"/>
              <a:t>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A1C006-F24B-8A6F-644B-AF371A4AB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003079"/>
              </p:ext>
            </p:extLst>
          </p:nvPr>
        </p:nvGraphicFramePr>
        <p:xfrm>
          <a:off x="304799" y="971940"/>
          <a:ext cx="8613915" cy="3961567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73127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2788595002"/>
                    </a:ext>
                  </a:extLst>
                </a:gridCol>
                <a:gridCol w="6568919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76842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Group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Count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12 service lines + total ridership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Temporal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16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 flags, lead/lag days, cyclical encoding, year, day-of-year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External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30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 levels &amp; changes (15) + Rainfall per state (15)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Lag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Autoregressive lags at 7, 14, 28 days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17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density, GTFS network states, OSM POI counts, GADM boundaries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52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18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828A86C-72FE-94CA-368E-34A25526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26C40B59-114B-74E8-00DC-424B355185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89982D82-61CE-6194-E9EA-01D179E880E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76B205-A656-59C6-CD96-296BAA76F0F5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4E01D056-338C-A9C2-24AA-B581F6B9BB3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63ED7DF0-B39A-6D48-3198-80BAC384726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6D582AC-97B8-E4C9-1C5F-8C887A314A88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3F60AC58-B7A9-06B9-5EFC-838A5E2EEDEC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0B2C867C-F4A2-E16D-623E-CC8F2EF19EB9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C32AE9C-8FDC-7BE9-7B08-68BE18917E83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41A7059E-6088-5895-CD4C-C76F1C59B95A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4E3F681A-6144-9BBE-6F36-A68FB3A9314B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C5896DA3-2AB4-0F6A-3A62-5AA76555F42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11B5EB-6EE8-0538-1AEA-F9883D14A85D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8E0238DD-6A07-8AED-E043-3F12B477DF9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38F55806-E251-AF79-C42F-60B9E58F801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2E54D13-815E-1D28-9C86-F1230AB4D106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8B10133-B41C-FB6D-CBDC-72BC78B10C83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160882A-049C-517F-D5C9-17B23D7DA035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C8BF8AF-6065-2BBB-4FEB-547A7328D71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95340FEC-1698-3885-ECB9-65AE999B1500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AAD4AFE2-316C-EE28-F5A3-5BAEEED9F825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0F1B3C6B-57D0-3C27-5630-C7F21ACCE76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58FBE8E-49FE-2FFE-D5CE-2D9DBB4228E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C829ED37-69A3-E3B4-3C9B-E9FE242063E7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DA4086FE-F446-3F7F-DFFF-AB156ADC387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FD5C0E30-A6A5-3E8D-FC73-11240D39E9D7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1665D82-54D0-11CA-158E-CDBE69F770FE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192CDC2D-AD99-302D-C2E6-AE618D6BE6D1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C3CA42D-1038-AC42-1AAC-FB0AEEBB378A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7D5310A3-E3BA-C9D2-BFB0-2A06CF5176AE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42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Four change-point phases; 85-90% drop during MCO. Rail recovers slower than bus.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Wet/extreme days peak Nov-Jan; east coast &gt; west coast. National totals mask regional effects.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Post-MCO RON95-ridership r ~ +0.35; stronger above RM 2.20/L, laggeed 1-3 days.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~18% dip 1-2 days pre-holiday; spike on first workday back. Short holidays dip most.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Weather-Induced Surge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Light rain suppresses travel; heavy rain (&gt;75</a:t>
            </a:r>
            <a:r>
              <a:rPr lang="en" baseline="30000" dirty="0"/>
              <a:t>th</a:t>
            </a:r>
            <a:r>
              <a:rPr lang="en" dirty="0"/>
              <a:t> percentile) boosts ridership – modal substitution.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MY" dirty="0"/>
              <a:t>Ridership lags (7/14/28 days) explain ~72% of feature variance; static features show near-zero linear correlation.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Fuel Price Elasticity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107A1-91AE-B675-D0C9-C98577E4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04C21D-0907-3E71-57AC-6842F306D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2321"/>
            <a:ext cx="9144000" cy="391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896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53EE037-4E31-9730-FAF7-E0FCFFEEC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720" y="0"/>
            <a:ext cx="601855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40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09974-01D6-1BD4-4704-953A8DB66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D09268-C611-B4CF-76ED-7E668224C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00"/>
            <a:ext cx="9144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43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B9C6A-0773-3E73-1EF4-EC47B33F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25D5AA-5DC7-339A-5BD0-74A61A1AA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0"/>
            <a:ext cx="82296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289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0D16B-BAFC-C3C1-C585-B2FB5FD1C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4E5599-F08D-E688-D996-AF0A6CD2B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94" y="0"/>
            <a:ext cx="827961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02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CEFE-8F7D-FD66-958A-55D1DEE8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F6EBAC-AFD5-FAE2-9866-DB1F7B7F1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874" y="0"/>
            <a:ext cx="53682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50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Comparatives &amp; Proposed Models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BCE47BAE-F15D-F82E-185C-CC55204C55C5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6EA0F3-EE2C-EB53-27C9-38E63C1887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9043"/>
          <a:stretch>
            <a:fillRect/>
          </a:stretch>
        </p:blipFill>
        <p:spPr>
          <a:xfrm>
            <a:off x="1512099" y="971941"/>
            <a:ext cx="6119802" cy="3954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5705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241F6-B727-A74F-B832-37730B24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EED271C-EFF1-77E7-B670-6923572BA4FD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BFAF1F-8D41-B632-6C08-3912D7DF93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897" b="47678"/>
          <a:stretch>
            <a:fillRect/>
          </a:stretch>
        </p:blipFill>
        <p:spPr>
          <a:xfrm>
            <a:off x="2639122" y="971941"/>
            <a:ext cx="3865756" cy="3983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556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79C21-F5CC-2F8A-196E-026FF2BC1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F827D3B-FAFF-54F0-B3A4-834429DA06D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5BA4A-83F6-7DB8-5DC8-24B83E516D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355" b="27051"/>
          <a:stretch>
            <a:fillRect/>
          </a:stretch>
        </p:blipFill>
        <p:spPr>
          <a:xfrm>
            <a:off x="1602760" y="1003135"/>
            <a:ext cx="5938479" cy="377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5495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B6AD-3A26-B11E-FBE3-A9450D533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54A8424-5D11-EDEB-3F73-1CEE8690871D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A65402-B6FB-9EE2-40FD-BADC6842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911"/>
          <a:stretch>
            <a:fillRect/>
          </a:stretch>
        </p:blipFill>
        <p:spPr>
          <a:xfrm>
            <a:off x="2236928" y="971941"/>
            <a:ext cx="4670144" cy="3900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505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260195" y="1175876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</a:pPr>
            <a:r>
              <a:rPr lang="en-MY" sz="1200" dirty="0"/>
              <a:t>Provide a </a:t>
            </a:r>
            <a:r>
              <a:rPr lang="en-MY" sz="1200" u="sng" dirty="0"/>
              <a:t>detailed comparative analysis </a:t>
            </a:r>
            <a:r>
              <a:rPr lang="en-MY" sz="1200" dirty="0"/>
              <a:t>evaluating </a:t>
            </a:r>
            <a:r>
              <a:rPr lang="en-MY" sz="1200" u="sng" dirty="0"/>
              <a:t>multiple deep learning models</a:t>
            </a:r>
            <a:r>
              <a:rPr lang="en-MY" sz="1200" dirty="0"/>
              <a:t> across </a:t>
            </a:r>
            <a:r>
              <a:rPr lang="en-MY" sz="1200" u="sng" dirty="0"/>
              <a:t>distinct lookback windows</a:t>
            </a:r>
            <a:r>
              <a:rPr lang="en-MY" sz="1200" dirty="0"/>
              <a:t>, explicitly segmented by </a:t>
            </a:r>
            <a:r>
              <a:rPr lang="en-MY" sz="1200" u="sng" dirty="0"/>
              <a:t>MCO periods</a:t>
            </a:r>
            <a:r>
              <a:rPr lang="en-MY" sz="1200" dirty="0"/>
              <a:t>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Introduce a </a:t>
            </a:r>
            <a:r>
              <a:rPr lang="en-MY" sz="1200" u="sng" dirty="0"/>
              <a:t>superior forecasting model</a:t>
            </a:r>
            <a:r>
              <a:rPr lang="en-MY" sz="1200" dirty="0"/>
              <a:t> that </a:t>
            </a:r>
            <a:r>
              <a:rPr lang="en-MY" sz="1200" u="sng" dirty="0"/>
              <a:t>outperforms</a:t>
            </a:r>
            <a:r>
              <a:rPr lang="en-MY" sz="1200" dirty="0"/>
              <a:t> existing SOTA baselines across </a:t>
            </a:r>
            <a:r>
              <a:rPr lang="en-MY" sz="1200" u="sng" dirty="0"/>
              <a:t>all lookback windows and MCO phases</a:t>
            </a:r>
            <a:r>
              <a:rPr lang="en-MY" sz="1200" dirty="0"/>
              <a:t>, accompanied by a </a:t>
            </a:r>
            <a:r>
              <a:rPr lang="en-MY" sz="1200" u="sng" dirty="0"/>
              <a:t>reduced feature variant</a:t>
            </a:r>
            <a:r>
              <a:rPr lang="en-MY" sz="1200" dirty="0"/>
              <a:t> according to SHAP-based feature importance ranking, to determine the effect of the removal of near-zero important spatial and temporal features toward ridership prediction.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Develop a </a:t>
            </a:r>
            <a:r>
              <a:rPr lang="en-MY" sz="1200" u="sng" dirty="0"/>
              <a:t>functional command-line interface (CLI) inference</a:t>
            </a:r>
            <a:r>
              <a:rPr lang="en-MY" sz="1200" dirty="0"/>
              <a:t> tool capable of predicting a </a:t>
            </a:r>
            <a:r>
              <a:rPr lang="en-MY" sz="1200" u="sng" dirty="0"/>
              <a:t>7-day ridership</a:t>
            </a:r>
            <a:r>
              <a:rPr lang="en-MY" sz="1200" dirty="0"/>
              <a:t> distribution horizon across </a:t>
            </a:r>
            <a:r>
              <a:rPr lang="en-MY" sz="1200" u="sng" dirty="0"/>
              <a:t>all 12 distinct transit networks</a:t>
            </a:r>
            <a:r>
              <a:rPr lang="en-MY" sz="1200" dirty="0"/>
              <a:t> utilizing historical distribution percentages using the proposed model.	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DD23-8447-B8D9-F842-025AC1354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Project Timeline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997EA1D-F9CA-6F67-64E9-56A602DA73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9031055"/>
              </p:ext>
            </p:extLst>
          </p:nvPr>
        </p:nvGraphicFramePr>
        <p:xfrm>
          <a:off x="289931" y="1048214"/>
          <a:ext cx="8452625" cy="34420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11444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645071"/>
            <a:ext cx="4554900" cy="2865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</TotalTime>
  <Words>3195</Words>
  <Application>Microsoft Office PowerPoint</Application>
  <PresentationFormat>On-screen Show (16:9)</PresentationFormat>
  <Paragraphs>409</Paragraphs>
  <Slides>44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6" baseType="lpstr">
      <vt:lpstr>Calibri</vt:lpstr>
      <vt:lpstr>Anaheim</vt:lpstr>
      <vt:lpstr>Hanken Grotesk</vt:lpstr>
      <vt:lpstr>Montserrat</vt:lpstr>
      <vt:lpstr>Montserrat SemiBold</vt:lpstr>
      <vt:lpstr>Montserrat ExtraBold</vt:lpstr>
      <vt:lpstr>PT Sans</vt:lpstr>
      <vt:lpstr>Bebas Neue</vt:lpstr>
      <vt:lpstr>Arial</vt:lpstr>
      <vt:lpstr>Raleway</vt:lpstr>
      <vt:lpstr>Nunito Light</vt:lpstr>
      <vt:lpstr>Metro Railway System Project Proposal by Slidesgo</vt:lpstr>
      <vt:lpstr>P1 – Mitigating Public Transit Unreliability in Malaysia through Deep Learning Analytics and Ridership Forecasting</vt:lpstr>
      <vt:lpstr>Contents of the Session</vt:lpstr>
      <vt:lpstr>Research Background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Research Questions &amp; Objectives</vt:lpstr>
      <vt:lpstr>PowerPoint Presentation</vt:lpstr>
      <vt:lpstr>Research Scope</vt:lpstr>
      <vt:lpstr>PowerPoint Presentation</vt:lpstr>
      <vt:lpstr>How I Execute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&amp; Evaluation</vt:lpstr>
      <vt:lpstr>Baseline LSTM</vt:lpstr>
      <vt:lpstr>75% Combined Accuracy (CA) + 0.7 R2</vt:lpstr>
      <vt:lpstr>PowerPoint Presentation</vt:lpstr>
      <vt:lpstr>Comparatives &amp; Proposed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Selection Chronologically</vt:lpstr>
      <vt:lpstr>What I Contribute</vt:lpstr>
      <vt:lpstr>Expected Outcomes</vt:lpstr>
      <vt:lpstr>Project Timeline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23</cp:revision>
  <dcterms:modified xsi:type="dcterms:W3CDTF">2026-07-22T05:50:10Z</dcterms:modified>
</cp:coreProperties>
</file>