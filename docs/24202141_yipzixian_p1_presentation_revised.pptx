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3"/>
  </p:notesMasterIdLst>
  <p:sldIdLst>
    <p:sldId id="256" r:id="rId2"/>
    <p:sldId id="259" r:id="rId3"/>
    <p:sldId id="258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14" r:id="rId20"/>
    <p:sldId id="309" r:id="rId21"/>
    <p:sldId id="316" r:id="rId22"/>
    <p:sldId id="315" r:id="rId23"/>
    <p:sldId id="317" r:id="rId24"/>
    <p:sldId id="318" r:id="rId25"/>
    <p:sldId id="270" r:id="rId26"/>
    <p:sldId id="310" r:id="rId27"/>
    <p:sldId id="267" r:id="rId28"/>
    <p:sldId id="312" r:id="rId29"/>
    <p:sldId id="311" r:id="rId30"/>
    <p:sldId id="269" r:id="rId31"/>
    <p:sldId id="275" r:id="rId32"/>
  </p:sldIdLst>
  <p:sldSz cx="9144000" cy="5143500" type="screen16x9"/>
  <p:notesSz cx="6858000" cy="9144000"/>
  <p:embeddedFontLst>
    <p:embeddedFont>
      <p:font typeface="Anaheim" panose="020B0604020202020204" charset="0"/>
      <p:regular r:id="rId34"/>
      <p:bold r:id="rId35"/>
    </p:embeddedFont>
    <p:embeddedFont>
      <p:font typeface="Bebas Neue" panose="020B0606020202050201" pitchFamily="34" charset="0"/>
      <p:regular r:id="rId36"/>
    </p:embeddedFont>
    <p:embeddedFont>
      <p:font typeface="Hanken Grotesk" panose="020B0604020202020204" charset="0"/>
      <p:regular r:id="rId37"/>
      <p:bold r:id="rId38"/>
      <p:italic r:id="rId39"/>
      <p:boldItalic r:id="rId40"/>
    </p:embeddedFont>
    <p:embeddedFont>
      <p:font typeface="Montserrat" panose="00000500000000000000" pitchFamily="2" charset="0"/>
      <p:regular r:id="rId41"/>
      <p:bold r:id="rId42"/>
      <p:italic r:id="rId43"/>
      <p:boldItalic r:id="rId44"/>
    </p:embeddedFont>
    <p:embeddedFont>
      <p:font typeface="Montserrat ExtraBold" panose="00000900000000000000" pitchFamily="2" charset="0"/>
      <p:bold r:id="rId45"/>
      <p:boldItalic r:id="rId46"/>
    </p:embeddedFont>
    <p:embeddedFont>
      <p:font typeface="Montserrat SemiBold" panose="00000700000000000000" pitchFamily="2" charset="0"/>
      <p:regular r:id="rId47"/>
      <p:bold r:id="rId48"/>
      <p:italic r:id="rId49"/>
      <p:boldItalic r:id="rId50"/>
    </p:embeddedFont>
    <p:embeddedFont>
      <p:font typeface="Nunito Light" pitchFamily="2" charset="0"/>
      <p:regular r:id="rId51"/>
      <p:italic r:id="rId52"/>
    </p:embeddedFont>
    <p:embeddedFont>
      <p:font typeface="PT Sans" panose="020B0503020203020204" pitchFamily="34" charset="0"/>
      <p:regular r:id="rId53"/>
      <p:bold r:id="rId54"/>
      <p:italic r:id="rId55"/>
      <p:boldItalic r:id="rId56"/>
    </p:embeddedFont>
    <p:embeddedFont>
      <p:font typeface="Raleway" pitchFamily="2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134" autoAdjust="0"/>
    <p:restoredTop sz="94660"/>
  </p:normalViewPr>
  <p:slideViewPr>
    <p:cSldViewPr snapToGrid="0">
      <p:cViewPr varScale="1">
        <p:scale>
          <a:sx n="72" d="100"/>
          <a:sy n="72" d="100"/>
        </p:scale>
        <p:origin x="53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font" Target="fonts/font17.fntdata"/><Relationship Id="rId55" Type="http://schemas.openxmlformats.org/officeDocument/2006/relationships/font" Target="fonts/font22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3" Type="http://schemas.openxmlformats.org/officeDocument/2006/relationships/font" Target="fonts/font20.fntdata"/><Relationship Id="rId58" Type="http://schemas.openxmlformats.org/officeDocument/2006/relationships/font" Target="fonts/font25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56" Type="http://schemas.openxmlformats.org/officeDocument/2006/relationships/font" Target="fonts/font23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59" Type="http://schemas.openxmlformats.org/officeDocument/2006/relationships/font" Target="fonts/font26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54" Type="http://schemas.openxmlformats.org/officeDocument/2006/relationships/font" Target="fonts/font21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Relationship Id="rId57" Type="http://schemas.openxmlformats.org/officeDocument/2006/relationships/font" Target="fonts/font2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font" Target="fonts/font19.fntdata"/><Relationship Id="rId60" Type="http://schemas.openxmlformats.org/officeDocument/2006/relationships/font" Target="fonts/font27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F84EF8-450D-8CC2-3B86-3BD9B0BA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009" y="2427572"/>
            <a:ext cx="3140552" cy="1018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Scoping Down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Malaysia’s transit management faces a critical bottleneck in accurately forecasting daily ridership due to complex, interrelated spatial and temporal factors.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Historical transit data in Malaysia are distorted by extreme anomalies that will introduce predictive bias and masks normal urban mobility patterns.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Lack of a robust, reliable forecasting model that can absorb the noisy data and focus on normal trends.</a:t>
            </a: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71685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and propose Hybrid Multi-scale Temporal Spatio-Feature (HMT-TSF) Forecaster that integrates Malaysia’s spatial and temporal data to estimate future ridership trends with a combined accuracy of 75% with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 of 0.7.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Scoping Down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7"/>
          <p:cNvSpPr txBox="1">
            <a:spLocks noGrp="1"/>
          </p:cNvSpPr>
          <p:nvPr>
            <p:ph type="subTitle" idx="13"/>
          </p:nvPr>
        </p:nvSpPr>
        <p:spPr>
          <a:xfrm>
            <a:off x="1019062" y="1238236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</a:t>
            </a:r>
            <a:endParaRPr dirty="0"/>
          </a:p>
        </p:txBody>
      </p: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pSp>
        <p:nvGrpSpPr>
          <p:cNvPr id="322" name="Google Shape;2120;p37">
            <a:extLst>
              <a:ext uri="{FF2B5EF4-FFF2-40B4-BE49-F238E27FC236}">
                <a16:creationId xmlns:a16="http://schemas.microsoft.com/office/drawing/2014/main" id="{01BF512D-562E-C71D-2553-B18A02F6B41B}"/>
              </a:ext>
            </a:extLst>
          </p:cNvPr>
          <p:cNvGrpSpPr/>
          <p:nvPr/>
        </p:nvGrpSpPr>
        <p:grpSpPr>
          <a:xfrm>
            <a:off x="519449" y="1149333"/>
            <a:ext cx="369712" cy="368594"/>
            <a:chOff x="544521" y="2453982"/>
            <a:chExt cx="369712" cy="368594"/>
          </a:xfrm>
        </p:grpSpPr>
        <p:sp>
          <p:nvSpPr>
            <p:cNvPr id="323" name="Google Shape;2121;p37">
              <a:extLst>
                <a:ext uri="{FF2B5EF4-FFF2-40B4-BE49-F238E27FC236}">
                  <a16:creationId xmlns:a16="http://schemas.microsoft.com/office/drawing/2014/main" id="{D09A634A-9FD1-DB9F-D32D-896B0D461EE9}"/>
                </a:ext>
              </a:extLst>
            </p:cNvPr>
            <p:cNvSpPr/>
            <p:nvPr/>
          </p:nvSpPr>
          <p:spPr>
            <a:xfrm>
              <a:off x="544521" y="2453982"/>
              <a:ext cx="139891" cy="368593"/>
            </a:xfrm>
            <a:custGeom>
              <a:avLst/>
              <a:gdLst/>
              <a:ahLst/>
              <a:cxnLst/>
              <a:rect l="l" t="t" r="r" b="b"/>
              <a:pathLst>
                <a:path w="53" h="140" extrusionOk="0">
                  <a:moveTo>
                    <a:pt x="49" y="49"/>
                  </a:moveTo>
                  <a:cubicBezTo>
                    <a:pt x="16" y="140"/>
                    <a:pt x="16" y="140"/>
                    <a:pt x="16" y="1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36"/>
                    <a:pt x="0" y="4"/>
                    <a:pt x="0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53" y="23"/>
                    <a:pt x="53" y="23"/>
                    <a:pt x="53" y="23"/>
                  </a:cubicBezTo>
                  <a:lnTo>
                    <a:pt x="49" y="4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2122;p37">
              <a:extLst>
                <a:ext uri="{FF2B5EF4-FFF2-40B4-BE49-F238E27FC236}">
                  <a16:creationId xmlns:a16="http://schemas.microsoft.com/office/drawing/2014/main" id="{85C16202-AF38-8176-636B-0914B378CC87}"/>
                </a:ext>
              </a:extLst>
            </p:cNvPr>
            <p:cNvSpPr/>
            <p:nvPr/>
          </p:nvSpPr>
          <p:spPr>
            <a:xfrm>
              <a:off x="674421" y="2453982"/>
              <a:ext cx="239813" cy="368593"/>
            </a:xfrm>
            <a:custGeom>
              <a:avLst/>
              <a:gdLst/>
              <a:ahLst/>
              <a:cxnLst/>
              <a:rect l="l" t="t" r="r" b="b"/>
              <a:pathLst>
                <a:path w="91" h="140" extrusionOk="0">
                  <a:moveTo>
                    <a:pt x="91" y="140"/>
                  </a:moveTo>
                  <a:cubicBezTo>
                    <a:pt x="89" y="140"/>
                    <a:pt x="34" y="140"/>
                    <a:pt x="33" y="140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ubicBezTo>
                    <a:pt x="91" y="74"/>
                    <a:pt x="91" y="74"/>
                    <a:pt x="91" y="74"/>
                  </a:cubicBezTo>
                  <a:cubicBezTo>
                    <a:pt x="87" y="95"/>
                    <a:pt x="87" y="95"/>
                    <a:pt x="87" y="95"/>
                  </a:cubicBezTo>
                  <a:cubicBezTo>
                    <a:pt x="91" y="115"/>
                    <a:pt x="91" y="115"/>
                    <a:pt x="91" y="115"/>
                  </a:cubicBezTo>
                  <a:lnTo>
                    <a:pt x="91" y="140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2123;p37">
              <a:extLst>
                <a:ext uri="{FF2B5EF4-FFF2-40B4-BE49-F238E27FC236}">
                  <a16:creationId xmlns:a16="http://schemas.microsoft.com/office/drawing/2014/main" id="{2986E138-A6BB-C35C-49C4-D8A138180A02}"/>
                </a:ext>
              </a:extLst>
            </p:cNvPr>
            <p:cNvSpPr/>
            <p:nvPr/>
          </p:nvSpPr>
          <p:spPr>
            <a:xfrm>
              <a:off x="586711" y="2496170"/>
              <a:ext cx="95481" cy="65503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33" y="25"/>
                  </a:moveTo>
                  <a:cubicBezTo>
                    <a:pt x="29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12"/>
                    <a:pt x="36" y="12"/>
                    <a:pt x="36" y="12"/>
                  </a:cubicBezTo>
                  <a:lnTo>
                    <a:pt x="33" y="2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2124;p37">
              <a:extLst>
                <a:ext uri="{FF2B5EF4-FFF2-40B4-BE49-F238E27FC236}">
                  <a16:creationId xmlns:a16="http://schemas.microsoft.com/office/drawing/2014/main" id="{1994079A-BBD4-128C-1942-5D8D263C0B4F}"/>
                </a:ext>
              </a:extLst>
            </p:cNvPr>
            <p:cNvSpPr/>
            <p:nvPr/>
          </p:nvSpPr>
          <p:spPr>
            <a:xfrm>
              <a:off x="674421" y="2496170"/>
              <a:ext cx="152104" cy="65503"/>
            </a:xfrm>
            <a:custGeom>
              <a:avLst/>
              <a:gdLst/>
              <a:ahLst/>
              <a:cxnLst/>
              <a:rect l="l" t="t" r="r" b="b"/>
              <a:pathLst>
                <a:path w="58" h="25" extrusionOk="0">
                  <a:moveTo>
                    <a:pt x="58" y="25"/>
                  </a:moveTo>
                  <a:cubicBezTo>
                    <a:pt x="55" y="25"/>
                    <a:pt x="3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58" y="0"/>
                    <a:pt x="58" y="0"/>
                    <a:pt x="58" y="0"/>
                  </a:cubicBezTo>
                  <a:lnTo>
                    <a:pt x="58" y="25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" name="Google Shape;2125;p37">
              <a:extLst>
                <a:ext uri="{FF2B5EF4-FFF2-40B4-BE49-F238E27FC236}">
                  <a16:creationId xmlns:a16="http://schemas.microsoft.com/office/drawing/2014/main" id="{7A463CEE-A36F-0443-19C2-02397F5FBF52}"/>
                </a:ext>
              </a:extLst>
            </p:cNvPr>
            <p:cNvSpPr/>
            <p:nvPr/>
          </p:nvSpPr>
          <p:spPr>
            <a:xfrm>
              <a:off x="847619" y="2649381"/>
              <a:ext cx="66600" cy="1077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2126;p37">
              <a:extLst>
                <a:ext uri="{FF2B5EF4-FFF2-40B4-BE49-F238E27FC236}">
                  <a16:creationId xmlns:a16="http://schemas.microsoft.com/office/drawing/2014/main" id="{EB5DF421-BEDA-E95F-BA3D-3FC10D01B4A0}"/>
                </a:ext>
              </a:extLst>
            </p:cNvPr>
            <p:cNvSpPr/>
            <p:nvPr/>
          </p:nvSpPr>
          <p:spPr>
            <a:xfrm>
              <a:off x="868713" y="2670475"/>
              <a:ext cx="24300" cy="213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2127;p37">
              <a:extLst>
                <a:ext uri="{FF2B5EF4-FFF2-40B4-BE49-F238E27FC236}">
                  <a16:creationId xmlns:a16="http://schemas.microsoft.com/office/drawing/2014/main" id="{396B65D5-81E4-AA11-E389-D5841EB4AE80}"/>
                </a:ext>
              </a:extLst>
            </p:cNvPr>
            <p:cNvSpPr/>
            <p:nvPr/>
          </p:nvSpPr>
          <p:spPr>
            <a:xfrm>
              <a:off x="868713" y="2714883"/>
              <a:ext cx="243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2128;p37">
              <a:extLst>
                <a:ext uri="{FF2B5EF4-FFF2-40B4-BE49-F238E27FC236}">
                  <a16:creationId xmlns:a16="http://schemas.microsoft.com/office/drawing/2014/main" id="{B1D30AC8-5475-56A4-8DCA-409BCB350348}"/>
                </a:ext>
              </a:extLst>
            </p:cNvPr>
            <p:cNvSpPr/>
            <p:nvPr/>
          </p:nvSpPr>
          <p:spPr>
            <a:xfrm>
              <a:off x="611136" y="2517264"/>
              <a:ext cx="21300" cy="234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2129;p37">
              <a:extLst>
                <a:ext uri="{FF2B5EF4-FFF2-40B4-BE49-F238E27FC236}">
                  <a16:creationId xmlns:a16="http://schemas.microsoft.com/office/drawing/2014/main" id="{B61AF6B4-8858-6E1C-9144-3C1F4DABA5AB}"/>
                </a:ext>
              </a:extLst>
            </p:cNvPr>
            <p:cNvSpPr/>
            <p:nvPr/>
          </p:nvSpPr>
          <p:spPr>
            <a:xfrm>
              <a:off x="653326" y="2517264"/>
              <a:ext cx="21300" cy="234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2130;p37">
              <a:extLst>
                <a:ext uri="{FF2B5EF4-FFF2-40B4-BE49-F238E27FC236}">
                  <a16:creationId xmlns:a16="http://schemas.microsoft.com/office/drawing/2014/main" id="{5C9B1B5F-5804-9E13-3183-08505230D226}"/>
                </a:ext>
              </a:extLst>
            </p:cNvPr>
            <p:cNvSpPr/>
            <p:nvPr/>
          </p:nvSpPr>
          <p:spPr>
            <a:xfrm>
              <a:off x="695515" y="2517264"/>
              <a:ext cx="23400" cy="234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3" name="Google Shape;2131;p37">
              <a:extLst>
                <a:ext uri="{FF2B5EF4-FFF2-40B4-BE49-F238E27FC236}">
                  <a16:creationId xmlns:a16="http://schemas.microsoft.com/office/drawing/2014/main" id="{A970EA47-B500-C175-799E-20ABF84D0E61}"/>
                </a:ext>
              </a:extLst>
            </p:cNvPr>
            <p:cNvSpPr/>
            <p:nvPr/>
          </p:nvSpPr>
          <p:spPr>
            <a:xfrm>
              <a:off x="739925" y="2517264"/>
              <a:ext cx="21300" cy="234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2132;p37">
              <a:extLst>
                <a:ext uri="{FF2B5EF4-FFF2-40B4-BE49-F238E27FC236}">
                  <a16:creationId xmlns:a16="http://schemas.microsoft.com/office/drawing/2014/main" id="{437F1873-C5B2-D6C3-9A58-8EF31D29190C}"/>
                </a:ext>
              </a:extLst>
            </p:cNvPr>
            <p:cNvSpPr/>
            <p:nvPr/>
          </p:nvSpPr>
          <p:spPr>
            <a:xfrm>
              <a:off x="784335" y="2517264"/>
              <a:ext cx="21300" cy="234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5" name="Google Shape;2133;p37">
              <a:extLst>
                <a:ext uri="{FF2B5EF4-FFF2-40B4-BE49-F238E27FC236}">
                  <a16:creationId xmlns:a16="http://schemas.microsoft.com/office/drawing/2014/main" id="{978F1A67-1FE4-DCD0-5DC7-8963F1EE165D}"/>
                </a:ext>
              </a:extLst>
            </p:cNvPr>
            <p:cNvSpPr/>
            <p:nvPr/>
          </p:nvSpPr>
          <p:spPr>
            <a:xfrm>
              <a:off x="586711" y="2582767"/>
              <a:ext cx="84379" cy="239808"/>
            </a:xfrm>
            <a:custGeom>
              <a:avLst/>
              <a:gdLst/>
              <a:ahLst/>
              <a:cxnLst/>
              <a:rect l="l" t="t" r="r" b="b"/>
              <a:pathLst>
                <a:path w="32" h="91" extrusionOk="0">
                  <a:moveTo>
                    <a:pt x="29" y="91"/>
                  </a:moveTo>
                  <a:cubicBezTo>
                    <a:pt x="21" y="91"/>
                    <a:pt x="5" y="91"/>
                    <a:pt x="0" y="9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2" y="46"/>
                    <a:pt x="32" y="46"/>
                    <a:pt x="32" y="46"/>
                  </a:cubicBezTo>
                  <a:lnTo>
                    <a:pt x="29" y="91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6" name="Google Shape;2134;p37">
              <a:extLst>
                <a:ext uri="{FF2B5EF4-FFF2-40B4-BE49-F238E27FC236}">
                  <a16:creationId xmlns:a16="http://schemas.microsoft.com/office/drawing/2014/main" id="{46AAB648-7B51-F14C-7B34-221AA676C7EC}"/>
                </a:ext>
              </a:extLst>
            </p:cNvPr>
            <p:cNvSpPr/>
            <p:nvPr/>
          </p:nvSpPr>
          <p:spPr>
            <a:xfrm>
              <a:off x="678862" y="2582767"/>
              <a:ext cx="82158" cy="239808"/>
            </a:xfrm>
            <a:custGeom>
              <a:avLst/>
              <a:gdLst/>
              <a:ahLst/>
              <a:cxnLst/>
              <a:rect l="l" t="t" r="r" b="b"/>
              <a:pathLst>
                <a:path w="31" h="91" extrusionOk="0">
                  <a:moveTo>
                    <a:pt x="31" y="91"/>
                  </a:moveTo>
                  <a:cubicBezTo>
                    <a:pt x="24" y="91"/>
                    <a:pt x="7" y="91"/>
                    <a:pt x="3" y="91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1" y="0"/>
                    <a:pt x="31" y="0"/>
                    <a:pt x="31" y="0"/>
                  </a:cubicBezTo>
                  <a:lnTo>
                    <a:pt x="31" y="91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2135;p37">
              <a:extLst>
                <a:ext uri="{FF2B5EF4-FFF2-40B4-BE49-F238E27FC236}">
                  <a16:creationId xmlns:a16="http://schemas.microsoft.com/office/drawing/2014/main" id="{29BC2476-7154-6401-4002-79ECBC0CE143}"/>
                </a:ext>
              </a:extLst>
            </p:cNvPr>
            <p:cNvSpPr/>
            <p:nvPr/>
          </p:nvSpPr>
          <p:spPr>
            <a:xfrm>
              <a:off x="663318" y="2582767"/>
              <a:ext cx="18875" cy="239808"/>
            </a:xfrm>
            <a:custGeom>
              <a:avLst/>
              <a:gdLst/>
              <a:ahLst/>
              <a:cxnLst/>
              <a:rect l="l" t="t" r="r" b="b"/>
              <a:pathLst>
                <a:path w="7" h="91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7" y="46"/>
                    <a:pt x="7" y="46"/>
                    <a:pt x="7" y="46"/>
                  </a:cubicBezTo>
                  <a:cubicBezTo>
                    <a:pt x="4" y="91"/>
                    <a:pt x="4" y="91"/>
                    <a:pt x="4" y="91"/>
                  </a:cubicBezTo>
                  <a:cubicBezTo>
                    <a:pt x="2" y="91"/>
                    <a:pt x="3" y="91"/>
                    <a:pt x="0" y="91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2136;p37">
              <a:extLst>
                <a:ext uri="{FF2B5EF4-FFF2-40B4-BE49-F238E27FC236}">
                  <a16:creationId xmlns:a16="http://schemas.microsoft.com/office/drawing/2014/main" id="{F381BA98-D9D6-5D49-2879-B8A6F33124EB}"/>
                </a:ext>
              </a:extLst>
            </p:cNvPr>
            <p:cNvSpPr/>
            <p:nvPr/>
          </p:nvSpPr>
          <p:spPr>
            <a:xfrm>
              <a:off x="674421" y="2582767"/>
              <a:ext cx="9993" cy="239808"/>
            </a:xfrm>
            <a:custGeom>
              <a:avLst/>
              <a:gdLst/>
              <a:ahLst/>
              <a:cxnLst/>
              <a:rect l="l" t="t" r="r" b="b"/>
              <a:pathLst>
                <a:path w="4" h="91" extrusionOk="0">
                  <a:moveTo>
                    <a:pt x="4" y="91"/>
                  </a:moveTo>
                  <a:cubicBezTo>
                    <a:pt x="3" y="91"/>
                    <a:pt x="2" y="91"/>
                    <a:pt x="0" y="9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4" y="0"/>
                    <a:pt x="4" y="0"/>
                  </a:cubicBezTo>
                  <a:lnTo>
                    <a:pt x="4" y="91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Google Shape;2137;p37">
            <a:extLst>
              <a:ext uri="{FF2B5EF4-FFF2-40B4-BE49-F238E27FC236}">
                <a16:creationId xmlns:a16="http://schemas.microsoft.com/office/drawing/2014/main" id="{E68E4A23-68F9-4717-132A-6547B8797F68}"/>
              </a:ext>
            </a:extLst>
          </p:cNvPr>
          <p:cNvGrpSpPr/>
          <p:nvPr/>
        </p:nvGrpSpPr>
        <p:grpSpPr>
          <a:xfrm>
            <a:off x="529862" y="1746827"/>
            <a:ext cx="368602" cy="368594"/>
            <a:chOff x="7264899" y="2280487"/>
            <a:chExt cx="368602" cy="368594"/>
          </a:xfrm>
        </p:grpSpPr>
        <p:sp>
          <p:nvSpPr>
            <p:cNvPr id="389" name="Google Shape;2138;p37">
              <a:extLst>
                <a:ext uri="{FF2B5EF4-FFF2-40B4-BE49-F238E27FC236}">
                  <a16:creationId xmlns:a16="http://schemas.microsoft.com/office/drawing/2014/main" id="{7232F931-7B60-1405-FA4E-9BBB942EA7CA}"/>
                </a:ext>
              </a:extLst>
            </p:cNvPr>
            <p:cNvSpPr/>
            <p:nvPr/>
          </p:nvSpPr>
          <p:spPr>
            <a:xfrm>
              <a:off x="7589091" y="2357093"/>
              <a:ext cx="17764" cy="107692"/>
            </a:xfrm>
            <a:custGeom>
              <a:avLst/>
              <a:gdLst/>
              <a:ahLst/>
              <a:cxnLst/>
              <a:rect l="l" t="t" r="r" b="b"/>
              <a:pathLst>
                <a:path w="7" h="41" extrusionOk="0">
                  <a:moveTo>
                    <a:pt x="5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7" y="20"/>
                    <a:pt x="7" y="20"/>
                    <a:pt x="7" y="20"/>
                  </a:cubicBezTo>
                  <a:lnTo>
                    <a:pt x="5" y="37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2139;p37">
              <a:extLst>
                <a:ext uri="{FF2B5EF4-FFF2-40B4-BE49-F238E27FC236}">
                  <a16:creationId xmlns:a16="http://schemas.microsoft.com/office/drawing/2014/main" id="{4F9D147F-BA3E-3762-0E4A-11FED48C42E9}"/>
                </a:ext>
              </a:extLst>
            </p:cNvPr>
            <p:cNvSpPr/>
            <p:nvPr/>
          </p:nvSpPr>
          <p:spPr>
            <a:xfrm>
              <a:off x="7567996" y="2432887"/>
              <a:ext cx="44410" cy="31086"/>
            </a:xfrm>
            <a:custGeom>
              <a:avLst/>
              <a:gdLst/>
              <a:ahLst/>
              <a:cxnLst/>
              <a:rect l="l" t="t" r="r" b="b"/>
              <a:pathLst>
                <a:path w="17" h="12" extrusionOk="0">
                  <a:moveTo>
                    <a:pt x="13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7" y="4"/>
                    <a:pt x="17" y="4"/>
                    <a:pt x="17" y="4"/>
                  </a:cubicBezTo>
                  <a:lnTo>
                    <a:pt x="13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2140;p37">
              <a:extLst>
                <a:ext uri="{FF2B5EF4-FFF2-40B4-BE49-F238E27FC236}">
                  <a16:creationId xmlns:a16="http://schemas.microsoft.com/office/drawing/2014/main" id="{7C06FCA4-96B6-C291-8A79-706C25E3DE4D}"/>
                </a:ext>
              </a:extLst>
            </p:cNvPr>
            <p:cNvSpPr/>
            <p:nvPr/>
          </p:nvSpPr>
          <p:spPr>
            <a:xfrm>
              <a:off x="7602414" y="2432887"/>
              <a:ext cx="31087" cy="31086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2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2141;p37">
              <a:extLst>
                <a:ext uri="{FF2B5EF4-FFF2-40B4-BE49-F238E27FC236}">
                  <a16:creationId xmlns:a16="http://schemas.microsoft.com/office/drawing/2014/main" id="{C685075F-CC0B-248C-8204-21350D123623}"/>
                </a:ext>
              </a:extLst>
            </p:cNvPr>
            <p:cNvSpPr/>
            <p:nvPr/>
          </p:nvSpPr>
          <p:spPr>
            <a:xfrm>
              <a:off x="7602414" y="2357093"/>
              <a:ext cx="9993" cy="107692"/>
            </a:xfrm>
            <a:custGeom>
              <a:avLst/>
              <a:gdLst/>
              <a:ahLst/>
              <a:cxnLst/>
              <a:rect l="l" t="t" r="r" b="b"/>
              <a:pathLst>
                <a:path w="4" h="41" extrusionOk="0">
                  <a:moveTo>
                    <a:pt x="4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4" y="37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2142;p37">
              <a:extLst>
                <a:ext uri="{FF2B5EF4-FFF2-40B4-BE49-F238E27FC236}">
                  <a16:creationId xmlns:a16="http://schemas.microsoft.com/office/drawing/2014/main" id="{492D64E4-B27B-AEF5-6F2D-914D3BC59428}"/>
                </a:ext>
              </a:extLst>
            </p:cNvPr>
            <p:cNvSpPr/>
            <p:nvPr/>
          </p:nvSpPr>
          <p:spPr>
            <a:xfrm>
              <a:off x="7567996" y="2301582"/>
              <a:ext cx="44410" cy="65503"/>
            </a:xfrm>
            <a:custGeom>
              <a:avLst/>
              <a:gdLst/>
              <a:ahLst/>
              <a:cxnLst/>
              <a:rect l="l" t="t" r="r" b="b"/>
              <a:pathLst>
                <a:path w="17" h="25" extrusionOk="0">
                  <a:moveTo>
                    <a:pt x="13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7" y="13"/>
                    <a:pt x="17" y="13"/>
                    <a:pt x="17" y="13"/>
                  </a:cubicBezTo>
                  <a:lnTo>
                    <a:pt x="13" y="2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2143;p37">
              <a:extLst>
                <a:ext uri="{FF2B5EF4-FFF2-40B4-BE49-F238E27FC236}">
                  <a16:creationId xmlns:a16="http://schemas.microsoft.com/office/drawing/2014/main" id="{4C3B298A-45FD-1363-D0C6-698CE051906C}"/>
                </a:ext>
              </a:extLst>
            </p:cNvPr>
            <p:cNvSpPr/>
            <p:nvPr/>
          </p:nvSpPr>
          <p:spPr>
            <a:xfrm>
              <a:off x="7602414" y="2301582"/>
              <a:ext cx="31087" cy="65503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25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2144;p37">
              <a:extLst>
                <a:ext uri="{FF2B5EF4-FFF2-40B4-BE49-F238E27FC236}">
                  <a16:creationId xmlns:a16="http://schemas.microsoft.com/office/drawing/2014/main" id="{0F758738-8EB8-F426-4A6F-D604563D37A5}"/>
                </a:ext>
              </a:extLst>
            </p:cNvPr>
            <p:cNvSpPr/>
            <p:nvPr/>
          </p:nvSpPr>
          <p:spPr>
            <a:xfrm>
              <a:off x="7285994" y="2357093"/>
              <a:ext cx="15543" cy="107692"/>
            </a:xfrm>
            <a:custGeom>
              <a:avLst/>
              <a:gdLst/>
              <a:ahLst/>
              <a:cxnLst/>
              <a:rect l="l" t="t" r="r" b="b"/>
              <a:pathLst>
                <a:path w="6" h="41" extrusionOk="0">
                  <a:moveTo>
                    <a:pt x="4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6" y="20"/>
                    <a:pt x="6" y="20"/>
                    <a:pt x="6" y="20"/>
                  </a:cubicBezTo>
                  <a:lnTo>
                    <a:pt x="4" y="37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2145;p37">
              <a:extLst>
                <a:ext uri="{FF2B5EF4-FFF2-40B4-BE49-F238E27FC236}">
                  <a16:creationId xmlns:a16="http://schemas.microsoft.com/office/drawing/2014/main" id="{CC3B810F-CCE3-73D9-8212-7803F940C4D5}"/>
                </a:ext>
              </a:extLst>
            </p:cNvPr>
            <p:cNvSpPr/>
            <p:nvPr/>
          </p:nvSpPr>
          <p:spPr>
            <a:xfrm>
              <a:off x="7264899" y="2432887"/>
              <a:ext cx="42189" cy="31086"/>
            </a:xfrm>
            <a:custGeom>
              <a:avLst/>
              <a:gdLst/>
              <a:ahLst/>
              <a:cxnLst/>
              <a:rect l="l" t="t" r="r" b="b"/>
              <a:pathLst>
                <a:path w="16" h="12" extrusionOk="0">
                  <a:moveTo>
                    <a:pt x="12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6" y="4"/>
                    <a:pt x="16" y="4"/>
                    <a:pt x="16" y="4"/>
                  </a:cubicBezTo>
                  <a:lnTo>
                    <a:pt x="12" y="8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" name="Google Shape;2146;p37">
              <a:extLst>
                <a:ext uri="{FF2B5EF4-FFF2-40B4-BE49-F238E27FC236}">
                  <a16:creationId xmlns:a16="http://schemas.microsoft.com/office/drawing/2014/main" id="{E8A1BBAE-21F9-EC71-8644-55E5AA5094C3}"/>
                </a:ext>
              </a:extLst>
            </p:cNvPr>
            <p:cNvSpPr/>
            <p:nvPr/>
          </p:nvSpPr>
          <p:spPr>
            <a:xfrm>
              <a:off x="7295986" y="2432887"/>
              <a:ext cx="32198" cy="31086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2" y="8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2" y="8"/>
                    <a:pt x="12" y="8"/>
                    <a:pt x="12" y="8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2147;p37">
              <a:extLst>
                <a:ext uri="{FF2B5EF4-FFF2-40B4-BE49-F238E27FC236}">
                  <a16:creationId xmlns:a16="http://schemas.microsoft.com/office/drawing/2014/main" id="{71A72024-FFA8-63F8-92A7-298E5CA94BCA}"/>
                </a:ext>
              </a:extLst>
            </p:cNvPr>
            <p:cNvSpPr/>
            <p:nvPr/>
          </p:nvSpPr>
          <p:spPr>
            <a:xfrm>
              <a:off x="7295986" y="2357093"/>
              <a:ext cx="11102" cy="107692"/>
            </a:xfrm>
            <a:custGeom>
              <a:avLst/>
              <a:gdLst/>
              <a:ahLst/>
              <a:cxnLst/>
              <a:rect l="l" t="t" r="r" b="b"/>
              <a:pathLst>
                <a:path w="4" h="41" extrusionOk="0">
                  <a:moveTo>
                    <a:pt x="4" y="37"/>
                  </a:moveTo>
                  <a:cubicBezTo>
                    <a:pt x="2" y="41"/>
                    <a:pt x="2" y="41"/>
                    <a:pt x="2" y="41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33"/>
                    <a:pt x="0" y="8"/>
                    <a:pt x="0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4" y="37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" name="Google Shape;2148;p37">
              <a:extLst>
                <a:ext uri="{FF2B5EF4-FFF2-40B4-BE49-F238E27FC236}">
                  <a16:creationId xmlns:a16="http://schemas.microsoft.com/office/drawing/2014/main" id="{E9FBD796-88C2-CED0-9BF6-2D3EBE614DAD}"/>
                </a:ext>
              </a:extLst>
            </p:cNvPr>
            <p:cNvSpPr/>
            <p:nvPr/>
          </p:nvSpPr>
          <p:spPr>
            <a:xfrm>
              <a:off x="7264899" y="2301582"/>
              <a:ext cx="42189" cy="65503"/>
            </a:xfrm>
            <a:custGeom>
              <a:avLst/>
              <a:gdLst/>
              <a:ahLst/>
              <a:cxnLst/>
              <a:rect l="l" t="t" r="r" b="b"/>
              <a:pathLst>
                <a:path w="16" h="25" extrusionOk="0">
                  <a:moveTo>
                    <a:pt x="12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6" y="13"/>
                    <a:pt x="16" y="13"/>
                    <a:pt x="16" y="13"/>
                  </a:cubicBezTo>
                  <a:lnTo>
                    <a:pt x="12" y="25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2149;p37">
              <a:extLst>
                <a:ext uri="{FF2B5EF4-FFF2-40B4-BE49-F238E27FC236}">
                  <a16:creationId xmlns:a16="http://schemas.microsoft.com/office/drawing/2014/main" id="{164FAE22-D567-AE03-7098-0B7A7306CB71}"/>
                </a:ext>
              </a:extLst>
            </p:cNvPr>
            <p:cNvSpPr/>
            <p:nvPr/>
          </p:nvSpPr>
          <p:spPr>
            <a:xfrm>
              <a:off x="7295986" y="2301582"/>
              <a:ext cx="32198" cy="65503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25"/>
                  </a:moveTo>
                  <a:cubicBezTo>
                    <a:pt x="8" y="25"/>
                    <a:pt x="4" y="25"/>
                    <a:pt x="0" y="25"/>
                  </a:cubicBezTo>
                  <a:cubicBezTo>
                    <a:pt x="0" y="22"/>
                    <a:pt x="0" y="3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2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" name="Google Shape;2150;p37">
              <a:extLst>
                <a:ext uri="{FF2B5EF4-FFF2-40B4-BE49-F238E27FC236}">
                  <a16:creationId xmlns:a16="http://schemas.microsoft.com/office/drawing/2014/main" id="{AC076DAE-446C-5999-3739-3171BDA51557}"/>
                </a:ext>
              </a:extLst>
            </p:cNvPr>
            <p:cNvSpPr/>
            <p:nvPr/>
          </p:nvSpPr>
          <p:spPr>
            <a:xfrm>
              <a:off x="7439208" y="2424816"/>
              <a:ext cx="15543" cy="34417"/>
            </a:xfrm>
            <a:custGeom>
              <a:avLst/>
              <a:gdLst/>
              <a:ahLst/>
              <a:cxnLst/>
              <a:rect l="l" t="t" r="r" b="b"/>
              <a:pathLst>
                <a:path w="14" h="31" extrusionOk="0">
                  <a:moveTo>
                    <a:pt x="0" y="5"/>
                  </a:moveTo>
                  <a:lnTo>
                    <a:pt x="0" y="26"/>
                  </a:lnTo>
                  <a:lnTo>
                    <a:pt x="4" y="31"/>
                  </a:lnTo>
                  <a:lnTo>
                    <a:pt x="9" y="26"/>
                  </a:lnTo>
                  <a:lnTo>
                    <a:pt x="14" y="17"/>
                  </a:lnTo>
                  <a:lnTo>
                    <a:pt x="9" y="7"/>
                  </a:lnTo>
                  <a:lnTo>
                    <a:pt x="4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2151;p37">
              <a:extLst>
                <a:ext uri="{FF2B5EF4-FFF2-40B4-BE49-F238E27FC236}">
                  <a16:creationId xmlns:a16="http://schemas.microsoft.com/office/drawing/2014/main" id="{54535DFD-4ACE-862E-2D08-9AD0D20F5BE2}"/>
                </a:ext>
              </a:extLst>
            </p:cNvPr>
            <p:cNvSpPr/>
            <p:nvPr/>
          </p:nvSpPr>
          <p:spPr>
            <a:xfrm>
              <a:off x="7449200" y="2424816"/>
              <a:ext cx="11102" cy="34417"/>
            </a:xfrm>
            <a:custGeom>
              <a:avLst/>
              <a:gdLst/>
              <a:ahLst/>
              <a:cxnLst/>
              <a:rect l="l" t="t" r="r" b="b"/>
              <a:pathLst>
                <a:path w="4" h="13" extrusionOk="0">
                  <a:moveTo>
                    <a:pt x="4" y="2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4" y="8"/>
                    <a:pt x="4" y="5"/>
                    <a:pt x="4" y="2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3" name="Google Shape;2152;p37">
              <a:extLst>
                <a:ext uri="{FF2B5EF4-FFF2-40B4-BE49-F238E27FC236}">
                  <a16:creationId xmlns:a16="http://schemas.microsoft.com/office/drawing/2014/main" id="{5787A671-F42A-694F-6274-628DBF87B80B}"/>
                </a:ext>
              </a:extLst>
            </p:cNvPr>
            <p:cNvSpPr/>
            <p:nvPr/>
          </p:nvSpPr>
          <p:spPr>
            <a:xfrm>
              <a:off x="7264899" y="2453682"/>
              <a:ext cx="195403" cy="195399"/>
            </a:xfrm>
            <a:custGeom>
              <a:avLst/>
              <a:gdLst/>
              <a:ahLst/>
              <a:cxnLst/>
              <a:rect l="l" t="t" r="r" b="b"/>
              <a:pathLst>
                <a:path w="74" h="74" extrusionOk="0">
                  <a:moveTo>
                    <a:pt x="0" y="0"/>
                  </a:moveTo>
                  <a:cubicBezTo>
                    <a:pt x="0" y="74"/>
                    <a:pt x="0" y="74"/>
                    <a:pt x="0" y="74"/>
                  </a:cubicBezTo>
                  <a:cubicBezTo>
                    <a:pt x="70" y="74"/>
                    <a:pt x="70" y="74"/>
                    <a:pt x="70" y="74"/>
                  </a:cubicBezTo>
                  <a:cubicBezTo>
                    <a:pt x="74" y="37"/>
                    <a:pt x="74" y="37"/>
                    <a:pt x="74" y="37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68" y="0"/>
                    <a:pt x="2" y="0"/>
                    <a:pt x="0" y="0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2153;p37">
              <a:extLst>
                <a:ext uri="{FF2B5EF4-FFF2-40B4-BE49-F238E27FC236}">
                  <a16:creationId xmlns:a16="http://schemas.microsoft.com/office/drawing/2014/main" id="{D8F05A95-5359-92CB-3122-7C7FB995A033}"/>
                </a:ext>
              </a:extLst>
            </p:cNvPr>
            <p:cNvSpPr/>
            <p:nvPr/>
          </p:nvSpPr>
          <p:spPr>
            <a:xfrm>
              <a:off x="7449200" y="2453682"/>
              <a:ext cx="184301" cy="195399"/>
            </a:xfrm>
            <a:custGeom>
              <a:avLst/>
              <a:gdLst/>
              <a:ahLst/>
              <a:cxnLst/>
              <a:rect l="l" t="t" r="r" b="b"/>
              <a:pathLst>
                <a:path w="70" h="74" extrusionOk="0">
                  <a:moveTo>
                    <a:pt x="0" y="74"/>
                  </a:moveTo>
                  <a:cubicBezTo>
                    <a:pt x="70" y="74"/>
                    <a:pt x="70" y="74"/>
                    <a:pt x="70" y="74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68" y="0"/>
                    <a:pt x="2" y="0"/>
                    <a:pt x="0" y="0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2154;p37">
              <a:extLst>
                <a:ext uri="{FF2B5EF4-FFF2-40B4-BE49-F238E27FC236}">
                  <a16:creationId xmlns:a16="http://schemas.microsoft.com/office/drawing/2014/main" id="{17BAC7C5-1500-9E23-63BD-17F5C25B9F01}"/>
                </a:ext>
              </a:extLst>
            </p:cNvPr>
            <p:cNvSpPr/>
            <p:nvPr/>
          </p:nvSpPr>
          <p:spPr>
            <a:xfrm>
              <a:off x="7372593" y="2280487"/>
              <a:ext cx="84379" cy="152101"/>
            </a:xfrm>
            <a:custGeom>
              <a:avLst/>
              <a:gdLst/>
              <a:ahLst/>
              <a:cxnLst/>
              <a:rect l="l" t="t" r="r" b="b"/>
              <a:pathLst>
                <a:path w="32" h="58" extrusionOk="0">
                  <a:moveTo>
                    <a:pt x="0" y="29"/>
                  </a:moveTo>
                  <a:cubicBezTo>
                    <a:pt x="0" y="45"/>
                    <a:pt x="13" y="58"/>
                    <a:pt x="29" y="58"/>
                  </a:cubicBezTo>
                  <a:cubicBezTo>
                    <a:pt x="32" y="29"/>
                    <a:pt x="32" y="29"/>
                    <a:pt x="32" y="29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6" name="Google Shape;2155;p37">
              <a:extLst>
                <a:ext uri="{FF2B5EF4-FFF2-40B4-BE49-F238E27FC236}">
                  <a16:creationId xmlns:a16="http://schemas.microsoft.com/office/drawing/2014/main" id="{057427EC-E1C3-BBE3-1941-06AF2E81E5B1}"/>
                </a:ext>
              </a:extLst>
            </p:cNvPr>
            <p:cNvSpPr/>
            <p:nvPr/>
          </p:nvSpPr>
          <p:spPr>
            <a:xfrm>
              <a:off x="7449200" y="2280487"/>
              <a:ext cx="76607" cy="152101"/>
            </a:xfrm>
            <a:custGeom>
              <a:avLst/>
              <a:gdLst/>
              <a:ahLst/>
              <a:cxnLst/>
              <a:rect l="l" t="t" r="r" b="b"/>
              <a:pathLst>
                <a:path w="29" h="58" extrusionOk="0">
                  <a:moveTo>
                    <a:pt x="29" y="29"/>
                  </a:moveTo>
                  <a:cubicBezTo>
                    <a:pt x="29" y="13"/>
                    <a:pt x="16" y="0"/>
                    <a:pt x="0" y="0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16" y="58"/>
                    <a:pt x="29" y="45"/>
                    <a:pt x="29" y="29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2156;p37">
              <a:extLst>
                <a:ext uri="{FF2B5EF4-FFF2-40B4-BE49-F238E27FC236}">
                  <a16:creationId xmlns:a16="http://schemas.microsoft.com/office/drawing/2014/main" id="{2D5B2D51-2310-0B13-CE0A-68AFAA4D5D9D}"/>
                </a:ext>
              </a:extLst>
            </p:cNvPr>
            <p:cNvSpPr/>
            <p:nvPr/>
          </p:nvSpPr>
          <p:spPr>
            <a:xfrm>
              <a:off x="7393688" y="2301582"/>
              <a:ext cx="63284" cy="107692"/>
            </a:xfrm>
            <a:custGeom>
              <a:avLst/>
              <a:gdLst/>
              <a:ahLst/>
              <a:cxnLst/>
              <a:rect l="l" t="t" r="r" b="b"/>
              <a:pathLst>
                <a:path w="24" h="41" extrusionOk="0">
                  <a:moveTo>
                    <a:pt x="0" y="21"/>
                  </a:moveTo>
                  <a:cubicBezTo>
                    <a:pt x="0" y="32"/>
                    <a:pt x="9" y="41"/>
                    <a:pt x="21" y="4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1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2157;p37">
              <a:extLst>
                <a:ext uri="{FF2B5EF4-FFF2-40B4-BE49-F238E27FC236}">
                  <a16:creationId xmlns:a16="http://schemas.microsoft.com/office/drawing/2014/main" id="{6E9A3A3F-4F0A-D9E3-5290-7F391BA7A92D}"/>
                </a:ext>
              </a:extLst>
            </p:cNvPr>
            <p:cNvSpPr/>
            <p:nvPr/>
          </p:nvSpPr>
          <p:spPr>
            <a:xfrm>
              <a:off x="7449200" y="2301582"/>
              <a:ext cx="52182" cy="107692"/>
            </a:xfrm>
            <a:custGeom>
              <a:avLst/>
              <a:gdLst/>
              <a:ahLst/>
              <a:cxnLst/>
              <a:rect l="l" t="t" r="r" b="b"/>
              <a:pathLst>
                <a:path w="20" h="41" extrusionOk="0">
                  <a:moveTo>
                    <a:pt x="20" y="21"/>
                  </a:moveTo>
                  <a:cubicBezTo>
                    <a:pt x="20" y="9"/>
                    <a:pt x="11" y="0"/>
                    <a:pt x="0" y="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11" y="41"/>
                    <a:pt x="20" y="32"/>
                    <a:pt x="20" y="21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2158;p37">
              <a:extLst>
                <a:ext uri="{FF2B5EF4-FFF2-40B4-BE49-F238E27FC236}">
                  <a16:creationId xmlns:a16="http://schemas.microsoft.com/office/drawing/2014/main" id="{3F005C07-5595-219C-BD8B-FF90F1A0EC19}"/>
                </a:ext>
              </a:extLst>
            </p:cNvPr>
            <p:cNvSpPr/>
            <p:nvPr/>
          </p:nvSpPr>
          <p:spPr>
            <a:xfrm>
              <a:off x="7307089" y="2496981"/>
              <a:ext cx="153214" cy="107692"/>
            </a:xfrm>
            <a:custGeom>
              <a:avLst/>
              <a:gdLst/>
              <a:ahLst/>
              <a:cxnLst/>
              <a:rect l="l" t="t" r="r" b="b"/>
              <a:pathLst>
                <a:path w="58" h="41" extrusionOk="0">
                  <a:moveTo>
                    <a:pt x="0" y="0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8" y="21"/>
                    <a:pt x="58" y="21"/>
                    <a:pt x="58" y="21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49" y="0"/>
                    <a:pt x="7" y="0"/>
                    <a:pt x="0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" name="Google Shape;2159;p37">
              <a:extLst>
                <a:ext uri="{FF2B5EF4-FFF2-40B4-BE49-F238E27FC236}">
                  <a16:creationId xmlns:a16="http://schemas.microsoft.com/office/drawing/2014/main" id="{65364C78-972F-4ECD-F114-A05FB74D8BDB}"/>
                </a:ext>
              </a:extLst>
            </p:cNvPr>
            <p:cNvSpPr/>
            <p:nvPr/>
          </p:nvSpPr>
          <p:spPr>
            <a:xfrm>
              <a:off x="7449200" y="2496981"/>
              <a:ext cx="139891" cy="107692"/>
            </a:xfrm>
            <a:custGeom>
              <a:avLst/>
              <a:gdLst/>
              <a:ahLst/>
              <a:cxnLst/>
              <a:rect l="l" t="t" r="r" b="b"/>
              <a:pathLst>
                <a:path w="126" h="97" extrusionOk="0">
                  <a:moveTo>
                    <a:pt x="126" y="97"/>
                  </a:moveTo>
                  <a:lnTo>
                    <a:pt x="126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126" y="97"/>
                  </a:lnTo>
                  <a:lnTo>
                    <a:pt x="126" y="97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2160;p37">
              <a:extLst>
                <a:ext uri="{FF2B5EF4-FFF2-40B4-BE49-F238E27FC236}">
                  <a16:creationId xmlns:a16="http://schemas.microsoft.com/office/drawing/2014/main" id="{7BD66AB1-A79D-F7BB-0D73-0F452E5BAD63}"/>
                </a:ext>
              </a:extLst>
            </p:cNvPr>
            <p:cNvSpPr/>
            <p:nvPr/>
          </p:nvSpPr>
          <p:spPr>
            <a:xfrm>
              <a:off x="7414782" y="2520295"/>
              <a:ext cx="45520" cy="21095"/>
            </a:xfrm>
            <a:custGeom>
              <a:avLst/>
              <a:gdLst/>
              <a:ahLst/>
              <a:cxnLst/>
              <a:rect l="l" t="t" r="r" b="b"/>
              <a:pathLst>
                <a:path w="17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5" y="0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2161;p37">
              <a:extLst>
                <a:ext uri="{FF2B5EF4-FFF2-40B4-BE49-F238E27FC236}">
                  <a16:creationId xmlns:a16="http://schemas.microsoft.com/office/drawing/2014/main" id="{8558F36A-0642-4D4F-3542-EA6138A3D0BC}"/>
                </a:ext>
              </a:extLst>
            </p:cNvPr>
            <p:cNvSpPr/>
            <p:nvPr/>
          </p:nvSpPr>
          <p:spPr>
            <a:xfrm>
              <a:off x="7449200" y="2520295"/>
              <a:ext cx="312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2162;p37">
              <a:extLst>
                <a:ext uri="{FF2B5EF4-FFF2-40B4-BE49-F238E27FC236}">
                  <a16:creationId xmlns:a16="http://schemas.microsoft.com/office/drawing/2014/main" id="{189D6927-BF18-3BAC-7D42-36967301E794}"/>
                </a:ext>
              </a:extLst>
            </p:cNvPr>
            <p:cNvSpPr/>
            <p:nvPr/>
          </p:nvSpPr>
          <p:spPr>
            <a:xfrm>
              <a:off x="7330403" y="2520295"/>
              <a:ext cx="63284" cy="21095"/>
            </a:xfrm>
            <a:custGeom>
              <a:avLst/>
              <a:gdLst/>
              <a:ahLst/>
              <a:cxnLst/>
              <a:rect l="l" t="t" r="r" b="b"/>
              <a:pathLst>
                <a:path w="24" h="8" extrusionOk="0">
                  <a:moveTo>
                    <a:pt x="0" y="0"/>
                  </a:moveTo>
                  <a:cubicBezTo>
                    <a:pt x="24" y="0"/>
                    <a:pt x="24" y="0"/>
                    <a:pt x="24" y="0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1" y="8"/>
                    <a:pt x="3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2163;p37">
              <a:extLst>
                <a:ext uri="{FF2B5EF4-FFF2-40B4-BE49-F238E27FC236}">
                  <a16:creationId xmlns:a16="http://schemas.microsoft.com/office/drawing/2014/main" id="{2BD57FAF-E857-5C55-184C-9919F66FD97D}"/>
                </a:ext>
              </a:extLst>
            </p:cNvPr>
            <p:cNvSpPr/>
            <p:nvPr/>
          </p:nvSpPr>
          <p:spPr>
            <a:xfrm>
              <a:off x="7330403" y="2562483"/>
              <a:ext cx="63284" cy="21095"/>
            </a:xfrm>
            <a:custGeom>
              <a:avLst/>
              <a:gdLst/>
              <a:ahLst/>
              <a:cxnLst/>
              <a:rect l="l" t="t" r="r" b="b"/>
              <a:pathLst>
                <a:path w="24" h="8" extrusionOk="0">
                  <a:moveTo>
                    <a:pt x="24" y="8"/>
                  </a:moveTo>
                  <a:cubicBezTo>
                    <a:pt x="21" y="8"/>
                    <a:pt x="3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24" y="0"/>
                    <a:pt x="24" y="0"/>
                    <a:pt x="24" y="0"/>
                  </a:cubicBezTo>
                  <a:lnTo>
                    <a:pt x="24" y="8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2164;p37">
              <a:extLst>
                <a:ext uri="{FF2B5EF4-FFF2-40B4-BE49-F238E27FC236}">
                  <a16:creationId xmlns:a16="http://schemas.microsoft.com/office/drawing/2014/main" id="{D37EAAF7-F654-5D3F-5247-EE81BE7935B2}"/>
                </a:ext>
              </a:extLst>
            </p:cNvPr>
            <p:cNvSpPr/>
            <p:nvPr/>
          </p:nvSpPr>
          <p:spPr>
            <a:xfrm>
              <a:off x="7414782" y="2562483"/>
              <a:ext cx="45520" cy="21095"/>
            </a:xfrm>
            <a:custGeom>
              <a:avLst/>
              <a:gdLst/>
              <a:ahLst/>
              <a:cxnLst/>
              <a:rect l="l" t="t" r="r" b="b"/>
              <a:pathLst>
                <a:path w="17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5" y="0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2165;p37">
              <a:extLst>
                <a:ext uri="{FF2B5EF4-FFF2-40B4-BE49-F238E27FC236}">
                  <a16:creationId xmlns:a16="http://schemas.microsoft.com/office/drawing/2014/main" id="{AC652DDE-0F73-FB64-24C1-B0492719D8FE}"/>
                </a:ext>
              </a:extLst>
            </p:cNvPr>
            <p:cNvSpPr/>
            <p:nvPr/>
          </p:nvSpPr>
          <p:spPr>
            <a:xfrm>
              <a:off x="7449200" y="2562483"/>
              <a:ext cx="312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2166;p37">
              <a:extLst>
                <a:ext uri="{FF2B5EF4-FFF2-40B4-BE49-F238E27FC236}">
                  <a16:creationId xmlns:a16="http://schemas.microsoft.com/office/drawing/2014/main" id="{D6C20A06-ED9A-5E3D-F030-8A0394E462BC}"/>
                </a:ext>
              </a:extLst>
            </p:cNvPr>
            <p:cNvSpPr/>
            <p:nvPr/>
          </p:nvSpPr>
          <p:spPr>
            <a:xfrm>
              <a:off x="7501381" y="2562483"/>
              <a:ext cx="66615" cy="21095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cubicBezTo>
                    <a:pt x="25" y="8"/>
                    <a:pt x="25" y="8"/>
                    <a:pt x="25" y="8"/>
                  </a:cubicBezTo>
                  <a:cubicBezTo>
                    <a:pt x="25" y="5"/>
                    <a:pt x="25" y="3"/>
                    <a:pt x="25" y="0"/>
                  </a:cubicBezTo>
                  <a:cubicBezTo>
                    <a:pt x="22" y="0"/>
                    <a:pt x="3" y="0"/>
                    <a:pt x="0" y="0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2167;p37">
              <a:extLst>
                <a:ext uri="{FF2B5EF4-FFF2-40B4-BE49-F238E27FC236}">
                  <a16:creationId xmlns:a16="http://schemas.microsoft.com/office/drawing/2014/main" id="{778D8617-DD0D-0C66-E5BE-456F2D41BE50}"/>
                </a:ext>
              </a:extLst>
            </p:cNvPr>
            <p:cNvSpPr/>
            <p:nvPr/>
          </p:nvSpPr>
          <p:spPr>
            <a:xfrm>
              <a:off x="7501381" y="2520295"/>
              <a:ext cx="66615" cy="21095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cubicBezTo>
                    <a:pt x="25" y="8"/>
                    <a:pt x="25" y="8"/>
                    <a:pt x="25" y="8"/>
                  </a:cubicBezTo>
                  <a:cubicBezTo>
                    <a:pt x="25" y="5"/>
                    <a:pt x="25" y="3"/>
                    <a:pt x="25" y="0"/>
                  </a:cubicBezTo>
                  <a:cubicBezTo>
                    <a:pt x="22" y="0"/>
                    <a:pt x="3" y="0"/>
                    <a:pt x="0" y="0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9" name="Google Shape;2168;p37">
              <a:extLst>
                <a:ext uri="{FF2B5EF4-FFF2-40B4-BE49-F238E27FC236}">
                  <a16:creationId xmlns:a16="http://schemas.microsoft.com/office/drawing/2014/main" id="{89310E78-2C36-1469-CBA0-452807C894EA}"/>
                </a:ext>
              </a:extLst>
            </p:cNvPr>
            <p:cNvSpPr/>
            <p:nvPr/>
          </p:nvSpPr>
          <p:spPr>
            <a:xfrm>
              <a:off x="7414782" y="2322676"/>
              <a:ext cx="36638" cy="44409"/>
            </a:xfrm>
            <a:custGeom>
              <a:avLst/>
              <a:gdLst/>
              <a:ahLst/>
              <a:cxnLst/>
              <a:rect l="l" t="t" r="r" b="b"/>
              <a:pathLst>
                <a:path w="14" h="17" extrusionOk="0">
                  <a:moveTo>
                    <a:pt x="9" y="0"/>
                  </a:moveTo>
                  <a:cubicBezTo>
                    <a:pt x="9" y="9"/>
                    <a:pt x="9" y="9"/>
                    <a:pt x="9" y="9"/>
                  </a:cubicBezTo>
                  <a:cubicBezTo>
                    <a:pt x="6" y="9"/>
                    <a:pt x="3" y="9"/>
                    <a:pt x="0" y="9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0" y="0"/>
                    <a:pt x="9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2169;p37">
              <a:extLst>
                <a:ext uri="{FF2B5EF4-FFF2-40B4-BE49-F238E27FC236}">
                  <a16:creationId xmlns:a16="http://schemas.microsoft.com/office/drawing/2014/main" id="{E28CDD8C-A3CF-4999-C34E-8411BEC63DA4}"/>
                </a:ext>
              </a:extLst>
            </p:cNvPr>
            <p:cNvSpPr/>
            <p:nvPr/>
          </p:nvSpPr>
          <p:spPr>
            <a:xfrm>
              <a:off x="7449200" y="2322676"/>
              <a:ext cx="11102" cy="44409"/>
            </a:xfrm>
            <a:custGeom>
              <a:avLst/>
              <a:gdLst/>
              <a:ahLst/>
              <a:cxnLst/>
              <a:rect l="l" t="t" r="r" b="b"/>
              <a:pathLst>
                <a:path w="4" h="17" extrusionOk="0">
                  <a:moveTo>
                    <a:pt x="4" y="0"/>
                  </a:moveTo>
                  <a:cubicBezTo>
                    <a:pt x="2" y="0"/>
                    <a:pt x="1" y="0"/>
                    <a:pt x="0" y="0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4" y="17"/>
                    <a:pt x="4" y="17"/>
                    <a:pt x="4" y="17"/>
                  </a:cubicBezTo>
                  <a:cubicBezTo>
                    <a:pt x="4" y="15"/>
                    <a:pt x="4" y="2"/>
                    <a:pt x="4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1" name="Google Shape;349;p37">
            <a:extLst>
              <a:ext uri="{FF2B5EF4-FFF2-40B4-BE49-F238E27FC236}">
                <a16:creationId xmlns:a16="http://schemas.microsoft.com/office/drawing/2014/main" id="{2316C9C7-731B-A1F2-6BE1-A57ADE0BB4BD}"/>
              </a:ext>
            </a:extLst>
          </p:cNvPr>
          <p:cNvSpPr txBox="1">
            <a:spLocks/>
          </p:cNvSpPr>
          <p:nvPr/>
        </p:nvSpPr>
        <p:spPr>
          <a:xfrm>
            <a:off x="1019062" y="1806394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Fuel Price</a:t>
            </a:r>
          </a:p>
        </p:txBody>
      </p:sp>
      <p:grpSp>
        <p:nvGrpSpPr>
          <p:cNvPr id="423" name="Google Shape;2111;p37">
            <a:extLst>
              <a:ext uri="{FF2B5EF4-FFF2-40B4-BE49-F238E27FC236}">
                <a16:creationId xmlns:a16="http://schemas.microsoft.com/office/drawing/2014/main" id="{98DE90AB-EB2B-BD9B-F573-094B0B4ED489}"/>
              </a:ext>
            </a:extLst>
          </p:cNvPr>
          <p:cNvGrpSpPr/>
          <p:nvPr/>
        </p:nvGrpSpPr>
        <p:grpSpPr>
          <a:xfrm>
            <a:off x="519450" y="2322674"/>
            <a:ext cx="366700" cy="366712"/>
            <a:chOff x="7046013" y="1604690"/>
            <a:chExt cx="366700" cy="366712"/>
          </a:xfrm>
        </p:grpSpPr>
        <p:sp>
          <p:nvSpPr>
            <p:cNvPr id="424" name="Google Shape;2112;p37">
              <a:extLst>
                <a:ext uri="{FF2B5EF4-FFF2-40B4-BE49-F238E27FC236}">
                  <a16:creationId xmlns:a16="http://schemas.microsoft.com/office/drawing/2014/main" id="{B29A7E7A-10C9-CC6F-546F-5E23021DC5EE}"/>
                </a:ext>
              </a:extLst>
            </p:cNvPr>
            <p:cNvSpPr/>
            <p:nvPr/>
          </p:nvSpPr>
          <p:spPr>
            <a:xfrm>
              <a:off x="7046013" y="1604690"/>
              <a:ext cx="193811" cy="366712"/>
            </a:xfrm>
            <a:custGeom>
              <a:avLst/>
              <a:gdLst/>
              <a:ahLst/>
              <a:cxnLst/>
              <a:rect l="l" t="t" r="r" b="b"/>
              <a:pathLst>
                <a:path w="74" h="140" extrusionOk="0">
                  <a:moveTo>
                    <a:pt x="20" y="70"/>
                  </a:moveTo>
                  <a:cubicBezTo>
                    <a:pt x="20" y="42"/>
                    <a:pt x="42" y="20"/>
                    <a:pt x="70" y="20"/>
                  </a:cubicBezTo>
                  <a:cubicBezTo>
                    <a:pt x="74" y="8"/>
                    <a:pt x="74" y="8"/>
                    <a:pt x="74" y="8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31" y="0"/>
                    <a:pt x="0" y="31"/>
                    <a:pt x="0" y="70"/>
                  </a:cubicBezTo>
                  <a:cubicBezTo>
                    <a:pt x="0" y="109"/>
                    <a:pt x="31" y="140"/>
                    <a:pt x="70" y="140"/>
                  </a:cubicBezTo>
                  <a:cubicBezTo>
                    <a:pt x="74" y="130"/>
                    <a:pt x="74" y="130"/>
                    <a:pt x="74" y="130"/>
                  </a:cubicBezTo>
                  <a:cubicBezTo>
                    <a:pt x="70" y="119"/>
                    <a:pt x="70" y="119"/>
                    <a:pt x="70" y="119"/>
                  </a:cubicBezTo>
                  <a:cubicBezTo>
                    <a:pt x="42" y="119"/>
                    <a:pt x="20" y="97"/>
                    <a:pt x="20" y="7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5" name="Google Shape;2113;p37">
              <a:extLst>
                <a:ext uri="{FF2B5EF4-FFF2-40B4-BE49-F238E27FC236}">
                  <a16:creationId xmlns:a16="http://schemas.microsoft.com/office/drawing/2014/main" id="{8F4AF078-7612-D491-9278-BA952998E734}"/>
                </a:ext>
              </a:extLst>
            </p:cNvPr>
            <p:cNvSpPr/>
            <p:nvPr/>
          </p:nvSpPr>
          <p:spPr>
            <a:xfrm>
              <a:off x="7229914" y="1604690"/>
              <a:ext cx="182799" cy="366712"/>
            </a:xfrm>
            <a:custGeom>
              <a:avLst/>
              <a:gdLst/>
              <a:ahLst/>
              <a:cxnLst/>
              <a:rect l="l" t="t" r="r" b="b"/>
              <a:pathLst>
                <a:path w="70" h="140" extrusionOk="0">
                  <a:moveTo>
                    <a:pt x="70" y="70"/>
                  </a:moveTo>
                  <a:cubicBezTo>
                    <a:pt x="70" y="31"/>
                    <a:pt x="38" y="0"/>
                    <a:pt x="0" y="0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27" y="20"/>
                    <a:pt x="49" y="42"/>
                    <a:pt x="49" y="70"/>
                  </a:cubicBezTo>
                  <a:cubicBezTo>
                    <a:pt x="49" y="97"/>
                    <a:pt x="27" y="119"/>
                    <a:pt x="0" y="119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38" y="140"/>
                    <a:pt x="70" y="109"/>
                    <a:pt x="70" y="7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2114;p37">
              <a:extLst>
                <a:ext uri="{FF2B5EF4-FFF2-40B4-BE49-F238E27FC236}">
                  <a16:creationId xmlns:a16="http://schemas.microsoft.com/office/drawing/2014/main" id="{ABE881A0-7C9C-BD43-7F60-A773EC6AC7D4}"/>
                </a:ext>
              </a:extLst>
            </p:cNvPr>
            <p:cNvSpPr/>
            <p:nvPr/>
          </p:nvSpPr>
          <p:spPr>
            <a:xfrm>
              <a:off x="7087859" y="1646537"/>
              <a:ext cx="146460" cy="280816"/>
            </a:xfrm>
            <a:custGeom>
              <a:avLst/>
              <a:gdLst/>
              <a:ahLst/>
              <a:cxnLst/>
              <a:rect l="l" t="t" r="r" b="b"/>
              <a:pathLst>
                <a:path w="56" h="107" extrusionOk="0">
                  <a:moveTo>
                    <a:pt x="50" y="66"/>
                  </a:moveTo>
                  <a:cubicBezTo>
                    <a:pt x="47" y="64"/>
                    <a:pt x="45" y="63"/>
                    <a:pt x="43" y="61"/>
                  </a:cubicBezTo>
                  <a:cubicBezTo>
                    <a:pt x="42" y="59"/>
                    <a:pt x="42" y="56"/>
                    <a:pt x="41" y="54"/>
                  </a:cubicBezTo>
                  <a:cubicBezTo>
                    <a:pt x="42" y="51"/>
                    <a:pt x="42" y="49"/>
                    <a:pt x="43" y="46"/>
                  </a:cubicBezTo>
                  <a:cubicBezTo>
                    <a:pt x="45" y="44"/>
                    <a:pt x="47" y="43"/>
                    <a:pt x="50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6" y="21"/>
                    <a:pt x="56" y="21"/>
                    <a:pt x="56" y="21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24" y="0"/>
                    <a:pt x="0" y="24"/>
                    <a:pt x="0" y="54"/>
                  </a:cubicBezTo>
                  <a:cubicBezTo>
                    <a:pt x="0" y="83"/>
                    <a:pt x="24" y="107"/>
                    <a:pt x="54" y="107"/>
                  </a:cubicBezTo>
                  <a:cubicBezTo>
                    <a:pt x="56" y="88"/>
                    <a:pt x="56" y="88"/>
                    <a:pt x="56" y="88"/>
                  </a:cubicBezTo>
                  <a:cubicBezTo>
                    <a:pt x="54" y="66"/>
                    <a:pt x="54" y="66"/>
                    <a:pt x="54" y="66"/>
                  </a:cubicBezTo>
                  <a:lnTo>
                    <a:pt x="50" y="66"/>
                  </a:lnTo>
                  <a:close/>
                  <a:moveTo>
                    <a:pt x="50" y="9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7" y="38"/>
                    <a:pt x="33" y="18"/>
                    <a:pt x="31" y="15"/>
                  </a:cubicBezTo>
                  <a:cubicBezTo>
                    <a:pt x="36" y="11"/>
                    <a:pt x="43" y="9"/>
                    <a:pt x="50" y="9"/>
                  </a:cubicBezTo>
                  <a:close/>
                  <a:moveTo>
                    <a:pt x="24" y="20"/>
                  </a:moveTo>
                  <a:cubicBezTo>
                    <a:pt x="26" y="23"/>
                    <a:pt x="41" y="43"/>
                    <a:pt x="43" y="46"/>
                  </a:cubicBezTo>
                  <a:cubicBezTo>
                    <a:pt x="39" y="45"/>
                    <a:pt x="16" y="37"/>
                    <a:pt x="12" y="36"/>
                  </a:cubicBezTo>
                  <a:cubicBezTo>
                    <a:pt x="15" y="30"/>
                    <a:pt x="19" y="24"/>
                    <a:pt x="24" y="20"/>
                  </a:cubicBezTo>
                  <a:close/>
                  <a:moveTo>
                    <a:pt x="10" y="44"/>
                  </a:moveTo>
                  <a:cubicBezTo>
                    <a:pt x="13" y="45"/>
                    <a:pt x="37" y="53"/>
                    <a:pt x="40" y="54"/>
                  </a:cubicBezTo>
                  <a:cubicBezTo>
                    <a:pt x="37" y="55"/>
                    <a:pt x="13" y="63"/>
                    <a:pt x="10" y="64"/>
                  </a:cubicBezTo>
                  <a:cubicBezTo>
                    <a:pt x="8" y="57"/>
                    <a:pt x="8" y="50"/>
                    <a:pt x="10" y="44"/>
                  </a:cubicBezTo>
                  <a:close/>
                  <a:moveTo>
                    <a:pt x="12" y="72"/>
                  </a:moveTo>
                  <a:cubicBezTo>
                    <a:pt x="16" y="70"/>
                    <a:pt x="39" y="63"/>
                    <a:pt x="43" y="62"/>
                  </a:cubicBezTo>
                  <a:cubicBezTo>
                    <a:pt x="41" y="65"/>
                    <a:pt x="26" y="85"/>
                    <a:pt x="24" y="88"/>
                  </a:cubicBezTo>
                  <a:cubicBezTo>
                    <a:pt x="19" y="84"/>
                    <a:pt x="15" y="78"/>
                    <a:pt x="12" y="72"/>
                  </a:cubicBezTo>
                  <a:close/>
                  <a:moveTo>
                    <a:pt x="50" y="99"/>
                  </a:moveTo>
                  <a:cubicBezTo>
                    <a:pt x="43" y="98"/>
                    <a:pt x="37" y="96"/>
                    <a:pt x="31" y="93"/>
                  </a:cubicBezTo>
                  <a:cubicBezTo>
                    <a:pt x="33" y="90"/>
                    <a:pt x="47" y="70"/>
                    <a:pt x="50" y="67"/>
                  </a:cubicBezTo>
                  <a:lnTo>
                    <a:pt x="50" y="9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2115;p37">
              <a:extLst>
                <a:ext uri="{FF2B5EF4-FFF2-40B4-BE49-F238E27FC236}">
                  <a16:creationId xmlns:a16="http://schemas.microsoft.com/office/drawing/2014/main" id="{A20E38F0-CC4F-1CE9-EBD3-3C967930D593}"/>
                </a:ext>
              </a:extLst>
            </p:cNvPr>
            <p:cNvSpPr/>
            <p:nvPr/>
          </p:nvSpPr>
          <p:spPr>
            <a:xfrm>
              <a:off x="7229914" y="1646537"/>
              <a:ext cx="137650" cy="280816"/>
            </a:xfrm>
            <a:custGeom>
              <a:avLst/>
              <a:gdLst/>
              <a:ahLst/>
              <a:cxnLst/>
              <a:rect l="l" t="t" r="r" b="b"/>
              <a:pathLst>
                <a:path w="53" h="107" extrusionOk="0">
                  <a:moveTo>
                    <a:pt x="53" y="54"/>
                  </a:moveTo>
                  <a:cubicBezTo>
                    <a:pt x="53" y="24"/>
                    <a:pt x="29" y="0"/>
                    <a:pt x="0" y="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6" y="43"/>
                    <a:pt x="8" y="44"/>
                    <a:pt x="10" y="46"/>
                  </a:cubicBezTo>
                  <a:cubicBezTo>
                    <a:pt x="11" y="49"/>
                    <a:pt x="12" y="51"/>
                    <a:pt x="13" y="54"/>
                  </a:cubicBezTo>
                  <a:cubicBezTo>
                    <a:pt x="12" y="56"/>
                    <a:pt x="11" y="59"/>
                    <a:pt x="10" y="61"/>
                  </a:cubicBezTo>
                  <a:cubicBezTo>
                    <a:pt x="8" y="63"/>
                    <a:pt x="6" y="64"/>
                    <a:pt x="4" y="66"/>
                  </a:cubicBezTo>
                  <a:cubicBezTo>
                    <a:pt x="0" y="66"/>
                    <a:pt x="0" y="66"/>
                    <a:pt x="0" y="66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29" y="107"/>
                    <a:pt x="53" y="83"/>
                    <a:pt x="53" y="54"/>
                  </a:cubicBezTo>
                  <a:close/>
                  <a:moveTo>
                    <a:pt x="44" y="64"/>
                  </a:moveTo>
                  <a:cubicBezTo>
                    <a:pt x="40" y="63"/>
                    <a:pt x="17" y="55"/>
                    <a:pt x="13" y="54"/>
                  </a:cubicBezTo>
                  <a:cubicBezTo>
                    <a:pt x="17" y="53"/>
                    <a:pt x="40" y="45"/>
                    <a:pt x="44" y="44"/>
                  </a:cubicBezTo>
                  <a:cubicBezTo>
                    <a:pt x="45" y="50"/>
                    <a:pt x="46" y="57"/>
                    <a:pt x="44" y="64"/>
                  </a:cubicBezTo>
                  <a:close/>
                  <a:moveTo>
                    <a:pt x="4" y="41"/>
                  </a:moveTo>
                  <a:cubicBezTo>
                    <a:pt x="4" y="37"/>
                    <a:pt x="4" y="13"/>
                    <a:pt x="4" y="9"/>
                  </a:cubicBezTo>
                  <a:cubicBezTo>
                    <a:pt x="10" y="9"/>
                    <a:pt x="17" y="11"/>
                    <a:pt x="23" y="15"/>
                  </a:cubicBezTo>
                  <a:cubicBezTo>
                    <a:pt x="21" y="18"/>
                    <a:pt x="6" y="38"/>
                    <a:pt x="4" y="41"/>
                  </a:cubicBezTo>
                  <a:close/>
                  <a:moveTo>
                    <a:pt x="11" y="46"/>
                  </a:moveTo>
                  <a:cubicBezTo>
                    <a:pt x="13" y="43"/>
                    <a:pt x="27" y="23"/>
                    <a:pt x="30" y="20"/>
                  </a:cubicBezTo>
                  <a:cubicBezTo>
                    <a:pt x="35" y="24"/>
                    <a:pt x="39" y="30"/>
                    <a:pt x="41" y="36"/>
                  </a:cubicBezTo>
                  <a:cubicBezTo>
                    <a:pt x="38" y="37"/>
                    <a:pt x="14" y="45"/>
                    <a:pt x="11" y="46"/>
                  </a:cubicBezTo>
                  <a:close/>
                  <a:moveTo>
                    <a:pt x="4" y="99"/>
                  </a:moveTo>
                  <a:cubicBezTo>
                    <a:pt x="4" y="95"/>
                    <a:pt x="4" y="70"/>
                    <a:pt x="4" y="67"/>
                  </a:cubicBezTo>
                  <a:cubicBezTo>
                    <a:pt x="6" y="70"/>
                    <a:pt x="21" y="90"/>
                    <a:pt x="23" y="93"/>
                  </a:cubicBezTo>
                  <a:cubicBezTo>
                    <a:pt x="17" y="96"/>
                    <a:pt x="11" y="98"/>
                    <a:pt x="4" y="99"/>
                  </a:cubicBezTo>
                  <a:close/>
                  <a:moveTo>
                    <a:pt x="30" y="88"/>
                  </a:moveTo>
                  <a:cubicBezTo>
                    <a:pt x="27" y="85"/>
                    <a:pt x="13" y="65"/>
                    <a:pt x="11" y="62"/>
                  </a:cubicBezTo>
                  <a:cubicBezTo>
                    <a:pt x="14" y="63"/>
                    <a:pt x="38" y="70"/>
                    <a:pt x="41" y="72"/>
                  </a:cubicBezTo>
                  <a:cubicBezTo>
                    <a:pt x="39" y="78"/>
                    <a:pt x="35" y="83"/>
                    <a:pt x="30" y="88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8" name="Google Shape;2116;p37">
              <a:extLst>
                <a:ext uri="{FF2B5EF4-FFF2-40B4-BE49-F238E27FC236}">
                  <a16:creationId xmlns:a16="http://schemas.microsoft.com/office/drawing/2014/main" id="{D869BDC2-E77E-16BA-70B9-46DA5E28E7EA}"/>
                </a:ext>
              </a:extLst>
            </p:cNvPr>
            <p:cNvSpPr/>
            <p:nvPr/>
          </p:nvSpPr>
          <p:spPr>
            <a:xfrm>
              <a:off x="7184765" y="1743446"/>
              <a:ext cx="55060" cy="86998"/>
            </a:xfrm>
            <a:custGeom>
              <a:avLst/>
              <a:gdLst/>
              <a:ahLst/>
              <a:cxnLst/>
              <a:rect l="l" t="t" r="r" b="b"/>
              <a:pathLst>
                <a:path w="21" h="33" extrusionOk="0">
                  <a:moveTo>
                    <a:pt x="0" y="17"/>
                  </a:moveTo>
                  <a:cubicBezTo>
                    <a:pt x="0" y="26"/>
                    <a:pt x="8" y="33"/>
                    <a:pt x="17" y="33"/>
                  </a:cubicBezTo>
                  <a:cubicBezTo>
                    <a:pt x="21" y="17"/>
                    <a:pt x="21" y="17"/>
                    <a:pt x="21" y="17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9" name="Google Shape;2117;p37">
              <a:extLst>
                <a:ext uri="{FF2B5EF4-FFF2-40B4-BE49-F238E27FC236}">
                  <a16:creationId xmlns:a16="http://schemas.microsoft.com/office/drawing/2014/main" id="{98060EA3-CF3B-DB6F-AA28-B6577917AB3C}"/>
                </a:ext>
              </a:extLst>
            </p:cNvPr>
            <p:cNvSpPr/>
            <p:nvPr/>
          </p:nvSpPr>
          <p:spPr>
            <a:xfrm>
              <a:off x="7229914" y="1743446"/>
              <a:ext cx="40745" cy="86998"/>
            </a:xfrm>
            <a:custGeom>
              <a:avLst/>
              <a:gdLst/>
              <a:ahLst/>
              <a:cxnLst/>
              <a:rect l="l" t="t" r="r" b="b"/>
              <a:pathLst>
                <a:path w="16" h="33" extrusionOk="0">
                  <a:moveTo>
                    <a:pt x="16" y="17"/>
                  </a:moveTo>
                  <a:cubicBezTo>
                    <a:pt x="16" y="8"/>
                    <a:pt x="9" y="0"/>
                    <a:pt x="0" y="0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9" y="33"/>
                    <a:pt x="16" y="26"/>
                    <a:pt x="16" y="17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0" name="Google Shape;2118;p37">
              <a:extLst>
                <a:ext uri="{FF2B5EF4-FFF2-40B4-BE49-F238E27FC236}">
                  <a16:creationId xmlns:a16="http://schemas.microsoft.com/office/drawing/2014/main" id="{6983A415-67EB-1B81-F1A2-D6165E069645}"/>
                </a:ext>
              </a:extLst>
            </p:cNvPr>
            <p:cNvSpPr/>
            <p:nvPr/>
          </p:nvSpPr>
          <p:spPr>
            <a:xfrm>
              <a:off x="7208991" y="1767673"/>
              <a:ext cx="25328" cy="41847"/>
            </a:xfrm>
            <a:custGeom>
              <a:avLst/>
              <a:gdLst/>
              <a:ahLst/>
              <a:cxnLst/>
              <a:rect l="l" t="t" r="r" b="b"/>
              <a:pathLst>
                <a:path w="10" h="16" extrusionOk="0">
                  <a:moveTo>
                    <a:pt x="0" y="8"/>
                  </a:moveTo>
                  <a:cubicBezTo>
                    <a:pt x="0" y="12"/>
                    <a:pt x="3" y="16"/>
                    <a:pt x="8" y="16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3" y="0"/>
                    <a:pt x="0" y="3"/>
                    <a:pt x="0" y="8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2119;p37">
              <a:extLst>
                <a:ext uri="{FF2B5EF4-FFF2-40B4-BE49-F238E27FC236}">
                  <a16:creationId xmlns:a16="http://schemas.microsoft.com/office/drawing/2014/main" id="{AA04A5C0-28FE-2F69-563A-2806952B6B5E}"/>
                </a:ext>
              </a:extLst>
            </p:cNvPr>
            <p:cNvSpPr/>
            <p:nvPr/>
          </p:nvSpPr>
          <p:spPr>
            <a:xfrm>
              <a:off x="7229914" y="1767673"/>
              <a:ext cx="19822" cy="41847"/>
            </a:xfrm>
            <a:custGeom>
              <a:avLst/>
              <a:gdLst/>
              <a:ahLst/>
              <a:cxnLst/>
              <a:rect l="l" t="t" r="r" b="b"/>
              <a:pathLst>
                <a:path w="8" h="16" extrusionOk="0">
                  <a:moveTo>
                    <a:pt x="8" y="8"/>
                  </a:moveTo>
                  <a:cubicBezTo>
                    <a:pt x="8" y="3"/>
                    <a:pt x="4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4" y="16"/>
                    <a:pt x="8" y="12"/>
                    <a:pt x="8" y="8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349;p37">
            <a:extLst>
              <a:ext uri="{FF2B5EF4-FFF2-40B4-BE49-F238E27FC236}">
                <a16:creationId xmlns:a16="http://schemas.microsoft.com/office/drawing/2014/main" id="{177217C4-4383-BEDA-446B-29A47D58A000}"/>
              </a:ext>
            </a:extLst>
          </p:cNvPr>
          <p:cNvSpPr txBox="1">
            <a:spLocks/>
          </p:cNvSpPr>
          <p:nvPr/>
        </p:nvSpPr>
        <p:spPr>
          <a:xfrm>
            <a:off x="1019062" y="2372042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Public &amp; School Holiday</a:t>
            </a:r>
          </a:p>
        </p:txBody>
      </p:sp>
      <p:grpSp>
        <p:nvGrpSpPr>
          <p:cNvPr id="438" name="Google Shape;2190;p37">
            <a:extLst>
              <a:ext uri="{FF2B5EF4-FFF2-40B4-BE49-F238E27FC236}">
                <a16:creationId xmlns:a16="http://schemas.microsoft.com/office/drawing/2014/main" id="{559EA664-D672-9CC1-22D5-8FFD04665833}"/>
              </a:ext>
            </a:extLst>
          </p:cNvPr>
          <p:cNvGrpSpPr/>
          <p:nvPr/>
        </p:nvGrpSpPr>
        <p:grpSpPr>
          <a:xfrm>
            <a:off x="519449" y="2931862"/>
            <a:ext cx="367596" cy="347673"/>
            <a:chOff x="582621" y="4279899"/>
            <a:chExt cx="367596" cy="347673"/>
          </a:xfrm>
        </p:grpSpPr>
        <p:sp>
          <p:nvSpPr>
            <p:cNvPr id="439" name="Google Shape;2191;p37">
              <a:extLst>
                <a:ext uri="{FF2B5EF4-FFF2-40B4-BE49-F238E27FC236}">
                  <a16:creationId xmlns:a16="http://schemas.microsoft.com/office/drawing/2014/main" id="{C3E80F9C-B5F4-5DBE-1BE0-22EB212F895D}"/>
                </a:ext>
              </a:extLst>
            </p:cNvPr>
            <p:cNvSpPr/>
            <p:nvPr/>
          </p:nvSpPr>
          <p:spPr>
            <a:xfrm>
              <a:off x="722130" y="4455949"/>
              <a:ext cx="23252" cy="64220"/>
            </a:xfrm>
            <a:custGeom>
              <a:avLst/>
              <a:gdLst/>
              <a:ahLst/>
              <a:cxnLst/>
              <a:rect l="l" t="t" r="r" b="b"/>
              <a:pathLst>
                <a:path w="9" h="24" extrusionOk="0">
                  <a:moveTo>
                    <a:pt x="9" y="20"/>
                  </a:moveTo>
                  <a:cubicBezTo>
                    <a:pt x="4" y="24"/>
                    <a:pt x="4" y="24"/>
                    <a:pt x="4" y="24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16"/>
                    <a:pt x="0" y="6"/>
                    <a:pt x="0" y="3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9" y="3"/>
                    <a:pt x="9" y="3"/>
                    <a:pt x="9" y="3"/>
                  </a:cubicBezTo>
                  <a:lnTo>
                    <a:pt x="9" y="20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0" name="Google Shape;2192;p37">
              <a:extLst>
                <a:ext uri="{FF2B5EF4-FFF2-40B4-BE49-F238E27FC236}">
                  <a16:creationId xmlns:a16="http://schemas.microsoft.com/office/drawing/2014/main" id="{F3024465-C188-DE69-7447-2F968F330274}"/>
                </a:ext>
              </a:extLst>
            </p:cNvPr>
            <p:cNvSpPr/>
            <p:nvPr/>
          </p:nvSpPr>
          <p:spPr>
            <a:xfrm>
              <a:off x="614731" y="4279899"/>
              <a:ext cx="296733" cy="118475"/>
            </a:xfrm>
            <a:custGeom>
              <a:avLst/>
              <a:gdLst/>
              <a:ahLst/>
              <a:cxnLst/>
              <a:rect l="l" t="t" r="r" b="b"/>
              <a:pathLst>
                <a:path w="113" h="45" extrusionOk="0">
                  <a:moveTo>
                    <a:pt x="113" y="0"/>
                  </a:moveTo>
                  <a:cubicBezTo>
                    <a:pt x="110" y="0"/>
                    <a:pt x="3" y="0"/>
                    <a:pt x="0" y="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110" y="20"/>
                    <a:pt x="110" y="20"/>
                    <a:pt x="110" y="20"/>
                  </a:cubicBezTo>
                  <a:lnTo>
                    <a:pt x="113" y="0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2193;p37">
              <a:extLst>
                <a:ext uri="{FF2B5EF4-FFF2-40B4-BE49-F238E27FC236}">
                  <a16:creationId xmlns:a16="http://schemas.microsoft.com/office/drawing/2014/main" id="{4713ADD9-4687-9C47-B8F0-6F2712E4D7A3}"/>
                </a:ext>
              </a:extLst>
            </p:cNvPr>
            <p:cNvSpPr/>
            <p:nvPr/>
          </p:nvSpPr>
          <p:spPr>
            <a:xfrm>
              <a:off x="635768" y="4388408"/>
              <a:ext cx="241373" cy="76400"/>
            </a:xfrm>
            <a:custGeom>
              <a:avLst/>
              <a:gdLst/>
              <a:ahLst/>
              <a:cxnLst/>
              <a:rect l="l" t="t" r="r" b="b"/>
              <a:pathLst>
                <a:path w="92" h="29" extrusionOk="0">
                  <a:moveTo>
                    <a:pt x="31" y="0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90" y="29"/>
                    <a:pt x="90" y="29"/>
                    <a:pt x="90" y="29"/>
                  </a:cubicBezTo>
                  <a:cubicBezTo>
                    <a:pt x="92" y="15"/>
                    <a:pt x="92" y="15"/>
                    <a:pt x="92" y="15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86" y="0"/>
                    <a:pt x="34" y="0"/>
                    <a:pt x="31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2194;p37">
              <a:extLst>
                <a:ext uri="{FF2B5EF4-FFF2-40B4-BE49-F238E27FC236}">
                  <a16:creationId xmlns:a16="http://schemas.microsoft.com/office/drawing/2014/main" id="{5CB9F195-C247-F15D-DF57-874D8117E1B8}"/>
                </a:ext>
              </a:extLst>
            </p:cNvPr>
            <p:cNvSpPr/>
            <p:nvPr/>
          </p:nvSpPr>
          <p:spPr>
            <a:xfrm>
              <a:off x="892642" y="4346333"/>
              <a:ext cx="47611" cy="49826"/>
            </a:xfrm>
            <a:custGeom>
              <a:avLst/>
              <a:gdLst/>
              <a:ahLst/>
              <a:cxnLst/>
              <a:rect l="l" t="t" r="r" b="b"/>
              <a:pathLst>
                <a:path w="43" h="45" extrusionOk="0">
                  <a:moveTo>
                    <a:pt x="33" y="38"/>
                  </a:moveTo>
                  <a:lnTo>
                    <a:pt x="43" y="19"/>
                  </a:lnTo>
                  <a:lnTo>
                    <a:pt x="33" y="0"/>
                  </a:lnTo>
                  <a:lnTo>
                    <a:pt x="33" y="0"/>
                  </a:lnTo>
                  <a:lnTo>
                    <a:pt x="14" y="0"/>
                  </a:lnTo>
                  <a:lnTo>
                    <a:pt x="3" y="19"/>
                  </a:lnTo>
                  <a:lnTo>
                    <a:pt x="0" y="38"/>
                  </a:lnTo>
                  <a:lnTo>
                    <a:pt x="14" y="45"/>
                  </a:lnTo>
                  <a:lnTo>
                    <a:pt x="33" y="38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2195;p37">
              <a:extLst>
                <a:ext uri="{FF2B5EF4-FFF2-40B4-BE49-F238E27FC236}">
                  <a16:creationId xmlns:a16="http://schemas.microsoft.com/office/drawing/2014/main" id="{E4A78CC2-4B2A-DD50-9C15-951FD8D19FD0}"/>
                </a:ext>
              </a:extLst>
            </p:cNvPr>
            <p:cNvSpPr/>
            <p:nvPr/>
          </p:nvSpPr>
          <p:spPr>
            <a:xfrm>
              <a:off x="884891" y="4388408"/>
              <a:ext cx="55361" cy="44290"/>
            </a:xfrm>
            <a:custGeom>
              <a:avLst/>
              <a:gdLst/>
              <a:ahLst/>
              <a:cxnLst/>
              <a:rect l="l" t="t" r="r" b="b"/>
              <a:pathLst>
                <a:path w="21" h="17" extrusionOk="0">
                  <a:moveTo>
                    <a:pt x="3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17" y="17"/>
                    <a:pt x="17" y="17"/>
                    <a:pt x="17" y="17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4" y="0"/>
                    <a:pt x="7" y="0"/>
                    <a:pt x="3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2196;p37">
              <a:extLst>
                <a:ext uri="{FF2B5EF4-FFF2-40B4-BE49-F238E27FC236}">
                  <a16:creationId xmlns:a16="http://schemas.microsoft.com/office/drawing/2014/main" id="{E9ECF5F1-C44E-228A-BB7E-DB784525C773}"/>
                </a:ext>
              </a:extLst>
            </p:cNvPr>
            <p:cNvSpPr/>
            <p:nvPr/>
          </p:nvSpPr>
          <p:spPr>
            <a:xfrm>
              <a:off x="614731" y="4388408"/>
              <a:ext cx="101864" cy="31003"/>
            </a:xfrm>
            <a:custGeom>
              <a:avLst/>
              <a:gdLst/>
              <a:ahLst/>
              <a:cxnLst/>
              <a:rect l="l" t="t" r="r" b="b"/>
              <a:pathLst>
                <a:path w="39" h="12" extrusionOk="0">
                  <a:moveTo>
                    <a:pt x="0" y="12"/>
                  </a:moveTo>
                  <a:cubicBezTo>
                    <a:pt x="27" y="12"/>
                    <a:pt x="27" y="12"/>
                    <a:pt x="27" y="12"/>
                  </a:cubicBezTo>
                  <a:cubicBezTo>
                    <a:pt x="27" y="12"/>
                    <a:pt x="38" y="1"/>
                    <a:pt x="39" y="0"/>
                  </a:cubicBezTo>
                  <a:cubicBezTo>
                    <a:pt x="34" y="0"/>
                    <a:pt x="5" y="0"/>
                    <a:pt x="0" y="0"/>
                  </a:cubicBezTo>
                  <a:lnTo>
                    <a:pt x="0" y="12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2197;p37">
              <a:extLst>
                <a:ext uri="{FF2B5EF4-FFF2-40B4-BE49-F238E27FC236}">
                  <a16:creationId xmlns:a16="http://schemas.microsoft.com/office/drawing/2014/main" id="{193F5B9A-AE5B-7625-A4B0-D9E4540D09E7}"/>
                </a:ext>
              </a:extLst>
            </p:cNvPr>
            <p:cNvSpPr/>
            <p:nvPr/>
          </p:nvSpPr>
          <p:spPr>
            <a:xfrm>
              <a:off x="640197" y="4530135"/>
              <a:ext cx="70862" cy="21038"/>
            </a:xfrm>
            <a:custGeom>
              <a:avLst/>
              <a:gdLst/>
              <a:ahLst/>
              <a:cxnLst/>
              <a:rect l="l" t="t" r="r" b="b"/>
              <a:pathLst>
                <a:path w="27" h="8" extrusionOk="0">
                  <a:moveTo>
                    <a:pt x="24" y="8"/>
                  </a:moveTo>
                  <a:cubicBezTo>
                    <a:pt x="19" y="8"/>
                    <a:pt x="7" y="8"/>
                    <a:pt x="3" y="8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7" y="4"/>
                    <a:pt x="27" y="4"/>
                    <a:pt x="27" y="4"/>
                  </a:cubicBezTo>
                  <a:lnTo>
                    <a:pt x="24" y="8"/>
                  </a:ln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" name="Google Shape;2198;p37">
              <a:extLst>
                <a:ext uri="{FF2B5EF4-FFF2-40B4-BE49-F238E27FC236}">
                  <a16:creationId xmlns:a16="http://schemas.microsoft.com/office/drawing/2014/main" id="{C26F561F-F316-3651-E44D-19511E26F553}"/>
                </a:ext>
              </a:extLst>
            </p:cNvPr>
            <p:cNvSpPr/>
            <p:nvPr/>
          </p:nvSpPr>
          <p:spPr>
            <a:xfrm>
              <a:off x="701094" y="4506882"/>
              <a:ext cx="65400" cy="65400"/>
            </a:xfrm>
            <a:prstGeom prst="ellipse">
              <a:avLst/>
            </a:pr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" name="Google Shape;2199;p37">
              <a:extLst>
                <a:ext uri="{FF2B5EF4-FFF2-40B4-BE49-F238E27FC236}">
                  <a16:creationId xmlns:a16="http://schemas.microsoft.com/office/drawing/2014/main" id="{ADBE78A7-E1EC-7216-2D88-BAEAD4497C0E}"/>
                </a:ext>
              </a:extLst>
            </p:cNvPr>
            <p:cNvSpPr/>
            <p:nvPr/>
          </p:nvSpPr>
          <p:spPr>
            <a:xfrm>
              <a:off x="595908" y="4485845"/>
              <a:ext cx="52039" cy="120689"/>
            </a:xfrm>
            <a:custGeom>
              <a:avLst/>
              <a:gdLst/>
              <a:ahLst/>
              <a:cxnLst/>
              <a:rect l="l" t="t" r="r" b="b"/>
              <a:pathLst>
                <a:path w="20" h="46" extrusionOk="0">
                  <a:moveTo>
                    <a:pt x="20" y="46"/>
                  </a:moveTo>
                  <a:cubicBezTo>
                    <a:pt x="18" y="46"/>
                    <a:pt x="5" y="46"/>
                    <a:pt x="3" y="46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lnTo>
                    <a:pt x="20" y="46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2200;p37">
              <a:extLst>
                <a:ext uri="{FF2B5EF4-FFF2-40B4-BE49-F238E27FC236}">
                  <a16:creationId xmlns:a16="http://schemas.microsoft.com/office/drawing/2014/main" id="{5E4D7088-EF3E-F0F0-3C98-633B2798392E}"/>
                </a:ext>
              </a:extLst>
            </p:cNvPr>
            <p:cNvSpPr/>
            <p:nvPr/>
          </p:nvSpPr>
          <p:spPr>
            <a:xfrm>
              <a:off x="582621" y="4464807"/>
              <a:ext cx="21037" cy="162764"/>
            </a:xfrm>
            <a:custGeom>
              <a:avLst/>
              <a:gdLst/>
              <a:ahLst/>
              <a:cxnLst/>
              <a:rect l="l" t="t" r="r" b="b"/>
              <a:pathLst>
                <a:path w="8" h="62" extrusionOk="0">
                  <a:moveTo>
                    <a:pt x="8" y="62"/>
                  </a:moveTo>
                  <a:cubicBezTo>
                    <a:pt x="5" y="62"/>
                    <a:pt x="3" y="62"/>
                    <a:pt x="0" y="62"/>
                  </a:cubicBezTo>
                  <a:cubicBezTo>
                    <a:pt x="0" y="58"/>
                    <a:pt x="0" y="4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8" y="62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" name="Google Shape;2201;p37">
              <a:extLst>
                <a:ext uri="{FF2B5EF4-FFF2-40B4-BE49-F238E27FC236}">
                  <a16:creationId xmlns:a16="http://schemas.microsoft.com/office/drawing/2014/main" id="{45A94E76-5136-9378-73BE-A8BCDAD56D22}"/>
                </a:ext>
              </a:extLst>
            </p:cNvPr>
            <p:cNvSpPr/>
            <p:nvPr/>
          </p:nvSpPr>
          <p:spPr>
            <a:xfrm>
              <a:off x="653483" y="4319760"/>
              <a:ext cx="32100" cy="28800"/>
            </a:xfrm>
            <a:prstGeom prst="ellipse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" name="Google Shape;2202;p37">
              <a:extLst>
                <a:ext uri="{FF2B5EF4-FFF2-40B4-BE49-F238E27FC236}">
                  <a16:creationId xmlns:a16="http://schemas.microsoft.com/office/drawing/2014/main" id="{B4ACFE19-16AD-4C25-8876-361C2234CA92}"/>
                </a:ext>
              </a:extLst>
            </p:cNvPr>
            <p:cNvSpPr/>
            <p:nvPr/>
          </p:nvSpPr>
          <p:spPr>
            <a:xfrm>
              <a:off x="695557" y="4319760"/>
              <a:ext cx="32100" cy="28800"/>
            </a:xfrm>
            <a:prstGeom prst="ellipse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2203;p37">
              <a:extLst>
                <a:ext uri="{FF2B5EF4-FFF2-40B4-BE49-F238E27FC236}">
                  <a16:creationId xmlns:a16="http://schemas.microsoft.com/office/drawing/2014/main" id="{25EEFA90-537D-643D-ABA1-C7748E5D341E}"/>
                </a:ext>
              </a:extLst>
            </p:cNvPr>
            <p:cNvSpPr/>
            <p:nvPr/>
          </p:nvSpPr>
          <p:spPr>
            <a:xfrm>
              <a:off x="871605" y="4279899"/>
              <a:ext cx="63112" cy="112938"/>
            </a:xfrm>
            <a:custGeom>
              <a:avLst/>
              <a:gdLst/>
              <a:ahLst/>
              <a:cxnLst/>
              <a:rect l="l" t="t" r="r" b="b"/>
              <a:pathLst>
                <a:path w="24" h="43" extrusionOk="0">
                  <a:moveTo>
                    <a:pt x="0" y="41"/>
                  </a:moveTo>
                  <a:cubicBezTo>
                    <a:pt x="4" y="43"/>
                    <a:pt x="4" y="43"/>
                    <a:pt x="4" y="43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10" y="36"/>
                    <a:pt x="22" y="5"/>
                    <a:pt x="24" y="0"/>
                  </a:cubicBezTo>
                  <a:cubicBezTo>
                    <a:pt x="21" y="0"/>
                    <a:pt x="18" y="0"/>
                    <a:pt x="15" y="0"/>
                  </a:cubicBezTo>
                  <a:cubicBezTo>
                    <a:pt x="15" y="1"/>
                    <a:pt x="0" y="40"/>
                    <a:pt x="0" y="41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" name="Google Shape;2204;p37">
              <a:extLst>
                <a:ext uri="{FF2B5EF4-FFF2-40B4-BE49-F238E27FC236}">
                  <a16:creationId xmlns:a16="http://schemas.microsoft.com/office/drawing/2014/main" id="{BD455786-AE23-6D8C-63C6-924449A47193}"/>
                </a:ext>
              </a:extLst>
            </p:cNvPr>
            <p:cNvSpPr/>
            <p:nvPr/>
          </p:nvSpPr>
          <p:spPr>
            <a:xfrm>
              <a:off x="871605" y="4388408"/>
              <a:ext cx="21037" cy="76400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0"/>
                  </a:moveTo>
                  <a:cubicBezTo>
                    <a:pt x="5" y="0"/>
                    <a:pt x="4" y="0"/>
                    <a:pt x="0" y="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8" y="29"/>
                    <a:pt x="8" y="29"/>
                    <a:pt x="8" y="29"/>
                  </a:cubicBezTo>
                  <a:cubicBezTo>
                    <a:pt x="8" y="21"/>
                    <a:pt x="8" y="5"/>
                    <a:pt x="8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" name="Google Shape;2205;p37">
              <a:extLst>
                <a:ext uri="{FF2B5EF4-FFF2-40B4-BE49-F238E27FC236}">
                  <a16:creationId xmlns:a16="http://schemas.microsoft.com/office/drawing/2014/main" id="{5EFC22B6-21B5-765A-580E-51280E4E45D5}"/>
                </a:ext>
              </a:extLst>
            </p:cNvPr>
            <p:cNvSpPr/>
            <p:nvPr/>
          </p:nvSpPr>
          <p:spPr>
            <a:xfrm>
              <a:off x="929180" y="4346333"/>
              <a:ext cx="21037" cy="49826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6"/>
                  </a:moveTo>
                  <a:cubicBezTo>
                    <a:pt x="4" y="19"/>
                    <a:pt x="4" y="19"/>
                    <a:pt x="4" y="1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4"/>
                    <a:pt x="0" y="2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8" y="16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2206;p37">
              <a:extLst>
                <a:ext uri="{FF2B5EF4-FFF2-40B4-BE49-F238E27FC236}">
                  <a16:creationId xmlns:a16="http://schemas.microsoft.com/office/drawing/2014/main" id="{FE90267C-2636-5F72-C2D9-01CB9B74B840}"/>
                </a:ext>
              </a:extLst>
            </p:cNvPr>
            <p:cNvSpPr/>
            <p:nvPr/>
          </p:nvSpPr>
          <p:spPr>
            <a:xfrm>
              <a:off x="929180" y="4388408"/>
              <a:ext cx="21037" cy="44290"/>
            </a:xfrm>
            <a:custGeom>
              <a:avLst/>
              <a:gdLst/>
              <a:ahLst/>
              <a:cxnLst/>
              <a:rect l="l" t="t" r="r" b="b"/>
              <a:pathLst>
                <a:path w="8" h="17" extrusionOk="0">
                  <a:moveTo>
                    <a:pt x="8" y="17"/>
                  </a:moveTo>
                  <a:cubicBezTo>
                    <a:pt x="5" y="17"/>
                    <a:pt x="3" y="17"/>
                    <a:pt x="0" y="17"/>
                  </a:cubicBezTo>
                  <a:cubicBezTo>
                    <a:pt x="0" y="15"/>
                    <a:pt x="0" y="2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8" y="17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5" name="Google Shape;349;p37">
            <a:extLst>
              <a:ext uri="{FF2B5EF4-FFF2-40B4-BE49-F238E27FC236}">
                <a16:creationId xmlns:a16="http://schemas.microsoft.com/office/drawing/2014/main" id="{B1E0AF3F-A069-0DE6-9A7C-5DFDD192E8AA}"/>
              </a:ext>
            </a:extLst>
          </p:cNvPr>
          <p:cNvSpPr txBox="1">
            <a:spLocks/>
          </p:cNvSpPr>
          <p:nvPr/>
        </p:nvSpPr>
        <p:spPr>
          <a:xfrm>
            <a:off x="1019062" y="2872741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Rainfall</a:t>
            </a:r>
          </a:p>
        </p:txBody>
      </p:sp>
      <p:grpSp>
        <p:nvGrpSpPr>
          <p:cNvPr id="457" name="Google Shape;2170;p37">
            <a:extLst>
              <a:ext uri="{FF2B5EF4-FFF2-40B4-BE49-F238E27FC236}">
                <a16:creationId xmlns:a16="http://schemas.microsoft.com/office/drawing/2014/main" id="{E0651F5F-1666-B3B7-B034-C7F9C4FA0048}"/>
              </a:ext>
            </a:extLst>
          </p:cNvPr>
          <p:cNvGrpSpPr/>
          <p:nvPr/>
        </p:nvGrpSpPr>
        <p:grpSpPr>
          <a:xfrm>
            <a:off x="5172729" y="1563647"/>
            <a:ext cx="368655" cy="282043"/>
            <a:chOff x="4645928" y="3379284"/>
            <a:chExt cx="368655" cy="282043"/>
          </a:xfrm>
        </p:grpSpPr>
        <p:sp>
          <p:nvSpPr>
            <p:cNvPr id="458" name="Google Shape;2171;p37">
              <a:extLst>
                <a:ext uri="{FF2B5EF4-FFF2-40B4-BE49-F238E27FC236}">
                  <a16:creationId xmlns:a16="http://schemas.microsoft.com/office/drawing/2014/main" id="{E3ADF03B-9140-6D70-66CA-0024F68227A8}"/>
                </a:ext>
              </a:extLst>
            </p:cNvPr>
            <p:cNvSpPr/>
            <p:nvPr/>
          </p:nvSpPr>
          <p:spPr>
            <a:xfrm>
              <a:off x="4645928" y="3379284"/>
              <a:ext cx="194321" cy="282043"/>
            </a:xfrm>
            <a:custGeom>
              <a:avLst/>
              <a:gdLst/>
              <a:ahLst/>
              <a:cxnLst/>
              <a:rect l="l" t="t" r="r" b="b"/>
              <a:pathLst>
                <a:path w="74" h="107" extrusionOk="0">
                  <a:moveTo>
                    <a:pt x="0" y="14"/>
                  </a:moveTo>
                  <a:cubicBezTo>
                    <a:pt x="0" y="94"/>
                    <a:pt x="0" y="94"/>
                    <a:pt x="0" y="94"/>
                  </a:cubicBezTo>
                  <a:cubicBezTo>
                    <a:pt x="0" y="101"/>
                    <a:pt x="6" y="107"/>
                    <a:pt x="13" y="107"/>
                  </a:cubicBezTo>
                  <a:cubicBezTo>
                    <a:pt x="70" y="107"/>
                    <a:pt x="70" y="107"/>
                    <a:pt x="70" y="107"/>
                  </a:cubicBezTo>
                  <a:cubicBezTo>
                    <a:pt x="74" y="54"/>
                    <a:pt x="74" y="54"/>
                    <a:pt x="74" y="54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" name="Google Shape;2172;p37">
              <a:extLst>
                <a:ext uri="{FF2B5EF4-FFF2-40B4-BE49-F238E27FC236}">
                  <a16:creationId xmlns:a16="http://schemas.microsoft.com/office/drawing/2014/main" id="{F53E9394-6003-E5C9-6324-3806524F32BD}"/>
                </a:ext>
              </a:extLst>
            </p:cNvPr>
            <p:cNvSpPr/>
            <p:nvPr/>
          </p:nvSpPr>
          <p:spPr>
            <a:xfrm>
              <a:off x="4830255" y="3379284"/>
              <a:ext cx="184328" cy="282043"/>
            </a:xfrm>
            <a:custGeom>
              <a:avLst/>
              <a:gdLst/>
              <a:ahLst/>
              <a:cxnLst/>
              <a:rect l="l" t="t" r="r" b="b"/>
              <a:pathLst>
                <a:path w="70" h="107" extrusionOk="0">
                  <a:moveTo>
                    <a:pt x="70" y="94"/>
                  </a:moveTo>
                  <a:cubicBezTo>
                    <a:pt x="70" y="14"/>
                    <a:pt x="70" y="14"/>
                    <a:pt x="70" y="14"/>
                  </a:cubicBezTo>
                  <a:cubicBezTo>
                    <a:pt x="70" y="6"/>
                    <a:pt x="64" y="0"/>
                    <a:pt x="5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56" y="107"/>
                    <a:pt x="56" y="107"/>
                    <a:pt x="56" y="107"/>
                  </a:cubicBezTo>
                  <a:cubicBezTo>
                    <a:pt x="64" y="107"/>
                    <a:pt x="70" y="101"/>
                    <a:pt x="70" y="94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2173;p37">
              <a:extLst>
                <a:ext uri="{FF2B5EF4-FFF2-40B4-BE49-F238E27FC236}">
                  <a16:creationId xmlns:a16="http://schemas.microsoft.com/office/drawing/2014/main" id="{E1025C4E-9FCC-0046-0F80-5AE2B235DDFB}"/>
                </a:ext>
              </a:extLst>
            </p:cNvPr>
            <p:cNvSpPr/>
            <p:nvPr/>
          </p:nvSpPr>
          <p:spPr>
            <a:xfrm>
              <a:off x="4667025" y="3402602"/>
              <a:ext cx="173223" cy="42195"/>
            </a:xfrm>
            <a:custGeom>
              <a:avLst/>
              <a:gdLst/>
              <a:ahLst/>
              <a:cxnLst/>
              <a:rect l="l" t="t" r="r" b="b"/>
              <a:pathLst>
                <a:path w="66" h="16" extrusionOk="0">
                  <a:moveTo>
                    <a:pt x="0" y="5"/>
                  </a:moveTo>
                  <a:cubicBezTo>
                    <a:pt x="0" y="16"/>
                    <a:pt x="0" y="16"/>
                    <a:pt x="0" y="16"/>
                  </a:cubicBezTo>
                  <a:cubicBezTo>
                    <a:pt x="61" y="16"/>
                    <a:pt x="61" y="16"/>
                    <a:pt x="61" y="16"/>
                  </a:cubicBezTo>
                  <a:cubicBezTo>
                    <a:pt x="66" y="8"/>
                    <a:pt x="66" y="8"/>
                    <a:pt x="66" y="8"/>
                  </a:cubicBezTo>
                  <a:cubicBezTo>
                    <a:pt x="61" y="0"/>
                    <a:pt x="61" y="0"/>
                    <a:pt x="61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" name="Google Shape;2174;p37">
              <a:extLst>
                <a:ext uri="{FF2B5EF4-FFF2-40B4-BE49-F238E27FC236}">
                  <a16:creationId xmlns:a16="http://schemas.microsoft.com/office/drawing/2014/main" id="{A9CD4BBC-4315-E1E3-32C8-8251A89D6D99}"/>
                </a:ext>
              </a:extLst>
            </p:cNvPr>
            <p:cNvSpPr/>
            <p:nvPr/>
          </p:nvSpPr>
          <p:spPr>
            <a:xfrm>
              <a:off x="4830255" y="3402602"/>
              <a:ext cx="163230" cy="42195"/>
            </a:xfrm>
            <a:custGeom>
              <a:avLst/>
              <a:gdLst/>
              <a:ahLst/>
              <a:cxnLst/>
              <a:rect l="l" t="t" r="r" b="b"/>
              <a:pathLst>
                <a:path w="62" h="16" extrusionOk="0">
                  <a:moveTo>
                    <a:pt x="5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62" y="16"/>
                    <a:pt x="62" y="16"/>
                    <a:pt x="62" y="16"/>
                  </a:cubicBezTo>
                  <a:cubicBezTo>
                    <a:pt x="62" y="5"/>
                    <a:pt x="62" y="5"/>
                    <a:pt x="62" y="5"/>
                  </a:cubicBezTo>
                  <a:cubicBezTo>
                    <a:pt x="62" y="2"/>
                    <a:pt x="59" y="0"/>
                    <a:pt x="56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2175;p37">
              <a:extLst>
                <a:ext uri="{FF2B5EF4-FFF2-40B4-BE49-F238E27FC236}">
                  <a16:creationId xmlns:a16="http://schemas.microsoft.com/office/drawing/2014/main" id="{769DA96D-983E-9F65-9D7F-37BAB4306DA2}"/>
                </a:ext>
              </a:extLst>
            </p:cNvPr>
            <p:cNvSpPr/>
            <p:nvPr/>
          </p:nvSpPr>
          <p:spPr>
            <a:xfrm>
              <a:off x="4667025" y="3444798"/>
              <a:ext cx="163230" cy="195431"/>
            </a:xfrm>
            <a:custGeom>
              <a:avLst/>
              <a:gdLst/>
              <a:ahLst/>
              <a:cxnLst/>
              <a:rect l="l" t="t" r="r" b="b"/>
              <a:pathLst>
                <a:path w="62" h="74" extrusionOk="0">
                  <a:moveTo>
                    <a:pt x="0" y="0"/>
                  </a:moveTo>
                  <a:cubicBezTo>
                    <a:pt x="0" y="69"/>
                    <a:pt x="0" y="69"/>
                    <a:pt x="0" y="69"/>
                  </a:cubicBezTo>
                  <a:cubicBezTo>
                    <a:pt x="0" y="72"/>
                    <a:pt x="2" y="74"/>
                    <a:pt x="5" y="74"/>
                  </a:cubicBezTo>
                  <a:cubicBezTo>
                    <a:pt x="62" y="74"/>
                    <a:pt x="62" y="74"/>
                    <a:pt x="62" y="74"/>
                  </a:cubicBezTo>
                  <a:cubicBezTo>
                    <a:pt x="62" y="0"/>
                    <a:pt x="62" y="0"/>
                    <a:pt x="6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" name="Google Shape;2176;p37">
              <a:extLst>
                <a:ext uri="{FF2B5EF4-FFF2-40B4-BE49-F238E27FC236}">
                  <a16:creationId xmlns:a16="http://schemas.microsoft.com/office/drawing/2014/main" id="{A16E04AC-E914-4E4B-78F7-5FEACBC6FA86}"/>
                </a:ext>
              </a:extLst>
            </p:cNvPr>
            <p:cNvSpPr/>
            <p:nvPr/>
          </p:nvSpPr>
          <p:spPr>
            <a:xfrm>
              <a:off x="4830255" y="3444798"/>
              <a:ext cx="163230" cy="195431"/>
            </a:xfrm>
            <a:custGeom>
              <a:avLst/>
              <a:gdLst/>
              <a:ahLst/>
              <a:cxnLst/>
              <a:rect l="l" t="t" r="r" b="b"/>
              <a:pathLst>
                <a:path w="62" h="74" extrusionOk="0">
                  <a:moveTo>
                    <a:pt x="62" y="69"/>
                  </a:moveTo>
                  <a:cubicBezTo>
                    <a:pt x="62" y="0"/>
                    <a:pt x="62" y="0"/>
                    <a:pt x="6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56" y="74"/>
                    <a:pt x="56" y="74"/>
                    <a:pt x="56" y="74"/>
                  </a:cubicBezTo>
                  <a:cubicBezTo>
                    <a:pt x="59" y="74"/>
                    <a:pt x="62" y="72"/>
                    <a:pt x="62" y="69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" name="Google Shape;2177;p37">
              <a:extLst>
                <a:ext uri="{FF2B5EF4-FFF2-40B4-BE49-F238E27FC236}">
                  <a16:creationId xmlns:a16="http://schemas.microsoft.com/office/drawing/2014/main" id="{8DF1D9F0-1333-30F0-08BA-1A5D70D05387}"/>
                </a:ext>
              </a:extLst>
            </p:cNvPr>
            <p:cNvSpPr/>
            <p:nvPr/>
          </p:nvSpPr>
          <p:spPr>
            <a:xfrm>
              <a:off x="4882444" y="3563612"/>
              <a:ext cx="23319" cy="34423"/>
            </a:xfrm>
            <a:custGeom>
              <a:avLst/>
              <a:gdLst/>
              <a:ahLst/>
              <a:cxnLst/>
              <a:rect l="l" t="t" r="r" b="b"/>
              <a:pathLst>
                <a:path w="9" h="13" extrusionOk="0">
                  <a:moveTo>
                    <a:pt x="0" y="13"/>
                  </a:moveTo>
                  <a:cubicBezTo>
                    <a:pt x="9" y="13"/>
                    <a:pt x="9" y="13"/>
                    <a:pt x="9" y="13"/>
                  </a:cubicBezTo>
                  <a:cubicBezTo>
                    <a:pt x="9" y="10"/>
                    <a:pt x="9" y="7"/>
                    <a:pt x="9" y="4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4"/>
                    <a:pt x="0" y="4"/>
                    <a:pt x="0" y="4"/>
                  </a:cubicBezTo>
                  <a:lnTo>
                    <a:pt x="0" y="13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5" name="Google Shape;2178;p37">
              <a:extLst>
                <a:ext uri="{FF2B5EF4-FFF2-40B4-BE49-F238E27FC236}">
                  <a16:creationId xmlns:a16="http://schemas.microsoft.com/office/drawing/2014/main" id="{4EC46926-5187-2CA4-ABD1-B77A26854F61}"/>
                </a:ext>
              </a:extLst>
            </p:cNvPr>
            <p:cNvSpPr/>
            <p:nvPr/>
          </p:nvSpPr>
          <p:spPr>
            <a:xfrm>
              <a:off x="4926860" y="3569163"/>
              <a:ext cx="21098" cy="28871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cubicBezTo>
                    <a:pt x="8" y="11"/>
                    <a:pt x="8" y="11"/>
                    <a:pt x="8" y="11"/>
                  </a:cubicBezTo>
                  <a:cubicBezTo>
                    <a:pt x="8" y="8"/>
                    <a:pt x="8" y="5"/>
                    <a:pt x="8" y="2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2"/>
                    <a:pt x="0" y="2"/>
                    <a:pt x="0" y="2"/>
                  </a:cubicBezTo>
                  <a:lnTo>
                    <a:pt x="0" y="11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2179;p37">
              <a:extLst>
                <a:ext uri="{FF2B5EF4-FFF2-40B4-BE49-F238E27FC236}">
                  <a16:creationId xmlns:a16="http://schemas.microsoft.com/office/drawing/2014/main" id="{031E2ED0-5ED3-7ED5-F7FF-DAA297CC5E47}"/>
                </a:ext>
              </a:extLst>
            </p:cNvPr>
            <p:cNvSpPr/>
            <p:nvPr/>
          </p:nvSpPr>
          <p:spPr>
            <a:xfrm>
              <a:off x="4688123" y="3465896"/>
              <a:ext cx="146574" cy="66624"/>
            </a:xfrm>
            <a:custGeom>
              <a:avLst/>
              <a:gdLst/>
              <a:ahLst/>
              <a:cxnLst/>
              <a:rect l="l" t="t" r="r" b="b"/>
              <a:pathLst>
                <a:path w="56" h="25" extrusionOk="0">
                  <a:moveTo>
                    <a:pt x="0" y="0"/>
                  </a:moveTo>
                  <a:cubicBezTo>
                    <a:pt x="0" y="25"/>
                    <a:pt x="0" y="25"/>
                    <a:pt x="0" y="25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6" y="13"/>
                    <a:pt x="56" y="13"/>
                    <a:pt x="56" y="13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1" y="0"/>
                    <a:pt x="3" y="0"/>
                    <a:pt x="0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7" name="Google Shape;2180;p37">
              <a:extLst>
                <a:ext uri="{FF2B5EF4-FFF2-40B4-BE49-F238E27FC236}">
                  <a16:creationId xmlns:a16="http://schemas.microsoft.com/office/drawing/2014/main" id="{7B2E7FB9-1760-9A61-97D2-9FD3079E2798}"/>
                </a:ext>
              </a:extLst>
            </p:cNvPr>
            <p:cNvSpPr/>
            <p:nvPr/>
          </p:nvSpPr>
          <p:spPr>
            <a:xfrm>
              <a:off x="4830255" y="3465896"/>
              <a:ext cx="9994" cy="66624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0"/>
                  </a:moveTo>
                  <a:cubicBezTo>
                    <a:pt x="2" y="0"/>
                    <a:pt x="1" y="0"/>
                    <a:pt x="0" y="0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2"/>
                    <a:pt x="4" y="3"/>
                    <a:pt x="4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2181;p37">
              <a:extLst>
                <a:ext uri="{FF2B5EF4-FFF2-40B4-BE49-F238E27FC236}">
                  <a16:creationId xmlns:a16="http://schemas.microsoft.com/office/drawing/2014/main" id="{51699ECF-16C3-8666-A877-F5D9455C6CE9}"/>
                </a:ext>
              </a:extLst>
            </p:cNvPr>
            <p:cNvSpPr/>
            <p:nvPr/>
          </p:nvSpPr>
          <p:spPr>
            <a:xfrm>
              <a:off x="4688123" y="3553618"/>
              <a:ext cx="146574" cy="21098"/>
            </a:xfrm>
            <a:custGeom>
              <a:avLst/>
              <a:gdLst/>
              <a:ahLst/>
              <a:cxnLst/>
              <a:rect l="l" t="t" r="r" b="b"/>
              <a:pathLst>
                <a:path w="56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1" y="0"/>
                    <a:pt x="3" y="0"/>
                    <a:pt x="0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9" name="Google Shape;2182;p37">
              <a:extLst>
                <a:ext uri="{FF2B5EF4-FFF2-40B4-BE49-F238E27FC236}">
                  <a16:creationId xmlns:a16="http://schemas.microsoft.com/office/drawing/2014/main" id="{3E05F16A-3102-C536-76FF-4D6907B4B9EC}"/>
                </a:ext>
              </a:extLst>
            </p:cNvPr>
            <p:cNvSpPr/>
            <p:nvPr/>
          </p:nvSpPr>
          <p:spPr>
            <a:xfrm>
              <a:off x="4830255" y="3553618"/>
              <a:ext cx="102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0" name="Google Shape;2183;p37">
              <a:extLst>
                <a:ext uri="{FF2B5EF4-FFF2-40B4-BE49-F238E27FC236}">
                  <a16:creationId xmlns:a16="http://schemas.microsoft.com/office/drawing/2014/main" id="{CE44D778-E51A-F532-26AB-A70AD46F5F4C}"/>
                </a:ext>
              </a:extLst>
            </p:cNvPr>
            <p:cNvSpPr/>
            <p:nvPr/>
          </p:nvSpPr>
          <p:spPr>
            <a:xfrm>
              <a:off x="4688123" y="3598034"/>
              <a:ext cx="107710" cy="21098"/>
            </a:xfrm>
            <a:custGeom>
              <a:avLst/>
              <a:gdLst/>
              <a:ahLst/>
              <a:cxnLst/>
              <a:rect l="l" t="t" r="r" b="b"/>
              <a:pathLst>
                <a:path w="41" h="8" extrusionOk="0">
                  <a:moveTo>
                    <a:pt x="41" y="8"/>
                  </a:moveTo>
                  <a:cubicBezTo>
                    <a:pt x="39" y="8"/>
                    <a:pt x="3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41" y="0"/>
                    <a:pt x="41" y="0"/>
                    <a:pt x="41" y="0"/>
                  </a:cubicBezTo>
                  <a:lnTo>
                    <a:pt x="41" y="8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2184;p37">
              <a:extLst>
                <a:ext uri="{FF2B5EF4-FFF2-40B4-BE49-F238E27FC236}">
                  <a16:creationId xmlns:a16="http://schemas.microsoft.com/office/drawing/2014/main" id="{8EA36E23-F280-0860-846C-630FC45BE355}"/>
                </a:ext>
              </a:extLst>
            </p:cNvPr>
            <p:cNvSpPr/>
            <p:nvPr/>
          </p:nvSpPr>
          <p:spPr>
            <a:xfrm>
              <a:off x="4819151" y="3598034"/>
              <a:ext cx="13325" cy="21098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1" y="0"/>
                    <a:pt x="0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2" name="Google Shape;2185;p37">
              <a:extLst>
                <a:ext uri="{FF2B5EF4-FFF2-40B4-BE49-F238E27FC236}">
                  <a16:creationId xmlns:a16="http://schemas.microsoft.com/office/drawing/2014/main" id="{7DB44E2C-93A8-230B-CD83-CAC2011A76ED}"/>
                </a:ext>
              </a:extLst>
            </p:cNvPr>
            <p:cNvSpPr/>
            <p:nvPr/>
          </p:nvSpPr>
          <p:spPr>
            <a:xfrm>
              <a:off x="4830255" y="3598034"/>
              <a:ext cx="102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3" name="Google Shape;2186;p37">
              <a:extLst>
                <a:ext uri="{FF2B5EF4-FFF2-40B4-BE49-F238E27FC236}">
                  <a16:creationId xmlns:a16="http://schemas.microsoft.com/office/drawing/2014/main" id="{51732F1A-32D6-5B78-2E4D-422349CCF657}"/>
                </a:ext>
              </a:extLst>
            </p:cNvPr>
            <p:cNvSpPr/>
            <p:nvPr/>
          </p:nvSpPr>
          <p:spPr>
            <a:xfrm>
              <a:off x="4861347" y="3488104"/>
              <a:ext cx="107710" cy="86612"/>
            </a:xfrm>
            <a:custGeom>
              <a:avLst/>
              <a:gdLst/>
              <a:ahLst/>
              <a:cxnLst/>
              <a:rect l="l" t="t" r="r" b="b"/>
              <a:pathLst>
                <a:path w="41" h="33" extrusionOk="0">
                  <a:moveTo>
                    <a:pt x="0" y="33"/>
                  </a:moveTo>
                  <a:cubicBezTo>
                    <a:pt x="41" y="33"/>
                    <a:pt x="41" y="33"/>
                    <a:pt x="41" y="33"/>
                  </a:cubicBezTo>
                  <a:cubicBezTo>
                    <a:pt x="41" y="25"/>
                    <a:pt x="41" y="25"/>
                    <a:pt x="41" y="25"/>
                  </a:cubicBezTo>
                  <a:cubicBezTo>
                    <a:pt x="37" y="21"/>
                    <a:pt x="37" y="21"/>
                    <a:pt x="37" y="21"/>
                  </a:cubicBezTo>
                  <a:cubicBezTo>
                    <a:pt x="41" y="17"/>
                    <a:pt x="41" y="17"/>
                    <a:pt x="41" y="17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39" y="0"/>
                    <a:pt x="3" y="0"/>
                    <a:pt x="0" y="0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3" y="21"/>
                    <a:pt x="3" y="21"/>
                    <a:pt x="3" y="21"/>
                  </a:cubicBezTo>
                  <a:cubicBezTo>
                    <a:pt x="0" y="25"/>
                    <a:pt x="0" y="25"/>
                    <a:pt x="0" y="25"/>
                  </a:cubicBezTo>
                  <a:lnTo>
                    <a:pt x="0" y="33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2187;p37">
              <a:extLst>
                <a:ext uri="{FF2B5EF4-FFF2-40B4-BE49-F238E27FC236}">
                  <a16:creationId xmlns:a16="http://schemas.microsoft.com/office/drawing/2014/main" id="{B4E43846-0FE2-5DB0-8A13-75BF4951661E}"/>
                </a:ext>
              </a:extLst>
            </p:cNvPr>
            <p:cNvSpPr/>
            <p:nvPr/>
          </p:nvSpPr>
          <p:spPr>
            <a:xfrm>
              <a:off x="4861347" y="3532520"/>
              <a:ext cx="213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5" name="Google Shape;2188;p37">
              <a:extLst>
                <a:ext uri="{FF2B5EF4-FFF2-40B4-BE49-F238E27FC236}">
                  <a16:creationId xmlns:a16="http://schemas.microsoft.com/office/drawing/2014/main" id="{AF138C8F-11F0-F2ED-AF16-BAA7B38565C7}"/>
                </a:ext>
              </a:extLst>
            </p:cNvPr>
            <p:cNvSpPr/>
            <p:nvPr/>
          </p:nvSpPr>
          <p:spPr>
            <a:xfrm>
              <a:off x="4947958" y="3532520"/>
              <a:ext cx="21300" cy="21300"/>
            </a:xfrm>
            <a:prstGeom prst="rect">
              <a:avLst/>
            </a:pr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6" name="Google Shape;2189;p37">
              <a:extLst>
                <a:ext uri="{FF2B5EF4-FFF2-40B4-BE49-F238E27FC236}">
                  <a16:creationId xmlns:a16="http://schemas.microsoft.com/office/drawing/2014/main" id="{10DA52E0-A7B5-8A1D-2E62-6FAC73997E54}"/>
                </a:ext>
              </a:extLst>
            </p:cNvPr>
            <p:cNvSpPr/>
            <p:nvPr/>
          </p:nvSpPr>
          <p:spPr>
            <a:xfrm>
              <a:off x="4861347" y="3465896"/>
              <a:ext cx="107710" cy="45527"/>
            </a:xfrm>
            <a:custGeom>
              <a:avLst/>
              <a:gdLst/>
              <a:ahLst/>
              <a:cxnLst/>
              <a:rect l="l" t="t" r="r" b="b"/>
              <a:pathLst>
                <a:path w="41" h="17" extrusionOk="0">
                  <a:moveTo>
                    <a:pt x="8" y="17"/>
                  </a:moveTo>
                  <a:cubicBezTo>
                    <a:pt x="33" y="17"/>
                    <a:pt x="33" y="17"/>
                    <a:pt x="33" y="17"/>
                  </a:cubicBezTo>
                  <a:cubicBezTo>
                    <a:pt x="38" y="17"/>
                    <a:pt x="41" y="13"/>
                    <a:pt x="41" y="8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3"/>
                    <a:pt x="4" y="17"/>
                    <a:pt x="8" y="17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7" name="Google Shape;349;p37">
            <a:extLst>
              <a:ext uri="{FF2B5EF4-FFF2-40B4-BE49-F238E27FC236}">
                <a16:creationId xmlns:a16="http://schemas.microsoft.com/office/drawing/2014/main" id="{8EEBC604-1647-73C5-7A9E-9E01E4C05C17}"/>
              </a:ext>
            </a:extLst>
          </p:cNvPr>
          <p:cNvSpPr txBox="1">
            <a:spLocks/>
          </p:cNvSpPr>
          <p:nvPr/>
        </p:nvSpPr>
        <p:spPr>
          <a:xfrm>
            <a:off x="5618229" y="1558563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Population Density</a:t>
            </a:r>
          </a:p>
        </p:txBody>
      </p:sp>
      <p:grpSp>
        <p:nvGrpSpPr>
          <p:cNvPr id="479" name="Google Shape;2086;p37">
            <a:extLst>
              <a:ext uri="{FF2B5EF4-FFF2-40B4-BE49-F238E27FC236}">
                <a16:creationId xmlns:a16="http://schemas.microsoft.com/office/drawing/2014/main" id="{4A800E9F-3403-FA83-4507-2E7ED90CDABE}"/>
              </a:ext>
            </a:extLst>
          </p:cNvPr>
          <p:cNvGrpSpPr/>
          <p:nvPr/>
        </p:nvGrpSpPr>
        <p:grpSpPr>
          <a:xfrm>
            <a:off x="5172729" y="2108491"/>
            <a:ext cx="365599" cy="314954"/>
            <a:chOff x="7882926" y="1631120"/>
            <a:chExt cx="365599" cy="314954"/>
          </a:xfrm>
        </p:grpSpPr>
        <p:sp>
          <p:nvSpPr>
            <p:cNvPr id="480" name="Google Shape;2087;p37">
              <a:extLst>
                <a:ext uri="{FF2B5EF4-FFF2-40B4-BE49-F238E27FC236}">
                  <a16:creationId xmlns:a16="http://schemas.microsoft.com/office/drawing/2014/main" id="{DEED24E7-6282-A3E2-9B96-AE99EE82D873}"/>
                </a:ext>
              </a:extLst>
            </p:cNvPr>
            <p:cNvSpPr/>
            <p:nvPr/>
          </p:nvSpPr>
          <p:spPr>
            <a:xfrm>
              <a:off x="7924771" y="1631120"/>
              <a:ext cx="44048" cy="49556"/>
            </a:xfrm>
            <a:custGeom>
              <a:avLst/>
              <a:gdLst/>
              <a:ahLst/>
              <a:cxnLst/>
              <a:rect l="l" t="t" r="r" b="b"/>
              <a:pathLst>
                <a:path w="17" h="19" extrusionOk="0">
                  <a:moveTo>
                    <a:pt x="17" y="17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6"/>
                    <a:pt x="0" y="8"/>
                    <a:pt x="0" y="8"/>
                  </a:cubicBezTo>
                  <a:cubicBezTo>
                    <a:pt x="0" y="4"/>
                    <a:pt x="4" y="0"/>
                    <a:pt x="9" y="0"/>
                  </a:cubicBezTo>
                  <a:cubicBezTo>
                    <a:pt x="13" y="0"/>
                    <a:pt x="17" y="4"/>
                    <a:pt x="17" y="9"/>
                  </a:cubicBezTo>
                  <a:lnTo>
                    <a:pt x="17" y="17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" name="Google Shape;2088;p37">
              <a:extLst>
                <a:ext uri="{FF2B5EF4-FFF2-40B4-BE49-F238E27FC236}">
                  <a16:creationId xmlns:a16="http://schemas.microsoft.com/office/drawing/2014/main" id="{7BCC0881-E431-99C4-AA3A-D927A4FE17D1}"/>
                </a:ext>
              </a:extLst>
            </p:cNvPr>
            <p:cNvSpPr/>
            <p:nvPr/>
          </p:nvSpPr>
          <p:spPr>
            <a:xfrm>
              <a:off x="8162631" y="1631120"/>
              <a:ext cx="41846" cy="55062"/>
            </a:xfrm>
            <a:custGeom>
              <a:avLst/>
              <a:gdLst/>
              <a:ahLst/>
              <a:cxnLst/>
              <a:rect l="l" t="t" r="r" b="b"/>
              <a:pathLst>
                <a:path w="16" h="21" extrusionOk="0">
                  <a:moveTo>
                    <a:pt x="0" y="9"/>
                  </a:moveTo>
                  <a:cubicBezTo>
                    <a:pt x="0" y="17"/>
                    <a:pt x="0" y="17"/>
                    <a:pt x="0" y="17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6" y="17"/>
                    <a:pt x="16" y="17"/>
                    <a:pt x="16" y="17"/>
                  </a:cubicBezTo>
                  <a:cubicBezTo>
                    <a:pt x="16" y="14"/>
                    <a:pt x="16" y="11"/>
                    <a:pt x="16" y="8"/>
                  </a:cubicBezTo>
                  <a:cubicBezTo>
                    <a:pt x="16" y="4"/>
                    <a:pt x="13" y="0"/>
                    <a:pt x="8" y="0"/>
                  </a:cubicBezTo>
                  <a:cubicBezTo>
                    <a:pt x="4" y="0"/>
                    <a:pt x="0" y="4"/>
                    <a:pt x="0" y="9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2089;p37">
              <a:extLst>
                <a:ext uri="{FF2B5EF4-FFF2-40B4-BE49-F238E27FC236}">
                  <a16:creationId xmlns:a16="http://schemas.microsoft.com/office/drawing/2014/main" id="{82F4CF3A-EFDC-B25D-8C56-08A6491B46D9}"/>
                </a:ext>
              </a:extLst>
            </p:cNvPr>
            <p:cNvSpPr/>
            <p:nvPr/>
          </p:nvSpPr>
          <p:spPr>
            <a:xfrm>
              <a:off x="8122987" y="1676271"/>
              <a:ext cx="125537" cy="127744"/>
            </a:xfrm>
            <a:custGeom>
              <a:avLst/>
              <a:gdLst/>
              <a:ahLst/>
              <a:cxnLst/>
              <a:rect l="l" t="t" r="r" b="b"/>
              <a:pathLst>
                <a:path w="114" h="116" extrusionOk="0">
                  <a:moveTo>
                    <a:pt x="0" y="116"/>
                  </a:moveTo>
                  <a:lnTo>
                    <a:pt x="26" y="116"/>
                  </a:lnTo>
                  <a:lnTo>
                    <a:pt x="74" y="69"/>
                  </a:lnTo>
                  <a:lnTo>
                    <a:pt x="114" y="12"/>
                  </a:lnTo>
                  <a:lnTo>
                    <a:pt x="114" y="0"/>
                  </a:lnTo>
                  <a:lnTo>
                    <a:pt x="100" y="0"/>
                  </a:lnTo>
                  <a:lnTo>
                    <a:pt x="45" y="54"/>
                  </a:lnTo>
                  <a:lnTo>
                    <a:pt x="0" y="116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2090;p37">
              <a:extLst>
                <a:ext uri="{FF2B5EF4-FFF2-40B4-BE49-F238E27FC236}">
                  <a16:creationId xmlns:a16="http://schemas.microsoft.com/office/drawing/2014/main" id="{E4B8AC9C-6927-B1D9-78F8-28A797FF41DA}"/>
                </a:ext>
              </a:extLst>
            </p:cNvPr>
            <p:cNvSpPr/>
            <p:nvPr/>
          </p:nvSpPr>
          <p:spPr>
            <a:xfrm>
              <a:off x="8060219" y="1798508"/>
              <a:ext cx="5506" cy="5507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0" y="5"/>
                  </a:moveTo>
                  <a:lnTo>
                    <a:pt x="5" y="5"/>
                  </a:lnTo>
                  <a:lnTo>
                    <a:pt x="5" y="3"/>
                  </a:lnTo>
                  <a:lnTo>
                    <a:pt x="5" y="0"/>
                  </a:lnTo>
                  <a:lnTo>
                    <a:pt x="0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" name="Google Shape;2091;p37">
              <a:extLst>
                <a:ext uri="{FF2B5EF4-FFF2-40B4-BE49-F238E27FC236}">
                  <a16:creationId xmlns:a16="http://schemas.microsoft.com/office/drawing/2014/main" id="{22AED723-D83B-9F99-7A17-A085A21D3926}"/>
                </a:ext>
              </a:extLst>
            </p:cNvPr>
            <p:cNvSpPr/>
            <p:nvPr/>
          </p:nvSpPr>
          <p:spPr>
            <a:xfrm>
              <a:off x="8065725" y="1676271"/>
              <a:ext cx="131043" cy="127743"/>
            </a:xfrm>
            <a:custGeom>
              <a:avLst/>
              <a:gdLst/>
              <a:ahLst/>
              <a:cxnLst/>
              <a:rect l="l" t="t" r="r" b="b"/>
              <a:pathLst>
                <a:path w="50" h="49" extrusionOk="0">
                  <a:moveTo>
                    <a:pt x="50" y="0"/>
                  </a:moveTo>
                  <a:cubicBezTo>
                    <a:pt x="47" y="0"/>
                    <a:pt x="43" y="0"/>
                    <a:pt x="40" y="0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9" y="49"/>
                    <a:pt x="9" y="49"/>
                    <a:pt x="9" y="49"/>
                  </a:cubicBezTo>
                  <a:cubicBezTo>
                    <a:pt x="31" y="26"/>
                    <a:pt x="31" y="26"/>
                    <a:pt x="31" y="26"/>
                  </a:cubicBezTo>
                  <a:lnTo>
                    <a:pt x="50" y="0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" name="Google Shape;2092;p37">
              <a:extLst>
                <a:ext uri="{FF2B5EF4-FFF2-40B4-BE49-F238E27FC236}">
                  <a16:creationId xmlns:a16="http://schemas.microsoft.com/office/drawing/2014/main" id="{A3AB0F55-4EE8-1CAF-71B7-4E3D07EEB141}"/>
                </a:ext>
              </a:extLst>
            </p:cNvPr>
            <p:cNvSpPr/>
            <p:nvPr/>
          </p:nvSpPr>
          <p:spPr>
            <a:xfrm>
              <a:off x="7997451" y="1722523"/>
              <a:ext cx="78186" cy="81492"/>
            </a:xfrm>
            <a:custGeom>
              <a:avLst/>
              <a:gdLst/>
              <a:ahLst/>
              <a:cxnLst/>
              <a:rect l="l" t="t" r="r" b="b"/>
              <a:pathLst>
                <a:path w="71" h="74" extrusionOk="0">
                  <a:moveTo>
                    <a:pt x="0" y="74"/>
                  </a:moveTo>
                  <a:lnTo>
                    <a:pt x="24" y="74"/>
                  </a:lnTo>
                  <a:lnTo>
                    <a:pt x="52" y="53"/>
                  </a:lnTo>
                  <a:lnTo>
                    <a:pt x="62" y="31"/>
                  </a:lnTo>
                  <a:lnTo>
                    <a:pt x="71" y="15"/>
                  </a:lnTo>
                  <a:lnTo>
                    <a:pt x="62" y="0"/>
                  </a:lnTo>
                  <a:lnTo>
                    <a:pt x="22" y="3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2093;p37">
              <a:extLst>
                <a:ext uri="{FF2B5EF4-FFF2-40B4-BE49-F238E27FC236}">
                  <a16:creationId xmlns:a16="http://schemas.microsoft.com/office/drawing/2014/main" id="{4F192F62-DA35-3804-4B42-128F9ACD2F68}"/>
                </a:ext>
              </a:extLst>
            </p:cNvPr>
            <p:cNvSpPr/>
            <p:nvPr/>
          </p:nvSpPr>
          <p:spPr>
            <a:xfrm>
              <a:off x="8065725" y="1676271"/>
              <a:ext cx="68274" cy="80391"/>
            </a:xfrm>
            <a:custGeom>
              <a:avLst/>
              <a:gdLst/>
              <a:ahLst/>
              <a:cxnLst/>
              <a:rect l="l" t="t" r="r" b="b"/>
              <a:pathLst>
                <a:path w="26" h="31" extrusionOk="0">
                  <a:moveTo>
                    <a:pt x="15" y="0"/>
                  </a:moveTo>
                  <a:cubicBezTo>
                    <a:pt x="6" y="7"/>
                    <a:pt x="6" y="7"/>
                    <a:pt x="6" y="7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31"/>
                    <a:pt x="0" y="31"/>
                    <a:pt x="0" y="31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2" y="0"/>
                    <a:pt x="19" y="0"/>
                    <a:pt x="15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2094;p37">
              <a:extLst>
                <a:ext uri="{FF2B5EF4-FFF2-40B4-BE49-F238E27FC236}">
                  <a16:creationId xmlns:a16="http://schemas.microsoft.com/office/drawing/2014/main" id="{66A0B021-7C5B-1836-9BFA-E023BEE6B396}"/>
                </a:ext>
              </a:extLst>
            </p:cNvPr>
            <p:cNvSpPr/>
            <p:nvPr/>
          </p:nvSpPr>
          <p:spPr>
            <a:xfrm>
              <a:off x="7932480" y="1676271"/>
              <a:ext cx="133246" cy="127744"/>
            </a:xfrm>
            <a:custGeom>
              <a:avLst/>
              <a:gdLst/>
              <a:ahLst/>
              <a:cxnLst/>
              <a:rect l="l" t="t" r="r" b="b"/>
              <a:pathLst>
                <a:path w="121" h="116" extrusionOk="0">
                  <a:moveTo>
                    <a:pt x="100" y="0"/>
                  </a:moveTo>
                  <a:lnTo>
                    <a:pt x="43" y="57"/>
                  </a:lnTo>
                  <a:lnTo>
                    <a:pt x="0" y="116"/>
                  </a:lnTo>
                  <a:lnTo>
                    <a:pt x="26" y="116"/>
                  </a:lnTo>
                  <a:lnTo>
                    <a:pt x="81" y="61"/>
                  </a:lnTo>
                  <a:lnTo>
                    <a:pt x="121" y="4"/>
                  </a:lnTo>
                  <a:lnTo>
                    <a:pt x="121" y="0"/>
                  </a:lnTo>
                  <a:lnTo>
                    <a:pt x="121" y="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2095;p37">
              <a:extLst>
                <a:ext uri="{FF2B5EF4-FFF2-40B4-BE49-F238E27FC236}">
                  <a16:creationId xmlns:a16="http://schemas.microsoft.com/office/drawing/2014/main" id="{3F8C3C83-FF32-8AE5-A31D-0A5EA5268126}"/>
                </a:ext>
              </a:extLst>
            </p:cNvPr>
            <p:cNvSpPr/>
            <p:nvPr/>
          </p:nvSpPr>
          <p:spPr>
            <a:xfrm>
              <a:off x="7882926" y="1676271"/>
              <a:ext cx="122234" cy="127743"/>
            </a:xfrm>
            <a:custGeom>
              <a:avLst/>
              <a:gdLst/>
              <a:ahLst/>
              <a:cxnLst/>
              <a:rect l="l" t="t" r="r" b="b"/>
              <a:pathLst>
                <a:path w="47" h="49" extrusionOk="0">
                  <a:moveTo>
                    <a:pt x="37" y="0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0" y="44"/>
                    <a:pt x="0" y="44"/>
                    <a:pt x="0" y="44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29" y="24"/>
                    <a:pt x="29" y="24"/>
                    <a:pt x="29" y="24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0" y="0"/>
                    <a:pt x="37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2096;p37">
              <a:extLst>
                <a:ext uri="{FF2B5EF4-FFF2-40B4-BE49-F238E27FC236}">
                  <a16:creationId xmlns:a16="http://schemas.microsoft.com/office/drawing/2014/main" id="{25BFC564-517C-3E8B-4C86-192AC0412D03}"/>
                </a:ext>
              </a:extLst>
            </p:cNvPr>
            <p:cNvSpPr/>
            <p:nvPr/>
          </p:nvSpPr>
          <p:spPr>
            <a:xfrm>
              <a:off x="7961111" y="1680676"/>
              <a:ext cx="112322" cy="123339"/>
            </a:xfrm>
            <a:custGeom>
              <a:avLst/>
              <a:gdLst/>
              <a:ahLst/>
              <a:cxnLst/>
              <a:rect l="l" t="t" r="r" b="b"/>
              <a:pathLst>
                <a:path w="102" h="112" extrusionOk="0">
                  <a:moveTo>
                    <a:pt x="0" y="112"/>
                  </a:moveTo>
                  <a:lnTo>
                    <a:pt x="33" y="112"/>
                  </a:lnTo>
                  <a:lnTo>
                    <a:pt x="95" y="38"/>
                  </a:lnTo>
                  <a:lnTo>
                    <a:pt x="102" y="17"/>
                  </a:lnTo>
                  <a:lnTo>
                    <a:pt x="95" y="0"/>
                  </a:lnTo>
                  <a:lnTo>
                    <a:pt x="0" y="112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" name="Google Shape;2097;p37">
              <a:extLst>
                <a:ext uri="{FF2B5EF4-FFF2-40B4-BE49-F238E27FC236}">
                  <a16:creationId xmlns:a16="http://schemas.microsoft.com/office/drawing/2014/main" id="{14059C8B-7E40-FA2E-EC53-8C637E6348A2}"/>
                </a:ext>
              </a:extLst>
            </p:cNvPr>
            <p:cNvSpPr/>
            <p:nvPr/>
          </p:nvSpPr>
          <p:spPr>
            <a:xfrm>
              <a:off x="8065725" y="1676271"/>
              <a:ext cx="38542" cy="46252"/>
            </a:xfrm>
            <a:custGeom>
              <a:avLst/>
              <a:gdLst/>
              <a:ahLst/>
              <a:cxnLst/>
              <a:rect l="l" t="t" r="r" b="b"/>
              <a:pathLst>
                <a:path w="35" h="42" extrusionOk="0">
                  <a:moveTo>
                    <a:pt x="5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0" y="42"/>
                  </a:lnTo>
                  <a:lnTo>
                    <a:pt x="35" y="0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2098;p37">
              <a:extLst>
                <a:ext uri="{FF2B5EF4-FFF2-40B4-BE49-F238E27FC236}">
                  <a16:creationId xmlns:a16="http://schemas.microsoft.com/office/drawing/2014/main" id="{AE234F55-2288-4175-3B1B-559002EFEF6B}"/>
                </a:ext>
              </a:extLst>
            </p:cNvPr>
            <p:cNvSpPr/>
            <p:nvPr/>
          </p:nvSpPr>
          <p:spPr>
            <a:xfrm>
              <a:off x="7898343" y="1676271"/>
              <a:ext cx="144258" cy="127743"/>
            </a:xfrm>
            <a:custGeom>
              <a:avLst/>
              <a:gdLst/>
              <a:ahLst/>
              <a:cxnLst/>
              <a:rect l="l" t="t" r="r" b="b"/>
              <a:pathLst>
                <a:path w="55" h="49" extrusionOk="0">
                  <a:moveTo>
                    <a:pt x="41" y="0"/>
                  </a:moveTo>
                  <a:cubicBezTo>
                    <a:pt x="0" y="49"/>
                    <a:pt x="0" y="49"/>
                    <a:pt x="0" y="49"/>
                  </a:cubicBezTo>
                  <a:cubicBezTo>
                    <a:pt x="13" y="49"/>
                    <a:pt x="13" y="49"/>
                    <a:pt x="13" y="49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1" y="0"/>
                    <a:pt x="46" y="0"/>
                    <a:pt x="41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2" name="Google Shape;2099;p37">
              <a:extLst>
                <a:ext uri="{FF2B5EF4-FFF2-40B4-BE49-F238E27FC236}">
                  <a16:creationId xmlns:a16="http://schemas.microsoft.com/office/drawing/2014/main" id="{79BBF124-00B4-F0EB-A63C-BB491AE8110D}"/>
                </a:ext>
              </a:extLst>
            </p:cNvPr>
            <p:cNvSpPr/>
            <p:nvPr/>
          </p:nvSpPr>
          <p:spPr>
            <a:xfrm>
              <a:off x="7882926" y="1676271"/>
              <a:ext cx="96906" cy="112326"/>
            </a:xfrm>
            <a:custGeom>
              <a:avLst/>
              <a:gdLst/>
              <a:ahLst/>
              <a:cxnLst/>
              <a:rect l="l" t="t" r="r" b="b"/>
              <a:pathLst>
                <a:path w="88" h="102" extrusionOk="0">
                  <a:moveTo>
                    <a:pt x="0" y="0"/>
                  </a:moveTo>
                  <a:lnTo>
                    <a:pt x="0" y="102"/>
                  </a:lnTo>
                  <a:lnTo>
                    <a:pt x="8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2100;p37">
              <a:extLst>
                <a:ext uri="{FF2B5EF4-FFF2-40B4-BE49-F238E27FC236}">
                  <a16:creationId xmlns:a16="http://schemas.microsoft.com/office/drawing/2014/main" id="{6A320062-03B8-3F81-F9A5-A8E8C4A624BA}"/>
                </a:ext>
              </a:extLst>
            </p:cNvPr>
            <p:cNvSpPr/>
            <p:nvPr/>
          </p:nvSpPr>
          <p:spPr>
            <a:xfrm>
              <a:off x="8023879" y="1756661"/>
              <a:ext cx="49554" cy="47354"/>
            </a:xfrm>
            <a:custGeom>
              <a:avLst/>
              <a:gdLst/>
              <a:ahLst/>
              <a:cxnLst/>
              <a:rect l="l" t="t" r="r" b="b"/>
              <a:pathLst>
                <a:path w="45" h="43" extrusionOk="0">
                  <a:moveTo>
                    <a:pt x="0" y="43"/>
                  </a:moveTo>
                  <a:lnTo>
                    <a:pt x="33" y="43"/>
                  </a:lnTo>
                  <a:lnTo>
                    <a:pt x="38" y="38"/>
                  </a:lnTo>
                  <a:lnTo>
                    <a:pt x="45" y="17"/>
                  </a:lnTo>
                  <a:lnTo>
                    <a:pt x="38" y="0"/>
                  </a:lnTo>
                  <a:lnTo>
                    <a:pt x="0" y="43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2101;p37">
              <a:extLst>
                <a:ext uri="{FF2B5EF4-FFF2-40B4-BE49-F238E27FC236}">
                  <a16:creationId xmlns:a16="http://schemas.microsoft.com/office/drawing/2014/main" id="{095A27FB-F349-8EAC-A9A4-7B2D0DD42249}"/>
                </a:ext>
              </a:extLst>
            </p:cNvPr>
            <p:cNvSpPr/>
            <p:nvPr/>
          </p:nvSpPr>
          <p:spPr>
            <a:xfrm>
              <a:off x="8065725" y="1676271"/>
              <a:ext cx="104614" cy="122238"/>
            </a:xfrm>
            <a:custGeom>
              <a:avLst/>
              <a:gdLst/>
              <a:ahLst/>
              <a:cxnLst/>
              <a:rect l="l" t="t" r="r" b="b"/>
              <a:pathLst>
                <a:path w="40" h="47" extrusionOk="0">
                  <a:moveTo>
                    <a:pt x="26" y="0"/>
                  </a:moveTo>
                  <a:cubicBezTo>
                    <a:pt x="0" y="31"/>
                    <a:pt x="0" y="31"/>
                    <a:pt x="0" y="31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35" y="0"/>
                    <a:pt x="30" y="0"/>
                    <a:pt x="26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5" name="Google Shape;2102;p37">
              <a:extLst>
                <a:ext uri="{FF2B5EF4-FFF2-40B4-BE49-F238E27FC236}">
                  <a16:creationId xmlns:a16="http://schemas.microsoft.com/office/drawing/2014/main" id="{5FC0303D-6451-4432-70AF-E03802460D51}"/>
                </a:ext>
              </a:extLst>
            </p:cNvPr>
            <p:cNvSpPr/>
            <p:nvPr/>
          </p:nvSpPr>
          <p:spPr>
            <a:xfrm>
              <a:off x="8088851" y="1676271"/>
              <a:ext cx="144258" cy="127743"/>
            </a:xfrm>
            <a:custGeom>
              <a:avLst/>
              <a:gdLst/>
              <a:ahLst/>
              <a:cxnLst/>
              <a:rect l="l" t="t" r="r" b="b"/>
              <a:pathLst>
                <a:path w="55" h="49" extrusionOk="0">
                  <a:moveTo>
                    <a:pt x="0" y="49"/>
                  </a:moveTo>
                  <a:cubicBezTo>
                    <a:pt x="13" y="49"/>
                    <a:pt x="13" y="49"/>
                    <a:pt x="13" y="49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1" y="0"/>
                    <a:pt x="46" y="0"/>
                    <a:pt x="41" y="0"/>
                  </a:cubicBezTo>
                  <a:lnTo>
                    <a:pt x="0" y="49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6" name="Google Shape;2103;p37">
              <a:extLst>
                <a:ext uri="{FF2B5EF4-FFF2-40B4-BE49-F238E27FC236}">
                  <a16:creationId xmlns:a16="http://schemas.microsoft.com/office/drawing/2014/main" id="{46043D0C-1C7E-9063-39A7-AD08961183F3}"/>
                </a:ext>
              </a:extLst>
            </p:cNvPr>
            <p:cNvSpPr/>
            <p:nvPr/>
          </p:nvSpPr>
          <p:spPr>
            <a:xfrm>
              <a:off x="8151619" y="1689485"/>
              <a:ext cx="96906" cy="114529"/>
            </a:xfrm>
            <a:custGeom>
              <a:avLst/>
              <a:gdLst/>
              <a:ahLst/>
              <a:cxnLst/>
              <a:rect l="l" t="t" r="r" b="b"/>
              <a:pathLst>
                <a:path w="88" h="104" extrusionOk="0">
                  <a:moveTo>
                    <a:pt x="88" y="104"/>
                  </a:moveTo>
                  <a:lnTo>
                    <a:pt x="88" y="0"/>
                  </a:lnTo>
                  <a:lnTo>
                    <a:pt x="0" y="104"/>
                  </a:lnTo>
                  <a:lnTo>
                    <a:pt x="88" y="104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2104;p37">
              <a:extLst>
                <a:ext uri="{FF2B5EF4-FFF2-40B4-BE49-F238E27FC236}">
                  <a16:creationId xmlns:a16="http://schemas.microsoft.com/office/drawing/2014/main" id="{671B1DE8-1017-C70E-3598-A61ABEFC0A0D}"/>
                </a:ext>
              </a:extLst>
            </p:cNvPr>
            <p:cNvSpPr/>
            <p:nvPr/>
          </p:nvSpPr>
          <p:spPr>
            <a:xfrm>
              <a:off x="8065725" y="1676271"/>
              <a:ext cx="5506" cy="4405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0" y="0"/>
                  </a:moveTo>
                  <a:lnTo>
                    <a:pt x="0" y="4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2105;p37">
              <a:extLst>
                <a:ext uri="{FF2B5EF4-FFF2-40B4-BE49-F238E27FC236}">
                  <a16:creationId xmlns:a16="http://schemas.microsoft.com/office/drawing/2014/main" id="{8DD1BB41-DC33-F912-EF42-E2B2CC516DF6}"/>
                </a:ext>
              </a:extLst>
            </p:cNvPr>
            <p:cNvSpPr/>
            <p:nvPr/>
          </p:nvSpPr>
          <p:spPr>
            <a:xfrm>
              <a:off x="7913759" y="1815026"/>
              <a:ext cx="41846" cy="117833"/>
            </a:xfrm>
            <a:custGeom>
              <a:avLst/>
              <a:gdLst/>
              <a:ahLst/>
              <a:cxnLst/>
              <a:rect l="l" t="t" r="r" b="b"/>
              <a:pathLst>
                <a:path w="16" h="45" extrusionOk="0">
                  <a:moveTo>
                    <a:pt x="16" y="41"/>
                  </a:moveTo>
                  <a:cubicBezTo>
                    <a:pt x="8" y="45"/>
                    <a:pt x="8" y="45"/>
                    <a:pt x="8" y="45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37"/>
                    <a:pt x="0" y="9"/>
                    <a:pt x="0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6" y="4"/>
                    <a:pt x="16" y="4"/>
                    <a:pt x="16" y="4"/>
                  </a:cubicBezTo>
                  <a:lnTo>
                    <a:pt x="16" y="41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9" name="Google Shape;2106;p37">
              <a:extLst>
                <a:ext uri="{FF2B5EF4-FFF2-40B4-BE49-F238E27FC236}">
                  <a16:creationId xmlns:a16="http://schemas.microsoft.com/office/drawing/2014/main" id="{B048E176-2A02-2140-B36C-FCDF5D56BC75}"/>
                </a:ext>
              </a:extLst>
            </p:cNvPr>
            <p:cNvSpPr/>
            <p:nvPr/>
          </p:nvSpPr>
          <p:spPr>
            <a:xfrm>
              <a:off x="7882926" y="1921846"/>
              <a:ext cx="106817" cy="24227"/>
            </a:xfrm>
            <a:custGeom>
              <a:avLst/>
              <a:gdLst/>
              <a:ahLst/>
              <a:cxnLst/>
              <a:rect l="l" t="t" r="r" b="b"/>
              <a:pathLst>
                <a:path w="41" h="9" extrusionOk="0">
                  <a:moveTo>
                    <a:pt x="41" y="9"/>
                  </a:moveTo>
                  <a:cubicBezTo>
                    <a:pt x="38" y="9"/>
                    <a:pt x="2" y="9"/>
                    <a:pt x="0" y="9"/>
                  </a:cubicBezTo>
                  <a:cubicBezTo>
                    <a:pt x="0" y="6"/>
                    <a:pt x="0" y="3"/>
                    <a:pt x="0" y="0"/>
                  </a:cubicBezTo>
                  <a:cubicBezTo>
                    <a:pt x="41" y="0"/>
                    <a:pt x="41" y="0"/>
                    <a:pt x="41" y="0"/>
                  </a:cubicBezTo>
                  <a:lnTo>
                    <a:pt x="41" y="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0" name="Google Shape;2107;p37">
              <a:extLst>
                <a:ext uri="{FF2B5EF4-FFF2-40B4-BE49-F238E27FC236}">
                  <a16:creationId xmlns:a16="http://schemas.microsoft.com/office/drawing/2014/main" id="{215A94C2-3382-C154-45FA-0F02647431C7}"/>
                </a:ext>
              </a:extLst>
            </p:cNvPr>
            <p:cNvSpPr/>
            <p:nvPr/>
          </p:nvSpPr>
          <p:spPr>
            <a:xfrm>
              <a:off x="8172542" y="1815026"/>
              <a:ext cx="44048" cy="117833"/>
            </a:xfrm>
            <a:custGeom>
              <a:avLst/>
              <a:gdLst/>
              <a:ahLst/>
              <a:cxnLst/>
              <a:rect l="l" t="t" r="r" b="b"/>
              <a:pathLst>
                <a:path w="17" h="45" extrusionOk="0">
                  <a:moveTo>
                    <a:pt x="0" y="41"/>
                  </a:moveTo>
                  <a:cubicBezTo>
                    <a:pt x="8" y="45"/>
                    <a:pt x="8" y="45"/>
                    <a:pt x="8" y="45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17" y="37"/>
                    <a:pt x="17" y="9"/>
                    <a:pt x="17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4"/>
                    <a:pt x="0" y="4"/>
                    <a:pt x="0" y="4"/>
                  </a:cubicBezTo>
                  <a:lnTo>
                    <a:pt x="0" y="41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2108;p37">
              <a:extLst>
                <a:ext uri="{FF2B5EF4-FFF2-40B4-BE49-F238E27FC236}">
                  <a16:creationId xmlns:a16="http://schemas.microsoft.com/office/drawing/2014/main" id="{994AEF41-5C5A-D59F-7AD1-ED4672666E08}"/>
                </a:ext>
              </a:extLst>
            </p:cNvPr>
            <p:cNvSpPr/>
            <p:nvPr/>
          </p:nvSpPr>
          <p:spPr>
            <a:xfrm>
              <a:off x="7913759" y="1804014"/>
              <a:ext cx="41846" cy="20924"/>
            </a:xfrm>
            <a:custGeom>
              <a:avLst/>
              <a:gdLst/>
              <a:ahLst/>
              <a:cxnLst/>
              <a:rect l="l" t="t" r="r" b="b"/>
              <a:pathLst>
                <a:path w="16" h="8" extrusionOk="0">
                  <a:moveTo>
                    <a:pt x="16" y="8"/>
                  </a:moveTo>
                  <a:cubicBezTo>
                    <a:pt x="14" y="8"/>
                    <a:pt x="2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ubicBezTo>
                    <a:pt x="16" y="0"/>
                    <a:pt x="16" y="0"/>
                    <a:pt x="16" y="0"/>
                  </a:cubicBezTo>
                  <a:lnTo>
                    <a:pt x="16" y="8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2109;p37">
              <a:extLst>
                <a:ext uri="{FF2B5EF4-FFF2-40B4-BE49-F238E27FC236}">
                  <a16:creationId xmlns:a16="http://schemas.microsoft.com/office/drawing/2014/main" id="{04633E19-04DE-7B33-69CC-302ABE32A98C}"/>
                </a:ext>
              </a:extLst>
            </p:cNvPr>
            <p:cNvSpPr/>
            <p:nvPr/>
          </p:nvSpPr>
          <p:spPr>
            <a:xfrm>
              <a:off x="8172542" y="1804014"/>
              <a:ext cx="44048" cy="20924"/>
            </a:xfrm>
            <a:custGeom>
              <a:avLst/>
              <a:gdLst/>
              <a:ahLst/>
              <a:cxnLst/>
              <a:rect l="l" t="t" r="r" b="b"/>
              <a:pathLst>
                <a:path w="17" h="8" extrusionOk="0">
                  <a:moveTo>
                    <a:pt x="0" y="8"/>
                  </a:moveTo>
                  <a:cubicBezTo>
                    <a:pt x="17" y="8"/>
                    <a:pt x="17" y="8"/>
                    <a:pt x="17" y="8"/>
                  </a:cubicBezTo>
                  <a:cubicBezTo>
                    <a:pt x="17" y="5"/>
                    <a:pt x="17" y="3"/>
                    <a:pt x="17" y="0"/>
                  </a:cubicBezTo>
                  <a:cubicBezTo>
                    <a:pt x="15" y="0"/>
                    <a:pt x="2" y="0"/>
                    <a:pt x="0" y="0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3" name="Google Shape;2110;p37">
              <a:extLst>
                <a:ext uri="{FF2B5EF4-FFF2-40B4-BE49-F238E27FC236}">
                  <a16:creationId xmlns:a16="http://schemas.microsoft.com/office/drawing/2014/main" id="{2F3ECCD4-5D1D-D00C-AF79-782C11AE75C2}"/>
                </a:ext>
              </a:extLst>
            </p:cNvPr>
            <p:cNvSpPr/>
            <p:nvPr/>
          </p:nvSpPr>
          <p:spPr>
            <a:xfrm>
              <a:off x="8141708" y="1921846"/>
              <a:ext cx="106817" cy="24227"/>
            </a:xfrm>
            <a:custGeom>
              <a:avLst/>
              <a:gdLst/>
              <a:ahLst/>
              <a:cxnLst/>
              <a:rect l="l" t="t" r="r" b="b"/>
              <a:pathLst>
                <a:path w="41" h="9" extrusionOk="0">
                  <a:moveTo>
                    <a:pt x="0" y="9"/>
                  </a:moveTo>
                  <a:cubicBezTo>
                    <a:pt x="41" y="9"/>
                    <a:pt x="41" y="9"/>
                    <a:pt x="41" y="9"/>
                  </a:cubicBezTo>
                  <a:cubicBezTo>
                    <a:pt x="41" y="6"/>
                    <a:pt x="41" y="3"/>
                    <a:pt x="41" y="0"/>
                  </a:cubicBezTo>
                  <a:cubicBezTo>
                    <a:pt x="38" y="0"/>
                    <a:pt x="2" y="0"/>
                    <a:pt x="0" y="0"/>
                  </a:cubicBezTo>
                  <a:lnTo>
                    <a:pt x="0" y="9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4" name="Google Shape;349;p37">
            <a:extLst>
              <a:ext uri="{FF2B5EF4-FFF2-40B4-BE49-F238E27FC236}">
                <a16:creationId xmlns:a16="http://schemas.microsoft.com/office/drawing/2014/main" id="{ED9DA5CE-8F95-B2DD-212C-57DD389F0F43}"/>
              </a:ext>
            </a:extLst>
          </p:cNvPr>
          <p:cNvSpPr txBox="1">
            <a:spLocks/>
          </p:cNvSpPr>
          <p:nvPr/>
        </p:nvSpPr>
        <p:spPr>
          <a:xfrm>
            <a:off x="5618229" y="2095488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GADM Boundaries</a:t>
            </a:r>
          </a:p>
        </p:txBody>
      </p:sp>
      <p:grpSp>
        <p:nvGrpSpPr>
          <p:cNvPr id="508" name="Google Shape;2011;p36">
            <a:extLst>
              <a:ext uri="{FF2B5EF4-FFF2-40B4-BE49-F238E27FC236}">
                <a16:creationId xmlns:a16="http://schemas.microsoft.com/office/drawing/2014/main" id="{B1C0C982-80DB-7177-6783-BAF750A16736}"/>
              </a:ext>
            </a:extLst>
          </p:cNvPr>
          <p:cNvGrpSpPr/>
          <p:nvPr/>
        </p:nvGrpSpPr>
        <p:grpSpPr>
          <a:xfrm>
            <a:off x="3871452" y="3417843"/>
            <a:ext cx="368608" cy="368594"/>
            <a:chOff x="4029641" y="2280487"/>
            <a:chExt cx="368608" cy="368594"/>
          </a:xfrm>
        </p:grpSpPr>
        <p:sp>
          <p:nvSpPr>
            <p:cNvPr id="509" name="Google Shape;2012;p36">
              <a:extLst>
                <a:ext uri="{FF2B5EF4-FFF2-40B4-BE49-F238E27FC236}">
                  <a16:creationId xmlns:a16="http://schemas.microsoft.com/office/drawing/2014/main" id="{B88D471A-D0C3-F88D-3453-4B5B52F516C0}"/>
                </a:ext>
              </a:extLst>
            </p:cNvPr>
            <p:cNvSpPr/>
            <p:nvPr/>
          </p:nvSpPr>
          <p:spPr>
            <a:xfrm>
              <a:off x="4029641" y="2280487"/>
              <a:ext cx="194293" cy="358602"/>
            </a:xfrm>
            <a:custGeom>
              <a:avLst/>
              <a:gdLst/>
              <a:ahLst/>
              <a:cxnLst/>
              <a:rect l="l" t="t" r="r" b="b"/>
              <a:pathLst>
                <a:path w="74" h="136" extrusionOk="0">
                  <a:moveTo>
                    <a:pt x="42" y="0"/>
                  </a:moveTo>
                  <a:cubicBezTo>
                    <a:pt x="41" y="4"/>
                    <a:pt x="31" y="30"/>
                    <a:pt x="29" y="34"/>
                  </a:cubicBezTo>
                  <a:cubicBezTo>
                    <a:pt x="26" y="37"/>
                    <a:pt x="3" y="53"/>
                    <a:pt x="0" y="55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3" y="86"/>
                    <a:pt x="3" y="86"/>
                    <a:pt x="3" y="86"/>
                  </a:cubicBezTo>
                  <a:cubicBezTo>
                    <a:pt x="0" y="90"/>
                    <a:pt x="0" y="90"/>
                    <a:pt x="0" y="9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2" y="103"/>
                    <a:pt x="2" y="103"/>
                    <a:pt x="2" y="103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0" y="115"/>
                    <a:pt x="0" y="115"/>
                    <a:pt x="0" y="115"/>
                  </a:cubicBezTo>
                  <a:cubicBezTo>
                    <a:pt x="2" y="119"/>
                    <a:pt x="2" y="119"/>
                    <a:pt x="2" y="119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32"/>
                    <a:pt x="0" y="132"/>
                    <a:pt x="0" y="132"/>
                  </a:cubicBezTo>
                  <a:cubicBezTo>
                    <a:pt x="20" y="136"/>
                    <a:pt x="20" y="136"/>
                    <a:pt x="20" y="136"/>
                  </a:cubicBezTo>
                  <a:cubicBezTo>
                    <a:pt x="41" y="132"/>
                    <a:pt x="41" y="132"/>
                    <a:pt x="41" y="132"/>
                  </a:cubicBezTo>
                  <a:cubicBezTo>
                    <a:pt x="70" y="57"/>
                    <a:pt x="70" y="57"/>
                    <a:pt x="70" y="57"/>
                  </a:cubicBezTo>
                  <a:cubicBezTo>
                    <a:pt x="74" y="29"/>
                    <a:pt x="74" y="29"/>
                    <a:pt x="74" y="29"/>
                  </a:cubicBezTo>
                  <a:cubicBezTo>
                    <a:pt x="70" y="0"/>
                    <a:pt x="70" y="0"/>
                    <a:pt x="70" y="0"/>
                  </a:cubicBezTo>
                  <a:cubicBezTo>
                    <a:pt x="62" y="0"/>
                    <a:pt x="47" y="0"/>
                    <a:pt x="42" y="0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2013;p36">
              <a:extLst>
                <a:ext uri="{FF2B5EF4-FFF2-40B4-BE49-F238E27FC236}">
                  <a16:creationId xmlns:a16="http://schemas.microsoft.com/office/drawing/2014/main" id="{88CC6C61-0B1F-DD8B-FD2E-9F4824DBF4DF}"/>
                </a:ext>
              </a:extLst>
            </p:cNvPr>
            <p:cNvSpPr/>
            <p:nvPr/>
          </p:nvSpPr>
          <p:spPr>
            <a:xfrm>
              <a:off x="4213942" y="2280487"/>
              <a:ext cx="184301" cy="358602"/>
            </a:xfrm>
            <a:custGeom>
              <a:avLst/>
              <a:gdLst/>
              <a:ahLst/>
              <a:cxnLst/>
              <a:rect l="l" t="t" r="r" b="b"/>
              <a:pathLst>
                <a:path w="70" h="136" extrusionOk="0">
                  <a:moveTo>
                    <a:pt x="70" y="55"/>
                  </a:moveTo>
                  <a:cubicBezTo>
                    <a:pt x="66" y="53"/>
                    <a:pt x="44" y="37"/>
                    <a:pt x="40" y="34"/>
                  </a:cubicBezTo>
                  <a:cubicBezTo>
                    <a:pt x="39" y="30"/>
                    <a:pt x="29" y="4"/>
                    <a:pt x="27" y="0"/>
                  </a:cubicBezTo>
                  <a:cubicBezTo>
                    <a:pt x="20" y="0"/>
                    <a:pt x="4" y="0"/>
                    <a:pt x="0" y="0"/>
                  </a:cubicBezTo>
                  <a:cubicBezTo>
                    <a:pt x="0" y="57"/>
                    <a:pt x="0" y="57"/>
                    <a:pt x="0" y="57"/>
                  </a:cubicBezTo>
                  <a:cubicBezTo>
                    <a:pt x="29" y="132"/>
                    <a:pt x="29" y="132"/>
                    <a:pt x="29" y="132"/>
                  </a:cubicBezTo>
                  <a:cubicBezTo>
                    <a:pt x="49" y="136"/>
                    <a:pt x="49" y="136"/>
                    <a:pt x="49" y="136"/>
                  </a:cubicBezTo>
                  <a:cubicBezTo>
                    <a:pt x="70" y="132"/>
                    <a:pt x="70" y="132"/>
                    <a:pt x="70" y="132"/>
                  </a:cubicBezTo>
                  <a:cubicBezTo>
                    <a:pt x="70" y="123"/>
                    <a:pt x="70" y="123"/>
                    <a:pt x="70" y="123"/>
                  </a:cubicBezTo>
                  <a:cubicBezTo>
                    <a:pt x="67" y="119"/>
                    <a:pt x="67" y="119"/>
                    <a:pt x="67" y="119"/>
                  </a:cubicBezTo>
                  <a:cubicBezTo>
                    <a:pt x="70" y="115"/>
                    <a:pt x="70" y="115"/>
                    <a:pt x="70" y="115"/>
                  </a:cubicBezTo>
                  <a:cubicBezTo>
                    <a:pt x="70" y="107"/>
                    <a:pt x="70" y="107"/>
                    <a:pt x="70" y="107"/>
                  </a:cubicBezTo>
                  <a:cubicBezTo>
                    <a:pt x="67" y="103"/>
                    <a:pt x="67" y="103"/>
                    <a:pt x="67" y="103"/>
                  </a:cubicBezTo>
                  <a:cubicBezTo>
                    <a:pt x="70" y="99"/>
                    <a:pt x="70" y="99"/>
                    <a:pt x="70" y="99"/>
                  </a:cubicBezTo>
                  <a:cubicBezTo>
                    <a:pt x="70" y="97"/>
                    <a:pt x="70" y="93"/>
                    <a:pt x="70" y="90"/>
                  </a:cubicBezTo>
                  <a:cubicBezTo>
                    <a:pt x="66" y="86"/>
                    <a:pt x="66" y="86"/>
                    <a:pt x="66" y="86"/>
                  </a:cubicBezTo>
                  <a:cubicBezTo>
                    <a:pt x="70" y="82"/>
                    <a:pt x="70" y="82"/>
                    <a:pt x="70" y="82"/>
                  </a:cubicBezTo>
                  <a:lnTo>
                    <a:pt x="70" y="55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" name="Google Shape;2014;p36">
              <a:extLst>
                <a:ext uri="{FF2B5EF4-FFF2-40B4-BE49-F238E27FC236}">
                  <a16:creationId xmlns:a16="http://schemas.microsoft.com/office/drawing/2014/main" id="{6C2CF296-332E-78E5-68B4-E1CBE7C5A7A7}"/>
                </a:ext>
              </a:extLst>
            </p:cNvPr>
            <p:cNvSpPr/>
            <p:nvPr/>
          </p:nvSpPr>
          <p:spPr>
            <a:xfrm>
              <a:off x="4282777" y="2464784"/>
              <a:ext cx="115466" cy="174305"/>
            </a:xfrm>
            <a:custGeom>
              <a:avLst/>
              <a:gdLst/>
              <a:ahLst/>
              <a:cxnLst/>
              <a:rect l="l" t="t" r="r" b="b"/>
              <a:pathLst>
                <a:path w="44" h="66" extrusionOk="0">
                  <a:moveTo>
                    <a:pt x="19" y="0"/>
                  </a:moveTo>
                  <a:cubicBezTo>
                    <a:pt x="16" y="0"/>
                    <a:pt x="14" y="0"/>
                    <a:pt x="11" y="0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8" y="12"/>
                    <a:pt x="5" y="12"/>
                    <a:pt x="2" y="12"/>
                  </a:cubicBezTo>
                  <a:cubicBezTo>
                    <a:pt x="1" y="16"/>
                    <a:pt x="1" y="16"/>
                    <a:pt x="1" y="16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9"/>
                    <a:pt x="19" y="29"/>
                    <a:pt x="19" y="29"/>
                  </a:cubicBezTo>
                  <a:cubicBezTo>
                    <a:pt x="17" y="29"/>
                    <a:pt x="5" y="29"/>
                    <a:pt x="3" y="29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11" y="37"/>
                    <a:pt x="11" y="37"/>
                    <a:pt x="11" y="37"/>
                  </a:cubicBezTo>
                  <a:cubicBezTo>
                    <a:pt x="11" y="45"/>
                    <a:pt x="11" y="45"/>
                    <a:pt x="11" y="45"/>
                  </a:cubicBezTo>
                  <a:cubicBezTo>
                    <a:pt x="8" y="45"/>
                    <a:pt x="6" y="45"/>
                    <a:pt x="3" y="45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3" y="53"/>
                    <a:pt x="3" y="53"/>
                    <a:pt x="3" y="53"/>
                  </a:cubicBezTo>
                  <a:cubicBezTo>
                    <a:pt x="19" y="53"/>
                    <a:pt x="19" y="53"/>
                    <a:pt x="19" y="53"/>
                  </a:cubicBezTo>
                  <a:cubicBezTo>
                    <a:pt x="19" y="62"/>
                    <a:pt x="19" y="62"/>
                    <a:pt x="19" y="62"/>
                  </a:cubicBezTo>
                  <a:cubicBezTo>
                    <a:pt x="23" y="66"/>
                    <a:pt x="23" y="66"/>
                    <a:pt x="23" y="66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44" y="53"/>
                    <a:pt x="44" y="53"/>
                    <a:pt x="44" y="53"/>
                  </a:cubicBezTo>
                  <a:cubicBezTo>
                    <a:pt x="44" y="51"/>
                    <a:pt x="44" y="48"/>
                    <a:pt x="44" y="45"/>
                  </a:cubicBezTo>
                  <a:cubicBezTo>
                    <a:pt x="41" y="45"/>
                    <a:pt x="22" y="45"/>
                    <a:pt x="19" y="45"/>
                  </a:cubicBezTo>
                  <a:cubicBezTo>
                    <a:pt x="19" y="42"/>
                    <a:pt x="19" y="40"/>
                    <a:pt x="19" y="37"/>
                  </a:cubicBezTo>
                  <a:cubicBezTo>
                    <a:pt x="44" y="37"/>
                    <a:pt x="44" y="37"/>
                    <a:pt x="44" y="37"/>
                  </a:cubicBezTo>
                  <a:cubicBezTo>
                    <a:pt x="44" y="34"/>
                    <a:pt x="44" y="32"/>
                    <a:pt x="44" y="29"/>
                  </a:cubicBezTo>
                  <a:cubicBezTo>
                    <a:pt x="42" y="29"/>
                    <a:pt x="29" y="29"/>
                    <a:pt x="27" y="29"/>
                  </a:cubicBezTo>
                  <a:cubicBezTo>
                    <a:pt x="27" y="26"/>
                    <a:pt x="27" y="24"/>
                    <a:pt x="27" y="21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18"/>
                    <a:pt x="44" y="15"/>
                    <a:pt x="44" y="12"/>
                  </a:cubicBezTo>
                  <a:cubicBezTo>
                    <a:pt x="41" y="12"/>
                    <a:pt x="22" y="12"/>
                    <a:pt x="19" y="12"/>
                  </a:cubicBezTo>
                  <a:cubicBezTo>
                    <a:pt x="19" y="8"/>
                    <a:pt x="19" y="4"/>
                    <a:pt x="19" y="0"/>
                  </a:cubicBezTo>
                  <a:close/>
                </a:path>
              </a:pathLst>
            </a:cu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" name="Google Shape;2015;p36">
              <a:extLst>
                <a:ext uri="{FF2B5EF4-FFF2-40B4-BE49-F238E27FC236}">
                  <a16:creationId xmlns:a16="http://schemas.microsoft.com/office/drawing/2014/main" id="{F2D09DA3-6150-D6BB-8C44-6BF09821B4BE}"/>
                </a:ext>
              </a:extLst>
            </p:cNvPr>
            <p:cNvSpPr/>
            <p:nvPr/>
          </p:nvSpPr>
          <p:spPr>
            <a:xfrm>
              <a:off x="4029641" y="2464784"/>
              <a:ext cx="111025" cy="172085"/>
            </a:xfrm>
            <a:custGeom>
              <a:avLst/>
              <a:gdLst/>
              <a:ahLst/>
              <a:cxnLst/>
              <a:rect l="l" t="t" r="r" b="b"/>
              <a:pathLst>
                <a:path w="42" h="65" extrusionOk="0">
                  <a:moveTo>
                    <a:pt x="24" y="45"/>
                  </a:moveTo>
                  <a:cubicBezTo>
                    <a:pt x="24" y="42"/>
                    <a:pt x="24" y="40"/>
                    <a:pt x="24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1" y="29"/>
                    <a:pt x="41" y="29"/>
                    <a:pt x="41" y="29"/>
                  </a:cubicBezTo>
                  <a:cubicBezTo>
                    <a:pt x="38" y="29"/>
                    <a:pt x="35" y="29"/>
                    <a:pt x="33" y="29"/>
                  </a:cubicBezTo>
                  <a:cubicBezTo>
                    <a:pt x="33" y="26"/>
                    <a:pt x="33" y="23"/>
                    <a:pt x="33" y="20"/>
                  </a:cubicBezTo>
                  <a:cubicBezTo>
                    <a:pt x="41" y="20"/>
                    <a:pt x="41" y="20"/>
                    <a:pt x="41" y="20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35" y="12"/>
                    <a:pt x="30" y="12"/>
                    <a:pt x="24" y="12"/>
                  </a:cubicBezTo>
                  <a:cubicBezTo>
                    <a:pt x="24" y="8"/>
                    <a:pt x="24" y="4"/>
                    <a:pt x="24" y="0"/>
                  </a:cubicBezTo>
                  <a:cubicBezTo>
                    <a:pt x="21" y="0"/>
                    <a:pt x="19" y="0"/>
                    <a:pt x="16" y="0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4" y="12"/>
                    <a:pt x="2" y="12"/>
                    <a:pt x="0" y="12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1" y="29"/>
                    <a:pt x="3" y="29"/>
                    <a:pt x="0" y="2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6" y="37"/>
                    <a:pt x="16" y="37"/>
                    <a:pt x="16" y="37"/>
                  </a:cubicBezTo>
                  <a:cubicBezTo>
                    <a:pt x="16" y="45"/>
                    <a:pt x="16" y="45"/>
                    <a:pt x="16" y="45"/>
                  </a:cubicBezTo>
                  <a:cubicBezTo>
                    <a:pt x="14" y="45"/>
                    <a:pt x="2" y="45"/>
                    <a:pt x="0" y="45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4" y="53"/>
                    <a:pt x="24" y="53"/>
                    <a:pt x="24" y="53"/>
                  </a:cubicBezTo>
                  <a:cubicBezTo>
                    <a:pt x="24" y="62"/>
                    <a:pt x="24" y="62"/>
                    <a:pt x="24" y="62"/>
                  </a:cubicBezTo>
                  <a:cubicBezTo>
                    <a:pt x="28" y="65"/>
                    <a:pt x="28" y="65"/>
                    <a:pt x="28" y="65"/>
                  </a:cubicBezTo>
                  <a:cubicBezTo>
                    <a:pt x="33" y="62"/>
                    <a:pt x="33" y="62"/>
                    <a:pt x="33" y="62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41" y="53"/>
                    <a:pt x="41" y="53"/>
                    <a:pt x="41" y="53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1" y="45"/>
                    <a:pt x="41" y="45"/>
                    <a:pt x="41" y="45"/>
                  </a:cubicBezTo>
                  <a:cubicBezTo>
                    <a:pt x="39" y="45"/>
                    <a:pt x="26" y="45"/>
                    <a:pt x="24" y="45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2016;p36">
              <a:extLst>
                <a:ext uri="{FF2B5EF4-FFF2-40B4-BE49-F238E27FC236}">
                  <a16:creationId xmlns:a16="http://schemas.microsoft.com/office/drawing/2014/main" id="{3C96CF1A-DFD4-9905-749F-66EBE85DD693}"/>
                </a:ext>
              </a:extLst>
            </p:cNvPr>
            <p:cNvSpPr/>
            <p:nvPr/>
          </p:nvSpPr>
          <p:spPr>
            <a:xfrm>
              <a:off x="4029641" y="2627112"/>
              <a:ext cx="107700" cy="21300"/>
            </a:xfrm>
            <a:prstGeom prst="rect">
              <a:avLst/>
            </a:pr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2017;p36">
              <a:extLst>
                <a:ext uri="{FF2B5EF4-FFF2-40B4-BE49-F238E27FC236}">
                  <a16:creationId xmlns:a16="http://schemas.microsoft.com/office/drawing/2014/main" id="{F5ADCBA2-8B07-BDE6-F303-7A8C6E7B0DF0}"/>
                </a:ext>
              </a:extLst>
            </p:cNvPr>
            <p:cNvSpPr/>
            <p:nvPr/>
          </p:nvSpPr>
          <p:spPr>
            <a:xfrm>
              <a:off x="4290549" y="2627112"/>
              <a:ext cx="107700" cy="21300"/>
            </a:xfrm>
            <a:prstGeom prst="rect">
              <a:avLst/>
            </a:prstGeom>
            <a:solidFill>
              <a:srgbClr val="A1B7B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" name="Google Shape;2018;p36">
              <a:extLst>
                <a:ext uri="{FF2B5EF4-FFF2-40B4-BE49-F238E27FC236}">
                  <a16:creationId xmlns:a16="http://schemas.microsoft.com/office/drawing/2014/main" id="{FD9AEAD5-2191-3EA5-3910-C3540723E333}"/>
                </a:ext>
              </a:extLst>
            </p:cNvPr>
            <p:cNvSpPr/>
            <p:nvPr/>
          </p:nvSpPr>
          <p:spPr>
            <a:xfrm>
              <a:off x="4137335" y="2430367"/>
              <a:ext cx="84379" cy="208722"/>
            </a:xfrm>
            <a:custGeom>
              <a:avLst/>
              <a:gdLst/>
              <a:ahLst/>
              <a:cxnLst/>
              <a:rect l="l" t="t" r="r" b="b"/>
              <a:pathLst>
                <a:path w="32" h="79" extrusionOk="0">
                  <a:moveTo>
                    <a:pt x="0" y="29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21" y="58"/>
                    <a:pt x="21" y="58"/>
                    <a:pt x="21" y="58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6" name="Google Shape;2019;p36">
              <a:extLst>
                <a:ext uri="{FF2B5EF4-FFF2-40B4-BE49-F238E27FC236}">
                  <a16:creationId xmlns:a16="http://schemas.microsoft.com/office/drawing/2014/main" id="{50146C32-C94A-2108-3047-D2EAC086432D}"/>
                </a:ext>
              </a:extLst>
            </p:cNvPr>
            <p:cNvSpPr/>
            <p:nvPr/>
          </p:nvSpPr>
          <p:spPr>
            <a:xfrm>
              <a:off x="4213942" y="2432588"/>
              <a:ext cx="76607" cy="206501"/>
            </a:xfrm>
            <a:custGeom>
              <a:avLst/>
              <a:gdLst/>
              <a:ahLst/>
              <a:cxnLst/>
              <a:rect l="l" t="t" r="r" b="b"/>
              <a:pathLst>
                <a:path w="29" h="78" extrusionOk="0">
                  <a:moveTo>
                    <a:pt x="29" y="28"/>
                  </a:moveTo>
                  <a:cubicBezTo>
                    <a:pt x="29" y="13"/>
                    <a:pt x="16" y="0"/>
                    <a:pt x="0" y="0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17" y="67"/>
                    <a:pt x="17" y="67"/>
                    <a:pt x="17" y="67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5"/>
                    <a:pt x="29" y="31"/>
                    <a:pt x="29" y="28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2020;p36">
              <a:extLst>
                <a:ext uri="{FF2B5EF4-FFF2-40B4-BE49-F238E27FC236}">
                  <a16:creationId xmlns:a16="http://schemas.microsoft.com/office/drawing/2014/main" id="{330FE2FA-20AA-E418-2C54-AABBBC864374}"/>
                </a:ext>
              </a:extLst>
            </p:cNvPr>
            <p:cNvSpPr/>
            <p:nvPr/>
          </p:nvSpPr>
          <p:spPr>
            <a:xfrm>
              <a:off x="4158430" y="2453682"/>
              <a:ext cx="61064" cy="143219"/>
            </a:xfrm>
            <a:custGeom>
              <a:avLst/>
              <a:gdLst/>
              <a:ahLst/>
              <a:cxnLst/>
              <a:rect l="l" t="t" r="r" b="b"/>
              <a:pathLst>
                <a:path w="23" h="54" extrusionOk="0">
                  <a:moveTo>
                    <a:pt x="0" y="20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9" y="0"/>
                    <a:pt x="0" y="9"/>
                    <a:pt x="0" y="2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" name="Google Shape;2021;p36">
              <a:extLst>
                <a:ext uri="{FF2B5EF4-FFF2-40B4-BE49-F238E27FC236}">
                  <a16:creationId xmlns:a16="http://schemas.microsoft.com/office/drawing/2014/main" id="{6EA940F5-4884-7D52-FA91-B7ACF11AF365}"/>
                </a:ext>
              </a:extLst>
            </p:cNvPr>
            <p:cNvSpPr/>
            <p:nvPr/>
          </p:nvSpPr>
          <p:spPr>
            <a:xfrm>
              <a:off x="4213942" y="2453682"/>
              <a:ext cx="52182" cy="143219"/>
            </a:xfrm>
            <a:custGeom>
              <a:avLst/>
              <a:gdLst/>
              <a:ahLst/>
              <a:cxnLst/>
              <a:rect l="l" t="t" r="r" b="b"/>
              <a:pathLst>
                <a:path w="20" h="54" extrusionOk="0">
                  <a:moveTo>
                    <a:pt x="20" y="20"/>
                  </a:moveTo>
                  <a:cubicBezTo>
                    <a:pt x="20" y="9"/>
                    <a:pt x="11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4" y="35"/>
                    <a:pt x="4" y="35"/>
                    <a:pt x="4" y="35"/>
                  </a:cubicBezTo>
                  <a:cubicBezTo>
                    <a:pt x="20" y="54"/>
                    <a:pt x="20" y="54"/>
                    <a:pt x="20" y="54"/>
                  </a:cubicBezTo>
                  <a:cubicBezTo>
                    <a:pt x="20" y="47"/>
                    <a:pt x="20" y="27"/>
                    <a:pt x="20" y="2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2022;p36">
              <a:extLst>
                <a:ext uri="{FF2B5EF4-FFF2-40B4-BE49-F238E27FC236}">
                  <a16:creationId xmlns:a16="http://schemas.microsoft.com/office/drawing/2014/main" id="{18B359A1-8E2D-D643-7B39-8BBE43819580}"/>
                </a:ext>
              </a:extLst>
            </p:cNvPr>
            <p:cNvSpPr/>
            <p:nvPr/>
          </p:nvSpPr>
          <p:spPr>
            <a:xfrm>
              <a:off x="4152878" y="2568035"/>
              <a:ext cx="71056" cy="81047"/>
            </a:xfrm>
            <a:custGeom>
              <a:avLst/>
              <a:gdLst/>
              <a:ahLst/>
              <a:cxnLst/>
              <a:rect l="l" t="t" r="r" b="b"/>
              <a:pathLst>
                <a:path w="64" h="73" extrusionOk="0">
                  <a:moveTo>
                    <a:pt x="41" y="4"/>
                  </a:moveTo>
                  <a:lnTo>
                    <a:pt x="10" y="33"/>
                  </a:lnTo>
                  <a:lnTo>
                    <a:pt x="0" y="73"/>
                  </a:lnTo>
                  <a:lnTo>
                    <a:pt x="55" y="73"/>
                  </a:lnTo>
                  <a:lnTo>
                    <a:pt x="64" y="33"/>
                  </a:lnTo>
                  <a:lnTo>
                    <a:pt x="55" y="4"/>
                  </a:lnTo>
                  <a:lnTo>
                    <a:pt x="48" y="0"/>
                  </a:lnTo>
                  <a:lnTo>
                    <a:pt x="41" y="4"/>
                  </a:ln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2023;p36">
              <a:extLst>
                <a:ext uri="{FF2B5EF4-FFF2-40B4-BE49-F238E27FC236}">
                  <a16:creationId xmlns:a16="http://schemas.microsoft.com/office/drawing/2014/main" id="{3B3CCAA8-1D66-F155-471E-5661A8CD00FC}"/>
                </a:ext>
              </a:extLst>
            </p:cNvPr>
            <p:cNvSpPr/>
            <p:nvPr/>
          </p:nvSpPr>
          <p:spPr>
            <a:xfrm>
              <a:off x="4213942" y="2568035"/>
              <a:ext cx="57733" cy="81047"/>
            </a:xfrm>
            <a:custGeom>
              <a:avLst/>
              <a:gdLst/>
              <a:ahLst/>
              <a:cxnLst/>
              <a:rect l="l" t="t" r="r" b="b"/>
              <a:pathLst>
                <a:path w="52" h="73" extrusionOk="0">
                  <a:moveTo>
                    <a:pt x="14" y="4"/>
                  </a:moveTo>
                  <a:lnTo>
                    <a:pt x="5" y="0"/>
                  </a:lnTo>
                  <a:lnTo>
                    <a:pt x="0" y="4"/>
                  </a:lnTo>
                  <a:lnTo>
                    <a:pt x="0" y="73"/>
                  </a:lnTo>
                  <a:lnTo>
                    <a:pt x="52" y="73"/>
                  </a:lnTo>
                  <a:lnTo>
                    <a:pt x="40" y="38"/>
                  </a:lnTo>
                  <a:lnTo>
                    <a:pt x="14" y="4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2024;p36">
              <a:extLst>
                <a:ext uri="{FF2B5EF4-FFF2-40B4-BE49-F238E27FC236}">
                  <a16:creationId xmlns:a16="http://schemas.microsoft.com/office/drawing/2014/main" id="{DDA104D8-F77D-F5CE-3224-0E80D2FE1C18}"/>
                </a:ext>
              </a:extLst>
            </p:cNvPr>
            <p:cNvSpPr/>
            <p:nvPr/>
          </p:nvSpPr>
          <p:spPr>
            <a:xfrm>
              <a:off x="4137335" y="2560263"/>
              <a:ext cx="61064" cy="88818"/>
            </a:xfrm>
            <a:custGeom>
              <a:avLst/>
              <a:gdLst/>
              <a:ahLst/>
              <a:cxnLst/>
              <a:rect l="l" t="t" r="r" b="b"/>
              <a:pathLst>
                <a:path w="23" h="34" extrusionOk="0">
                  <a:moveTo>
                    <a:pt x="0" y="29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7" y="34"/>
                    <a:pt x="7" y="34"/>
                    <a:pt x="7" y="34"/>
                  </a:cubicBezTo>
                  <a:cubicBezTo>
                    <a:pt x="10" y="28"/>
                    <a:pt x="20" y="11"/>
                    <a:pt x="23" y="5"/>
                  </a:cubicBezTo>
                  <a:cubicBezTo>
                    <a:pt x="21" y="1"/>
                    <a:pt x="21" y="1"/>
                    <a:pt x="21" y="1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6" y="1"/>
                    <a:pt x="1" y="27"/>
                    <a:pt x="0" y="29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2025;p36">
              <a:extLst>
                <a:ext uri="{FF2B5EF4-FFF2-40B4-BE49-F238E27FC236}">
                  <a16:creationId xmlns:a16="http://schemas.microsoft.com/office/drawing/2014/main" id="{7F05AB6D-60F0-9872-00CD-F5925B3D8393}"/>
                </a:ext>
              </a:extLst>
            </p:cNvPr>
            <p:cNvSpPr/>
            <p:nvPr/>
          </p:nvSpPr>
          <p:spPr>
            <a:xfrm>
              <a:off x="4229486" y="2560263"/>
              <a:ext cx="61064" cy="88818"/>
            </a:xfrm>
            <a:custGeom>
              <a:avLst/>
              <a:gdLst/>
              <a:ahLst/>
              <a:cxnLst/>
              <a:rect l="l" t="t" r="r" b="b"/>
              <a:pathLst>
                <a:path w="23" h="34" extrusionOk="0">
                  <a:moveTo>
                    <a:pt x="0" y="5"/>
                  </a:moveTo>
                  <a:cubicBezTo>
                    <a:pt x="3" y="11"/>
                    <a:pt x="13" y="28"/>
                    <a:pt x="16" y="34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2"/>
                    <a:pt x="23" y="31"/>
                    <a:pt x="23" y="29"/>
                  </a:cubicBezTo>
                  <a:cubicBezTo>
                    <a:pt x="22" y="27"/>
                    <a:pt x="7" y="1"/>
                    <a:pt x="6" y="0"/>
                  </a:cubicBezTo>
                  <a:cubicBezTo>
                    <a:pt x="2" y="1"/>
                    <a:pt x="2" y="1"/>
                    <a:pt x="2" y="1"/>
                  </a:cubicBezTo>
                  <a:lnTo>
                    <a:pt x="0" y="5"/>
                  </a:ln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" name="Google Shape;2026;p36">
              <a:extLst>
                <a:ext uri="{FF2B5EF4-FFF2-40B4-BE49-F238E27FC236}">
                  <a16:creationId xmlns:a16="http://schemas.microsoft.com/office/drawing/2014/main" id="{C6DFC201-61D7-C4FB-0766-26D19E40C486}"/>
                </a:ext>
              </a:extLst>
            </p:cNvPr>
            <p:cNvSpPr/>
            <p:nvPr/>
          </p:nvSpPr>
          <p:spPr>
            <a:xfrm>
              <a:off x="4179524" y="2496981"/>
              <a:ext cx="39969" cy="59952"/>
            </a:xfrm>
            <a:custGeom>
              <a:avLst/>
              <a:gdLst/>
              <a:ahLst/>
              <a:cxnLst/>
              <a:rect l="l" t="t" r="r" b="b"/>
              <a:pathLst>
                <a:path w="15" h="23" extrusionOk="0">
                  <a:moveTo>
                    <a:pt x="0" y="13"/>
                  </a:moveTo>
                  <a:cubicBezTo>
                    <a:pt x="0" y="21"/>
                    <a:pt x="0" y="21"/>
                    <a:pt x="0" y="21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2027;p36">
              <a:extLst>
                <a:ext uri="{FF2B5EF4-FFF2-40B4-BE49-F238E27FC236}">
                  <a16:creationId xmlns:a16="http://schemas.microsoft.com/office/drawing/2014/main" id="{B193FA71-7BA2-331C-FDC5-9A3A42641CA0}"/>
                </a:ext>
              </a:extLst>
            </p:cNvPr>
            <p:cNvSpPr/>
            <p:nvPr/>
          </p:nvSpPr>
          <p:spPr>
            <a:xfrm>
              <a:off x="4213942" y="2496981"/>
              <a:ext cx="31087" cy="63283"/>
            </a:xfrm>
            <a:custGeom>
              <a:avLst/>
              <a:gdLst/>
              <a:ahLst/>
              <a:cxnLst/>
              <a:rect l="l" t="t" r="r" b="b"/>
              <a:pathLst>
                <a:path w="12" h="24" extrusionOk="0">
                  <a:moveTo>
                    <a:pt x="12" y="13"/>
                  </a:moveTo>
                  <a:cubicBezTo>
                    <a:pt x="12" y="6"/>
                    <a:pt x="7" y="0"/>
                    <a:pt x="0" y="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2" y="18"/>
                    <a:pt x="12" y="15"/>
                    <a:pt x="12" y="13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2028;p36">
              <a:extLst>
                <a:ext uri="{FF2B5EF4-FFF2-40B4-BE49-F238E27FC236}">
                  <a16:creationId xmlns:a16="http://schemas.microsoft.com/office/drawing/2014/main" id="{E0DF7864-1BBD-1426-6673-A417E914A50D}"/>
                </a:ext>
              </a:extLst>
            </p:cNvPr>
            <p:cNvSpPr/>
            <p:nvPr/>
          </p:nvSpPr>
          <p:spPr>
            <a:xfrm>
              <a:off x="4179524" y="2551381"/>
              <a:ext cx="39969" cy="21095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5" y="4"/>
                    <a:pt x="15" y="4"/>
                    <a:pt x="15" y="4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5" y="0"/>
                    <a:pt x="0" y="0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" name="Google Shape;2029;p36">
              <a:extLst>
                <a:ext uri="{FF2B5EF4-FFF2-40B4-BE49-F238E27FC236}">
                  <a16:creationId xmlns:a16="http://schemas.microsoft.com/office/drawing/2014/main" id="{8A7CDD70-35CF-9F2A-4BFC-CCE2F58B2936}"/>
                </a:ext>
              </a:extLst>
            </p:cNvPr>
            <p:cNvSpPr/>
            <p:nvPr/>
          </p:nvSpPr>
          <p:spPr>
            <a:xfrm>
              <a:off x="4213942" y="2551381"/>
              <a:ext cx="31087" cy="21095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2" y="5"/>
                    <a:pt x="12" y="3"/>
                    <a:pt x="12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" name="Google Shape;2030;p36">
            <a:extLst>
              <a:ext uri="{FF2B5EF4-FFF2-40B4-BE49-F238E27FC236}">
                <a16:creationId xmlns:a16="http://schemas.microsoft.com/office/drawing/2014/main" id="{0413A1D0-0498-CC9D-9217-58BC2242631D}"/>
              </a:ext>
            </a:extLst>
          </p:cNvPr>
          <p:cNvGrpSpPr/>
          <p:nvPr/>
        </p:nvGrpSpPr>
        <p:grpSpPr>
          <a:xfrm>
            <a:off x="3904752" y="4082656"/>
            <a:ext cx="302030" cy="369766"/>
            <a:chOff x="1410204" y="3337089"/>
            <a:chExt cx="302030" cy="369766"/>
          </a:xfrm>
        </p:grpSpPr>
        <p:sp>
          <p:nvSpPr>
            <p:cNvPr id="528" name="Google Shape;2031;p36">
              <a:extLst>
                <a:ext uri="{FF2B5EF4-FFF2-40B4-BE49-F238E27FC236}">
                  <a16:creationId xmlns:a16="http://schemas.microsoft.com/office/drawing/2014/main" id="{8EBD409A-DA5C-8A4F-19E2-F4E8909F0401}"/>
                </a:ext>
              </a:extLst>
            </p:cNvPr>
            <p:cNvSpPr/>
            <p:nvPr/>
          </p:nvSpPr>
          <p:spPr>
            <a:xfrm>
              <a:off x="1539011" y="3588041"/>
              <a:ext cx="34423" cy="118814"/>
            </a:xfrm>
            <a:custGeom>
              <a:avLst/>
              <a:gdLst/>
              <a:ahLst/>
              <a:cxnLst/>
              <a:rect l="l" t="t" r="r" b="b"/>
              <a:pathLst>
                <a:path w="31" h="107" extrusionOk="0">
                  <a:moveTo>
                    <a:pt x="0" y="7"/>
                  </a:moveTo>
                  <a:lnTo>
                    <a:pt x="0" y="57"/>
                  </a:lnTo>
                  <a:lnTo>
                    <a:pt x="12" y="66"/>
                  </a:lnTo>
                  <a:lnTo>
                    <a:pt x="0" y="78"/>
                  </a:lnTo>
                  <a:lnTo>
                    <a:pt x="0" y="107"/>
                  </a:lnTo>
                  <a:lnTo>
                    <a:pt x="21" y="107"/>
                  </a:lnTo>
                  <a:lnTo>
                    <a:pt x="31" y="57"/>
                  </a:lnTo>
                  <a:lnTo>
                    <a:pt x="21" y="9"/>
                  </a:lnTo>
                  <a:lnTo>
                    <a:pt x="12" y="0"/>
                  </a:lnTo>
                  <a:lnTo>
                    <a:pt x="0" y="7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" name="Google Shape;2032;p36">
              <a:extLst>
                <a:ext uri="{FF2B5EF4-FFF2-40B4-BE49-F238E27FC236}">
                  <a16:creationId xmlns:a16="http://schemas.microsoft.com/office/drawing/2014/main" id="{CE4A158F-D32E-1C4E-33D1-72A3517EFC85}"/>
                </a:ext>
              </a:extLst>
            </p:cNvPr>
            <p:cNvSpPr/>
            <p:nvPr/>
          </p:nvSpPr>
          <p:spPr>
            <a:xfrm>
              <a:off x="1562329" y="3588041"/>
              <a:ext cx="21098" cy="118814"/>
            </a:xfrm>
            <a:custGeom>
              <a:avLst/>
              <a:gdLst/>
              <a:ahLst/>
              <a:cxnLst/>
              <a:rect l="l" t="t" r="r" b="b"/>
              <a:pathLst>
                <a:path w="19" h="107" extrusionOk="0">
                  <a:moveTo>
                    <a:pt x="19" y="7"/>
                  </a:moveTo>
                  <a:lnTo>
                    <a:pt x="10" y="0"/>
                  </a:lnTo>
                  <a:lnTo>
                    <a:pt x="0" y="9"/>
                  </a:lnTo>
                  <a:lnTo>
                    <a:pt x="0" y="107"/>
                  </a:lnTo>
                  <a:lnTo>
                    <a:pt x="19" y="107"/>
                  </a:lnTo>
                  <a:lnTo>
                    <a:pt x="19" y="78"/>
                  </a:lnTo>
                  <a:lnTo>
                    <a:pt x="10" y="66"/>
                  </a:lnTo>
                  <a:lnTo>
                    <a:pt x="19" y="57"/>
                  </a:lnTo>
                  <a:lnTo>
                    <a:pt x="19" y="7"/>
                  </a:ln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" name="Google Shape;2033;p36">
              <a:extLst>
                <a:ext uri="{FF2B5EF4-FFF2-40B4-BE49-F238E27FC236}">
                  <a16:creationId xmlns:a16="http://schemas.microsoft.com/office/drawing/2014/main" id="{F833317F-0F42-A186-495B-FAB57F792BC1}"/>
                </a:ext>
              </a:extLst>
            </p:cNvPr>
            <p:cNvSpPr/>
            <p:nvPr/>
          </p:nvSpPr>
          <p:spPr>
            <a:xfrm>
              <a:off x="1430191" y="3337089"/>
              <a:ext cx="143243" cy="260946"/>
            </a:xfrm>
            <a:custGeom>
              <a:avLst/>
              <a:gdLst/>
              <a:ahLst/>
              <a:cxnLst/>
              <a:rect l="l" t="t" r="r" b="b"/>
              <a:pathLst>
                <a:path w="54" h="99" extrusionOk="0">
                  <a:moveTo>
                    <a:pt x="0" y="49"/>
                  </a:moveTo>
                  <a:cubicBezTo>
                    <a:pt x="0" y="77"/>
                    <a:pt x="22" y="99"/>
                    <a:pt x="50" y="99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22" y="0"/>
                    <a:pt x="0" y="22"/>
                    <a:pt x="0" y="4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1" name="Google Shape;2034;p36">
              <a:extLst>
                <a:ext uri="{FF2B5EF4-FFF2-40B4-BE49-F238E27FC236}">
                  <a16:creationId xmlns:a16="http://schemas.microsoft.com/office/drawing/2014/main" id="{8569BD5D-7F0E-ECCF-CD0E-971D2DAEDBED}"/>
                </a:ext>
              </a:extLst>
            </p:cNvPr>
            <p:cNvSpPr/>
            <p:nvPr/>
          </p:nvSpPr>
          <p:spPr>
            <a:xfrm>
              <a:off x="1562329" y="3337089"/>
              <a:ext cx="128807" cy="260946"/>
            </a:xfrm>
            <a:custGeom>
              <a:avLst/>
              <a:gdLst/>
              <a:ahLst/>
              <a:cxnLst/>
              <a:rect l="l" t="t" r="r" b="b"/>
              <a:pathLst>
                <a:path w="49" h="99" extrusionOk="0">
                  <a:moveTo>
                    <a:pt x="49" y="49"/>
                  </a:moveTo>
                  <a:cubicBezTo>
                    <a:pt x="49" y="22"/>
                    <a:pt x="27" y="0"/>
                    <a:pt x="0" y="0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27" y="99"/>
                    <a:pt x="49" y="77"/>
                    <a:pt x="49" y="4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2035;p36">
              <a:extLst>
                <a:ext uri="{FF2B5EF4-FFF2-40B4-BE49-F238E27FC236}">
                  <a16:creationId xmlns:a16="http://schemas.microsoft.com/office/drawing/2014/main" id="{798CFBBF-4C94-56AD-0161-2A58A93AD0EB}"/>
                </a:ext>
              </a:extLst>
            </p:cNvPr>
            <p:cNvSpPr/>
            <p:nvPr/>
          </p:nvSpPr>
          <p:spPr>
            <a:xfrm>
              <a:off x="1462393" y="3365959"/>
              <a:ext cx="111041" cy="200984"/>
            </a:xfrm>
            <a:custGeom>
              <a:avLst/>
              <a:gdLst/>
              <a:ahLst/>
              <a:cxnLst/>
              <a:rect l="l" t="t" r="r" b="b"/>
              <a:pathLst>
                <a:path w="42" h="76" extrusionOk="0">
                  <a:moveTo>
                    <a:pt x="0" y="38"/>
                  </a:moveTo>
                  <a:cubicBezTo>
                    <a:pt x="0" y="59"/>
                    <a:pt x="17" y="76"/>
                    <a:pt x="38" y="76"/>
                  </a:cubicBezTo>
                  <a:cubicBezTo>
                    <a:pt x="42" y="38"/>
                    <a:pt x="42" y="38"/>
                    <a:pt x="42" y="38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17" y="0"/>
                    <a:pt x="0" y="17"/>
                    <a:pt x="0" y="38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" name="Google Shape;2036;p36">
              <a:extLst>
                <a:ext uri="{FF2B5EF4-FFF2-40B4-BE49-F238E27FC236}">
                  <a16:creationId xmlns:a16="http://schemas.microsoft.com/office/drawing/2014/main" id="{2E91F94A-F3DF-6713-C67A-A65F8863BFCF}"/>
                </a:ext>
              </a:extLst>
            </p:cNvPr>
            <p:cNvSpPr/>
            <p:nvPr/>
          </p:nvSpPr>
          <p:spPr>
            <a:xfrm>
              <a:off x="1562329" y="3365959"/>
              <a:ext cx="99937" cy="200984"/>
            </a:xfrm>
            <a:custGeom>
              <a:avLst/>
              <a:gdLst/>
              <a:ahLst/>
              <a:cxnLst/>
              <a:rect l="l" t="t" r="r" b="b"/>
              <a:pathLst>
                <a:path w="38" h="76" extrusionOk="0">
                  <a:moveTo>
                    <a:pt x="38" y="38"/>
                  </a:moveTo>
                  <a:cubicBezTo>
                    <a:pt x="38" y="17"/>
                    <a:pt x="21" y="0"/>
                    <a:pt x="0" y="0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21" y="76"/>
                    <a:pt x="38" y="59"/>
                    <a:pt x="38" y="38"/>
                  </a:cubicBezTo>
                  <a:close/>
                </a:path>
              </a:pathLst>
            </a:custGeom>
            <a:solidFill>
              <a:srgbClr val="A3CED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4" name="Google Shape;2037;p36">
              <a:extLst>
                <a:ext uri="{FF2B5EF4-FFF2-40B4-BE49-F238E27FC236}">
                  <a16:creationId xmlns:a16="http://schemas.microsoft.com/office/drawing/2014/main" id="{0EFD33AA-B74E-D0AC-9CDB-286F23FE49E8}"/>
                </a:ext>
              </a:extLst>
            </p:cNvPr>
            <p:cNvSpPr/>
            <p:nvPr/>
          </p:nvSpPr>
          <p:spPr>
            <a:xfrm>
              <a:off x="1539011" y="3651333"/>
              <a:ext cx="34423" cy="23319"/>
            </a:xfrm>
            <a:custGeom>
              <a:avLst/>
              <a:gdLst/>
              <a:ahLst/>
              <a:cxnLst/>
              <a:rect l="l" t="t" r="r" b="b"/>
              <a:pathLst>
                <a:path w="31" h="21" extrusionOk="0">
                  <a:moveTo>
                    <a:pt x="0" y="0"/>
                  </a:moveTo>
                  <a:lnTo>
                    <a:pt x="0" y="21"/>
                  </a:lnTo>
                  <a:lnTo>
                    <a:pt x="21" y="21"/>
                  </a:lnTo>
                  <a:lnTo>
                    <a:pt x="31" y="9"/>
                  </a:lnTo>
                  <a:lnTo>
                    <a:pt x="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5" name="Google Shape;2038;p36">
              <a:extLst>
                <a:ext uri="{FF2B5EF4-FFF2-40B4-BE49-F238E27FC236}">
                  <a16:creationId xmlns:a16="http://schemas.microsoft.com/office/drawing/2014/main" id="{785D05ED-5D9B-74F2-7D28-783EA1D3FFF4}"/>
                </a:ext>
              </a:extLst>
            </p:cNvPr>
            <p:cNvSpPr/>
            <p:nvPr/>
          </p:nvSpPr>
          <p:spPr>
            <a:xfrm>
              <a:off x="1562329" y="3651333"/>
              <a:ext cx="21300" cy="23400"/>
            </a:xfrm>
            <a:prstGeom prst="rect">
              <a:avLst/>
            </a:pr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2039;p36">
              <a:extLst>
                <a:ext uri="{FF2B5EF4-FFF2-40B4-BE49-F238E27FC236}">
                  <a16:creationId xmlns:a16="http://schemas.microsoft.com/office/drawing/2014/main" id="{E8C8F0E6-5759-36BF-CB1B-01784F7798A9}"/>
                </a:ext>
              </a:extLst>
            </p:cNvPr>
            <p:cNvSpPr/>
            <p:nvPr/>
          </p:nvSpPr>
          <p:spPr>
            <a:xfrm>
              <a:off x="1485711" y="3390388"/>
              <a:ext cx="87722" cy="152126"/>
            </a:xfrm>
            <a:custGeom>
              <a:avLst/>
              <a:gdLst/>
              <a:ahLst/>
              <a:cxnLst/>
              <a:rect l="l" t="t" r="r" b="b"/>
              <a:pathLst>
                <a:path w="33" h="58" extrusionOk="0">
                  <a:moveTo>
                    <a:pt x="0" y="29"/>
                  </a:moveTo>
                  <a:cubicBezTo>
                    <a:pt x="0" y="45"/>
                    <a:pt x="13" y="58"/>
                    <a:pt x="29" y="58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2040;p36">
              <a:extLst>
                <a:ext uri="{FF2B5EF4-FFF2-40B4-BE49-F238E27FC236}">
                  <a16:creationId xmlns:a16="http://schemas.microsoft.com/office/drawing/2014/main" id="{0044BF44-1EF1-F166-7D78-5FCB62B2F912}"/>
                </a:ext>
              </a:extLst>
            </p:cNvPr>
            <p:cNvSpPr/>
            <p:nvPr/>
          </p:nvSpPr>
          <p:spPr>
            <a:xfrm>
              <a:off x="1562329" y="3390388"/>
              <a:ext cx="76618" cy="152126"/>
            </a:xfrm>
            <a:custGeom>
              <a:avLst/>
              <a:gdLst/>
              <a:ahLst/>
              <a:cxnLst/>
              <a:rect l="l" t="t" r="r" b="b"/>
              <a:pathLst>
                <a:path w="29" h="58" extrusionOk="0">
                  <a:moveTo>
                    <a:pt x="29" y="29"/>
                  </a:moveTo>
                  <a:cubicBezTo>
                    <a:pt x="29" y="13"/>
                    <a:pt x="16" y="0"/>
                    <a:pt x="0" y="0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16" y="58"/>
                    <a:pt x="29" y="45"/>
                    <a:pt x="29" y="29"/>
                  </a:cubicBezTo>
                  <a:close/>
                </a:path>
              </a:pathLst>
            </a:custGeom>
            <a:solidFill>
              <a:srgbClr val="DF543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8" name="Google Shape;2041;p36">
              <a:extLst>
                <a:ext uri="{FF2B5EF4-FFF2-40B4-BE49-F238E27FC236}">
                  <a16:creationId xmlns:a16="http://schemas.microsoft.com/office/drawing/2014/main" id="{914239C4-309E-3008-B256-3345F779C82E}"/>
                </a:ext>
              </a:extLst>
            </p:cNvPr>
            <p:cNvSpPr/>
            <p:nvPr/>
          </p:nvSpPr>
          <p:spPr>
            <a:xfrm>
              <a:off x="1410204" y="3434805"/>
              <a:ext cx="163230" cy="65514"/>
            </a:xfrm>
            <a:custGeom>
              <a:avLst/>
              <a:gdLst/>
              <a:ahLst/>
              <a:cxnLst/>
              <a:rect l="l" t="t" r="r" b="b"/>
              <a:pathLst>
                <a:path w="62" h="25" extrusionOk="0">
                  <a:moveTo>
                    <a:pt x="0" y="0"/>
                  </a:moveTo>
                  <a:cubicBezTo>
                    <a:pt x="0" y="25"/>
                    <a:pt x="0" y="25"/>
                    <a:pt x="0" y="25"/>
                  </a:cubicBezTo>
                  <a:cubicBezTo>
                    <a:pt x="58" y="25"/>
                    <a:pt x="58" y="25"/>
                    <a:pt x="58" y="25"/>
                  </a:cubicBezTo>
                  <a:cubicBezTo>
                    <a:pt x="62" y="12"/>
                    <a:pt x="62" y="12"/>
                    <a:pt x="62" y="12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4" y="0"/>
                    <a:pt x="3" y="0"/>
                    <a:pt x="0" y="0"/>
                  </a:cubicBezTo>
                  <a:close/>
                </a:path>
              </a:pathLst>
            </a:custGeom>
            <a:solidFill>
              <a:srgbClr val="00525B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9" name="Google Shape;2042;p36">
              <a:extLst>
                <a:ext uri="{FF2B5EF4-FFF2-40B4-BE49-F238E27FC236}">
                  <a16:creationId xmlns:a16="http://schemas.microsoft.com/office/drawing/2014/main" id="{0A12763D-0738-0FC0-CE37-284E4169423A}"/>
                </a:ext>
              </a:extLst>
            </p:cNvPr>
            <p:cNvSpPr/>
            <p:nvPr/>
          </p:nvSpPr>
          <p:spPr>
            <a:xfrm>
              <a:off x="1562329" y="3434805"/>
              <a:ext cx="149905" cy="65514"/>
            </a:xfrm>
            <a:custGeom>
              <a:avLst/>
              <a:gdLst/>
              <a:ahLst/>
              <a:cxnLst/>
              <a:rect l="l" t="t" r="r" b="b"/>
              <a:pathLst>
                <a:path w="57" h="25" extrusionOk="0">
                  <a:moveTo>
                    <a:pt x="57" y="0"/>
                  </a:moveTo>
                  <a:cubicBezTo>
                    <a:pt x="54" y="0"/>
                    <a:pt x="3" y="0"/>
                    <a:pt x="0" y="0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57" y="25"/>
                    <a:pt x="57" y="25"/>
                    <a:pt x="57" y="25"/>
                  </a:cubicBezTo>
                  <a:cubicBezTo>
                    <a:pt x="57" y="22"/>
                    <a:pt x="57" y="3"/>
                    <a:pt x="57" y="0"/>
                  </a:cubicBezTo>
                  <a:close/>
                </a:path>
              </a:pathLst>
            </a:custGeom>
            <a:solidFill>
              <a:srgbClr val="00819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0" name="Google Shape;349;p37">
            <a:extLst>
              <a:ext uri="{FF2B5EF4-FFF2-40B4-BE49-F238E27FC236}">
                <a16:creationId xmlns:a16="http://schemas.microsoft.com/office/drawing/2014/main" id="{F0EDAE26-F9CA-53DA-1826-FA7BEF46C1C1}"/>
              </a:ext>
            </a:extLst>
          </p:cNvPr>
          <p:cNvSpPr txBox="1">
            <a:spLocks/>
          </p:cNvSpPr>
          <p:nvPr/>
        </p:nvSpPr>
        <p:spPr>
          <a:xfrm>
            <a:off x="4348229" y="3456928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GTFS Static</a:t>
            </a:r>
          </a:p>
        </p:txBody>
      </p:sp>
      <p:sp>
        <p:nvSpPr>
          <p:cNvPr id="541" name="Google Shape;349;p37">
            <a:extLst>
              <a:ext uri="{FF2B5EF4-FFF2-40B4-BE49-F238E27FC236}">
                <a16:creationId xmlns:a16="http://schemas.microsoft.com/office/drawing/2014/main" id="{C54CD6FD-20BB-F5BB-0549-7B03D65B0E38}"/>
              </a:ext>
            </a:extLst>
          </p:cNvPr>
          <p:cNvSpPr txBox="1">
            <a:spLocks/>
          </p:cNvSpPr>
          <p:nvPr/>
        </p:nvSpPr>
        <p:spPr>
          <a:xfrm>
            <a:off x="4348229" y="4117328"/>
            <a:ext cx="31674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OSM Points of Interest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933C631D-2E05-2E69-6D65-B99F71DD27F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1AE0EA00-A95F-7FA3-37FD-9927B03CA56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05DAD12C-3899-3D27-EB2C-A694295A6500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51D708AA-B615-A809-301B-DC82E96722FF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FCE305-D5B4-34EF-389B-62217EDDE3D0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D41A7269-766E-2EF7-9836-0C72F67327B3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B308E2D4-4ADE-C99E-2C7E-C76CA33BBF98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1F98A23B-006E-E96D-8860-5DA3CBAFCE33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85B1115E-2670-0317-8610-45778BF1583E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89017062-058F-C2A9-3C34-B85AEA8A29E0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C282DD72-3648-51C4-C004-F077D387EF2D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9AD226A4-F6D4-52B4-A6E0-717248B4E034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9E4C6BE-0ACA-1175-BF08-AC2FEC4E3744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4321BB14-FBDF-A247-37FF-3638C11402C7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46DF5FE-01FD-A365-54AF-1CCBE5DABFB2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8B35FEC7-EA92-CF4A-5BBA-D25CD6C831C9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13C479B0-469C-941D-CD91-137F9284A37D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46DD355-1031-2EB6-15E7-AECC1BAD9128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303A6D1B-D63F-0228-5777-BC52877E1A34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2B97567D-FE12-F292-8548-45784B85D7DA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85869AFF-E72A-40D5-0A69-41CDA99D1AB6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0BA7A8D-29A2-0A17-5A47-741DD6CAFD4B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7C795468-AA2E-DCBC-E7CF-1E3893775F3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EACD17B3-DE38-F95A-E606-5D78EB12063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B07D7322-D9FC-F0FE-37B0-6E04199F019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79EFFA47-B146-E50E-69FB-34863E724DA2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F93BB88-9886-49B7-29AE-F662ACC8F8A9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A4F847E-E99C-A4CE-CC62-8B79AC89BF50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8E9D1CD0-C097-A6B5-D921-EE01DFEAD17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Change-point detection identifies the lockdown onset and three recovery phases; per-service collapse %, and post-MCO recovery rate differ by mode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Monthly wet-day ratio and extreme-event frequency peak in November-January, east-coast states record more extreme than west-coast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Clustering on stop coordinates identifies dense clusters in greater KL; outside Selangor/KL have fewer than 5% of total stops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Joint analysis of population density, transit supply identifies priority zones where high residential density coincides with low stop coverage and poor pedestrian access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 dip 1-2 days before public holidays and return surge on first post-holiday workday, school holidays show a softer, multi-day ramp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Some temporal, static like GTFS, OSM POIs, GADM boundaries, and population density are at near-zero correlation with ridership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KL Concentration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Underserved Zones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Baseline &amp; Comparatives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638448D3-22BC-3CF4-5F29-05BA6B32EF3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626D80FD-3D44-52C2-CF45-58777D77967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7AC6F4E3-EB38-542E-AC02-D6B7494C450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AC890EAA-4FE5-4DC1-3FFC-C7DFBFDCE886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982C0B-8366-3A66-646F-871B34D3E1DE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F56364F6-34E8-3729-CD18-0E853F41255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C84C2522-36DB-2B08-8765-0B2D2F61AEF0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0428BB3A-A552-8DD1-A9B7-D33138AC2E0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2F019562-FDF0-B0F6-6CFB-31FD0342EDA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D1C3913D-3419-C157-9224-164BD412C95B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CD7A50FB-7539-FBC1-E84F-1056A02E1B7F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DC868D43-60CB-C9A1-EBE0-4A2D72DC1D79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6A253137-FCD8-9BAC-7EF4-6EBC69F1B614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295E86E2-4017-C813-C133-BD025BD72CCA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439B8556-BF7F-6099-DDDB-8EDDF68D83B3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802210DF-FCBF-4890-4DCF-EE1085E2C679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2AD6672D-A217-E5E9-EDD5-33D395B405D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1680B9A5-0165-BB7D-F4FF-B33C80D7418F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87169C36-4D33-C737-7235-1724A3C3584B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793091EB-AD6B-BC6C-6590-72ECE33D932C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886F00D-FE0B-5031-032E-F406AC6E1DD0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E3EA95D6-F4C8-B492-3D11-8AF25DFA137C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2C3F7BB0-7150-AC0E-8C40-CA77F755FFC0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015088F1-6D5A-4C53-AFCE-43C4E70CAC58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3A2E0B70-EAE8-0A5C-220F-6FABC406F50A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EAB4AED9-E292-7F7B-2E33-F9C798749E4D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B99B4387-9F17-2B5F-FA10-54D0CE4A2305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24E7CA58-8BA6-A655-C4F8-322B80920EB5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552E40C-1AB9-5D1B-7964-176B1B1AD5B5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74C4FA21-6A82-01EA-B564-B81A702CA4DC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DC0F5B7-2312-E769-49DE-73A579F490E8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8DC6F673-A882-D558-4D6D-52F82F8A681D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8C20703B-0975-8CCE-82E4-4E25D9AA072B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3F979AB9-861C-9651-CF3F-D42EB4463151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8DE2927D-83E0-31CF-6BA4-A64109E27403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93BED2D9-A45A-7798-F2C9-B0CDD21F6824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D20DA126-D920-8C85-6AEF-DF34093E0306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5A7B9A3A-D00F-137D-7FFE-CDCB500A6CA4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DEB0A7FD-D57D-4B0F-9A79-61F12C3365C5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EF421E87-0147-41A4-DBC0-BC151CB8AF3A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E461EB1E-642E-38CB-B013-4D7B86DFDACD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52322A46-9C19-517C-8741-3D0B3A118D0D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23A2BDF5-CB13-BD10-ECA3-15795A89FA44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6FEDD89F-A77D-5A09-8CA4-0E5AF55F793D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D9BACC3A-9BE4-4E4A-5925-EAA65BC5A9EA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527C6B61-550A-DA84-28BC-8AA1F200E9B4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01A80D9D-30E9-D8EC-D5A9-CFF200D63D66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2E52DA6-F229-0836-60BE-DBCB7747FDE7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4E36AD16-8C73-2F0D-6219-B3D077C388BC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3E8AE594-8DFD-459D-A691-827638F901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Implementing a new CRM (Customer Relationship Management) system to improve customer data management and sales tracking.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EFB891C2-CC87-5492-ADA8-6271FF37EA6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Outsourcing specific business functions (such as accounting or IT) to a third-party provider to reduce costs and increase time efficiency.</a:t>
            </a:r>
            <a:endParaRPr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AE96C1C3-1E93-DEB4-0D25-E55345D4D1B3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Developing a new product or service to diversify the business and increase revenue streams.</a:t>
            </a:r>
            <a:endParaRPr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5BEAE945-4824-52DF-1DB3-9FF9B9C4AD1C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a cost-saving initiative, such as energy-efficient practices or process automation, to reduce expenses.</a:t>
            </a:r>
            <a:endParaRPr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C99E86EA-C6CB-B369-C08D-62B98D272D5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1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709ABF0-57D5-3CE4-0648-54E1CAB0867B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</a:t>
            </a:r>
            <a:endParaRPr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0946F7B7-A9B9-F032-7CA6-4F2212636DB9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3</a:t>
            </a:r>
            <a:endParaRPr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3C7CD2E9-917E-7A0C-4BC8-C961CD4F7B95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Launching an e-commerce platform to expand the reach of the business and increase sales.</a:t>
            </a:r>
            <a:endParaRPr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3DD06B95-0059-4EA7-C5B4-1F66DA66CF5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strategic partnerships with other businesses to gain access to new markets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innovative technologies.</a:t>
            </a:r>
            <a:endParaRPr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72B6392D-ADB6-72FD-17C6-30C6A7118CF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4</a:t>
            </a:r>
            <a:endParaRPr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9D8AB805-76E1-896B-6164-82517A369659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5</a:t>
            </a:r>
            <a:endParaRPr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98337452-601B-0433-7C8F-71F6E0D25C23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6</a:t>
            </a:r>
            <a:endParaRPr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80D20542-0754-4E9C-2518-9141353E28FD}"/>
              </a:ext>
            </a:extLst>
          </p:cNvPr>
          <p:cNvGrpSpPr/>
          <p:nvPr/>
        </p:nvGrpSpPr>
        <p:grpSpPr>
          <a:xfrm>
            <a:off x="4918134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7D089E5D-A64F-65AB-D84F-89714C772C9E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EA8E50FC-C88A-189A-6D49-A8622AE5159E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EE988495-B8A5-AA23-B84C-FBC4902BE235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A1499C1F-5578-69D9-3F43-35C57E9E3E6E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FB7EEA43-EB17-3D8B-D29B-CAA570912B1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7E6ED36C-1AB6-76B9-D4FC-CAE71F4E6403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BED6BFD1-3ADC-0C26-A23E-9E191F2A6E28}"/>
              </a:ext>
            </a:extLst>
          </p:cNvPr>
          <p:cNvGrpSpPr/>
          <p:nvPr/>
        </p:nvGrpSpPr>
        <p:grpSpPr>
          <a:xfrm>
            <a:off x="4918413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0EA628DA-6475-8B77-FFAF-27EC8912070F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02BF7818-E924-9D4E-28FF-DC6D8FA7A6C3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CF3C34F3-BB39-F9C2-DA3D-BAC24D0ADF8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AC21464-7A06-355D-5101-10E2F2BD4B3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4081A166-3966-782B-2461-9F785F4AB746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3644A0FA-0C94-B2AC-2F5B-96810B6507CF}"/>
              </a:ext>
            </a:extLst>
          </p:cNvPr>
          <p:cNvGrpSpPr/>
          <p:nvPr/>
        </p:nvGrpSpPr>
        <p:grpSpPr>
          <a:xfrm>
            <a:off x="835775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34E423E4-BD5C-3D8C-EE28-08D626BAF096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0D79BEA0-68A5-C97B-C903-1D3A68E12315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CABF6F1C-4485-10AF-549F-4D92B8CFD63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19A9B83B-E88A-1478-F01B-EFB9EB95E6EC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790BD188-F024-BE02-7746-6406F7A007B5}"/>
              </a:ext>
            </a:extLst>
          </p:cNvPr>
          <p:cNvGrpSpPr/>
          <p:nvPr/>
        </p:nvGrpSpPr>
        <p:grpSpPr>
          <a:xfrm>
            <a:off x="835783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8FA9ABBE-1392-819C-82F0-BC357D28D211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51B6F90E-9FD5-D521-1CC9-37C9FE38036E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82565ECB-86E1-05ED-BA62-ABD6F93CC838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AB79C471-F039-8F11-4C48-4A837FF8B739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FC63B42B-C3D7-3CA1-A942-DFE61C6ED4A2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2BA14F56-F343-7B8B-822F-08362831897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DD897070-E105-28AC-0C7E-CC94839B9365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A7D1A88A-BCFE-1BB3-6E10-FD293AB8A9E1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4868D135-6E87-3728-09A2-C868CA4094E9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4629E082-8BA2-4B9C-EA0B-B8933B8EBB92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E232C3DF-B623-54E1-78CC-1B24A2AFA5A3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7432EBDB-3C28-BE3D-D787-CA4A52BA8414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20B97D2-C9A7-9E7B-C874-0D4425AF6B87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0E396FB4-D7AB-D642-4463-C4949DF5437C}"/>
              </a:ext>
            </a:extLst>
          </p:cNvPr>
          <p:cNvGrpSpPr/>
          <p:nvPr/>
        </p:nvGrpSpPr>
        <p:grpSpPr>
          <a:xfrm>
            <a:off x="4897764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B72A0795-19CE-119D-F6CD-4806E79E6EDA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4BA9FD76-9D15-E7F1-5A2E-AC133E522058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FE6B56EC-5398-9BBF-F674-D7EEFA263901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01725478-52D4-A549-D1E9-DB12FFCD2992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1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 flipH="1">
            <a:off x="7131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Market research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2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2" name="Google Shape;452;p43"/>
          <p:cNvSpPr txBox="1"/>
          <p:nvPr/>
        </p:nvSpPr>
        <p:spPr>
          <a:xfrm flipH="1">
            <a:off x="26770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Product development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3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4" name="Google Shape;454;p43"/>
          <p:cNvSpPr txBox="1"/>
          <p:nvPr/>
        </p:nvSpPr>
        <p:spPr>
          <a:xfrm flipH="1">
            <a:off x="46409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Beta testing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4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6" name="Google Shape;456;p43"/>
          <p:cNvSpPr txBox="1"/>
          <p:nvPr/>
        </p:nvSpPr>
        <p:spPr>
          <a:xfrm flipH="1">
            <a:off x="6604867" y="2447648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Marketing campaign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5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8" name="Google Shape;458;p43"/>
          <p:cNvSpPr txBox="1"/>
          <p:nvPr/>
        </p:nvSpPr>
        <p:spPr>
          <a:xfrm flipH="1">
            <a:off x="7131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Product launch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6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0" name="Google Shape;460;p43"/>
          <p:cNvSpPr txBox="1"/>
          <p:nvPr/>
        </p:nvSpPr>
        <p:spPr>
          <a:xfrm flipH="1">
            <a:off x="26770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Post-launch support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7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2" name="Google Shape;462;p43"/>
          <p:cNvSpPr txBox="1"/>
          <p:nvPr/>
        </p:nvSpPr>
        <p:spPr>
          <a:xfrm flipH="1">
            <a:off x="46409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Expansion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Phase 8</a:t>
            </a:r>
            <a:endParaRPr sz="18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4" name="Google Shape;464;p43"/>
          <p:cNvSpPr txBox="1"/>
          <p:nvPr/>
        </p:nvSpPr>
        <p:spPr>
          <a:xfrm flipH="1">
            <a:off x="6604867" y="4197373"/>
            <a:ext cx="18123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Improvement</a:t>
            </a:r>
            <a:endParaRPr sz="12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713215" y="1175876"/>
            <a:ext cx="5521663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Detailed comparative table analysis, covering MCO segmentation, different DL models, different lookback windows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A dominant proposed model that outperforms all existing compared SOTAs with/without MCO and all lookback windows along a reduced feature variant based on SHAP importance graph.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Mock-up CLI Inference to predict next-7-days ridership for all 12 distinct transit networks.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455936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567350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2318821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2329</Words>
  <Application>Microsoft Office PowerPoint</Application>
  <PresentationFormat>On-screen Show (16:9)</PresentationFormat>
  <Paragraphs>303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Anaheim</vt:lpstr>
      <vt:lpstr>Hanken Grotesk</vt:lpstr>
      <vt:lpstr>Montserrat</vt:lpstr>
      <vt:lpstr>Montserrat SemiBold</vt:lpstr>
      <vt:lpstr>Arial</vt:lpstr>
      <vt:lpstr>Montserrat ExtraBold</vt:lpstr>
      <vt:lpstr>PT Sans</vt:lpstr>
      <vt:lpstr>Bebas Neue</vt:lpstr>
      <vt:lpstr>Calibri</vt:lpstr>
      <vt:lpstr>Raleway</vt:lpstr>
      <vt:lpstr>Nunito Light</vt:lpstr>
      <vt:lpstr>Metro Railway System Project Proposal by Slidesgo</vt:lpstr>
      <vt:lpstr>P1 – Mitigating Public Transit Unreliability in Malaysia through Deep Learning Analytics and Ridership Forecasting</vt:lpstr>
      <vt:lpstr>Research Background</vt:lpstr>
      <vt:lpstr>Contents of the Session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Questioning Objectives</vt:lpstr>
      <vt:lpstr>PowerPoint Presentation</vt:lpstr>
      <vt:lpstr>Scoping Down</vt:lpstr>
      <vt:lpstr>PowerPoint Presentation</vt:lpstr>
      <vt:lpstr>How I Execute</vt:lpstr>
      <vt:lpstr>PowerPoint Presentation</vt:lpstr>
      <vt:lpstr>PowerPoint Presentation</vt:lpstr>
      <vt:lpstr>PowerPoint Presentation</vt:lpstr>
      <vt:lpstr>Baseline &amp; Comparatives</vt:lpstr>
      <vt:lpstr>Baseline LSTM</vt:lpstr>
      <vt:lpstr>PowerPoint Presentation</vt:lpstr>
      <vt:lpstr>PowerPoint Presentation</vt:lpstr>
      <vt:lpstr>PowerPoint Presentation</vt:lpstr>
      <vt:lpstr>Model Selection Chronologically</vt:lpstr>
      <vt:lpstr>Benchmark &amp; Evaluation</vt:lpstr>
      <vt:lpstr>75% Combined Accuracy (CA) + 0.7 R2</vt:lpstr>
      <vt:lpstr>PowerPoint Presentation</vt:lpstr>
      <vt:lpstr>What I Contribute</vt:lpstr>
      <vt:lpstr>Expected Outcomes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8</cp:revision>
  <dcterms:modified xsi:type="dcterms:W3CDTF">2026-06-04T03:44:33Z</dcterms:modified>
</cp:coreProperties>
</file>