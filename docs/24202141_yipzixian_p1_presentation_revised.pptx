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4" r:id="rId1"/>
  </p:sldMasterIdLst>
  <p:notesMasterIdLst>
    <p:notesMasterId r:id="rId37"/>
  </p:notesMasterIdLst>
  <p:sldIdLst>
    <p:sldId id="256" r:id="rId2"/>
    <p:sldId id="259" r:id="rId3"/>
    <p:sldId id="258" r:id="rId4"/>
    <p:sldId id="260" r:id="rId5"/>
    <p:sldId id="300" r:id="rId6"/>
    <p:sldId id="301" r:id="rId7"/>
    <p:sldId id="302" r:id="rId8"/>
    <p:sldId id="303" r:id="rId9"/>
    <p:sldId id="304" r:id="rId10"/>
    <p:sldId id="265" r:id="rId11"/>
    <p:sldId id="266" r:id="rId12"/>
    <p:sldId id="305" r:id="rId13"/>
    <p:sldId id="306" r:id="rId14"/>
    <p:sldId id="307" r:id="rId15"/>
    <p:sldId id="263" r:id="rId16"/>
    <p:sldId id="308" r:id="rId17"/>
    <p:sldId id="264" r:id="rId18"/>
    <p:sldId id="313" r:id="rId19"/>
    <p:sldId id="323" r:id="rId20"/>
    <p:sldId id="320" r:id="rId21"/>
    <p:sldId id="314" r:id="rId22"/>
    <p:sldId id="310" r:id="rId23"/>
    <p:sldId id="316" r:id="rId24"/>
    <p:sldId id="267" r:id="rId25"/>
    <p:sldId id="312" r:id="rId26"/>
    <p:sldId id="309" r:id="rId27"/>
    <p:sldId id="315" r:id="rId28"/>
    <p:sldId id="317" r:id="rId29"/>
    <p:sldId id="318" r:id="rId30"/>
    <p:sldId id="321" r:id="rId31"/>
    <p:sldId id="270" r:id="rId32"/>
    <p:sldId id="311" r:id="rId33"/>
    <p:sldId id="269" r:id="rId34"/>
    <p:sldId id="322" r:id="rId35"/>
    <p:sldId id="275" r:id="rId36"/>
  </p:sldIdLst>
  <p:sldSz cx="9144000" cy="5143500" type="screen16x9"/>
  <p:notesSz cx="6858000" cy="9144000"/>
  <p:embeddedFontLst>
    <p:embeddedFont>
      <p:font typeface="Anaheim" panose="020B0604020202020204" charset="0"/>
      <p:regular r:id="rId38"/>
      <p:bold r:id="rId39"/>
    </p:embeddedFont>
    <p:embeddedFont>
      <p:font typeface="Bebas Neue" panose="020B0606020202050201" pitchFamily="34" charset="0"/>
      <p:regular r:id="rId40"/>
    </p:embeddedFont>
    <p:embeddedFont>
      <p:font typeface="Hanken Grotesk" panose="020B0604020202020204" charset="0"/>
      <p:regular r:id="rId41"/>
      <p:bold r:id="rId42"/>
      <p:italic r:id="rId43"/>
      <p:boldItalic r:id="rId44"/>
    </p:embeddedFont>
    <p:embeddedFont>
      <p:font typeface="Montserrat" panose="00000500000000000000" pitchFamily="2" charset="0"/>
      <p:regular r:id="rId45"/>
      <p:bold r:id="rId46"/>
      <p:italic r:id="rId47"/>
      <p:boldItalic r:id="rId48"/>
    </p:embeddedFont>
    <p:embeddedFont>
      <p:font typeface="Montserrat ExtraBold" panose="00000900000000000000" pitchFamily="2" charset="0"/>
      <p:bold r:id="rId49"/>
      <p:boldItalic r:id="rId50"/>
    </p:embeddedFont>
    <p:embeddedFont>
      <p:font typeface="Montserrat SemiBold" panose="00000700000000000000" pitchFamily="2" charset="0"/>
      <p:regular r:id="rId51"/>
      <p:bold r:id="rId52"/>
      <p:italic r:id="rId53"/>
      <p:boldItalic r:id="rId54"/>
    </p:embeddedFont>
    <p:embeddedFont>
      <p:font typeface="Nunito Light" pitchFamily="2" charset="0"/>
      <p:regular r:id="rId55"/>
      <p:italic r:id="rId56"/>
    </p:embeddedFont>
    <p:embeddedFont>
      <p:font typeface="PT Sans" panose="020B0503020203020204" pitchFamily="34" charset="0"/>
      <p:regular r:id="rId57"/>
      <p:bold r:id="rId58"/>
      <p:italic r:id="rId59"/>
      <p:boldItalic r:id="rId60"/>
    </p:embeddedFont>
    <p:embeddedFont>
      <p:font typeface="Raleway" pitchFamily="2" charset="0"/>
      <p:regular r:id="rId61"/>
      <p:bold r:id="rId62"/>
      <p:italic r:id="rId63"/>
      <p:boldItalic r:id="rId6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C63983B-D583-44DE-A7DC-098A780426C1}">
  <a:tblStyle styleId="{4C63983B-D583-44DE-A7DC-098A780426C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A287E7D7-C64E-4BC5-AFBE-D6E64EE60FD4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2989" autoAdjust="0"/>
    <p:restoredTop sz="94660"/>
  </p:normalViewPr>
  <p:slideViewPr>
    <p:cSldViewPr snapToGrid="0">
      <p:cViewPr>
        <p:scale>
          <a:sx n="100" d="100"/>
          <a:sy n="100" d="100"/>
        </p:scale>
        <p:origin x="61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5.fntdata"/><Relationship Id="rId47" Type="http://schemas.openxmlformats.org/officeDocument/2006/relationships/font" Target="fonts/font10.fntdata"/><Relationship Id="rId50" Type="http://schemas.openxmlformats.org/officeDocument/2006/relationships/font" Target="fonts/font13.fntdata"/><Relationship Id="rId55" Type="http://schemas.openxmlformats.org/officeDocument/2006/relationships/font" Target="fonts/font18.fntdata"/><Relationship Id="rId63" Type="http://schemas.openxmlformats.org/officeDocument/2006/relationships/font" Target="fonts/font26.fntdata"/><Relationship Id="rId68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font" Target="fonts/font3.fntdata"/><Relationship Id="rId45" Type="http://schemas.openxmlformats.org/officeDocument/2006/relationships/font" Target="fonts/font8.fntdata"/><Relationship Id="rId53" Type="http://schemas.openxmlformats.org/officeDocument/2006/relationships/font" Target="fonts/font16.fntdata"/><Relationship Id="rId58" Type="http://schemas.openxmlformats.org/officeDocument/2006/relationships/font" Target="fonts/font21.fntdata"/><Relationship Id="rId66" Type="http://schemas.openxmlformats.org/officeDocument/2006/relationships/viewProps" Target="viewProps.xml"/><Relationship Id="rId5" Type="http://schemas.openxmlformats.org/officeDocument/2006/relationships/slide" Target="slides/slide4.xml"/><Relationship Id="rId61" Type="http://schemas.openxmlformats.org/officeDocument/2006/relationships/font" Target="fonts/font24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6.fntdata"/><Relationship Id="rId48" Type="http://schemas.openxmlformats.org/officeDocument/2006/relationships/font" Target="fonts/font11.fntdata"/><Relationship Id="rId56" Type="http://schemas.openxmlformats.org/officeDocument/2006/relationships/font" Target="fonts/font19.fntdata"/><Relationship Id="rId64" Type="http://schemas.openxmlformats.org/officeDocument/2006/relationships/font" Target="fonts/font27.fntdata"/><Relationship Id="rId8" Type="http://schemas.openxmlformats.org/officeDocument/2006/relationships/slide" Target="slides/slide7.xml"/><Relationship Id="rId51" Type="http://schemas.openxmlformats.org/officeDocument/2006/relationships/font" Target="fonts/font14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1.fntdata"/><Relationship Id="rId46" Type="http://schemas.openxmlformats.org/officeDocument/2006/relationships/font" Target="fonts/font9.fntdata"/><Relationship Id="rId59" Type="http://schemas.openxmlformats.org/officeDocument/2006/relationships/font" Target="fonts/font22.fntdata"/><Relationship Id="rId67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4.fntdata"/><Relationship Id="rId54" Type="http://schemas.openxmlformats.org/officeDocument/2006/relationships/font" Target="fonts/font17.fntdata"/><Relationship Id="rId62" Type="http://schemas.openxmlformats.org/officeDocument/2006/relationships/font" Target="fonts/font2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2.fntdata"/><Relationship Id="rId57" Type="http://schemas.openxmlformats.org/officeDocument/2006/relationships/font" Target="fonts/font20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7.fntdata"/><Relationship Id="rId52" Type="http://schemas.openxmlformats.org/officeDocument/2006/relationships/font" Target="fonts/font15.fntdata"/><Relationship Id="rId60" Type="http://schemas.openxmlformats.org/officeDocument/2006/relationships/font" Target="fonts/font23.fntdata"/><Relationship Id="rId6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font" Target="fonts/font2.fntdata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CA09FEF-E5CB-40A2-B107-643AC21206A9}" type="doc">
      <dgm:prSet loTypeId="urn:microsoft.com/office/officeart/2024/layout/BulletTimeline" loCatId="timeline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MY"/>
        </a:p>
      </dgm:t>
    </dgm:pt>
    <dgm:pt modelId="{4FE2CBB3-ACB5-471A-88A7-A8EB2359B63B}">
      <dgm:prSet phldrT="Add an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Proposal</a:t>
          </a:r>
        </a:p>
      </dgm:t>
    </dgm:pt>
    <dgm:pt modelId="{DB0A41AF-6798-41F3-91C6-C240B9B44491}" type="parTrans" cxnId="{0F36EECC-EF84-4AE5-9DA2-DAA7BC474351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6F78D658-02F1-4AF2-AAD3-B2B0DBEC601A}" type="sibTrans" cxnId="{0F36EECC-EF84-4AE5-9DA2-DAA7BC474351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070B34A8-F732-418B-B86E-C398BDC45057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23th March 2026</a:t>
          </a:r>
        </a:p>
      </dgm:t>
    </dgm:pt>
    <dgm:pt modelId="{E0F2D73F-F472-4A9A-933B-C8BE0E44E090}" type="parTrans" cxnId="{6D1609C0-A447-43A8-83E9-D6FF3306D0ED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5B022968-391B-4275-B69C-C7545BE45874}" type="sibTrans" cxnId="{6D1609C0-A447-43A8-83E9-D6FF3306D0ED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B8A11AE1-8216-4AC3-80BD-A2BD2F918844}">
      <dgm:prSet phldrT="Add an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Literature Review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92A7DA98-B8BC-4D63-A64F-76EF52F4008D}" type="parTrans" cxnId="{54965ED3-2357-4B20-8917-2EA5151606A0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23F59C54-C24D-456E-A3C6-3A75DEB50DCE}" type="sibTrans" cxnId="{54965ED3-2357-4B20-8917-2EA5151606A0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5AB57118-F7C2-4BDD-87CA-27B958191324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30</a:t>
          </a:r>
          <a:r>
            <a:rPr lang="en-MY" sz="1400" baseline="30000" dirty="0">
              <a:latin typeface="Raleway" pitchFamily="2" charset="0"/>
            </a:rPr>
            <a:t>th</a:t>
          </a:r>
          <a:r>
            <a:rPr lang="en-MY" sz="1400" dirty="0">
              <a:latin typeface="Raleway" pitchFamily="2" charset="0"/>
            </a:rPr>
            <a:t> March 2026</a:t>
          </a:r>
        </a:p>
      </dgm:t>
    </dgm:pt>
    <dgm:pt modelId="{33030F41-FA2C-40E6-A959-1E1535D27751}" type="parTrans" cxnId="{F634EC23-E1B2-4207-8E7C-5113E87B2C5E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64550341-DF65-42F9-BB71-28F969F2238E}" type="sibTrans" cxnId="{F634EC23-E1B2-4207-8E7C-5113E87B2C5E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7DE94256-B048-4B97-8529-1D0ECFE6B62D}">
      <dgm:prSet phldrT="Add an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Methodology</a:t>
          </a:r>
        </a:p>
      </dgm:t>
    </dgm:pt>
    <dgm:pt modelId="{3CCCF216-D083-48B1-BEB4-A1A4D7F32A3B}" type="parTrans" cxnId="{4DA19C3D-444D-4C81-A333-8284176E66A3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334C0497-9679-4A30-8537-496D2CEF27C1}" type="sibTrans" cxnId="{4DA19C3D-444D-4C81-A333-8284176E66A3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1B37ACC2-DE35-4662-A49D-C2DE6E51A5F2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1</a:t>
          </a:r>
          <a:r>
            <a:rPr lang="en-MY" sz="1400" baseline="30000" dirty="0">
              <a:latin typeface="Raleway" pitchFamily="2" charset="0"/>
            </a:rPr>
            <a:t>st</a:t>
          </a:r>
          <a:r>
            <a:rPr lang="en-MY" sz="1400" dirty="0">
              <a:latin typeface="Raleway" pitchFamily="2" charset="0"/>
            </a:rPr>
            <a:t> May 2026</a:t>
          </a:r>
        </a:p>
      </dgm:t>
    </dgm:pt>
    <dgm:pt modelId="{0113B929-BE13-418E-B7F7-18622605F86D}" type="parTrans" cxnId="{542B066D-4BAF-436B-B293-8210A8A97896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54045E4B-F043-4276-BC08-72C43FAD553C}" type="sibTrans" cxnId="{542B066D-4BAF-436B-B293-8210A8A97896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ED42CE19-8DC8-40E9-B8F0-9F9B2F7C56A8}">
      <dgm:prSet phldrT="Add an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1</a:t>
          </a:r>
          <a:r>
            <a:rPr lang="en-MY" sz="1400" baseline="30000" dirty="0">
              <a:latin typeface="Raleway" pitchFamily="2" charset="0"/>
            </a:rPr>
            <a:t>st</a:t>
          </a:r>
          <a:r>
            <a:rPr lang="en-MY" sz="1400" dirty="0">
              <a:latin typeface="Raleway" pitchFamily="2" charset="0"/>
            </a:rPr>
            <a:t> Proof of Concept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4F51B84A-D37C-4244-BC5A-77F51EFB909B}" type="parTrans" cxnId="{C0939166-8F3F-49A6-B275-3D9D8D8B6FAF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192E6147-C047-4CE4-A97F-892639E126EC}" type="sibTrans" cxnId="{C0939166-8F3F-49A6-B275-3D9D8D8B6FAF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73418DA6-1974-471D-A2CA-36A66455AC63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8</a:t>
          </a:r>
          <a:r>
            <a:rPr lang="en-MY" sz="1400" baseline="30000" dirty="0">
              <a:latin typeface="Raleway" pitchFamily="2" charset="0"/>
            </a:rPr>
            <a:t>th</a:t>
          </a:r>
          <a:r>
            <a:rPr lang="en-MY" sz="1400" dirty="0">
              <a:latin typeface="Raleway" pitchFamily="2" charset="0"/>
            </a:rPr>
            <a:t> May 2026</a:t>
          </a:r>
        </a:p>
      </dgm:t>
    </dgm:pt>
    <dgm:pt modelId="{FD02C0A3-63B3-47DD-A080-CDD1C232FD55}" type="parTrans" cxnId="{4656BE94-9779-4D22-A61F-38F6077D0FD5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87853B0B-347E-4C70-B918-879FC2DC1665}" type="sibTrans" cxnId="{4656BE94-9779-4D22-A61F-38F6077D0FD5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E5505FD5-38F1-41C5-BE80-E664F6215BCE}">
      <dgm:prSet phldrT="Add an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Methodology Revision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B7DA5232-D57E-4011-A84E-80EF9922714C}" type="parTrans" cxnId="{D0CCE163-C5CB-4EFD-AB81-2D2CA7FE2C6C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E75D8635-98D8-4F1B-9246-CF0DDAFC1112}" type="sibTrans" cxnId="{D0CCE163-C5CB-4EFD-AB81-2D2CA7FE2C6C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97B400F8-11AB-46D8-BEFF-E554E9D1E025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22th May 2026</a:t>
          </a:r>
        </a:p>
      </dgm:t>
    </dgm:pt>
    <dgm:pt modelId="{1D90B5EF-AEBE-44FF-9E09-6FF20C615ECC}" type="parTrans" cxnId="{8A89B166-99F4-49CF-9792-45E36D6ECFB9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FDCE7C68-FC9B-486E-BFAB-1C870201827C}" type="sibTrans" cxnId="{8A89B166-99F4-49CF-9792-45E36D6ECFB9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C6B5BB7D-58AE-4016-9463-2B8DECE2960A}">
      <dgm:prSet phldrT="Add an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2</a:t>
          </a:r>
          <a:r>
            <a:rPr lang="en-MY" sz="1400" baseline="30000" dirty="0">
              <a:latin typeface="Raleway" pitchFamily="2" charset="0"/>
            </a:rPr>
            <a:t>nd</a:t>
          </a:r>
          <a:r>
            <a:rPr lang="en-MY" sz="1400" dirty="0">
              <a:latin typeface="Raleway" pitchFamily="2" charset="0"/>
            </a:rPr>
            <a:t> Proof of Concept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3CB795E7-5D8B-488D-94CD-3FF98E8A40E6}" type="parTrans" cxnId="{2F9FA1F5-4CED-493A-A73B-8F4B9F31FDBB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8072B5D7-0508-4BF9-AC8F-4145E37025B6}" type="sibTrans" cxnId="{2F9FA1F5-4CED-493A-A73B-8F4B9F31FDBB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C6E878AE-3A7E-4AFF-A210-ADF812A4BC54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29</a:t>
          </a:r>
          <a:r>
            <a:rPr lang="en-MY" sz="1400" baseline="30000" dirty="0">
              <a:latin typeface="Raleway" pitchFamily="2" charset="0"/>
            </a:rPr>
            <a:t>th</a:t>
          </a:r>
          <a:r>
            <a:rPr lang="en-MY" sz="1400" dirty="0">
              <a:latin typeface="Raleway" pitchFamily="2" charset="0"/>
            </a:rPr>
            <a:t> May 2026</a:t>
          </a:r>
        </a:p>
      </dgm:t>
    </dgm:pt>
    <dgm:pt modelId="{0EF7DAB3-A5C0-455B-B3B6-D8D91E73E292}" type="parTrans" cxnId="{6D78FFD9-3978-482C-AD7B-A4C51DB367CF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666893BE-1FBA-4C61-9697-0A56B39A819E}" type="sibTrans" cxnId="{6D78FFD9-3978-482C-AD7B-A4C51DB367CF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7B25AECA-5AFE-4228-B803-B64F6CDB40F1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2</a:t>
          </a:r>
          <a:r>
            <a:rPr lang="en-MY" sz="1400" baseline="30000" dirty="0">
              <a:latin typeface="Raleway" pitchFamily="2" charset="0"/>
            </a:rPr>
            <a:t>nd</a:t>
          </a:r>
          <a:r>
            <a:rPr lang="en-MY" sz="1400" dirty="0">
              <a:latin typeface="Raleway" pitchFamily="2" charset="0"/>
            </a:rPr>
            <a:t> Progress Meeting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5B5D2D7C-A7E0-4BA0-8B91-B8CB292B06FF}" type="parTrans" cxnId="{EC2AB1BB-6F94-4F86-A997-56BEDB6FFED3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521FA350-1C04-4539-A50F-929747C084B4}" type="sibTrans" cxnId="{EC2AB1BB-6F94-4F86-A997-56BEDB6FFED3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FAA2DBA2-0587-4CE5-9864-E0C1E3F57616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4</a:t>
          </a:r>
          <a:r>
            <a:rPr lang="en-MY" sz="1400" baseline="30000" dirty="0">
              <a:latin typeface="Raleway" pitchFamily="2" charset="0"/>
            </a:rPr>
            <a:t>th</a:t>
          </a:r>
          <a:r>
            <a:rPr lang="en-MY" sz="1400" dirty="0">
              <a:latin typeface="Raleway" pitchFamily="2" charset="0"/>
            </a:rPr>
            <a:t> June 2026</a:t>
          </a:r>
        </a:p>
      </dgm:t>
    </dgm:pt>
    <dgm:pt modelId="{B1DDDC58-3FEF-499B-9A94-70855FCB88EF}" type="parTrans" cxnId="{035E29CF-E285-480A-B104-38373D7B9AB8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064EEE9F-0CF8-4AC5-8F61-1FD03A51B85A}" type="sibTrans" cxnId="{035E29CF-E285-480A-B104-38373D7B9AB8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69BB0169-DA68-4432-AD55-8F91D0608620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P1 Presentation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33AFE67C-D6B9-4E9A-97A0-BECAC79889DB}" type="parTrans" cxnId="{08AA9ECB-38EC-4042-9AD5-E0DB6B96FBC9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1630CE86-12ED-4A0E-B3F7-6168BE0401DA}" type="sibTrans" cxnId="{08AA9ECB-38EC-4042-9AD5-E0DB6B96FBC9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75379393-1C6E-4FA8-9E64-131D23A2DF5B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>
              <a:latin typeface="Raleway" pitchFamily="2" charset="0"/>
            </a:rPr>
            <a:t>10</a:t>
          </a:r>
          <a:r>
            <a:rPr lang="en-MY" sz="1400" baseline="30000">
              <a:latin typeface="Raleway" pitchFamily="2" charset="0"/>
            </a:rPr>
            <a:t>th</a:t>
          </a:r>
          <a:r>
            <a:rPr lang="en-MY" sz="1400">
              <a:latin typeface="Raleway" pitchFamily="2" charset="0"/>
            </a:rPr>
            <a:t> July 2026</a:t>
          </a:r>
          <a:endParaRPr lang="en-MY" sz="1400" dirty="0">
            <a:latin typeface="Raleway" pitchFamily="2" charset="0"/>
          </a:endParaRPr>
        </a:p>
      </dgm:t>
    </dgm:pt>
    <dgm:pt modelId="{657A0216-ABF7-4189-BA45-CFCB12B03DE3}" type="parTrans" cxnId="{07EF2CDE-B191-4819-B56C-08E427AC9CA9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98DC6556-16AE-444A-A543-F781B0363E6D}" type="sibTrans" cxnId="{07EF2CDE-B191-4819-B56C-08E427AC9CA9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085E2B6C-854A-4F02-A74F-8C1F5C3D1EB2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MY" sz="1400" dirty="0">
              <a:latin typeface="Raleway" pitchFamily="2" charset="0"/>
            </a:rPr>
            <a:t>1</a:t>
          </a:r>
          <a:r>
            <a:rPr lang="en-MY" sz="1400" baseline="30000" dirty="0">
              <a:latin typeface="Raleway" pitchFamily="2" charset="0"/>
            </a:rPr>
            <a:t>st</a:t>
          </a:r>
          <a:r>
            <a:rPr lang="en-MY" sz="1400" dirty="0">
              <a:latin typeface="Raleway" pitchFamily="2" charset="0"/>
            </a:rPr>
            <a:t> Progress Meeting</a:t>
          </a:r>
        </a:p>
        <a:p>
          <a:pPr>
            <a:lnSpc>
              <a:spcPct val="100000"/>
            </a:lnSpc>
            <a:defRPr b="1"/>
          </a:pPr>
          <a:endParaRPr lang="en-MY" sz="1400" dirty="0">
            <a:latin typeface="Raleway" pitchFamily="2" charset="0"/>
          </a:endParaRPr>
        </a:p>
      </dgm:t>
    </dgm:pt>
    <dgm:pt modelId="{8F419E5D-954C-4A84-99E5-28FDEB33388B}" type="parTrans" cxnId="{02C67AFA-2FF3-4F12-9A98-D1D2870D9335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D3F8B9BE-8DAF-461B-96F1-00F70F84F0C3}" type="sibTrans" cxnId="{02C67AFA-2FF3-4F12-9A98-D1D2870D9335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1499BB29-A8E1-4EA5-98F6-3278E6B36C08}">
      <dgm:prSet phldrT="Write a description of the significance of this event" phldr="0" custT="1"/>
      <dgm:spPr/>
      <dgm:t>
        <a:bodyPr/>
        <a:lstStyle/>
        <a:p>
          <a:pPr>
            <a:lnSpc>
              <a:spcPct val="100000"/>
            </a:lnSpc>
          </a:pPr>
          <a:r>
            <a:rPr lang="en-MY" sz="1400" dirty="0">
              <a:latin typeface="Raleway" pitchFamily="2" charset="0"/>
            </a:rPr>
            <a:t>10</a:t>
          </a:r>
          <a:r>
            <a:rPr lang="en-MY" sz="1400" baseline="30000" dirty="0">
              <a:latin typeface="Raleway" pitchFamily="2" charset="0"/>
            </a:rPr>
            <a:t>th</a:t>
          </a:r>
          <a:r>
            <a:rPr lang="en-MY" sz="1400" dirty="0">
              <a:latin typeface="Raleway" pitchFamily="2" charset="0"/>
            </a:rPr>
            <a:t> April 2026</a:t>
          </a:r>
        </a:p>
      </dgm:t>
    </dgm:pt>
    <dgm:pt modelId="{10A8519D-B5B8-4CB2-903D-8AE977A7E884}" type="parTrans" cxnId="{A1E1A4DD-F2B2-4516-9A45-4DE900FCF6C0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967E1851-D357-40FC-B3B3-EB42A749032B}" type="sibTrans" cxnId="{A1E1A4DD-F2B2-4516-9A45-4DE900FCF6C0}">
      <dgm:prSet/>
      <dgm:spPr/>
      <dgm:t>
        <a:bodyPr/>
        <a:lstStyle/>
        <a:p>
          <a:pPr>
            <a:lnSpc>
              <a:spcPct val="100000"/>
            </a:lnSpc>
          </a:pPr>
          <a:endParaRPr lang="en-MY" sz="1400">
            <a:latin typeface="Raleway" pitchFamily="2" charset="0"/>
          </a:endParaRPr>
        </a:p>
      </dgm:t>
    </dgm:pt>
    <dgm:pt modelId="{7F383E54-6833-49A1-ABF2-2B67BF869E3B}" type="pres">
      <dgm:prSet presAssocID="{ACA09FEF-E5CB-40A2-B107-643AC21206A9}" presName="root" presStyleCnt="0">
        <dgm:presLayoutVars>
          <dgm:dir/>
          <dgm:animLvl val="lvl"/>
        </dgm:presLayoutVars>
      </dgm:prSet>
      <dgm:spPr/>
    </dgm:pt>
    <dgm:pt modelId="{E084F7C7-1110-41B4-9964-C90E3DCA1780}" type="pres">
      <dgm:prSet presAssocID="{ACA09FEF-E5CB-40A2-B107-643AC21206A9}" presName="divider" presStyleCnt="0"/>
      <dgm:spPr/>
    </dgm:pt>
    <dgm:pt modelId="{34328478-9606-40A0-A019-3E85348BBE15}" type="pres">
      <dgm:prSet presAssocID="{ACA09FEF-E5CB-40A2-B107-643AC21206A9}" presName="rectBar" presStyleLbl="dkBgShp" presStyleIdx="0" presStyleCnt="11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7E1D547C-9F33-48DD-AA47-0C668AFF925E}" type="pres">
      <dgm:prSet presAssocID="{ACA09FEF-E5CB-40A2-B107-643AC21206A9}" presName="chevronArrow" presStyleLbl="dkBgShp" presStyleIdx="1" presStyleCnt="11"/>
      <dgm:spPr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gm:spPr>
    </dgm:pt>
    <dgm:pt modelId="{DF1824E9-3610-42BB-B0BE-461228C7AE20}" type="pres">
      <dgm:prSet presAssocID="{ACA09FEF-E5CB-40A2-B107-643AC21206A9}" presName="nodes" presStyleCnt="0">
        <dgm:presLayoutVars>
          <dgm:chMax/>
          <dgm:chPref/>
          <dgm:animLvl val="lvl"/>
        </dgm:presLayoutVars>
      </dgm:prSet>
      <dgm:spPr/>
    </dgm:pt>
    <dgm:pt modelId="{2FED2776-63E6-4683-ACAF-23EA3D727E4F}" type="pres">
      <dgm:prSet presAssocID="{4FE2CBB3-ACB5-471A-88A7-A8EB2359B63B}" presName="composite" presStyleCnt="0"/>
      <dgm:spPr/>
    </dgm:pt>
    <dgm:pt modelId="{41392459-D036-4001-A0D4-D443C59647BA}" type="pres">
      <dgm:prSet presAssocID="{4FE2CBB3-ACB5-471A-88A7-A8EB2359B63B}" presName="DropPinPlaceHolder" presStyleCnt="0"/>
      <dgm:spPr/>
    </dgm:pt>
    <dgm:pt modelId="{25158258-175E-40C9-9B39-2A888132A0E1}" type="pres">
      <dgm:prSet presAssocID="{4FE2CBB3-ACB5-471A-88A7-A8EB2359B63B}" presName="DropPin" presStyleLbl="alignNode1" presStyleIdx="0" presStyleCnt="9"/>
      <dgm:spPr/>
    </dgm:pt>
    <dgm:pt modelId="{D6CC832F-9C12-486A-97E2-C962D7F785C8}" type="pres">
      <dgm:prSet presAssocID="{4FE2CBB3-ACB5-471A-88A7-A8EB2359B63B}" presName="Ellipse" presStyleLbl="fgAcc1" presStyleIdx="0" presStyleCnt="9"/>
      <dgm:spPr/>
    </dgm:pt>
    <dgm:pt modelId="{A85E4AF4-AEE0-4487-B03A-901CE4C8E445}" type="pres">
      <dgm:prSet presAssocID="{4FE2CBB3-ACB5-471A-88A7-A8EB2359B63B}" presName="L2TextContainer" presStyleLbl="revTx" presStyleIdx="0" presStyleCnt="18">
        <dgm:presLayoutVars>
          <dgm:bulletEnabled val="1"/>
        </dgm:presLayoutVars>
      </dgm:prSet>
      <dgm:spPr/>
    </dgm:pt>
    <dgm:pt modelId="{65C2B039-FC52-4525-8FA0-AF00D8F80A7B}" type="pres">
      <dgm:prSet presAssocID="{4FE2CBB3-ACB5-471A-88A7-A8EB2359B63B}" presName="L1TextContainer" presStyleLbl="revTx" presStyleIdx="1" presStyleCnt="18">
        <dgm:presLayoutVars>
          <dgm:chMax val="1"/>
          <dgm:chPref val="1"/>
          <dgm:bulletEnabled val="1"/>
        </dgm:presLayoutVars>
      </dgm:prSet>
      <dgm:spPr/>
    </dgm:pt>
    <dgm:pt modelId="{4DD86C6B-A77E-4FD7-B08B-015119D8015F}" type="pres">
      <dgm:prSet presAssocID="{4FE2CBB3-ACB5-471A-88A7-A8EB2359B63B}" presName="ConnectLine" presStyleLbl="dkBgShp" presStyleIdx="2" presStyleCnt="11"/>
      <dgm:spPr/>
    </dgm:pt>
    <dgm:pt modelId="{E1C3A41C-FBF5-499F-8152-0F226F73A3F1}" type="pres">
      <dgm:prSet presAssocID="{4FE2CBB3-ACB5-471A-88A7-A8EB2359B63B}" presName="ConnectorPoint" presStyleCnt="0"/>
      <dgm:spPr/>
    </dgm:pt>
    <dgm:pt modelId="{6CF17B52-6377-4BB6-96BE-07E068BC0857}" type="pres">
      <dgm:prSet presAssocID="{4FE2CBB3-ACB5-471A-88A7-A8EB2359B63B}" presName="Bullet" presStyleLbl="lnNode1" presStyleIdx="0" presStyleCnt="9"/>
      <dgm:spPr/>
    </dgm:pt>
    <dgm:pt modelId="{4B907D41-9F5D-4E4C-A142-EF271FA3EF7C}" type="pres">
      <dgm:prSet presAssocID="{4FE2CBB3-ACB5-471A-88A7-A8EB2359B63B}" presName="EmptyPlaceHolder" presStyleCnt="0"/>
      <dgm:spPr/>
    </dgm:pt>
    <dgm:pt modelId="{1FAABB04-471C-406C-AC11-3E8395F0A0CF}" type="pres">
      <dgm:prSet presAssocID="{6F78D658-02F1-4AF2-AAD3-B2B0DBEC601A}" presName="spaceBetweenRectangles" presStyleCnt="0"/>
      <dgm:spPr/>
    </dgm:pt>
    <dgm:pt modelId="{B337F4DB-F89D-4D96-85A2-E8A360099E5F}" type="pres">
      <dgm:prSet presAssocID="{B8A11AE1-8216-4AC3-80BD-A2BD2F918844}" presName="composite" presStyleCnt="0"/>
      <dgm:spPr/>
    </dgm:pt>
    <dgm:pt modelId="{58FC55C0-539C-4BA5-824E-72EA3C11F2D1}" type="pres">
      <dgm:prSet presAssocID="{B8A11AE1-8216-4AC3-80BD-A2BD2F918844}" presName="DropPinPlaceHolder" presStyleCnt="0"/>
      <dgm:spPr/>
    </dgm:pt>
    <dgm:pt modelId="{D35F4377-8D11-454D-8630-1ACD3042447A}" type="pres">
      <dgm:prSet presAssocID="{B8A11AE1-8216-4AC3-80BD-A2BD2F918844}" presName="DropPin" presStyleLbl="alignNode1" presStyleIdx="1" presStyleCnt="9"/>
      <dgm:spPr/>
    </dgm:pt>
    <dgm:pt modelId="{07C8706F-1902-4C60-BCCB-177F2C4A8D05}" type="pres">
      <dgm:prSet presAssocID="{B8A11AE1-8216-4AC3-80BD-A2BD2F918844}" presName="Ellipse" presStyleLbl="fgAcc1" presStyleIdx="1" presStyleCnt="9"/>
      <dgm:spPr/>
    </dgm:pt>
    <dgm:pt modelId="{C072AB38-AFD1-4188-ABCB-B6F463D452ED}" type="pres">
      <dgm:prSet presAssocID="{B8A11AE1-8216-4AC3-80BD-A2BD2F918844}" presName="L2TextContainer" presStyleLbl="revTx" presStyleIdx="2" presStyleCnt="18">
        <dgm:presLayoutVars>
          <dgm:bulletEnabled val="1"/>
        </dgm:presLayoutVars>
      </dgm:prSet>
      <dgm:spPr/>
    </dgm:pt>
    <dgm:pt modelId="{C15D05A6-BD62-4E62-A250-223971DBD63A}" type="pres">
      <dgm:prSet presAssocID="{B8A11AE1-8216-4AC3-80BD-A2BD2F918844}" presName="L1TextContainer" presStyleLbl="revTx" presStyleIdx="3" presStyleCnt="18">
        <dgm:presLayoutVars>
          <dgm:chMax val="1"/>
          <dgm:chPref val="1"/>
          <dgm:bulletEnabled val="1"/>
        </dgm:presLayoutVars>
      </dgm:prSet>
      <dgm:spPr/>
    </dgm:pt>
    <dgm:pt modelId="{419FB993-7541-4A81-9B7A-69A5A60728CF}" type="pres">
      <dgm:prSet presAssocID="{B8A11AE1-8216-4AC3-80BD-A2BD2F918844}" presName="ConnectLine" presStyleLbl="dkBgShp" presStyleIdx="3" presStyleCnt="11"/>
      <dgm:spPr/>
    </dgm:pt>
    <dgm:pt modelId="{91833B26-84D7-4D15-81A3-45C06C15BC30}" type="pres">
      <dgm:prSet presAssocID="{B8A11AE1-8216-4AC3-80BD-A2BD2F918844}" presName="ConnectorPoint" presStyleCnt="0"/>
      <dgm:spPr/>
    </dgm:pt>
    <dgm:pt modelId="{092C44CD-5D9E-4F80-A998-49AB89275558}" type="pres">
      <dgm:prSet presAssocID="{B8A11AE1-8216-4AC3-80BD-A2BD2F918844}" presName="Bullet" presStyleLbl="lnNode1" presStyleIdx="1" presStyleCnt="9"/>
      <dgm:spPr/>
    </dgm:pt>
    <dgm:pt modelId="{F579B290-BCA1-4305-96A1-D7E20178296D}" type="pres">
      <dgm:prSet presAssocID="{B8A11AE1-8216-4AC3-80BD-A2BD2F918844}" presName="EmptyPlaceHolder" presStyleCnt="0"/>
      <dgm:spPr/>
    </dgm:pt>
    <dgm:pt modelId="{928B9C29-9EF2-4D79-84B0-7F9762FDA750}" type="pres">
      <dgm:prSet presAssocID="{23F59C54-C24D-456E-A3C6-3A75DEB50DCE}" presName="spaceBetweenRectangles" presStyleCnt="0"/>
      <dgm:spPr/>
    </dgm:pt>
    <dgm:pt modelId="{6A7CAAAE-3BA3-4913-979F-0F77D1E7E29B}" type="pres">
      <dgm:prSet presAssocID="{085E2B6C-854A-4F02-A74F-8C1F5C3D1EB2}" presName="composite" presStyleCnt="0"/>
      <dgm:spPr/>
    </dgm:pt>
    <dgm:pt modelId="{9F16DE35-A3B0-434A-9D67-F2552B78AADD}" type="pres">
      <dgm:prSet presAssocID="{085E2B6C-854A-4F02-A74F-8C1F5C3D1EB2}" presName="DropPinPlaceHolder" presStyleCnt="0"/>
      <dgm:spPr/>
    </dgm:pt>
    <dgm:pt modelId="{2D23B2C3-5700-47F9-A2C1-5AA522072337}" type="pres">
      <dgm:prSet presAssocID="{085E2B6C-854A-4F02-A74F-8C1F5C3D1EB2}" presName="DropPin" presStyleLbl="alignNode1" presStyleIdx="2" presStyleCnt="9"/>
      <dgm:spPr/>
    </dgm:pt>
    <dgm:pt modelId="{DFF4D3E7-EA33-40B3-B463-2EA0E3D17EEE}" type="pres">
      <dgm:prSet presAssocID="{085E2B6C-854A-4F02-A74F-8C1F5C3D1EB2}" presName="Ellipse" presStyleLbl="fgAcc1" presStyleIdx="2" presStyleCnt="9"/>
      <dgm:spPr/>
    </dgm:pt>
    <dgm:pt modelId="{9628FE65-2A7C-47F1-AA31-9EDE10F0F322}" type="pres">
      <dgm:prSet presAssocID="{085E2B6C-854A-4F02-A74F-8C1F5C3D1EB2}" presName="L2TextContainer" presStyleLbl="revTx" presStyleIdx="4" presStyleCnt="18">
        <dgm:presLayoutVars>
          <dgm:bulletEnabled val="1"/>
        </dgm:presLayoutVars>
      </dgm:prSet>
      <dgm:spPr/>
    </dgm:pt>
    <dgm:pt modelId="{01B78C00-EC64-4580-B336-0B54F5D143B1}" type="pres">
      <dgm:prSet presAssocID="{085E2B6C-854A-4F02-A74F-8C1F5C3D1EB2}" presName="L1TextContainer" presStyleLbl="revTx" presStyleIdx="5" presStyleCnt="18">
        <dgm:presLayoutVars>
          <dgm:chMax val="1"/>
          <dgm:chPref val="1"/>
          <dgm:bulletEnabled val="1"/>
        </dgm:presLayoutVars>
      </dgm:prSet>
      <dgm:spPr/>
    </dgm:pt>
    <dgm:pt modelId="{3435EE8B-F0D5-4CF0-B1C6-420B99BBA6C2}" type="pres">
      <dgm:prSet presAssocID="{085E2B6C-854A-4F02-A74F-8C1F5C3D1EB2}" presName="ConnectLine" presStyleLbl="dkBgShp" presStyleIdx="4" presStyleCnt="11"/>
      <dgm:spPr/>
    </dgm:pt>
    <dgm:pt modelId="{7D0BD0FB-41ED-4F77-A400-5B20F9643473}" type="pres">
      <dgm:prSet presAssocID="{085E2B6C-854A-4F02-A74F-8C1F5C3D1EB2}" presName="ConnectorPoint" presStyleCnt="0"/>
      <dgm:spPr/>
    </dgm:pt>
    <dgm:pt modelId="{9BABC9C2-3793-4E83-8F7E-21BB5B2765A0}" type="pres">
      <dgm:prSet presAssocID="{085E2B6C-854A-4F02-A74F-8C1F5C3D1EB2}" presName="Bullet" presStyleLbl="lnNode1" presStyleIdx="2" presStyleCnt="9"/>
      <dgm:spPr/>
    </dgm:pt>
    <dgm:pt modelId="{039B7613-09DD-4504-8A13-7EB9CDE81871}" type="pres">
      <dgm:prSet presAssocID="{085E2B6C-854A-4F02-A74F-8C1F5C3D1EB2}" presName="EmptyPlaceHolder" presStyleCnt="0"/>
      <dgm:spPr/>
    </dgm:pt>
    <dgm:pt modelId="{47A993BB-7F73-4378-81C2-BAD101563444}" type="pres">
      <dgm:prSet presAssocID="{D3F8B9BE-8DAF-461B-96F1-00F70F84F0C3}" presName="spaceBetweenRectangles" presStyleCnt="0"/>
      <dgm:spPr/>
    </dgm:pt>
    <dgm:pt modelId="{5493DEF6-36DA-4839-B135-0D5C07B72DBE}" type="pres">
      <dgm:prSet presAssocID="{7DE94256-B048-4B97-8529-1D0ECFE6B62D}" presName="composite" presStyleCnt="0"/>
      <dgm:spPr/>
    </dgm:pt>
    <dgm:pt modelId="{37202159-1885-40E8-86A8-161A91C8D08C}" type="pres">
      <dgm:prSet presAssocID="{7DE94256-B048-4B97-8529-1D0ECFE6B62D}" presName="DropPinPlaceHolder" presStyleCnt="0"/>
      <dgm:spPr/>
    </dgm:pt>
    <dgm:pt modelId="{AAC85CEB-076B-4626-84E5-ACDF80B16F28}" type="pres">
      <dgm:prSet presAssocID="{7DE94256-B048-4B97-8529-1D0ECFE6B62D}" presName="DropPin" presStyleLbl="alignNode1" presStyleIdx="3" presStyleCnt="9"/>
      <dgm:spPr/>
    </dgm:pt>
    <dgm:pt modelId="{8555632C-93C9-4931-84A1-D1D4424881B6}" type="pres">
      <dgm:prSet presAssocID="{7DE94256-B048-4B97-8529-1D0ECFE6B62D}" presName="Ellipse" presStyleLbl="fgAcc1" presStyleIdx="3" presStyleCnt="9"/>
      <dgm:spPr/>
    </dgm:pt>
    <dgm:pt modelId="{2B25094E-8357-45BA-B3FE-6824CB7E057A}" type="pres">
      <dgm:prSet presAssocID="{7DE94256-B048-4B97-8529-1D0ECFE6B62D}" presName="L2TextContainer" presStyleLbl="revTx" presStyleIdx="6" presStyleCnt="18">
        <dgm:presLayoutVars>
          <dgm:bulletEnabled val="1"/>
        </dgm:presLayoutVars>
      </dgm:prSet>
      <dgm:spPr/>
    </dgm:pt>
    <dgm:pt modelId="{489DD447-AC3E-4047-B917-C92E67CC6CBC}" type="pres">
      <dgm:prSet presAssocID="{7DE94256-B048-4B97-8529-1D0ECFE6B62D}" presName="L1TextContainer" presStyleLbl="revTx" presStyleIdx="7" presStyleCnt="18">
        <dgm:presLayoutVars>
          <dgm:chMax val="1"/>
          <dgm:chPref val="1"/>
          <dgm:bulletEnabled val="1"/>
        </dgm:presLayoutVars>
      </dgm:prSet>
      <dgm:spPr/>
    </dgm:pt>
    <dgm:pt modelId="{C158B7EF-63BB-4139-BE27-4C457B1C13BD}" type="pres">
      <dgm:prSet presAssocID="{7DE94256-B048-4B97-8529-1D0ECFE6B62D}" presName="ConnectLine" presStyleLbl="dkBgShp" presStyleIdx="5" presStyleCnt="11"/>
      <dgm:spPr/>
    </dgm:pt>
    <dgm:pt modelId="{8D9ED394-AF9F-4468-A174-0ABAAD1FDCFD}" type="pres">
      <dgm:prSet presAssocID="{7DE94256-B048-4B97-8529-1D0ECFE6B62D}" presName="ConnectorPoint" presStyleCnt="0"/>
      <dgm:spPr/>
    </dgm:pt>
    <dgm:pt modelId="{C90D9823-DE12-44FE-87CB-DAEEB8B88592}" type="pres">
      <dgm:prSet presAssocID="{7DE94256-B048-4B97-8529-1D0ECFE6B62D}" presName="Bullet" presStyleLbl="lnNode1" presStyleIdx="3" presStyleCnt="9"/>
      <dgm:spPr/>
    </dgm:pt>
    <dgm:pt modelId="{AAC9E280-3273-4430-8B92-5839C0B08697}" type="pres">
      <dgm:prSet presAssocID="{7DE94256-B048-4B97-8529-1D0ECFE6B62D}" presName="EmptyPlaceHolder" presStyleCnt="0"/>
      <dgm:spPr/>
    </dgm:pt>
    <dgm:pt modelId="{3458977F-2ED9-4546-9274-696D3EB28C9E}" type="pres">
      <dgm:prSet presAssocID="{334C0497-9679-4A30-8537-496D2CEF27C1}" presName="spaceBetweenRectangles" presStyleCnt="0"/>
      <dgm:spPr/>
    </dgm:pt>
    <dgm:pt modelId="{7FEB939A-A012-43C3-BDA1-9C11B9A704B1}" type="pres">
      <dgm:prSet presAssocID="{ED42CE19-8DC8-40E9-B8F0-9F9B2F7C56A8}" presName="composite" presStyleCnt="0"/>
      <dgm:spPr/>
    </dgm:pt>
    <dgm:pt modelId="{CA6F3DE5-38B4-4F6C-8D3B-D9225F700D58}" type="pres">
      <dgm:prSet presAssocID="{ED42CE19-8DC8-40E9-B8F0-9F9B2F7C56A8}" presName="DropPinPlaceHolder" presStyleCnt="0"/>
      <dgm:spPr/>
    </dgm:pt>
    <dgm:pt modelId="{832CD65D-7D60-4E3A-8BF2-9F8F1FC8F1E2}" type="pres">
      <dgm:prSet presAssocID="{ED42CE19-8DC8-40E9-B8F0-9F9B2F7C56A8}" presName="DropPin" presStyleLbl="alignNode1" presStyleIdx="4" presStyleCnt="9"/>
      <dgm:spPr/>
    </dgm:pt>
    <dgm:pt modelId="{1490B15C-D31E-4717-881F-6FD116B450DD}" type="pres">
      <dgm:prSet presAssocID="{ED42CE19-8DC8-40E9-B8F0-9F9B2F7C56A8}" presName="Ellipse" presStyleLbl="fgAcc1" presStyleIdx="4" presStyleCnt="9"/>
      <dgm:spPr/>
    </dgm:pt>
    <dgm:pt modelId="{04314D7E-ECD0-4673-8000-E9440A960DE0}" type="pres">
      <dgm:prSet presAssocID="{ED42CE19-8DC8-40E9-B8F0-9F9B2F7C56A8}" presName="L2TextContainer" presStyleLbl="revTx" presStyleIdx="8" presStyleCnt="18">
        <dgm:presLayoutVars>
          <dgm:bulletEnabled val="1"/>
        </dgm:presLayoutVars>
      </dgm:prSet>
      <dgm:spPr/>
    </dgm:pt>
    <dgm:pt modelId="{94AFF1FC-19E1-45E0-9E82-60EF1E52B68C}" type="pres">
      <dgm:prSet presAssocID="{ED42CE19-8DC8-40E9-B8F0-9F9B2F7C56A8}" presName="L1TextContainer" presStyleLbl="revTx" presStyleIdx="9" presStyleCnt="18">
        <dgm:presLayoutVars>
          <dgm:chMax val="1"/>
          <dgm:chPref val="1"/>
          <dgm:bulletEnabled val="1"/>
        </dgm:presLayoutVars>
      </dgm:prSet>
      <dgm:spPr/>
    </dgm:pt>
    <dgm:pt modelId="{19C23473-39AE-420A-93F7-3DBB6C84A007}" type="pres">
      <dgm:prSet presAssocID="{ED42CE19-8DC8-40E9-B8F0-9F9B2F7C56A8}" presName="ConnectLine" presStyleLbl="dkBgShp" presStyleIdx="6" presStyleCnt="11"/>
      <dgm:spPr/>
    </dgm:pt>
    <dgm:pt modelId="{A3F233FF-96F7-4AD3-8756-061083B9918B}" type="pres">
      <dgm:prSet presAssocID="{ED42CE19-8DC8-40E9-B8F0-9F9B2F7C56A8}" presName="ConnectorPoint" presStyleCnt="0"/>
      <dgm:spPr/>
    </dgm:pt>
    <dgm:pt modelId="{9745DB0B-E78D-421C-B378-9B51895E012E}" type="pres">
      <dgm:prSet presAssocID="{ED42CE19-8DC8-40E9-B8F0-9F9B2F7C56A8}" presName="Bullet" presStyleLbl="lnNode1" presStyleIdx="4" presStyleCnt="9"/>
      <dgm:spPr/>
    </dgm:pt>
    <dgm:pt modelId="{4C8BDA3E-FD34-4AE8-A400-7F94666F8E24}" type="pres">
      <dgm:prSet presAssocID="{ED42CE19-8DC8-40E9-B8F0-9F9B2F7C56A8}" presName="EmptyPlaceHolder" presStyleCnt="0"/>
      <dgm:spPr/>
    </dgm:pt>
    <dgm:pt modelId="{AB7049A2-2F57-4DFC-A576-19EB58782869}" type="pres">
      <dgm:prSet presAssocID="{192E6147-C047-4CE4-A97F-892639E126EC}" presName="spaceBetweenRectangles" presStyleCnt="0"/>
      <dgm:spPr/>
    </dgm:pt>
    <dgm:pt modelId="{BD1CA332-5159-4E44-B3D2-EDC6ADAB2B92}" type="pres">
      <dgm:prSet presAssocID="{E5505FD5-38F1-41C5-BE80-E664F6215BCE}" presName="composite" presStyleCnt="0"/>
      <dgm:spPr/>
    </dgm:pt>
    <dgm:pt modelId="{91A3893D-0512-43F7-BB73-D43DDEB65F61}" type="pres">
      <dgm:prSet presAssocID="{E5505FD5-38F1-41C5-BE80-E664F6215BCE}" presName="DropPinPlaceHolder" presStyleCnt="0"/>
      <dgm:spPr/>
    </dgm:pt>
    <dgm:pt modelId="{269A7124-5C6D-4E0F-8123-63AD5A3FDA6A}" type="pres">
      <dgm:prSet presAssocID="{E5505FD5-38F1-41C5-BE80-E664F6215BCE}" presName="DropPin" presStyleLbl="alignNode1" presStyleIdx="5" presStyleCnt="9"/>
      <dgm:spPr/>
    </dgm:pt>
    <dgm:pt modelId="{5CE4051C-44FA-48A0-93D1-1F267AC3A385}" type="pres">
      <dgm:prSet presAssocID="{E5505FD5-38F1-41C5-BE80-E664F6215BCE}" presName="Ellipse" presStyleLbl="fgAcc1" presStyleIdx="5" presStyleCnt="9"/>
      <dgm:spPr/>
    </dgm:pt>
    <dgm:pt modelId="{CC9BE61E-D6B1-42B7-8651-7A5D8AF7A24F}" type="pres">
      <dgm:prSet presAssocID="{E5505FD5-38F1-41C5-BE80-E664F6215BCE}" presName="L2TextContainer" presStyleLbl="revTx" presStyleIdx="10" presStyleCnt="18">
        <dgm:presLayoutVars>
          <dgm:bulletEnabled val="1"/>
        </dgm:presLayoutVars>
      </dgm:prSet>
      <dgm:spPr/>
    </dgm:pt>
    <dgm:pt modelId="{834B5FAF-76F7-46D0-BF12-AE8AA4F3D0F2}" type="pres">
      <dgm:prSet presAssocID="{E5505FD5-38F1-41C5-BE80-E664F6215BCE}" presName="L1TextContainer" presStyleLbl="revTx" presStyleIdx="11" presStyleCnt="18">
        <dgm:presLayoutVars>
          <dgm:chMax val="1"/>
          <dgm:chPref val="1"/>
          <dgm:bulletEnabled val="1"/>
        </dgm:presLayoutVars>
      </dgm:prSet>
      <dgm:spPr/>
    </dgm:pt>
    <dgm:pt modelId="{1B92CAE3-FEB4-4C57-A822-ECA200E665C9}" type="pres">
      <dgm:prSet presAssocID="{E5505FD5-38F1-41C5-BE80-E664F6215BCE}" presName="ConnectLine" presStyleLbl="dkBgShp" presStyleIdx="7" presStyleCnt="11"/>
      <dgm:spPr/>
    </dgm:pt>
    <dgm:pt modelId="{84794920-9577-4FEC-9870-DAAB95B9D465}" type="pres">
      <dgm:prSet presAssocID="{E5505FD5-38F1-41C5-BE80-E664F6215BCE}" presName="ConnectorPoint" presStyleCnt="0"/>
      <dgm:spPr/>
    </dgm:pt>
    <dgm:pt modelId="{207397CD-0E0C-4652-8168-DC51DBAAC64E}" type="pres">
      <dgm:prSet presAssocID="{E5505FD5-38F1-41C5-BE80-E664F6215BCE}" presName="Bullet" presStyleLbl="lnNode1" presStyleIdx="5" presStyleCnt="9"/>
      <dgm:spPr/>
    </dgm:pt>
    <dgm:pt modelId="{9658ECD5-0D16-4532-859C-8D17BC71D8B3}" type="pres">
      <dgm:prSet presAssocID="{E5505FD5-38F1-41C5-BE80-E664F6215BCE}" presName="EmptyPlaceHolder" presStyleCnt="0"/>
      <dgm:spPr/>
    </dgm:pt>
    <dgm:pt modelId="{CB546183-F372-44D7-A3E1-10F7E7F4B4D9}" type="pres">
      <dgm:prSet presAssocID="{E75D8635-98D8-4F1B-9246-CF0DDAFC1112}" presName="spaceBetweenRectangles" presStyleCnt="0"/>
      <dgm:spPr/>
    </dgm:pt>
    <dgm:pt modelId="{8A32DD34-16F6-4117-B27D-B9672D3BDA84}" type="pres">
      <dgm:prSet presAssocID="{C6B5BB7D-58AE-4016-9463-2B8DECE2960A}" presName="composite" presStyleCnt="0"/>
      <dgm:spPr/>
    </dgm:pt>
    <dgm:pt modelId="{09D97DE9-A69D-443E-8FEE-436CCCA95BC5}" type="pres">
      <dgm:prSet presAssocID="{C6B5BB7D-58AE-4016-9463-2B8DECE2960A}" presName="DropPinPlaceHolder" presStyleCnt="0"/>
      <dgm:spPr/>
    </dgm:pt>
    <dgm:pt modelId="{BFD35E81-7670-4FBF-9735-ED417FF2615F}" type="pres">
      <dgm:prSet presAssocID="{C6B5BB7D-58AE-4016-9463-2B8DECE2960A}" presName="DropPin" presStyleLbl="alignNode1" presStyleIdx="6" presStyleCnt="9"/>
      <dgm:spPr/>
    </dgm:pt>
    <dgm:pt modelId="{A021A569-4208-4F85-B649-42E21EE6B267}" type="pres">
      <dgm:prSet presAssocID="{C6B5BB7D-58AE-4016-9463-2B8DECE2960A}" presName="Ellipse" presStyleLbl="fgAcc1" presStyleIdx="6" presStyleCnt="9"/>
      <dgm:spPr/>
    </dgm:pt>
    <dgm:pt modelId="{9861EA35-13D6-47A0-BB18-6F13CDE9EAE7}" type="pres">
      <dgm:prSet presAssocID="{C6B5BB7D-58AE-4016-9463-2B8DECE2960A}" presName="L2TextContainer" presStyleLbl="revTx" presStyleIdx="12" presStyleCnt="18">
        <dgm:presLayoutVars>
          <dgm:bulletEnabled val="1"/>
        </dgm:presLayoutVars>
      </dgm:prSet>
      <dgm:spPr/>
    </dgm:pt>
    <dgm:pt modelId="{9B996CFB-ECBE-4FD6-AC96-F939F974047A}" type="pres">
      <dgm:prSet presAssocID="{C6B5BB7D-58AE-4016-9463-2B8DECE2960A}" presName="L1TextContainer" presStyleLbl="revTx" presStyleIdx="13" presStyleCnt="18">
        <dgm:presLayoutVars>
          <dgm:chMax val="1"/>
          <dgm:chPref val="1"/>
          <dgm:bulletEnabled val="1"/>
        </dgm:presLayoutVars>
      </dgm:prSet>
      <dgm:spPr/>
    </dgm:pt>
    <dgm:pt modelId="{A333FEBE-9E6B-4849-AE24-07CF07E9C49C}" type="pres">
      <dgm:prSet presAssocID="{C6B5BB7D-58AE-4016-9463-2B8DECE2960A}" presName="ConnectLine" presStyleLbl="dkBgShp" presStyleIdx="8" presStyleCnt="11"/>
      <dgm:spPr/>
    </dgm:pt>
    <dgm:pt modelId="{A04C6CAD-3A3A-41BD-8985-A79D53CA7874}" type="pres">
      <dgm:prSet presAssocID="{C6B5BB7D-58AE-4016-9463-2B8DECE2960A}" presName="ConnectorPoint" presStyleCnt="0"/>
      <dgm:spPr/>
    </dgm:pt>
    <dgm:pt modelId="{90422324-B603-4718-8B91-1FBD35C31F2C}" type="pres">
      <dgm:prSet presAssocID="{C6B5BB7D-58AE-4016-9463-2B8DECE2960A}" presName="Bullet" presStyleLbl="lnNode1" presStyleIdx="6" presStyleCnt="9"/>
      <dgm:spPr/>
    </dgm:pt>
    <dgm:pt modelId="{C6A9A5E9-81DB-43BF-B82B-023C77C42FCB}" type="pres">
      <dgm:prSet presAssocID="{C6B5BB7D-58AE-4016-9463-2B8DECE2960A}" presName="EmptyPlaceHolder" presStyleCnt="0"/>
      <dgm:spPr/>
    </dgm:pt>
    <dgm:pt modelId="{4547EB44-4319-4B1F-9E8C-2183AF926A7E}" type="pres">
      <dgm:prSet presAssocID="{8072B5D7-0508-4BF9-AC8F-4145E37025B6}" presName="spaceBetweenRectangles" presStyleCnt="0"/>
      <dgm:spPr/>
    </dgm:pt>
    <dgm:pt modelId="{1619FA6A-3660-40AF-9534-00F6DBA9186D}" type="pres">
      <dgm:prSet presAssocID="{7B25AECA-5AFE-4228-B803-B64F6CDB40F1}" presName="composite" presStyleCnt="0"/>
      <dgm:spPr/>
    </dgm:pt>
    <dgm:pt modelId="{0355144F-33FC-4D27-A3CD-ECE025FE7C3C}" type="pres">
      <dgm:prSet presAssocID="{7B25AECA-5AFE-4228-B803-B64F6CDB40F1}" presName="DropPinPlaceHolder" presStyleCnt="0"/>
      <dgm:spPr/>
    </dgm:pt>
    <dgm:pt modelId="{5AE83BFA-BB07-4DBE-B510-8775B99F5A50}" type="pres">
      <dgm:prSet presAssocID="{7B25AECA-5AFE-4228-B803-B64F6CDB40F1}" presName="DropPin" presStyleLbl="alignNode1" presStyleIdx="7" presStyleCnt="9"/>
      <dgm:spPr/>
    </dgm:pt>
    <dgm:pt modelId="{2D092036-6E1F-43A7-BA76-FBCB24A4E316}" type="pres">
      <dgm:prSet presAssocID="{7B25AECA-5AFE-4228-B803-B64F6CDB40F1}" presName="Ellipse" presStyleLbl="fgAcc1" presStyleIdx="7" presStyleCnt="9"/>
      <dgm:spPr/>
    </dgm:pt>
    <dgm:pt modelId="{84B71A20-57B1-464E-B85A-AAD1B59482B7}" type="pres">
      <dgm:prSet presAssocID="{7B25AECA-5AFE-4228-B803-B64F6CDB40F1}" presName="L2TextContainer" presStyleLbl="revTx" presStyleIdx="14" presStyleCnt="18">
        <dgm:presLayoutVars>
          <dgm:bulletEnabled val="1"/>
        </dgm:presLayoutVars>
      </dgm:prSet>
      <dgm:spPr/>
    </dgm:pt>
    <dgm:pt modelId="{5A71305C-C2EB-450A-8249-2969AAFD390A}" type="pres">
      <dgm:prSet presAssocID="{7B25AECA-5AFE-4228-B803-B64F6CDB40F1}" presName="L1TextContainer" presStyleLbl="revTx" presStyleIdx="15" presStyleCnt="18">
        <dgm:presLayoutVars>
          <dgm:chMax val="1"/>
          <dgm:chPref val="1"/>
          <dgm:bulletEnabled val="1"/>
        </dgm:presLayoutVars>
      </dgm:prSet>
      <dgm:spPr/>
    </dgm:pt>
    <dgm:pt modelId="{B6CBBD66-2375-4A42-9275-9EEC307C4225}" type="pres">
      <dgm:prSet presAssocID="{7B25AECA-5AFE-4228-B803-B64F6CDB40F1}" presName="ConnectLine" presStyleLbl="dkBgShp" presStyleIdx="9" presStyleCnt="11"/>
      <dgm:spPr/>
    </dgm:pt>
    <dgm:pt modelId="{594091FA-8B90-4A52-AAF8-1D44FE956633}" type="pres">
      <dgm:prSet presAssocID="{7B25AECA-5AFE-4228-B803-B64F6CDB40F1}" presName="ConnectorPoint" presStyleCnt="0"/>
      <dgm:spPr/>
    </dgm:pt>
    <dgm:pt modelId="{A27F9B9F-4DD4-4E1B-B91A-3BAAC55AA4DC}" type="pres">
      <dgm:prSet presAssocID="{7B25AECA-5AFE-4228-B803-B64F6CDB40F1}" presName="Bullet" presStyleLbl="lnNode1" presStyleIdx="7" presStyleCnt="9"/>
      <dgm:spPr/>
    </dgm:pt>
    <dgm:pt modelId="{D5815B05-6611-490B-9B8B-BE2116F71AD6}" type="pres">
      <dgm:prSet presAssocID="{7B25AECA-5AFE-4228-B803-B64F6CDB40F1}" presName="EmptyPlaceHolder" presStyleCnt="0"/>
      <dgm:spPr/>
    </dgm:pt>
    <dgm:pt modelId="{AF81A099-0585-4BA1-A032-D6E341B0FE92}" type="pres">
      <dgm:prSet presAssocID="{521FA350-1C04-4539-A50F-929747C084B4}" presName="spaceBetweenRectangles" presStyleCnt="0"/>
      <dgm:spPr/>
    </dgm:pt>
    <dgm:pt modelId="{76F0028C-FDD9-462A-9273-7DEAE1033FFD}" type="pres">
      <dgm:prSet presAssocID="{69BB0169-DA68-4432-AD55-8F91D0608620}" presName="composite" presStyleCnt="0"/>
      <dgm:spPr/>
    </dgm:pt>
    <dgm:pt modelId="{4AF9DDFE-E5B8-4FC5-8B5D-66DEE1A96FBB}" type="pres">
      <dgm:prSet presAssocID="{69BB0169-DA68-4432-AD55-8F91D0608620}" presName="DropPinPlaceHolder" presStyleCnt="0"/>
      <dgm:spPr/>
    </dgm:pt>
    <dgm:pt modelId="{AC3C7E80-8BBB-463C-A130-D1135D401BD6}" type="pres">
      <dgm:prSet presAssocID="{69BB0169-DA68-4432-AD55-8F91D0608620}" presName="DropPin" presStyleLbl="alignNode1" presStyleIdx="8" presStyleCnt="9"/>
      <dgm:spPr/>
    </dgm:pt>
    <dgm:pt modelId="{D7FD908F-DC9E-403F-BAD8-C1B19E9C4781}" type="pres">
      <dgm:prSet presAssocID="{69BB0169-DA68-4432-AD55-8F91D0608620}" presName="Ellipse" presStyleLbl="fgAcc1" presStyleIdx="8" presStyleCnt="9"/>
      <dgm:spPr/>
    </dgm:pt>
    <dgm:pt modelId="{3ABC2C4C-1358-4CA6-9113-BCAAA1A7C9A6}" type="pres">
      <dgm:prSet presAssocID="{69BB0169-DA68-4432-AD55-8F91D0608620}" presName="L2TextContainer" presStyleLbl="revTx" presStyleIdx="16" presStyleCnt="18">
        <dgm:presLayoutVars>
          <dgm:bulletEnabled val="1"/>
        </dgm:presLayoutVars>
      </dgm:prSet>
      <dgm:spPr/>
    </dgm:pt>
    <dgm:pt modelId="{6D088F84-E5BF-44E2-A058-0C141FD875E6}" type="pres">
      <dgm:prSet presAssocID="{69BB0169-DA68-4432-AD55-8F91D0608620}" presName="L1TextContainer" presStyleLbl="revTx" presStyleIdx="17" presStyleCnt="18">
        <dgm:presLayoutVars>
          <dgm:chMax val="1"/>
          <dgm:chPref val="1"/>
          <dgm:bulletEnabled val="1"/>
        </dgm:presLayoutVars>
      </dgm:prSet>
      <dgm:spPr/>
    </dgm:pt>
    <dgm:pt modelId="{66359042-75E2-4883-A844-AEAC1A93662B}" type="pres">
      <dgm:prSet presAssocID="{69BB0169-DA68-4432-AD55-8F91D0608620}" presName="ConnectLine" presStyleLbl="dkBgShp" presStyleIdx="10" presStyleCnt="11"/>
      <dgm:spPr/>
    </dgm:pt>
    <dgm:pt modelId="{0CDE1D60-DB12-485F-A24F-43A740F8E63B}" type="pres">
      <dgm:prSet presAssocID="{69BB0169-DA68-4432-AD55-8F91D0608620}" presName="ConnectorPoint" presStyleCnt="0"/>
      <dgm:spPr/>
    </dgm:pt>
    <dgm:pt modelId="{6D871422-3A93-4F85-9A8D-A836D8BFFAA1}" type="pres">
      <dgm:prSet presAssocID="{69BB0169-DA68-4432-AD55-8F91D0608620}" presName="Bullet" presStyleLbl="lnNode1" presStyleIdx="8" presStyleCnt="9"/>
      <dgm:spPr/>
    </dgm:pt>
    <dgm:pt modelId="{01661CB9-FC85-4CAA-9729-083DEBEDE5FD}" type="pres">
      <dgm:prSet presAssocID="{69BB0169-DA68-4432-AD55-8F91D0608620}" presName="EmptyPlaceHolder" presStyleCnt="0"/>
      <dgm:spPr/>
    </dgm:pt>
  </dgm:ptLst>
  <dgm:cxnLst>
    <dgm:cxn modelId="{6438BA03-8F1B-4908-A2DB-57E09AD60D64}" type="presOf" srcId="{E5505FD5-38F1-41C5-BE80-E664F6215BCE}" destId="{834B5FAF-76F7-46D0-BF12-AE8AA4F3D0F2}" srcOrd="0" destOrd="0" presId="urn:microsoft.com/office/officeart/2024/layout/BulletTimeline"/>
    <dgm:cxn modelId="{125B9005-B115-41BE-9060-2EE00D2F2EB4}" type="presOf" srcId="{ED42CE19-8DC8-40E9-B8F0-9F9B2F7C56A8}" destId="{94AFF1FC-19E1-45E0-9E82-60EF1E52B68C}" srcOrd="0" destOrd="0" presId="urn:microsoft.com/office/officeart/2024/layout/BulletTimeline"/>
    <dgm:cxn modelId="{2DD4A20E-297F-4E2B-84A7-FEE34A04DB5A}" type="presOf" srcId="{B8A11AE1-8216-4AC3-80BD-A2BD2F918844}" destId="{C15D05A6-BD62-4E62-A250-223971DBD63A}" srcOrd="0" destOrd="0" presId="urn:microsoft.com/office/officeart/2024/layout/BulletTimeline"/>
    <dgm:cxn modelId="{F014C812-CBC8-450B-B380-5C1D2CD117F5}" type="presOf" srcId="{4FE2CBB3-ACB5-471A-88A7-A8EB2359B63B}" destId="{65C2B039-FC52-4525-8FA0-AF00D8F80A7B}" srcOrd="0" destOrd="0" presId="urn:microsoft.com/office/officeart/2024/layout/BulletTimeline"/>
    <dgm:cxn modelId="{6B22931F-35A3-48CA-9430-2772DD803194}" type="presOf" srcId="{97B400F8-11AB-46D8-BEFF-E554E9D1E025}" destId="{CC9BE61E-D6B1-42B7-8651-7A5D8AF7A24F}" srcOrd="0" destOrd="0" presId="urn:microsoft.com/office/officeart/2024/layout/BulletTimeline"/>
    <dgm:cxn modelId="{F634EC23-E1B2-4207-8E7C-5113E87B2C5E}" srcId="{B8A11AE1-8216-4AC3-80BD-A2BD2F918844}" destId="{5AB57118-F7C2-4BDD-87CA-27B958191324}" srcOrd="0" destOrd="0" parTransId="{33030F41-FA2C-40E6-A959-1E1535D27751}" sibTransId="{64550341-DF65-42F9-BB71-28F969F2238E}"/>
    <dgm:cxn modelId="{4DA19C3D-444D-4C81-A333-8284176E66A3}" srcId="{ACA09FEF-E5CB-40A2-B107-643AC21206A9}" destId="{7DE94256-B048-4B97-8529-1D0ECFE6B62D}" srcOrd="3" destOrd="0" parTransId="{3CCCF216-D083-48B1-BEB4-A1A4D7F32A3B}" sibTransId="{334C0497-9679-4A30-8537-496D2CEF27C1}"/>
    <dgm:cxn modelId="{02040D3E-0AE6-428C-A84A-8D827F6AFB61}" type="presOf" srcId="{ACA09FEF-E5CB-40A2-B107-643AC21206A9}" destId="{7F383E54-6833-49A1-ABF2-2B67BF869E3B}" srcOrd="0" destOrd="0" presId="urn:microsoft.com/office/officeart/2024/layout/BulletTimeline"/>
    <dgm:cxn modelId="{F46E525C-ED5F-4B12-B07E-7CECA2340A83}" type="presOf" srcId="{085E2B6C-854A-4F02-A74F-8C1F5C3D1EB2}" destId="{01B78C00-EC64-4580-B336-0B54F5D143B1}" srcOrd="0" destOrd="0" presId="urn:microsoft.com/office/officeart/2024/layout/BulletTimeline"/>
    <dgm:cxn modelId="{3A82B643-9B84-4ADF-B459-DEC9F7C0DAD1}" type="presOf" srcId="{070B34A8-F732-418B-B86E-C398BDC45057}" destId="{A85E4AF4-AEE0-4487-B03A-901CE4C8E445}" srcOrd="0" destOrd="0" presId="urn:microsoft.com/office/officeart/2024/layout/BulletTimeline"/>
    <dgm:cxn modelId="{D0CCE163-C5CB-4EFD-AB81-2D2CA7FE2C6C}" srcId="{ACA09FEF-E5CB-40A2-B107-643AC21206A9}" destId="{E5505FD5-38F1-41C5-BE80-E664F6215BCE}" srcOrd="5" destOrd="0" parTransId="{B7DA5232-D57E-4011-A84E-80EF9922714C}" sibTransId="{E75D8635-98D8-4F1B-9246-CF0DDAFC1112}"/>
    <dgm:cxn modelId="{2345FC44-D6F4-48A0-A3EA-3C99F5D21A3A}" type="presOf" srcId="{75379393-1C6E-4FA8-9E64-131D23A2DF5B}" destId="{3ABC2C4C-1358-4CA6-9113-BCAAA1A7C9A6}" srcOrd="0" destOrd="0" presId="urn:microsoft.com/office/officeart/2024/layout/BulletTimeline"/>
    <dgm:cxn modelId="{C0939166-8F3F-49A6-B275-3D9D8D8B6FAF}" srcId="{ACA09FEF-E5CB-40A2-B107-643AC21206A9}" destId="{ED42CE19-8DC8-40E9-B8F0-9F9B2F7C56A8}" srcOrd="4" destOrd="0" parTransId="{4F51B84A-D37C-4244-BC5A-77F51EFB909B}" sibTransId="{192E6147-C047-4CE4-A97F-892639E126EC}"/>
    <dgm:cxn modelId="{8A89B166-99F4-49CF-9792-45E36D6ECFB9}" srcId="{E5505FD5-38F1-41C5-BE80-E664F6215BCE}" destId="{97B400F8-11AB-46D8-BEFF-E554E9D1E025}" srcOrd="0" destOrd="0" parTransId="{1D90B5EF-AEBE-44FF-9E09-6FF20C615ECC}" sibTransId="{FDCE7C68-FC9B-486E-BFAB-1C870201827C}"/>
    <dgm:cxn modelId="{542B066D-4BAF-436B-B293-8210A8A97896}" srcId="{7DE94256-B048-4B97-8529-1D0ECFE6B62D}" destId="{1B37ACC2-DE35-4662-A49D-C2DE6E51A5F2}" srcOrd="0" destOrd="0" parTransId="{0113B929-BE13-418E-B7F7-18622605F86D}" sibTransId="{54045E4B-F043-4276-BC08-72C43FAD553C}"/>
    <dgm:cxn modelId="{F505A96F-771F-410A-A4B7-2E6502FA37EC}" type="presOf" srcId="{C6E878AE-3A7E-4AFF-A210-ADF812A4BC54}" destId="{9861EA35-13D6-47A0-BB18-6F13CDE9EAE7}" srcOrd="0" destOrd="0" presId="urn:microsoft.com/office/officeart/2024/layout/BulletTimeline"/>
    <dgm:cxn modelId="{CF851F74-F54D-4737-8D90-94EC12A1D818}" type="presOf" srcId="{FAA2DBA2-0587-4CE5-9864-E0C1E3F57616}" destId="{84B71A20-57B1-464E-B85A-AAD1B59482B7}" srcOrd="0" destOrd="0" presId="urn:microsoft.com/office/officeart/2024/layout/BulletTimeline"/>
    <dgm:cxn modelId="{4CB5B291-9ED2-4FE9-923D-BFAF4017A590}" type="presOf" srcId="{1B37ACC2-DE35-4662-A49D-C2DE6E51A5F2}" destId="{2B25094E-8357-45BA-B3FE-6824CB7E057A}" srcOrd="0" destOrd="0" presId="urn:microsoft.com/office/officeart/2024/layout/BulletTimeline"/>
    <dgm:cxn modelId="{A5B81294-7054-4B77-A165-67D6E3699834}" type="presOf" srcId="{7DE94256-B048-4B97-8529-1D0ECFE6B62D}" destId="{489DD447-AC3E-4047-B917-C92E67CC6CBC}" srcOrd="0" destOrd="0" presId="urn:microsoft.com/office/officeart/2024/layout/BulletTimeline"/>
    <dgm:cxn modelId="{4656BE94-9779-4D22-A61F-38F6077D0FD5}" srcId="{ED42CE19-8DC8-40E9-B8F0-9F9B2F7C56A8}" destId="{73418DA6-1974-471D-A2CA-36A66455AC63}" srcOrd="0" destOrd="0" parTransId="{FD02C0A3-63B3-47DD-A080-CDD1C232FD55}" sibTransId="{87853B0B-347E-4C70-B918-879FC2DC1665}"/>
    <dgm:cxn modelId="{F2863795-21D5-4A03-ADE1-9E114F41248E}" type="presOf" srcId="{5AB57118-F7C2-4BDD-87CA-27B958191324}" destId="{C072AB38-AFD1-4188-ABCB-B6F463D452ED}" srcOrd="0" destOrd="0" presId="urn:microsoft.com/office/officeart/2024/layout/BulletTimeline"/>
    <dgm:cxn modelId="{1BD8E09F-059A-4FF8-B74F-6722A7A33865}" type="presOf" srcId="{73418DA6-1974-471D-A2CA-36A66455AC63}" destId="{04314D7E-ECD0-4673-8000-E9440A960DE0}" srcOrd="0" destOrd="0" presId="urn:microsoft.com/office/officeart/2024/layout/BulletTimeline"/>
    <dgm:cxn modelId="{EC2AB1BB-6F94-4F86-A997-56BEDB6FFED3}" srcId="{ACA09FEF-E5CB-40A2-B107-643AC21206A9}" destId="{7B25AECA-5AFE-4228-B803-B64F6CDB40F1}" srcOrd="7" destOrd="0" parTransId="{5B5D2D7C-A7E0-4BA0-8B91-B8CB292B06FF}" sibTransId="{521FA350-1C04-4539-A50F-929747C084B4}"/>
    <dgm:cxn modelId="{6D1609C0-A447-43A8-83E9-D6FF3306D0ED}" srcId="{4FE2CBB3-ACB5-471A-88A7-A8EB2359B63B}" destId="{070B34A8-F732-418B-B86E-C398BDC45057}" srcOrd="0" destOrd="0" parTransId="{E0F2D73F-F472-4A9A-933B-C8BE0E44E090}" sibTransId="{5B022968-391B-4275-B69C-C7545BE45874}"/>
    <dgm:cxn modelId="{1CBFA9C5-1299-4D4D-A170-8BBEBF854852}" type="presOf" srcId="{7B25AECA-5AFE-4228-B803-B64F6CDB40F1}" destId="{5A71305C-C2EB-450A-8249-2969AAFD390A}" srcOrd="0" destOrd="0" presId="urn:microsoft.com/office/officeart/2024/layout/BulletTimeline"/>
    <dgm:cxn modelId="{08AA9ECB-38EC-4042-9AD5-E0DB6B96FBC9}" srcId="{ACA09FEF-E5CB-40A2-B107-643AC21206A9}" destId="{69BB0169-DA68-4432-AD55-8F91D0608620}" srcOrd="8" destOrd="0" parTransId="{33AFE67C-D6B9-4E9A-97A0-BECAC79889DB}" sibTransId="{1630CE86-12ED-4A0E-B3F7-6168BE0401DA}"/>
    <dgm:cxn modelId="{0F36EECC-EF84-4AE5-9DA2-DAA7BC474351}" srcId="{ACA09FEF-E5CB-40A2-B107-643AC21206A9}" destId="{4FE2CBB3-ACB5-471A-88A7-A8EB2359B63B}" srcOrd="0" destOrd="0" parTransId="{DB0A41AF-6798-41F3-91C6-C240B9B44491}" sibTransId="{6F78D658-02F1-4AF2-AAD3-B2B0DBEC601A}"/>
    <dgm:cxn modelId="{035E29CF-E285-480A-B104-38373D7B9AB8}" srcId="{7B25AECA-5AFE-4228-B803-B64F6CDB40F1}" destId="{FAA2DBA2-0587-4CE5-9864-E0C1E3F57616}" srcOrd="0" destOrd="0" parTransId="{B1DDDC58-3FEF-499B-9A94-70855FCB88EF}" sibTransId="{064EEE9F-0CF8-4AC5-8F61-1FD03A51B85A}"/>
    <dgm:cxn modelId="{54965ED3-2357-4B20-8917-2EA5151606A0}" srcId="{ACA09FEF-E5CB-40A2-B107-643AC21206A9}" destId="{B8A11AE1-8216-4AC3-80BD-A2BD2F918844}" srcOrd="1" destOrd="0" parTransId="{92A7DA98-B8BC-4D63-A64F-76EF52F4008D}" sibTransId="{23F59C54-C24D-456E-A3C6-3A75DEB50DCE}"/>
    <dgm:cxn modelId="{F0050DD4-4C79-4D73-BF41-0B64ABA4AE53}" type="presOf" srcId="{69BB0169-DA68-4432-AD55-8F91D0608620}" destId="{6D088F84-E5BF-44E2-A058-0C141FD875E6}" srcOrd="0" destOrd="0" presId="urn:microsoft.com/office/officeart/2024/layout/BulletTimeline"/>
    <dgm:cxn modelId="{6D78FFD9-3978-482C-AD7B-A4C51DB367CF}" srcId="{C6B5BB7D-58AE-4016-9463-2B8DECE2960A}" destId="{C6E878AE-3A7E-4AFF-A210-ADF812A4BC54}" srcOrd="0" destOrd="0" parTransId="{0EF7DAB3-A5C0-455B-B3B6-D8D91E73E292}" sibTransId="{666893BE-1FBA-4C61-9697-0A56B39A819E}"/>
    <dgm:cxn modelId="{BCAAE4DA-6380-41F4-A7FE-C26D8D91E305}" type="presOf" srcId="{C6B5BB7D-58AE-4016-9463-2B8DECE2960A}" destId="{9B996CFB-ECBE-4FD6-AC96-F939F974047A}" srcOrd="0" destOrd="0" presId="urn:microsoft.com/office/officeart/2024/layout/BulletTimeline"/>
    <dgm:cxn modelId="{A1E1A4DD-F2B2-4516-9A45-4DE900FCF6C0}" srcId="{085E2B6C-854A-4F02-A74F-8C1F5C3D1EB2}" destId="{1499BB29-A8E1-4EA5-98F6-3278E6B36C08}" srcOrd="0" destOrd="0" parTransId="{10A8519D-B5B8-4CB2-903D-8AE977A7E884}" sibTransId="{967E1851-D357-40FC-B3B3-EB42A749032B}"/>
    <dgm:cxn modelId="{07EF2CDE-B191-4819-B56C-08E427AC9CA9}" srcId="{69BB0169-DA68-4432-AD55-8F91D0608620}" destId="{75379393-1C6E-4FA8-9E64-131D23A2DF5B}" srcOrd="0" destOrd="0" parTransId="{657A0216-ABF7-4189-BA45-CFCB12B03DE3}" sibTransId="{98DC6556-16AE-444A-A543-F781B0363E6D}"/>
    <dgm:cxn modelId="{86D794E2-8608-4F98-AB47-B5EB8DEABE01}" type="presOf" srcId="{1499BB29-A8E1-4EA5-98F6-3278E6B36C08}" destId="{9628FE65-2A7C-47F1-AA31-9EDE10F0F322}" srcOrd="0" destOrd="0" presId="urn:microsoft.com/office/officeart/2024/layout/BulletTimeline"/>
    <dgm:cxn modelId="{2F9FA1F5-4CED-493A-A73B-8F4B9F31FDBB}" srcId="{ACA09FEF-E5CB-40A2-B107-643AC21206A9}" destId="{C6B5BB7D-58AE-4016-9463-2B8DECE2960A}" srcOrd="6" destOrd="0" parTransId="{3CB795E7-5D8B-488D-94CD-3FF98E8A40E6}" sibTransId="{8072B5D7-0508-4BF9-AC8F-4145E37025B6}"/>
    <dgm:cxn modelId="{02C67AFA-2FF3-4F12-9A98-D1D2870D9335}" srcId="{ACA09FEF-E5CB-40A2-B107-643AC21206A9}" destId="{085E2B6C-854A-4F02-A74F-8C1F5C3D1EB2}" srcOrd="2" destOrd="0" parTransId="{8F419E5D-954C-4A84-99E5-28FDEB33388B}" sibTransId="{D3F8B9BE-8DAF-461B-96F1-00F70F84F0C3}"/>
    <dgm:cxn modelId="{30C47793-4A26-4316-A086-E55C29201D7A}" type="presParOf" srcId="{7F383E54-6833-49A1-ABF2-2B67BF869E3B}" destId="{E084F7C7-1110-41B4-9964-C90E3DCA1780}" srcOrd="0" destOrd="0" presId="urn:microsoft.com/office/officeart/2024/layout/BulletTimeline"/>
    <dgm:cxn modelId="{2778DB85-319F-4459-BB5B-930765A5A818}" type="presParOf" srcId="{E084F7C7-1110-41B4-9964-C90E3DCA1780}" destId="{34328478-9606-40A0-A019-3E85348BBE15}" srcOrd="0" destOrd="0" presId="urn:microsoft.com/office/officeart/2024/layout/BulletTimeline"/>
    <dgm:cxn modelId="{9F4B4804-8680-4433-BF5E-E585502BBEFA}" type="presParOf" srcId="{E084F7C7-1110-41B4-9964-C90E3DCA1780}" destId="{7E1D547C-9F33-48DD-AA47-0C668AFF925E}" srcOrd="1" destOrd="0" presId="urn:microsoft.com/office/officeart/2024/layout/BulletTimeline"/>
    <dgm:cxn modelId="{82624C86-3ED8-489B-9248-041741944907}" type="presParOf" srcId="{7F383E54-6833-49A1-ABF2-2B67BF869E3B}" destId="{DF1824E9-3610-42BB-B0BE-461228C7AE20}" srcOrd="1" destOrd="0" presId="urn:microsoft.com/office/officeart/2024/layout/BulletTimeline"/>
    <dgm:cxn modelId="{5410AC52-8F58-4E9A-9FBF-6106EE73B466}" type="presParOf" srcId="{DF1824E9-3610-42BB-B0BE-461228C7AE20}" destId="{2FED2776-63E6-4683-ACAF-23EA3D727E4F}" srcOrd="0" destOrd="0" presId="urn:microsoft.com/office/officeart/2024/layout/BulletTimeline"/>
    <dgm:cxn modelId="{9F8C16B8-3FE0-474D-BED2-43FCD1247777}" type="presParOf" srcId="{2FED2776-63E6-4683-ACAF-23EA3D727E4F}" destId="{41392459-D036-4001-A0D4-D443C59647BA}" srcOrd="0" destOrd="0" presId="urn:microsoft.com/office/officeart/2024/layout/BulletTimeline"/>
    <dgm:cxn modelId="{FC082F1E-A993-4956-8D86-59856454F28B}" type="presParOf" srcId="{41392459-D036-4001-A0D4-D443C59647BA}" destId="{25158258-175E-40C9-9B39-2A888132A0E1}" srcOrd="0" destOrd="0" presId="urn:microsoft.com/office/officeart/2024/layout/BulletTimeline"/>
    <dgm:cxn modelId="{C09B14B9-E656-4391-A4F8-DFA38E33888F}" type="presParOf" srcId="{41392459-D036-4001-A0D4-D443C59647BA}" destId="{D6CC832F-9C12-486A-97E2-C962D7F785C8}" srcOrd="1" destOrd="0" presId="urn:microsoft.com/office/officeart/2024/layout/BulletTimeline"/>
    <dgm:cxn modelId="{7EA9BA6F-E70D-41E9-AF9A-B3F670BCFE4B}" type="presParOf" srcId="{2FED2776-63E6-4683-ACAF-23EA3D727E4F}" destId="{A85E4AF4-AEE0-4487-B03A-901CE4C8E445}" srcOrd="1" destOrd="0" presId="urn:microsoft.com/office/officeart/2024/layout/BulletTimeline"/>
    <dgm:cxn modelId="{83FFA14B-0E38-4460-922D-6AC8C7BA02A2}" type="presParOf" srcId="{2FED2776-63E6-4683-ACAF-23EA3D727E4F}" destId="{65C2B039-FC52-4525-8FA0-AF00D8F80A7B}" srcOrd="2" destOrd="0" presId="urn:microsoft.com/office/officeart/2024/layout/BulletTimeline"/>
    <dgm:cxn modelId="{3D2E4628-D158-4072-B3D6-2FDCA44DEC6F}" type="presParOf" srcId="{2FED2776-63E6-4683-ACAF-23EA3D727E4F}" destId="{4DD86C6B-A77E-4FD7-B08B-015119D8015F}" srcOrd="3" destOrd="0" presId="urn:microsoft.com/office/officeart/2024/layout/BulletTimeline"/>
    <dgm:cxn modelId="{25D5E80A-2C89-4075-9E65-0F1D295DA58C}" type="presParOf" srcId="{2FED2776-63E6-4683-ACAF-23EA3D727E4F}" destId="{E1C3A41C-FBF5-499F-8152-0F226F73A3F1}" srcOrd="4" destOrd="0" presId="urn:microsoft.com/office/officeart/2024/layout/BulletTimeline"/>
    <dgm:cxn modelId="{B0D11BED-BC2A-4A19-852D-F940BA4E4BB8}" type="presParOf" srcId="{E1C3A41C-FBF5-499F-8152-0F226F73A3F1}" destId="{6CF17B52-6377-4BB6-96BE-07E068BC0857}" srcOrd="0" destOrd="0" presId="urn:microsoft.com/office/officeart/2024/layout/BulletTimeline"/>
    <dgm:cxn modelId="{82078317-51D4-4F4B-87EE-2C3A59A7BA98}" type="presParOf" srcId="{2FED2776-63E6-4683-ACAF-23EA3D727E4F}" destId="{4B907D41-9F5D-4E4C-A142-EF271FA3EF7C}" srcOrd="5" destOrd="0" presId="urn:microsoft.com/office/officeart/2024/layout/BulletTimeline"/>
    <dgm:cxn modelId="{AD6AEC85-37BE-4B7B-A86F-1BFE39858EF9}" type="presParOf" srcId="{DF1824E9-3610-42BB-B0BE-461228C7AE20}" destId="{1FAABB04-471C-406C-AC11-3E8395F0A0CF}" srcOrd="1" destOrd="0" presId="urn:microsoft.com/office/officeart/2024/layout/BulletTimeline"/>
    <dgm:cxn modelId="{4D58F654-1498-45DD-84B6-8AB072F96D2F}" type="presParOf" srcId="{DF1824E9-3610-42BB-B0BE-461228C7AE20}" destId="{B337F4DB-F89D-4D96-85A2-E8A360099E5F}" srcOrd="2" destOrd="0" presId="urn:microsoft.com/office/officeart/2024/layout/BulletTimeline"/>
    <dgm:cxn modelId="{2E1A5197-5ECA-48B1-A8B1-39700B5A8F65}" type="presParOf" srcId="{B337F4DB-F89D-4D96-85A2-E8A360099E5F}" destId="{58FC55C0-539C-4BA5-824E-72EA3C11F2D1}" srcOrd="0" destOrd="0" presId="urn:microsoft.com/office/officeart/2024/layout/BulletTimeline"/>
    <dgm:cxn modelId="{0F8A5AD2-F8BF-48CD-BA7D-B99305124E42}" type="presParOf" srcId="{58FC55C0-539C-4BA5-824E-72EA3C11F2D1}" destId="{D35F4377-8D11-454D-8630-1ACD3042447A}" srcOrd="0" destOrd="0" presId="urn:microsoft.com/office/officeart/2024/layout/BulletTimeline"/>
    <dgm:cxn modelId="{176CA540-F80C-43C1-9F93-D8FA62664515}" type="presParOf" srcId="{58FC55C0-539C-4BA5-824E-72EA3C11F2D1}" destId="{07C8706F-1902-4C60-BCCB-177F2C4A8D05}" srcOrd="1" destOrd="0" presId="urn:microsoft.com/office/officeart/2024/layout/BulletTimeline"/>
    <dgm:cxn modelId="{327EF490-663E-4EEF-9B26-FF1AD3CDC48A}" type="presParOf" srcId="{B337F4DB-F89D-4D96-85A2-E8A360099E5F}" destId="{C072AB38-AFD1-4188-ABCB-B6F463D452ED}" srcOrd="1" destOrd="0" presId="urn:microsoft.com/office/officeart/2024/layout/BulletTimeline"/>
    <dgm:cxn modelId="{14B3ED61-A113-4545-84A3-38B6EBD206A0}" type="presParOf" srcId="{B337F4DB-F89D-4D96-85A2-E8A360099E5F}" destId="{C15D05A6-BD62-4E62-A250-223971DBD63A}" srcOrd="2" destOrd="0" presId="urn:microsoft.com/office/officeart/2024/layout/BulletTimeline"/>
    <dgm:cxn modelId="{01CE711D-C4AD-4ED5-BFFC-2D0BD9BE07F6}" type="presParOf" srcId="{B337F4DB-F89D-4D96-85A2-E8A360099E5F}" destId="{419FB993-7541-4A81-9B7A-69A5A60728CF}" srcOrd="3" destOrd="0" presId="urn:microsoft.com/office/officeart/2024/layout/BulletTimeline"/>
    <dgm:cxn modelId="{89B45426-B722-43C1-95CF-6F529ADCAB3D}" type="presParOf" srcId="{B337F4DB-F89D-4D96-85A2-E8A360099E5F}" destId="{91833B26-84D7-4D15-81A3-45C06C15BC30}" srcOrd="4" destOrd="0" presId="urn:microsoft.com/office/officeart/2024/layout/BulletTimeline"/>
    <dgm:cxn modelId="{C3DED615-102C-4BEF-8640-5F16D5231DF2}" type="presParOf" srcId="{91833B26-84D7-4D15-81A3-45C06C15BC30}" destId="{092C44CD-5D9E-4F80-A998-49AB89275558}" srcOrd="0" destOrd="0" presId="urn:microsoft.com/office/officeart/2024/layout/BulletTimeline"/>
    <dgm:cxn modelId="{7955FF79-86EB-4DF1-AE55-2464B3BAE25A}" type="presParOf" srcId="{B337F4DB-F89D-4D96-85A2-E8A360099E5F}" destId="{F579B290-BCA1-4305-96A1-D7E20178296D}" srcOrd="5" destOrd="0" presId="urn:microsoft.com/office/officeart/2024/layout/BulletTimeline"/>
    <dgm:cxn modelId="{CA311B60-DBEE-4678-9CAF-B102BD1B7D96}" type="presParOf" srcId="{DF1824E9-3610-42BB-B0BE-461228C7AE20}" destId="{928B9C29-9EF2-4D79-84B0-7F9762FDA750}" srcOrd="3" destOrd="0" presId="urn:microsoft.com/office/officeart/2024/layout/BulletTimeline"/>
    <dgm:cxn modelId="{3190E1FE-1F07-4783-A495-BB2C6C56DE58}" type="presParOf" srcId="{DF1824E9-3610-42BB-B0BE-461228C7AE20}" destId="{6A7CAAAE-3BA3-4913-979F-0F77D1E7E29B}" srcOrd="4" destOrd="0" presId="urn:microsoft.com/office/officeart/2024/layout/BulletTimeline"/>
    <dgm:cxn modelId="{6B2B7161-EAE3-4E52-9901-C63776E438AF}" type="presParOf" srcId="{6A7CAAAE-3BA3-4913-979F-0F77D1E7E29B}" destId="{9F16DE35-A3B0-434A-9D67-F2552B78AADD}" srcOrd="0" destOrd="0" presId="urn:microsoft.com/office/officeart/2024/layout/BulletTimeline"/>
    <dgm:cxn modelId="{C7139147-0CF9-402B-AC1E-9552F1F81128}" type="presParOf" srcId="{9F16DE35-A3B0-434A-9D67-F2552B78AADD}" destId="{2D23B2C3-5700-47F9-A2C1-5AA522072337}" srcOrd="0" destOrd="0" presId="urn:microsoft.com/office/officeart/2024/layout/BulletTimeline"/>
    <dgm:cxn modelId="{4C93A5F0-549D-4580-81A2-1144DF50BAF0}" type="presParOf" srcId="{9F16DE35-A3B0-434A-9D67-F2552B78AADD}" destId="{DFF4D3E7-EA33-40B3-B463-2EA0E3D17EEE}" srcOrd="1" destOrd="0" presId="urn:microsoft.com/office/officeart/2024/layout/BulletTimeline"/>
    <dgm:cxn modelId="{7A212A94-9D12-41D7-957C-3F0FED34D973}" type="presParOf" srcId="{6A7CAAAE-3BA3-4913-979F-0F77D1E7E29B}" destId="{9628FE65-2A7C-47F1-AA31-9EDE10F0F322}" srcOrd="1" destOrd="0" presId="urn:microsoft.com/office/officeart/2024/layout/BulletTimeline"/>
    <dgm:cxn modelId="{EB183039-EE00-42F6-97EF-E49F1E729A86}" type="presParOf" srcId="{6A7CAAAE-3BA3-4913-979F-0F77D1E7E29B}" destId="{01B78C00-EC64-4580-B336-0B54F5D143B1}" srcOrd="2" destOrd="0" presId="urn:microsoft.com/office/officeart/2024/layout/BulletTimeline"/>
    <dgm:cxn modelId="{07081500-4D84-4980-B1BD-DF340D2AF617}" type="presParOf" srcId="{6A7CAAAE-3BA3-4913-979F-0F77D1E7E29B}" destId="{3435EE8B-F0D5-4CF0-B1C6-420B99BBA6C2}" srcOrd="3" destOrd="0" presId="urn:microsoft.com/office/officeart/2024/layout/BulletTimeline"/>
    <dgm:cxn modelId="{943CC9BC-2404-4C41-95B1-D3A33947BE4E}" type="presParOf" srcId="{6A7CAAAE-3BA3-4913-979F-0F77D1E7E29B}" destId="{7D0BD0FB-41ED-4F77-A400-5B20F9643473}" srcOrd="4" destOrd="0" presId="urn:microsoft.com/office/officeart/2024/layout/BulletTimeline"/>
    <dgm:cxn modelId="{2D10AAD5-A571-4AA9-B10F-9C62DEE5E549}" type="presParOf" srcId="{7D0BD0FB-41ED-4F77-A400-5B20F9643473}" destId="{9BABC9C2-3793-4E83-8F7E-21BB5B2765A0}" srcOrd="0" destOrd="0" presId="urn:microsoft.com/office/officeart/2024/layout/BulletTimeline"/>
    <dgm:cxn modelId="{A32CF48C-7EF0-4465-A43E-D30327292285}" type="presParOf" srcId="{6A7CAAAE-3BA3-4913-979F-0F77D1E7E29B}" destId="{039B7613-09DD-4504-8A13-7EB9CDE81871}" srcOrd="5" destOrd="0" presId="urn:microsoft.com/office/officeart/2024/layout/BulletTimeline"/>
    <dgm:cxn modelId="{D97CE28F-2FAE-46F8-A974-50499F15FB84}" type="presParOf" srcId="{DF1824E9-3610-42BB-B0BE-461228C7AE20}" destId="{47A993BB-7F73-4378-81C2-BAD101563444}" srcOrd="5" destOrd="0" presId="urn:microsoft.com/office/officeart/2024/layout/BulletTimeline"/>
    <dgm:cxn modelId="{39FC0069-9132-4A1D-ADBE-B68929FF7EFD}" type="presParOf" srcId="{DF1824E9-3610-42BB-B0BE-461228C7AE20}" destId="{5493DEF6-36DA-4839-B135-0D5C07B72DBE}" srcOrd="6" destOrd="0" presId="urn:microsoft.com/office/officeart/2024/layout/BulletTimeline"/>
    <dgm:cxn modelId="{4E585013-0B5D-4578-A04D-B8819BE94677}" type="presParOf" srcId="{5493DEF6-36DA-4839-B135-0D5C07B72DBE}" destId="{37202159-1885-40E8-86A8-161A91C8D08C}" srcOrd="0" destOrd="0" presId="urn:microsoft.com/office/officeart/2024/layout/BulletTimeline"/>
    <dgm:cxn modelId="{957786A3-9375-4B8B-A1ED-6E493F4DFE5C}" type="presParOf" srcId="{37202159-1885-40E8-86A8-161A91C8D08C}" destId="{AAC85CEB-076B-4626-84E5-ACDF80B16F28}" srcOrd="0" destOrd="0" presId="urn:microsoft.com/office/officeart/2024/layout/BulletTimeline"/>
    <dgm:cxn modelId="{2B91FAD7-11E2-4EB5-AA6D-276DE1A65215}" type="presParOf" srcId="{37202159-1885-40E8-86A8-161A91C8D08C}" destId="{8555632C-93C9-4931-84A1-D1D4424881B6}" srcOrd="1" destOrd="0" presId="urn:microsoft.com/office/officeart/2024/layout/BulletTimeline"/>
    <dgm:cxn modelId="{D31D3BD1-1300-408C-A844-6835E4866AC5}" type="presParOf" srcId="{5493DEF6-36DA-4839-B135-0D5C07B72DBE}" destId="{2B25094E-8357-45BA-B3FE-6824CB7E057A}" srcOrd="1" destOrd="0" presId="urn:microsoft.com/office/officeart/2024/layout/BulletTimeline"/>
    <dgm:cxn modelId="{C407BA59-D2D8-45EE-9806-CD61C11EEFD5}" type="presParOf" srcId="{5493DEF6-36DA-4839-B135-0D5C07B72DBE}" destId="{489DD447-AC3E-4047-B917-C92E67CC6CBC}" srcOrd="2" destOrd="0" presId="urn:microsoft.com/office/officeart/2024/layout/BulletTimeline"/>
    <dgm:cxn modelId="{5FE4A021-03C0-4278-B3F8-9C8C2FD99424}" type="presParOf" srcId="{5493DEF6-36DA-4839-B135-0D5C07B72DBE}" destId="{C158B7EF-63BB-4139-BE27-4C457B1C13BD}" srcOrd="3" destOrd="0" presId="urn:microsoft.com/office/officeart/2024/layout/BulletTimeline"/>
    <dgm:cxn modelId="{8791CEE3-1E49-42E3-A64E-B9152D827B3A}" type="presParOf" srcId="{5493DEF6-36DA-4839-B135-0D5C07B72DBE}" destId="{8D9ED394-AF9F-4468-A174-0ABAAD1FDCFD}" srcOrd="4" destOrd="0" presId="urn:microsoft.com/office/officeart/2024/layout/BulletTimeline"/>
    <dgm:cxn modelId="{0FE5A551-919B-4DCC-A889-5615381AF692}" type="presParOf" srcId="{8D9ED394-AF9F-4468-A174-0ABAAD1FDCFD}" destId="{C90D9823-DE12-44FE-87CB-DAEEB8B88592}" srcOrd="0" destOrd="0" presId="urn:microsoft.com/office/officeart/2024/layout/BulletTimeline"/>
    <dgm:cxn modelId="{D222D822-AC07-4C11-B3D6-0DF96E994E45}" type="presParOf" srcId="{5493DEF6-36DA-4839-B135-0D5C07B72DBE}" destId="{AAC9E280-3273-4430-8B92-5839C0B08697}" srcOrd="5" destOrd="0" presId="urn:microsoft.com/office/officeart/2024/layout/BulletTimeline"/>
    <dgm:cxn modelId="{77E8F362-5A20-4E2F-A98B-B79DD477741F}" type="presParOf" srcId="{DF1824E9-3610-42BB-B0BE-461228C7AE20}" destId="{3458977F-2ED9-4546-9274-696D3EB28C9E}" srcOrd="7" destOrd="0" presId="urn:microsoft.com/office/officeart/2024/layout/BulletTimeline"/>
    <dgm:cxn modelId="{723EA366-79D7-4CC9-8060-655BC1A1C6E1}" type="presParOf" srcId="{DF1824E9-3610-42BB-B0BE-461228C7AE20}" destId="{7FEB939A-A012-43C3-BDA1-9C11B9A704B1}" srcOrd="8" destOrd="0" presId="urn:microsoft.com/office/officeart/2024/layout/BulletTimeline"/>
    <dgm:cxn modelId="{5C4A2CA2-8CD4-46AA-B582-6B59FEEE714A}" type="presParOf" srcId="{7FEB939A-A012-43C3-BDA1-9C11B9A704B1}" destId="{CA6F3DE5-38B4-4F6C-8D3B-D9225F700D58}" srcOrd="0" destOrd="0" presId="urn:microsoft.com/office/officeart/2024/layout/BulletTimeline"/>
    <dgm:cxn modelId="{88207C5B-6F5E-4F0F-B640-8A0BCBFBC3C6}" type="presParOf" srcId="{CA6F3DE5-38B4-4F6C-8D3B-D9225F700D58}" destId="{832CD65D-7D60-4E3A-8BF2-9F8F1FC8F1E2}" srcOrd="0" destOrd="0" presId="urn:microsoft.com/office/officeart/2024/layout/BulletTimeline"/>
    <dgm:cxn modelId="{14619E13-6FE4-485E-BC0C-99C169ABC467}" type="presParOf" srcId="{CA6F3DE5-38B4-4F6C-8D3B-D9225F700D58}" destId="{1490B15C-D31E-4717-881F-6FD116B450DD}" srcOrd="1" destOrd="0" presId="urn:microsoft.com/office/officeart/2024/layout/BulletTimeline"/>
    <dgm:cxn modelId="{CC355C52-F798-42F0-8F92-BC4A3EB21CB9}" type="presParOf" srcId="{7FEB939A-A012-43C3-BDA1-9C11B9A704B1}" destId="{04314D7E-ECD0-4673-8000-E9440A960DE0}" srcOrd="1" destOrd="0" presId="urn:microsoft.com/office/officeart/2024/layout/BulletTimeline"/>
    <dgm:cxn modelId="{53FC5573-7BBC-4C59-9792-FB1B11D832D1}" type="presParOf" srcId="{7FEB939A-A012-43C3-BDA1-9C11B9A704B1}" destId="{94AFF1FC-19E1-45E0-9E82-60EF1E52B68C}" srcOrd="2" destOrd="0" presId="urn:microsoft.com/office/officeart/2024/layout/BulletTimeline"/>
    <dgm:cxn modelId="{F1D24612-14DE-4837-B937-93904C1AD387}" type="presParOf" srcId="{7FEB939A-A012-43C3-BDA1-9C11B9A704B1}" destId="{19C23473-39AE-420A-93F7-3DBB6C84A007}" srcOrd="3" destOrd="0" presId="urn:microsoft.com/office/officeart/2024/layout/BulletTimeline"/>
    <dgm:cxn modelId="{1895F9CE-B02E-4DCD-9272-4FDEFBFEA2D0}" type="presParOf" srcId="{7FEB939A-A012-43C3-BDA1-9C11B9A704B1}" destId="{A3F233FF-96F7-4AD3-8756-061083B9918B}" srcOrd="4" destOrd="0" presId="urn:microsoft.com/office/officeart/2024/layout/BulletTimeline"/>
    <dgm:cxn modelId="{1E1A2019-C056-43B7-A59C-BA06CCF58576}" type="presParOf" srcId="{A3F233FF-96F7-4AD3-8756-061083B9918B}" destId="{9745DB0B-E78D-421C-B378-9B51895E012E}" srcOrd="0" destOrd="0" presId="urn:microsoft.com/office/officeart/2024/layout/BulletTimeline"/>
    <dgm:cxn modelId="{7909BA8E-A063-4087-B48E-9851F77CDB1D}" type="presParOf" srcId="{7FEB939A-A012-43C3-BDA1-9C11B9A704B1}" destId="{4C8BDA3E-FD34-4AE8-A400-7F94666F8E24}" srcOrd="5" destOrd="0" presId="urn:microsoft.com/office/officeart/2024/layout/BulletTimeline"/>
    <dgm:cxn modelId="{BFA41BB7-B7DA-4C3B-BF9E-4A0442EE33BE}" type="presParOf" srcId="{DF1824E9-3610-42BB-B0BE-461228C7AE20}" destId="{AB7049A2-2F57-4DFC-A576-19EB58782869}" srcOrd="9" destOrd="0" presId="urn:microsoft.com/office/officeart/2024/layout/BulletTimeline"/>
    <dgm:cxn modelId="{D0E66ADE-8F46-4115-AEDF-A4CA5693CF96}" type="presParOf" srcId="{DF1824E9-3610-42BB-B0BE-461228C7AE20}" destId="{BD1CA332-5159-4E44-B3D2-EDC6ADAB2B92}" srcOrd="10" destOrd="0" presId="urn:microsoft.com/office/officeart/2024/layout/BulletTimeline"/>
    <dgm:cxn modelId="{413F3746-6158-408B-AD08-3F52BBB4515C}" type="presParOf" srcId="{BD1CA332-5159-4E44-B3D2-EDC6ADAB2B92}" destId="{91A3893D-0512-43F7-BB73-D43DDEB65F61}" srcOrd="0" destOrd="0" presId="urn:microsoft.com/office/officeart/2024/layout/BulletTimeline"/>
    <dgm:cxn modelId="{F1D81500-052C-46D1-A48B-9030AE4F7D58}" type="presParOf" srcId="{91A3893D-0512-43F7-BB73-D43DDEB65F61}" destId="{269A7124-5C6D-4E0F-8123-63AD5A3FDA6A}" srcOrd="0" destOrd="0" presId="urn:microsoft.com/office/officeart/2024/layout/BulletTimeline"/>
    <dgm:cxn modelId="{749D5235-9F05-4CF5-B54F-D398C3F23C56}" type="presParOf" srcId="{91A3893D-0512-43F7-BB73-D43DDEB65F61}" destId="{5CE4051C-44FA-48A0-93D1-1F267AC3A385}" srcOrd="1" destOrd="0" presId="urn:microsoft.com/office/officeart/2024/layout/BulletTimeline"/>
    <dgm:cxn modelId="{32E5D11A-1BAE-4468-A2ED-7D0C07EA00AB}" type="presParOf" srcId="{BD1CA332-5159-4E44-B3D2-EDC6ADAB2B92}" destId="{CC9BE61E-D6B1-42B7-8651-7A5D8AF7A24F}" srcOrd="1" destOrd="0" presId="urn:microsoft.com/office/officeart/2024/layout/BulletTimeline"/>
    <dgm:cxn modelId="{594D9525-268F-415E-A8C2-F209D56CD746}" type="presParOf" srcId="{BD1CA332-5159-4E44-B3D2-EDC6ADAB2B92}" destId="{834B5FAF-76F7-46D0-BF12-AE8AA4F3D0F2}" srcOrd="2" destOrd="0" presId="urn:microsoft.com/office/officeart/2024/layout/BulletTimeline"/>
    <dgm:cxn modelId="{11A47F25-FB14-47A0-A6B5-12BB92A0F8FC}" type="presParOf" srcId="{BD1CA332-5159-4E44-B3D2-EDC6ADAB2B92}" destId="{1B92CAE3-FEB4-4C57-A822-ECA200E665C9}" srcOrd="3" destOrd="0" presId="urn:microsoft.com/office/officeart/2024/layout/BulletTimeline"/>
    <dgm:cxn modelId="{5C27B9FD-C5B4-4ABB-B219-CEED1DC0CD2E}" type="presParOf" srcId="{BD1CA332-5159-4E44-B3D2-EDC6ADAB2B92}" destId="{84794920-9577-4FEC-9870-DAAB95B9D465}" srcOrd="4" destOrd="0" presId="urn:microsoft.com/office/officeart/2024/layout/BulletTimeline"/>
    <dgm:cxn modelId="{F4962809-1635-4C12-8F68-6C75E72C4E15}" type="presParOf" srcId="{84794920-9577-4FEC-9870-DAAB95B9D465}" destId="{207397CD-0E0C-4652-8168-DC51DBAAC64E}" srcOrd="0" destOrd="0" presId="urn:microsoft.com/office/officeart/2024/layout/BulletTimeline"/>
    <dgm:cxn modelId="{92B2D528-0A4C-46E6-9533-1D2813F07376}" type="presParOf" srcId="{BD1CA332-5159-4E44-B3D2-EDC6ADAB2B92}" destId="{9658ECD5-0D16-4532-859C-8D17BC71D8B3}" srcOrd="5" destOrd="0" presId="urn:microsoft.com/office/officeart/2024/layout/BulletTimeline"/>
    <dgm:cxn modelId="{2F3B8D35-020D-49B3-859E-3794E81F8B3A}" type="presParOf" srcId="{DF1824E9-3610-42BB-B0BE-461228C7AE20}" destId="{CB546183-F372-44D7-A3E1-10F7E7F4B4D9}" srcOrd="11" destOrd="0" presId="urn:microsoft.com/office/officeart/2024/layout/BulletTimeline"/>
    <dgm:cxn modelId="{7DE87589-69AB-45A9-A7F4-5DFA4B07A128}" type="presParOf" srcId="{DF1824E9-3610-42BB-B0BE-461228C7AE20}" destId="{8A32DD34-16F6-4117-B27D-B9672D3BDA84}" srcOrd="12" destOrd="0" presId="urn:microsoft.com/office/officeart/2024/layout/BulletTimeline"/>
    <dgm:cxn modelId="{1E95A7C5-3923-4686-908E-C3755A5CA568}" type="presParOf" srcId="{8A32DD34-16F6-4117-B27D-B9672D3BDA84}" destId="{09D97DE9-A69D-443E-8FEE-436CCCA95BC5}" srcOrd="0" destOrd="0" presId="urn:microsoft.com/office/officeart/2024/layout/BulletTimeline"/>
    <dgm:cxn modelId="{09379C77-3E4A-4B36-9D6C-BFFDE29CAEA6}" type="presParOf" srcId="{09D97DE9-A69D-443E-8FEE-436CCCA95BC5}" destId="{BFD35E81-7670-4FBF-9735-ED417FF2615F}" srcOrd="0" destOrd="0" presId="urn:microsoft.com/office/officeart/2024/layout/BulletTimeline"/>
    <dgm:cxn modelId="{E27D0DF8-C5F3-4B9E-8304-D46C99671A9F}" type="presParOf" srcId="{09D97DE9-A69D-443E-8FEE-436CCCA95BC5}" destId="{A021A569-4208-4F85-B649-42E21EE6B267}" srcOrd="1" destOrd="0" presId="urn:microsoft.com/office/officeart/2024/layout/BulletTimeline"/>
    <dgm:cxn modelId="{E4DFF0E4-4283-4FD4-BC2F-D003ADBD531B}" type="presParOf" srcId="{8A32DD34-16F6-4117-B27D-B9672D3BDA84}" destId="{9861EA35-13D6-47A0-BB18-6F13CDE9EAE7}" srcOrd="1" destOrd="0" presId="urn:microsoft.com/office/officeart/2024/layout/BulletTimeline"/>
    <dgm:cxn modelId="{439CA707-0E06-40A3-B542-017BE53C952C}" type="presParOf" srcId="{8A32DD34-16F6-4117-B27D-B9672D3BDA84}" destId="{9B996CFB-ECBE-4FD6-AC96-F939F974047A}" srcOrd="2" destOrd="0" presId="urn:microsoft.com/office/officeart/2024/layout/BulletTimeline"/>
    <dgm:cxn modelId="{E828CB2B-5CB5-471B-A7A8-2E0329A084D5}" type="presParOf" srcId="{8A32DD34-16F6-4117-B27D-B9672D3BDA84}" destId="{A333FEBE-9E6B-4849-AE24-07CF07E9C49C}" srcOrd="3" destOrd="0" presId="urn:microsoft.com/office/officeart/2024/layout/BulletTimeline"/>
    <dgm:cxn modelId="{038F9291-9D11-45F1-B610-0362EADD57AA}" type="presParOf" srcId="{8A32DD34-16F6-4117-B27D-B9672D3BDA84}" destId="{A04C6CAD-3A3A-41BD-8985-A79D53CA7874}" srcOrd="4" destOrd="0" presId="urn:microsoft.com/office/officeart/2024/layout/BulletTimeline"/>
    <dgm:cxn modelId="{6F8A1714-57DC-42DE-A632-92D3BED136CD}" type="presParOf" srcId="{A04C6CAD-3A3A-41BD-8985-A79D53CA7874}" destId="{90422324-B603-4718-8B91-1FBD35C31F2C}" srcOrd="0" destOrd="0" presId="urn:microsoft.com/office/officeart/2024/layout/BulletTimeline"/>
    <dgm:cxn modelId="{84FC47DB-FF56-4949-9EB7-0E7152AFF9B6}" type="presParOf" srcId="{8A32DD34-16F6-4117-B27D-B9672D3BDA84}" destId="{C6A9A5E9-81DB-43BF-B82B-023C77C42FCB}" srcOrd="5" destOrd="0" presId="urn:microsoft.com/office/officeart/2024/layout/BulletTimeline"/>
    <dgm:cxn modelId="{BC5395A4-B4B8-4D77-9C9B-54A61C35185C}" type="presParOf" srcId="{DF1824E9-3610-42BB-B0BE-461228C7AE20}" destId="{4547EB44-4319-4B1F-9E8C-2183AF926A7E}" srcOrd="13" destOrd="0" presId="urn:microsoft.com/office/officeart/2024/layout/BulletTimeline"/>
    <dgm:cxn modelId="{C1B73288-AA29-48DE-91C0-F8B681B142E6}" type="presParOf" srcId="{DF1824E9-3610-42BB-B0BE-461228C7AE20}" destId="{1619FA6A-3660-40AF-9534-00F6DBA9186D}" srcOrd="14" destOrd="0" presId="urn:microsoft.com/office/officeart/2024/layout/BulletTimeline"/>
    <dgm:cxn modelId="{A69A0E82-4F3E-4CA1-8F4D-31BFC595D65F}" type="presParOf" srcId="{1619FA6A-3660-40AF-9534-00F6DBA9186D}" destId="{0355144F-33FC-4D27-A3CD-ECE025FE7C3C}" srcOrd="0" destOrd="0" presId="urn:microsoft.com/office/officeart/2024/layout/BulletTimeline"/>
    <dgm:cxn modelId="{5EC52033-551C-45DE-8DAB-59359B01D60D}" type="presParOf" srcId="{0355144F-33FC-4D27-A3CD-ECE025FE7C3C}" destId="{5AE83BFA-BB07-4DBE-B510-8775B99F5A50}" srcOrd="0" destOrd="0" presId="urn:microsoft.com/office/officeart/2024/layout/BulletTimeline"/>
    <dgm:cxn modelId="{D38A1780-0BC0-40E4-8524-047D3D962FF8}" type="presParOf" srcId="{0355144F-33FC-4D27-A3CD-ECE025FE7C3C}" destId="{2D092036-6E1F-43A7-BA76-FBCB24A4E316}" srcOrd="1" destOrd="0" presId="urn:microsoft.com/office/officeart/2024/layout/BulletTimeline"/>
    <dgm:cxn modelId="{F83A7EE6-FCFB-48CD-A15B-5946A76107ED}" type="presParOf" srcId="{1619FA6A-3660-40AF-9534-00F6DBA9186D}" destId="{84B71A20-57B1-464E-B85A-AAD1B59482B7}" srcOrd="1" destOrd="0" presId="urn:microsoft.com/office/officeart/2024/layout/BulletTimeline"/>
    <dgm:cxn modelId="{DCCB3272-3F44-467E-80E7-37FAF2B1A603}" type="presParOf" srcId="{1619FA6A-3660-40AF-9534-00F6DBA9186D}" destId="{5A71305C-C2EB-450A-8249-2969AAFD390A}" srcOrd="2" destOrd="0" presId="urn:microsoft.com/office/officeart/2024/layout/BulletTimeline"/>
    <dgm:cxn modelId="{EA77FB9D-0877-40AA-9BA0-7068E6B86A36}" type="presParOf" srcId="{1619FA6A-3660-40AF-9534-00F6DBA9186D}" destId="{B6CBBD66-2375-4A42-9275-9EEC307C4225}" srcOrd="3" destOrd="0" presId="urn:microsoft.com/office/officeart/2024/layout/BulletTimeline"/>
    <dgm:cxn modelId="{1241D8BD-1512-42DA-9938-3A58F7015A7A}" type="presParOf" srcId="{1619FA6A-3660-40AF-9534-00F6DBA9186D}" destId="{594091FA-8B90-4A52-AAF8-1D44FE956633}" srcOrd="4" destOrd="0" presId="urn:microsoft.com/office/officeart/2024/layout/BulletTimeline"/>
    <dgm:cxn modelId="{518C427B-055E-45CF-AFBD-530BC16A029F}" type="presParOf" srcId="{594091FA-8B90-4A52-AAF8-1D44FE956633}" destId="{A27F9B9F-4DD4-4E1B-B91A-3BAAC55AA4DC}" srcOrd="0" destOrd="0" presId="urn:microsoft.com/office/officeart/2024/layout/BulletTimeline"/>
    <dgm:cxn modelId="{1BFE86E1-C34C-4FF9-8DBE-8285DFFC58EA}" type="presParOf" srcId="{1619FA6A-3660-40AF-9534-00F6DBA9186D}" destId="{D5815B05-6611-490B-9B8B-BE2116F71AD6}" srcOrd="5" destOrd="0" presId="urn:microsoft.com/office/officeart/2024/layout/BulletTimeline"/>
    <dgm:cxn modelId="{4D4888CB-87C1-4B36-9DDE-2BBA26106A42}" type="presParOf" srcId="{DF1824E9-3610-42BB-B0BE-461228C7AE20}" destId="{AF81A099-0585-4BA1-A032-D6E341B0FE92}" srcOrd="15" destOrd="0" presId="urn:microsoft.com/office/officeart/2024/layout/BulletTimeline"/>
    <dgm:cxn modelId="{7776A771-A3E7-402B-A76E-E2A902579AEC}" type="presParOf" srcId="{DF1824E9-3610-42BB-B0BE-461228C7AE20}" destId="{76F0028C-FDD9-462A-9273-7DEAE1033FFD}" srcOrd="16" destOrd="0" presId="urn:microsoft.com/office/officeart/2024/layout/BulletTimeline"/>
    <dgm:cxn modelId="{E2548240-D96B-4D02-B6EC-A80711843467}" type="presParOf" srcId="{76F0028C-FDD9-462A-9273-7DEAE1033FFD}" destId="{4AF9DDFE-E5B8-4FC5-8B5D-66DEE1A96FBB}" srcOrd="0" destOrd="0" presId="urn:microsoft.com/office/officeart/2024/layout/BulletTimeline"/>
    <dgm:cxn modelId="{DA411913-0922-4F6B-A2CB-98D1B2038516}" type="presParOf" srcId="{4AF9DDFE-E5B8-4FC5-8B5D-66DEE1A96FBB}" destId="{AC3C7E80-8BBB-463C-A130-D1135D401BD6}" srcOrd="0" destOrd="0" presId="urn:microsoft.com/office/officeart/2024/layout/BulletTimeline"/>
    <dgm:cxn modelId="{906B746D-CE52-46AF-BBB3-C25B77994BB3}" type="presParOf" srcId="{4AF9DDFE-E5B8-4FC5-8B5D-66DEE1A96FBB}" destId="{D7FD908F-DC9E-403F-BAD8-C1B19E9C4781}" srcOrd="1" destOrd="0" presId="urn:microsoft.com/office/officeart/2024/layout/BulletTimeline"/>
    <dgm:cxn modelId="{51031853-C311-4F90-AA6B-4ED45335387D}" type="presParOf" srcId="{76F0028C-FDD9-462A-9273-7DEAE1033FFD}" destId="{3ABC2C4C-1358-4CA6-9113-BCAAA1A7C9A6}" srcOrd="1" destOrd="0" presId="urn:microsoft.com/office/officeart/2024/layout/BulletTimeline"/>
    <dgm:cxn modelId="{21C08FC1-ADB0-4345-8C01-A8EE9D0DEDB8}" type="presParOf" srcId="{76F0028C-FDD9-462A-9273-7DEAE1033FFD}" destId="{6D088F84-E5BF-44E2-A058-0C141FD875E6}" srcOrd="2" destOrd="0" presId="urn:microsoft.com/office/officeart/2024/layout/BulletTimeline"/>
    <dgm:cxn modelId="{F38D769E-4F18-4253-A16B-7DD8FBFD343A}" type="presParOf" srcId="{76F0028C-FDD9-462A-9273-7DEAE1033FFD}" destId="{66359042-75E2-4883-A844-AEAC1A93662B}" srcOrd="3" destOrd="0" presId="urn:microsoft.com/office/officeart/2024/layout/BulletTimeline"/>
    <dgm:cxn modelId="{639E5CF5-C2FB-4193-9FE4-64F90AB577BF}" type="presParOf" srcId="{76F0028C-FDD9-462A-9273-7DEAE1033FFD}" destId="{0CDE1D60-DB12-485F-A24F-43A740F8E63B}" srcOrd="4" destOrd="0" presId="urn:microsoft.com/office/officeart/2024/layout/BulletTimeline"/>
    <dgm:cxn modelId="{0C51FD07-DB78-4921-8C7D-5B02DFFD64EA}" type="presParOf" srcId="{0CDE1D60-DB12-485F-A24F-43A740F8E63B}" destId="{6D871422-3A93-4F85-9A8D-A836D8BFFAA1}" srcOrd="0" destOrd="0" presId="urn:microsoft.com/office/officeart/2024/layout/BulletTimeline"/>
    <dgm:cxn modelId="{FC17CD0D-2624-4993-8820-C45066030E2F}" type="presParOf" srcId="{76F0028C-FDD9-462A-9273-7DEAE1033FFD}" destId="{01661CB9-FC85-4CAA-9729-083DEBEDE5FD}" srcOrd="5" destOrd="0" presId="urn:microsoft.com/office/officeart/2024/layout/Bullet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4328478-9606-40A0-A019-3E85348BBE15}">
      <dsp:nvSpPr>
        <dsp:cNvPr id="0" name=""/>
        <dsp:cNvSpPr/>
      </dsp:nvSpPr>
      <dsp:spPr>
        <a:xfrm>
          <a:off x="0" y="1703794"/>
          <a:ext cx="8418814" cy="34420"/>
        </a:xfrm>
        <a:prstGeom prst="rect">
          <a:avLst/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E1D547C-9F33-48DD-AA47-0C668AFF925E}">
      <dsp:nvSpPr>
        <dsp:cNvPr id="0" name=""/>
        <dsp:cNvSpPr/>
      </dsp:nvSpPr>
      <dsp:spPr>
        <a:xfrm>
          <a:off x="8246104" y="1583324"/>
          <a:ext cx="206520" cy="275360"/>
        </a:xfrm>
        <a:prstGeom prst="chevron">
          <a:avLst>
            <a:gd name="adj" fmla="val 75000"/>
          </a:avLst>
        </a:prstGeom>
        <a:gradFill rotWithShape="0">
          <a:gsLst>
            <a:gs pos="0">
              <a:schemeClr val="accent2">
                <a:tint val="76000"/>
              </a:schemeClr>
            </a:gs>
            <a:gs pos="100000">
              <a:schemeClr val="accent2">
                <a:tint val="76000"/>
              </a:schemeClr>
            </a:gs>
          </a:gsLst>
          <a:lin ang="0" scaled="0"/>
        </a:gra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85E4AF4-AEE0-4487-B03A-901CE4C8E445}">
      <dsp:nvSpPr>
        <dsp:cNvPr id="0" name=""/>
        <dsp:cNvSpPr/>
      </dsp:nvSpPr>
      <dsp:spPr>
        <a:xfrm>
          <a:off x="404979" y="784778"/>
          <a:ext cx="1286164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23th March 2026</a:t>
          </a:r>
        </a:p>
      </dsp:txBody>
      <dsp:txXfrm>
        <a:off x="404979" y="784778"/>
        <a:ext cx="1286164" cy="798546"/>
      </dsp:txXfrm>
    </dsp:sp>
    <dsp:sp modelId="{65C2B039-FC52-4525-8FA0-AF00D8F80A7B}">
      <dsp:nvSpPr>
        <dsp:cNvPr id="0" name=""/>
        <dsp:cNvSpPr/>
      </dsp:nvSpPr>
      <dsp:spPr>
        <a:xfrm>
          <a:off x="404979" y="371736"/>
          <a:ext cx="1286164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Proposal</a:t>
          </a:r>
        </a:p>
      </dsp:txBody>
      <dsp:txXfrm>
        <a:off x="404979" y="371736"/>
        <a:ext cx="1286164" cy="413041"/>
      </dsp:txXfrm>
    </dsp:sp>
    <dsp:sp modelId="{4DD86C6B-A77E-4FD7-B08B-015119D8015F}">
      <dsp:nvSpPr>
        <dsp:cNvPr id="0" name=""/>
        <dsp:cNvSpPr/>
      </dsp:nvSpPr>
      <dsp:spPr>
        <a:xfrm>
          <a:off x="190382" y="344200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072AB38-AFD1-4188-ABCB-B6F463D452ED}">
      <dsp:nvSpPr>
        <dsp:cNvPr id="0" name=""/>
        <dsp:cNvSpPr/>
      </dsp:nvSpPr>
      <dsp:spPr>
        <a:xfrm>
          <a:off x="1250035" y="2423174"/>
          <a:ext cx="1286164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30</a:t>
          </a:r>
          <a:r>
            <a:rPr lang="en-MY" sz="1400" kern="1200" baseline="30000" dirty="0">
              <a:latin typeface="Raleway" pitchFamily="2" charset="0"/>
            </a:rPr>
            <a:t>th</a:t>
          </a:r>
          <a:r>
            <a:rPr lang="en-MY" sz="1400" kern="1200" dirty="0">
              <a:latin typeface="Raleway" pitchFamily="2" charset="0"/>
            </a:rPr>
            <a:t> March 2026</a:t>
          </a:r>
        </a:p>
      </dsp:txBody>
      <dsp:txXfrm>
        <a:off x="1250035" y="2423174"/>
        <a:ext cx="1286164" cy="647097"/>
      </dsp:txXfrm>
    </dsp:sp>
    <dsp:sp modelId="{C15D05A6-BD62-4E62-A250-223971DBD63A}">
      <dsp:nvSpPr>
        <dsp:cNvPr id="0" name=""/>
        <dsp:cNvSpPr/>
      </dsp:nvSpPr>
      <dsp:spPr>
        <a:xfrm>
          <a:off x="1250035" y="1996365"/>
          <a:ext cx="1286164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Literature Review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1250035" y="1996365"/>
        <a:ext cx="1286164" cy="426809"/>
      </dsp:txXfrm>
    </dsp:sp>
    <dsp:sp modelId="{419FB993-7541-4A81-9B7A-69A5A60728CF}">
      <dsp:nvSpPr>
        <dsp:cNvPr id="0" name=""/>
        <dsp:cNvSpPr/>
      </dsp:nvSpPr>
      <dsp:spPr>
        <a:xfrm>
          <a:off x="1035438" y="1721004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CF17B52-6377-4BB6-96BE-07E068BC0857}">
      <dsp:nvSpPr>
        <dsp:cNvPr id="0" name=""/>
        <dsp:cNvSpPr/>
      </dsp:nvSpPr>
      <dsp:spPr>
        <a:xfrm>
          <a:off x="137364" y="1655363"/>
          <a:ext cx="131282" cy="13128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2C44CD-5D9E-4F80-A998-49AB89275558}">
      <dsp:nvSpPr>
        <dsp:cNvPr id="0" name=""/>
        <dsp:cNvSpPr/>
      </dsp:nvSpPr>
      <dsp:spPr>
        <a:xfrm>
          <a:off x="982420" y="1655363"/>
          <a:ext cx="131282" cy="131282"/>
        </a:xfrm>
        <a:prstGeom prst="ellipse">
          <a:avLst/>
        </a:prstGeom>
        <a:solidFill>
          <a:schemeClr val="accent2">
            <a:hueOff val="-1639311"/>
            <a:satOff val="-8333"/>
            <a:lumOff val="941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628FE65-2A7C-47F1-AA31-9EDE10F0F322}">
      <dsp:nvSpPr>
        <dsp:cNvPr id="0" name=""/>
        <dsp:cNvSpPr/>
      </dsp:nvSpPr>
      <dsp:spPr>
        <a:xfrm>
          <a:off x="2095091" y="784778"/>
          <a:ext cx="1286164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10</a:t>
          </a:r>
          <a:r>
            <a:rPr lang="en-MY" sz="1400" kern="1200" baseline="30000" dirty="0">
              <a:latin typeface="Raleway" pitchFamily="2" charset="0"/>
            </a:rPr>
            <a:t>th</a:t>
          </a:r>
          <a:r>
            <a:rPr lang="en-MY" sz="1400" kern="1200" dirty="0">
              <a:latin typeface="Raleway" pitchFamily="2" charset="0"/>
            </a:rPr>
            <a:t> April 2026</a:t>
          </a:r>
        </a:p>
      </dsp:txBody>
      <dsp:txXfrm>
        <a:off x="2095091" y="784778"/>
        <a:ext cx="1286164" cy="798546"/>
      </dsp:txXfrm>
    </dsp:sp>
    <dsp:sp modelId="{01B78C00-EC64-4580-B336-0B54F5D143B1}">
      <dsp:nvSpPr>
        <dsp:cNvPr id="0" name=""/>
        <dsp:cNvSpPr/>
      </dsp:nvSpPr>
      <dsp:spPr>
        <a:xfrm>
          <a:off x="2095091" y="371736"/>
          <a:ext cx="1286164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1</a:t>
          </a:r>
          <a:r>
            <a:rPr lang="en-MY" sz="1400" kern="1200" baseline="30000" dirty="0">
              <a:latin typeface="Raleway" pitchFamily="2" charset="0"/>
            </a:rPr>
            <a:t>st</a:t>
          </a:r>
          <a:r>
            <a:rPr lang="en-MY" sz="1400" kern="1200" dirty="0">
              <a:latin typeface="Raleway" pitchFamily="2" charset="0"/>
            </a:rPr>
            <a:t> Progress Meeting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2095091" y="371736"/>
        <a:ext cx="1286164" cy="413041"/>
      </dsp:txXfrm>
    </dsp:sp>
    <dsp:sp modelId="{3435EE8B-F0D5-4CF0-B1C6-420B99BBA6C2}">
      <dsp:nvSpPr>
        <dsp:cNvPr id="0" name=""/>
        <dsp:cNvSpPr/>
      </dsp:nvSpPr>
      <dsp:spPr>
        <a:xfrm>
          <a:off x="1880494" y="344200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25094E-8357-45BA-B3FE-6824CB7E057A}">
      <dsp:nvSpPr>
        <dsp:cNvPr id="0" name=""/>
        <dsp:cNvSpPr/>
      </dsp:nvSpPr>
      <dsp:spPr>
        <a:xfrm>
          <a:off x="2940147" y="2423174"/>
          <a:ext cx="1286164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1</a:t>
          </a:r>
          <a:r>
            <a:rPr lang="en-MY" sz="1400" kern="1200" baseline="30000" dirty="0">
              <a:latin typeface="Raleway" pitchFamily="2" charset="0"/>
            </a:rPr>
            <a:t>st</a:t>
          </a:r>
          <a:r>
            <a:rPr lang="en-MY" sz="1400" kern="1200" dirty="0">
              <a:latin typeface="Raleway" pitchFamily="2" charset="0"/>
            </a:rPr>
            <a:t> May 2026</a:t>
          </a:r>
        </a:p>
      </dsp:txBody>
      <dsp:txXfrm>
        <a:off x="2940147" y="2423174"/>
        <a:ext cx="1286164" cy="647097"/>
      </dsp:txXfrm>
    </dsp:sp>
    <dsp:sp modelId="{489DD447-AC3E-4047-B917-C92E67CC6CBC}">
      <dsp:nvSpPr>
        <dsp:cNvPr id="0" name=""/>
        <dsp:cNvSpPr/>
      </dsp:nvSpPr>
      <dsp:spPr>
        <a:xfrm>
          <a:off x="2940147" y="1996365"/>
          <a:ext cx="1286164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Methodology</a:t>
          </a:r>
        </a:p>
      </dsp:txBody>
      <dsp:txXfrm>
        <a:off x="2940147" y="1996365"/>
        <a:ext cx="1286164" cy="426809"/>
      </dsp:txXfrm>
    </dsp:sp>
    <dsp:sp modelId="{C158B7EF-63BB-4139-BE27-4C457B1C13BD}">
      <dsp:nvSpPr>
        <dsp:cNvPr id="0" name=""/>
        <dsp:cNvSpPr/>
      </dsp:nvSpPr>
      <dsp:spPr>
        <a:xfrm>
          <a:off x="2725550" y="1721004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BC9C2-3793-4E83-8F7E-21BB5B2765A0}">
      <dsp:nvSpPr>
        <dsp:cNvPr id="0" name=""/>
        <dsp:cNvSpPr/>
      </dsp:nvSpPr>
      <dsp:spPr>
        <a:xfrm>
          <a:off x="1827476" y="1655363"/>
          <a:ext cx="131282" cy="131282"/>
        </a:xfrm>
        <a:prstGeom prst="ellipse">
          <a:avLst/>
        </a:prstGeom>
        <a:solidFill>
          <a:schemeClr val="accent2">
            <a:hueOff val="-3278622"/>
            <a:satOff val="-16666"/>
            <a:lumOff val="1882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0D9823-DE12-44FE-87CB-DAEEB8B88592}">
      <dsp:nvSpPr>
        <dsp:cNvPr id="0" name=""/>
        <dsp:cNvSpPr/>
      </dsp:nvSpPr>
      <dsp:spPr>
        <a:xfrm>
          <a:off x="2672532" y="1655363"/>
          <a:ext cx="131282" cy="131282"/>
        </a:xfrm>
        <a:prstGeom prst="ellipse">
          <a:avLst/>
        </a:prstGeom>
        <a:solidFill>
          <a:schemeClr val="accent2">
            <a:hueOff val="-4917933"/>
            <a:satOff val="-24999"/>
            <a:lumOff val="2823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314D7E-ECD0-4673-8000-E9440A960DE0}">
      <dsp:nvSpPr>
        <dsp:cNvPr id="0" name=""/>
        <dsp:cNvSpPr/>
      </dsp:nvSpPr>
      <dsp:spPr>
        <a:xfrm>
          <a:off x="3785203" y="784778"/>
          <a:ext cx="1286164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8</a:t>
          </a:r>
          <a:r>
            <a:rPr lang="en-MY" sz="1400" kern="1200" baseline="30000" dirty="0">
              <a:latin typeface="Raleway" pitchFamily="2" charset="0"/>
            </a:rPr>
            <a:t>th</a:t>
          </a:r>
          <a:r>
            <a:rPr lang="en-MY" sz="1400" kern="1200" dirty="0">
              <a:latin typeface="Raleway" pitchFamily="2" charset="0"/>
            </a:rPr>
            <a:t> May 2026</a:t>
          </a:r>
        </a:p>
      </dsp:txBody>
      <dsp:txXfrm>
        <a:off x="3785203" y="784778"/>
        <a:ext cx="1286164" cy="798546"/>
      </dsp:txXfrm>
    </dsp:sp>
    <dsp:sp modelId="{94AFF1FC-19E1-45E0-9E82-60EF1E52B68C}">
      <dsp:nvSpPr>
        <dsp:cNvPr id="0" name=""/>
        <dsp:cNvSpPr/>
      </dsp:nvSpPr>
      <dsp:spPr>
        <a:xfrm>
          <a:off x="3785203" y="371736"/>
          <a:ext cx="1286164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1</a:t>
          </a:r>
          <a:r>
            <a:rPr lang="en-MY" sz="1400" kern="1200" baseline="30000" dirty="0">
              <a:latin typeface="Raleway" pitchFamily="2" charset="0"/>
            </a:rPr>
            <a:t>st</a:t>
          </a:r>
          <a:r>
            <a:rPr lang="en-MY" sz="1400" kern="1200" dirty="0">
              <a:latin typeface="Raleway" pitchFamily="2" charset="0"/>
            </a:rPr>
            <a:t> Proof of Concept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3785203" y="371736"/>
        <a:ext cx="1286164" cy="413041"/>
      </dsp:txXfrm>
    </dsp:sp>
    <dsp:sp modelId="{19C23473-39AE-420A-93F7-3DBB6C84A007}">
      <dsp:nvSpPr>
        <dsp:cNvPr id="0" name=""/>
        <dsp:cNvSpPr/>
      </dsp:nvSpPr>
      <dsp:spPr>
        <a:xfrm>
          <a:off x="3570606" y="344200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C9BE61E-D6B1-42B7-8651-7A5D8AF7A24F}">
      <dsp:nvSpPr>
        <dsp:cNvPr id="0" name=""/>
        <dsp:cNvSpPr/>
      </dsp:nvSpPr>
      <dsp:spPr>
        <a:xfrm>
          <a:off x="4630260" y="2423174"/>
          <a:ext cx="1286164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22th May 2026</a:t>
          </a:r>
        </a:p>
      </dsp:txBody>
      <dsp:txXfrm>
        <a:off x="4630260" y="2423174"/>
        <a:ext cx="1286164" cy="647097"/>
      </dsp:txXfrm>
    </dsp:sp>
    <dsp:sp modelId="{834B5FAF-76F7-46D0-BF12-AE8AA4F3D0F2}">
      <dsp:nvSpPr>
        <dsp:cNvPr id="0" name=""/>
        <dsp:cNvSpPr/>
      </dsp:nvSpPr>
      <dsp:spPr>
        <a:xfrm>
          <a:off x="4630260" y="1996365"/>
          <a:ext cx="1286164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Methodology Revision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4630260" y="1996365"/>
        <a:ext cx="1286164" cy="426809"/>
      </dsp:txXfrm>
    </dsp:sp>
    <dsp:sp modelId="{1B92CAE3-FEB4-4C57-A822-ECA200E665C9}">
      <dsp:nvSpPr>
        <dsp:cNvPr id="0" name=""/>
        <dsp:cNvSpPr/>
      </dsp:nvSpPr>
      <dsp:spPr>
        <a:xfrm>
          <a:off x="4415662" y="1721004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45DB0B-E78D-421C-B378-9B51895E012E}">
      <dsp:nvSpPr>
        <dsp:cNvPr id="0" name=""/>
        <dsp:cNvSpPr/>
      </dsp:nvSpPr>
      <dsp:spPr>
        <a:xfrm>
          <a:off x="3517588" y="1655363"/>
          <a:ext cx="131282" cy="131282"/>
        </a:xfrm>
        <a:prstGeom prst="ellipse">
          <a:avLst/>
        </a:prstGeom>
        <a:solidFill>
          <a:schemeClr val="accent2">
            <a:hueOff val="-6557243"/>
            <a:satOff val="-33332"/>
            <a:lumOff val="37647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07397CD-0E0C-4652-8168-DC51DBAAC64E}">
      <dsp:nvSpPr>
        <dsp:cNvPr id="0" name=""/>
        <dsp:cNvSpPr/>
      </dsp:nvSpPr>
      <dsp:spPr>
        <a:xfrm>
          <a:off x="4362644" y="1655363"/>
          <a:ext cx="131282" cy="131282"/>
        </a:xfrm>
        <a:prstGeom prst="ellipse">
          <a:avLst/>
        </a:prstGeom>
        <a:solidFill>
          <a:schemeClr val="accent2">
            <a:hueOff val="-8196554"/>
            <a:satOff val="-41665"/>
            <a:lumOff val="47059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861EA35-13D6-47A0-BB18-6F13CDE9EAE7}">
      <dsp:nvSpPr>
        <dsp:cNvPr id="0" name=""/>
        <dsp:cNvSpPr/>
      </dsp:nvSpPr>
      <dsp:spPr>
        <a:xfrm>
          <a:off x="5475316" y="784778"/>
          <a:ext cx="1286164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29</a:t>
          </a:r>
          <a:r>
            <a:rPr lang="en-MY" sz="1400" kern="1200" baseline="30000" dirty="0">
              <a:latin typeface="Raleway" pitchFamily="2" charset="0"/>
            </a:rPr>
            <a:t>th</a:t>
          </a:r>
          <a:r>
            <a:rPr lang="en-MY" sz="1400" kern="1200" dirty="0">
              <a:latin typeface="Raleway" pitchFamily="2" charset="0"/>
            </a:rPr>
            <a:t> May 2026</a:t>
          </a:r>
        </a:p>
      </dsp:txBody>
      <dsp:txXfrm>
        <a:off x="5475316" y="784778"/>
        <a:ext cx="1286164" cy="798546"/>
      </dsp:txXfrm>
    </dsp:sp>
    <dsp:sp modelId="{9B996CFB-ECBE-4FD6-AC96-F939F974047A}">
      <dsp:nvSpPr>
        <dsp:cNvPr id="0" name=""/>
        <dsp:cNvSpPr/>
      </dsp:nvSpPr>
      <dsp:spPr>
        <a:xfrm>
          <a:off x="5475316" y="371736"/>
          <a:ext cx="1286164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2</a:t>
          </a:r>
          <a:r>
            <a:rPr lang="en-MY" sz="1400" kern="1200" baseline="30000" dirty="0">
              <a:latin typeface="Raleway" pitchFamily="2" charset="0"/>
            </a:rPr>
            <a:t>nd</a:t>
          </a:r>
          <a:r>
            <a:rPr lang="en-MY" sz="1400" kern="1200" dirty="0">
              <a:latin typeface="Raleway" pitchFamily="2" charset="0"/>
            </a:rPr>
            <a:t> Proof of Concept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5475316" y="371736"/>
        <a:ext cx="1286164" cy="413041"/>
      </dsp:txXfrm>
    </dsp:sp>
    <dsp:sp modelId="{A333FEBE-9E6B-4849-AE24-07CF07E9C49C}">
      <dsp:nvSpPr>
        <dsp:cNvPr id="0" name=""/>
        <dsp:cNvSpPr/>
      </dsp:nvSpPr>
      <dsp:spPr>
        <a:xfrm>
          <a:off x="5260719" y="344200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B71A20-57B1-464E-B85A-AAD1B59482B7}">
      <dsp:nvSpPr>
        <dsp:cNvPr id="0" name=""/>
        <dsp:cNvSpPr/>
      </dsp:nvSpPr>
      <dsp:spPr>
        <a:xfrm>
          <a:off x="6320372" y="2423174"/>
          <a:ext cx="1286164" cy="64709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 dirty="0">
              <a:latin typeface="Raleway" pitchFamily="2" charset="0"/>
            </a:rPr>
            <a:t>4</a:t>
          </a:r>
          <a:r>
            <a:rPr lang="en-MY" sz="1400" kern="1200" baseline="30000" dirty="0">
              <a:latin typeface="Raleway" pitchFamily="2" charset="0"/>
            </a:rPr>
            <a:t>th</a:t>
          </a:r>
          <a:r>
            <a:rPr lang="en-MY" sz="1400" kern="1200" dirty="0">
              <a:latin typeface="Raleway" pitchFamily="2" charset="0"/>
            </a:rPr>
            <a:t> June 2026</a:t>
          </a:r>
        </a:p>
      </dsp:txBody>
      <dsp:txXfrm>
        <a:off x="6320372" y="2423174"/>
        <a:ext cx="1286164" cy="647097"/>
      </dsp:txXfrm>
    </dsp:sp>
    <dsp:sp modelId="{5A71305C-C2EB-450A-8249-2969AAFD390A}">
      <dsp:nvSpPr>
        <dsp:cNvPr id="0" name=""/>
        <dsp:cNvSpPr/>
      </dsp:nvSpPr>
      <dsp:spPr>
        <a:xfrm>
          <a:off x="6320372" y="1996365"/>
          <a:ext cx="1286164" cy="42680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2</a:t>
          </a:r>
          <a:r>
            <a:rPr lang="en-MY" sz="1400" kern="1200" baseline="30000" dirty="0">
              <a:latin typeface="Raleway" pitchFamily="2" charset="0"/>
            </a:rPr>
            <a:t>nd</a:t>
          </a:r>
          <a:r>
            <a:rPr lang="en-MY" sz="1400" kern="1200" dirty="0">
              <a:latin typeface="Raleway" pitchFamily="2" charset="0"/>
            </a:rPr>
            <a:t> Progress Meeting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6320372" y="1996365"/>
        <a:ext cx="1286164" cy="426809"/>
      </dsp:txXfrm>
    </dsp:sp>
    <dsp:sp modelId="{B6CBBD66-2375-4A42-9275-9EEC307C4225}">
      <dsp:nvSpPr>
        <dsp:cNvPr id="0" name=""/>
        <dsp:cNvSpPr/>
      </dsp:nvSpPr>
      <dsp:spPr>
        <a:xfrm>
          <a:off x="6105775" y="1721004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422324-B603-4718-8B91-1FBD35C31F2C}">
      <dsp:nvSpPr>
        <dsp:cNvPr id="0" name=""/>
        <dsp:cNvSpPr/>
      </dsp:nvSpPr>
      <dsp:spPr>
        <a:xfrm>
          <a:off x="5207700" y="1655363"/>
          <a:ext cx="131282" cy="131282"/>
        </a:xfrm>
        <a:prstGeom prst="ellipse">
          <a:avLst/>
        </a:prstGeom>
        <a:solidFill>
          <a:schemeClr val="accent2">
            <a:hueOff val="-9835865"/>
            <a:satOff val="-49998"/>
            <a:lumOff val="56471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7F9B9F-4DD4-4E1B-B91A-3BAAC55AA4DC}">
      <dsp:nvSpPr>
        <dsp:cNvPr id="0" name=""/>
        <dsp:cNvSpPr/>
      </dsp:nvSpPr>
      <dsp:spPr>
        <a:xfrm>
          <a:off x="6052757" y="1655363"/>
          <a:ext cx="131282" cy="131282"/>
        </a:xfrm>
        <a:prstGeom prst="ellipse">
          <a:avLst/>
        </a:prstGeom>
        <a:solidFill>
          <a:schemeClr val="accent2">
            <a:hueOff val="-11475176"/>
            <a:satOff val="-58331"/>
            <a:lumOff val="65882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BC2C4C-1358-4CA6-9113-BCAAA1A7C9A6}">
      <dsp:nvSpPr>
        <dsp:cNvPr id="0" name=""/>
        <dsp:cNvSpPr/>
      </dsp:nvSpPr>
      <dsp:spPr>
        <a:xfrm>
          <a:off x="7165428" y="784778"/>
          <a:ext cx="1286164" cy="79854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MY" sz="1400" kern="1200">
              <a:latin typeface="Raleway" pitchFamily="2" charset="0"/>
            </a:rPr>
            <a:t>10</a:t>
          </a:r>
          <a:r>
            <a:rPr lang="en-MY" sz="1400" kern="1200" baseline="30000">
              <a:latin typeface="Raleway" pitchFamily="2" charset="0"/>
            </a:rPr>
            <a:t>th</a:t>
          </a:r>
          <a:r>
            <a:rPr lang="en-MY" sz="1400" kern="1200">
              <a:latin typeface="Raleway" pitchFamily="2" charset="0"/>
            </a:rPr>
            <a:t> July 2026</a:t>
          </a:r>
          <a:endParaRPr lang="en-MY" sz="1400" kern="1200" dirty="0">
            <a:latin typeface="Raleway" pitchFamily="2" charset="0"/>
          </a:endParaRPr>
        </a:p>
      </dsp:txBody>
      <dsp:txXfrm>
        <a:off x="7165428" y="784778"/>
        <a:ext cx="1286164" cy="798546"/>
      </dsp:txXfrm>
    </dsp:sp>
    <dsp:sp modelId="{6D088F84-E5BF-44E2-A058-0C141FD875E6}">
      <dsp:nvSpPr>
        <dsp:cNvPr id="0" name=""/>
        <dsp:cNvSpPr/>
      </dsp:nvSpPr>
      <dsp:spPr>
        <a:xfrm>
          <a:off x="7165428" y="371736"/>
          <a:ext cx="1286164" cy="41304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MY" sz="1400" kern="1200" dirty="0">
              <a:latin typeface="Raleway" pitchFamily="2" charset="0"/>
            </a:rPr>
            <a:t>P1 Presentation</a:t>
          </a:r>
        </a:p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endParaRPr lang="en-MY" sz="1400" kern="1200" dirty="0">
            <a:latin typeface="Raleway" pitchFamily="2" charset="0"/>
          </a:endParaRPr>
        </a:p>
      </dsp:txBody>
      <dsp:txXfrm>
        <a:off x="7165428" y="371736"/>
        <a:ext cx="1286164" cy="413041"/>
      </dsp:txXfrm>
    </dsp:sp>
    <dsp:sp modelId="{66359042-75E2-4883-A844-AEAC1A93662B}">
      <dsp:nvSpPr>
        <dsp:cNvPr id="0" name=""/>
        <dsp:cNvSpPr/>
      </dsp:nvSpPr>
      <dsp:spPr>
        <a:xfrm>
          <a:off x="6950831" y="344200"/>
          <a:ext cx="25246" cy="1376803"/>
        </a:xfrm>
        <a:prstGeom prst="rect">
          <a:avLst/>
        </a:prstGeom>
        <a:solidFill>
          <a:schemeClr val="accent2">
            <a:shade val="9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871422-3A93-4F85-9A8D-A836D8BFFAA1}">
      <dsp:nvSpPr>
        <dsp:cNvPr id="0" name=""/>
        <dsp:cNvSpPr/>
      </dsp:nvSpPr>
      <dsp:spPr>
        <a:xfrm>
          <a:off x="6897813" y="1655363"/>
          <a:ext cx="131282" cy="131282"/>
        </a:xfrm>
        <a:prstGeom prst="ellipse">
          <a:avLst/>
        </a:prstGeom>
        <a:solidFill>
          <a:schemeClr val="accent2">
            <a:hueOff val="-13114487"/>
            <a:satOff val="-66664"/>
            <a:lumOff val="7529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24/layout/BulletTimeline">
  <dgm:title val=""/>
  <dgm:desc val=""/>
  <dgm:catLst>
    <dgm:cat type="process" pri="7450"/>
    <dgm:cat type="timeline" pri="100"/>
  </dgm:catLst>
  <dgm:sampData>
    <dgm:dataModel>
      <dgm:ptLst>
        <dgm:pt modelId="0" type="doc"/>
        <dgm:pt modelId="10">
          <dgm:prSet phldrT="Add an event" phldr="1"/>
        </dgm:pt>
        <dgm:pt modelId="11">
          <dgm:prSet phldrT="Write a description of the significance of this event" phldr="1"/>
        </dgm:pt>
        <dgm:pt modelId="20">
          <dgm:prSet phldrT="Add an event" phldr="1"/>
        </dgm:pt>
        <dgm:pt modelId="21">
          <dgm:prSet phldrT="Write a description of the significance of this event" phldr="1"/>
        </dgm:pt>
        <dgm:pt modelId="30">
          <dgm:prSet phldrT="Add an event" phldr="1"/>
        </dgm:pt>
        <dgm:pt modelId="31">
          <dgm:prSet phldrT="Write a description of the significance of this event" phldr="1"/>
        </dgm:pt>
        <dgm:pt modelId="40">
          <dgm:prSet phldrT="Add an event" phldr="1"/>
        </dgm:pt>
        <dgm:pt modelId="41">
          <dgm:prSet phldrT="Write a description of the significance of this event" phldr="1"/>
        </dgm:pt>
        <dgm:pt modelId="50">
          <dgm:prSet phldrT="Add an event" phldr="1"/>
        </dgm:pt>
        <dgm:pt modelId="51">
          <dgm:prSet phldrT="Write a description of the significance of this event" phldr="1"/>
        </dgm:pt>
      </dgm:ptLst>
      <dgm:cxnLst>
        <dgm:cxn modelId="100" srcId="0" destId="10" srcOrd="0" destOrd="0"/>
        <dgm:cxn modelId="12" srcId="10" destId="11" srcOrd="0" destOrd="0"/>
        <dgm:cxn modelId="101" srcId="0" destId="20" srcOrd="1" destOrd="0"/>
        <dgm:cxn modelId="22" srcId="20" destId="21" srcOrd="0" destOrd="0"/>
        <dgm:cxn modelId="102" srcId="0" destId="30" srcOrd="2" destOrd="0"/>
        <dgm:cxn modelId="32" srcId="30" destId="31" srcOrd="0" destOrd="0"/>
        <dgm:cxn modelId="103" srcId="0" destId="40" srcOrd="3" destOrd="0"/>
        <dgm:cxn modelId="42" srcId="40" destId="41" srcOrd="0" destOrd="0"/>
        <dgm:cxn modelId="104" srcId="0" destId="50" srcOrd="4" destOrd="0"/>
        <dgm:cxn modelId="52" srcId="50" destId="5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dir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 refType="h" fact="0.1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>
      <dgm:alg type="composite"/>
      <dgm:shape xmlns:r="http://schemas.openxmlformats.org/officeDocument/2006/relationships" r:blip="">
        <dgm:adjLst/>
      </dgm:shape>
      <dgm:presOf/>
      <dgm:choose name="DividerDirection">
        <dgm:if name="DividerLTR" func="var" arg="dir" op="equ" val="norm">
          <dgm:constrLst>
            <dgm:constr type="w" for="ch" forName="rectBar" refType="w" fact="0.996"/>
            <dgm:constr type="h" for="ch" forName="rectBar" refType="h" fact="0.1"/>
            <dgm:constr type="l" for="ch" forName="rectBar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r" for="ch" forName="chevronArrow" refType="w"/>
            <dgm:constr type="ctrY" for="ch" forName="chevronArrow" refType="h" fact="0.5"/>
          </dgm:constrLst>
        </dgm:if>
        <dgm:else name="DividerRTL">
          <dgm:constrLst>
            <dgm:constr type="w" for="ch" forName="rectBar" refType="w" fact="0.996"/>
            <dgm:constr type="h" for="ch" forName="rectBar" refType="h" fact="0.1"/>
            <dgm:constr type="r" for="ch" forName="rectBar" refType="w"/>
            <dgm:constr type="ctrY" for="ch" forName="rectBar" refType="h" fact="0.5"/>
            <dgm:constr type="w" for="ch" forName="chevronArrow" refType="h" fact="0.6"/>
            <dgm:constr type="h" for="ch" forName="chevronArrow" refType="h" fact="0.8"/>
            <dgm:constr type="l" for="ch" forName="chevronArrow"/>
            <dgm:constr type="ctrY" for="ch" forName="chevronArrow" refType="h" fact="0.5"/>
          </dgm:constrLst>
        </dgm:else>
      </dgm:choose>
      <dgm:ruleLst/>
      <dgm:layoutNode name="rectBar" styleLbl="dkBgShp">
        <dgm:alg type="sp"/>
        <dgm:shape xmlns:r="http://schemas.openxmlformats.org/officeDocument/2006/relationships" type="rect" r:blip="" zOrderOff="-1">
          <dgm:adjLst/>
          <dgm:extLst>
            <a:ext uri="{B698B0E9-8C71-41B9-8309-B3DCBF30829C}">
              <dgm1612:spPr xmlns:dgm1612="http://schemas.microsoft.com/office/drawing/2016/12/diagram">
                <a:gradFill rotWithShape="0">
                  <a:gsLst>
                    <a:gs pos="0">
                      <a:schemeClr val="accent1">
                        <a:tint val="76000"/>
                      </a:schemeClr>
                    </a:gs>
                    <a:gs pos="100000">
                      <a:schemeClr val="accent1">
                        <a:tint val="76000"/>
                      </a:schemeClr>
                    </a:gs>
                  </a:gsLst>
                  <a:lin ang="0" scaled="0"/>
                </a:gradFill>
              </dgm1612:spPr>
            </a:ext>
          </dgm:extLst>
        </dgm:shape>
        <dgm:presOf/>
        <dgm:constrLst/>
        <dgm:ruleLst/>
      </dgm:layoutNode>
      <dgm:layoutNode name="chevronArrow" styleLbl="dkBgShp">
        <dgm:alg type="sp"/>
        <dgm:choose name="ChevronDir">
          <dgm:if name="ChevronLTR" func="var" arg="dir" op="equ" val="norm">
            <dgm:shape xmlns:r="http://schemas.openxmlformats.org/officeDocument/2006/relationships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if>
          <dgm:else name="ChevronRTL">
            <dgm:shape xmlns:r="http://schemas.openxmlformats.org/officeDocument/2006/relationships" rot="180" type="chevron" r:blip="" zOrderOff="-1">
              <dgm:adjLst>
                <dgm:adj idx="1" val="0.75"/>
              </dgm:adjLst>
              <dgm:extLst>
                <a:ext uri="{B698B0E9-8C71-41B9-8309-B3DCBF30829C}">
                  <dgm1612:spPr xmlns:dgm1612="http://schemas.microsoft.com/office/drawing/2016/12/diagram">
                    <a:gradFill rotWithShape="0">
                      <a:gsLst>
                        <a:gs pos="0">
                          <a:schemeClr val="accent1">
                            <a:tint val="76000"/>
                          </a:schemeClr>
                        </a:gs>
                        <a:gs pos="100000">
                          <a:schemeClr val="accent1">
                            <a:tint val="76000"/>
                          </a:schemeClr>
                        </a:gs>
                      </a:gsLst>
                      <a:lin ang="0" scaled="0"/>
                    </a:gradFill>
                  </dgm1612:spPr>
                </a:ext>
              </dgm:extLst>
            </dgm:shape>
          </dgm:else>
        </dgm:choose>
        <dgm:presOf/>
        <dgm:constrLst/>
        <dgm:ruleLst/>
      </dgm:layoutNode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>
            <dgm:param type="fallback" val="1D"/>
          </dgm:alg>
        </dgm:if>
        <dgm:else name="Name3">
          <dgm:alg type="lin">
            <dgm:param type="linDir" val="fromR"/>
            <dgm:param type="fallback" val="1D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l" for="ch" forName="DropPinPlaceHolder1" refType="w" fact="0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t" for="ch" forName="L1TextContainer1" refType="h" fact="0.01"/>
                        <dgm:constr type="b" for="ch" forName="L1TextContainer1" refType="h" fact="0.16"/>
                        <dgm:constr type="w" for="ch" forName="L2TextContainer1" refType="w" fact="0.83"/>
                        <dgm:constr type="l" for="ch" forName="L2TextContainer1" refType="w" fact="0"/>
                        <dgm:constr type="t" for="ch" forName="L2TextContainer1" refType="h" fact="0.16"/>
                        <dgm:constr type="b" for="ch" forName="L2TextContainer1" refType="h" fact="0.45"/>
                        <dgm:constr type="w" for="ch" forName="DropPinPlaceHolder1" refType="h" fact="0.16"/>
                        <dgm:constr type="h" for="ch" forName="DropPinPlaceHolder1" refType="h" fact="0.16"/>
                        <dgm:constr type="t" for="ch" forName="DropPinPlaceHolder1" refType="h" fact="0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 fact="0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L1TextContainer1" refType="w" fact="0.83"/>
                        <dgm:constr type="l" for="ch" forName="L1TextContainer1" refType="w" fact="0"/>
                        <dgm:constr type="b" for="ch" forName="L1TextContainer1" refType="h" fact="0.755"/>
                        <dgm:constr type="t" for="ch" forName="L1TextContainer1" refType="h" fact="0.6"/>
                        <dgm:constr type="w" for="ch" forName="L2TextContainer1" refType="w" fact="0.83"/>
                        <dgm:constr type="l" for="ch" forName="L2TextContainer1" refType="w" fact="0"/>
                        <dgm:constr type="b" for="ch" forName="L2TextContainer1" refType="h" fact="0.99"/>
                        <dgm:constr type="t" for="ch" forName="L2TextContainer1" refType="h" fact="0.755"/>
                        <dgm:constr type="w" for="ch" forName="DropPinPlaceHolder1" refType="h" fact="0.16"/>
                        <dgm:constr type="h" for="ch" forName="DropPinPlaceHolder1" refType="h" fact="0.16"/>
                        <dgm:constr type="b" for="ch" forName="DropPinPlaceHolder1" refType="h"/>
                        <dgm:constr type="r" for="ch" forName="DropPinPlaceHolder1" refType="w"/>
                        <dgm:constr type="w" for="ch" forName="ConnectLine1" refType="h" fact="0.0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b" refFor="ch" refForName="DropPinPlaceHolder1"/>
                        <dgm:constr type="w" for="ch" forName="ConnectorPoint1" refType="h" refFor="ch" refForName="DropPinPlaceHolder1" fact="0.325"/>
                        <dgm:constr type="h" for="ch" forName="ConnectorPoint1" refType="h" refFor="ch" refForName="DropPinPlaceHolder1" fact="0.325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 fact="0"/>
                  <dgm:constr type="h" for="ch" forName="DropPin1" refType="h" fact="0"/>
                  <dgm:constr type="ctrX" for="ch" forName="DropPin1" refType="w" fact="0"/>
                  <dgm:constr type="ctrY" for="ch" forName="DropPin1" refType="h" fact="0"/>
                  <dgm:constr type="w" for="ch" forName="Ellipse1" refType="w" refFor="ch" refForName="DropPin1" fact="0"/>
                  <dgm:constr type="h" for="ch" forName="Ellipse1" refType="w" refFor="ch" refForName="DropPin1" fact="0"/>
                  <dgm:constr type="ctrX" for="ch" forName="Ellipse1" refType="ctrX" refFor="ch" refForName="DropPin1" fact="0"/>
                  <dgm:constr type="ctrY" for="ch" forName="Ellipse1" refType="ctrY" refFor="ch" refForName="DropPin1" fact="0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1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1" moveWith="ConnectLine1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1" refType="w"/>
                  <dgm:constr type="h" for="ch" forName="Bullet1" refType="w"/>
                  <dgm:constr type="ctrX" for="ch" forName="Bullet1" refType="w" fact="0.5"/>
                  <dgm:constr type="ctrY" for="ch" forName="Bullet1" refType="h" fact="0.5"/>
                </dgm:constrLst>
                <dgm:layoutNode name="Bullet1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h" fact="0.16"/>
                        <dgm:constr type="b" for="ch" forName="L2TextContainer" refType="h" fact="0.4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t" for="ch" forName="L1TextContainer" refType="h" fact="0.01"/>
                        <dgm:constr type="b" for="ch" forName="L1TextContainer" refType="h" fact="0.16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l" for="ch" forName="DropPinPlaceHolder" refType="w" fact="0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t" for="ch" forName="L1TextContainer" refType="h" fact="0.01"/>
                        <dgm:constr type="b" for="ch" forName="L1TextContainer" refType="h" fact="0.16"/>
                        <dgm:constr type="w" for="ch" forName="L2TextContainer" refType="w" fact="0.83"/>
                        <dgm:constr type="l" for="ch" forName="L2TextContainer" refType="w" fact="0"/>
                        <dgm:constr type="t" for="ch" forName="L2TextContainer" refType="h" fact="0.16"/>
                        <dgm:constr type="b" for="ch" forName="L2TextContainer" refType="h" fact="0.45"/>
                        <dgm:constr type="w" for="ch" forName="DropPinPlaceHolder" refType="h" fact="0.16"/>
                        <dgm:constr type="h" for="ch" forName="DropPinPlaceHolder" refType="h" fact="0.16"/>
                        <dgm:constr type="t" for="ch" forName="DropPinPlaceHolder" refType="h" fact="0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 fact="0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L1TextContainer" refType="w" fact="0.83"/>
                        <dgm:constr type="l" for="ch" forName="L1TextContainer" refType="w" fact="0"/>
                        <dgm:constr type="b" for="ch" forName="L1TextContainer" refType="h" fact="0.755"/>
                        <dgm:constr type="t" for="ch" forName="L1TextContainer" refType="h" fact="0.6"/>
                        <dgm:constr type="w" for="ch" forName="L2TextContainer" refType="w" fact="0.83"/>
                        <dgm:constr type="l" for="ch" forName="L2TextContainer" refType="w" fact="0"/>
                        <dgm:constr type="b" for="ch" forName="L2TextContainer" refType="h" fact="0.99"/>
                        <dgm:constr type="t" for="ch" forName="L2TextContainer" refType="h" fact="0.755"/>
                        <dgm:constr type="w" for="ch" forName="DropPinPlaceHolder" refType="h" fact="0.16"/>
                        <dgm:constr type="h" for="ch" forName="DropPinPlaceHolder" refType="h" fact="0.16"/>
                        <dgm:constr type="b" for="ch" forName="DropPinPlaceHolder" refType="h"/>
                        <dgm:constr type="r" for="ch" forName="DropPinPlaceHolder" refType="w"/>
                        <dgm:constr type="w" for="ch" forName="ConnectLine" refType="h" fact="0.01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b" refFor="ch" refForName="DropPinPlaceHolder"/>
                        <dgm:constr type="w" for="ch" forName="ConnectorPoint" refType="h" refFor="ch" refForName="DropPinPlaceHolder" fact="0.325"/>
                        <dgm:constr type="h" for="ch" forName="ConnectorPoint" refType="h" refFor="ch" refForName="DropPinPlaceHolder" fact="0.325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 fact="0"/>
                  <dgm:constr type="h" for="ch" forName="DropPin" refType="h" fact="0"/>
                  <dgm:constr type="ctrX" for="ch" forName="DropPin" refType="w" fact="0"/>
                  <dgm:constr type="ctrY" for="ch" forName="DropPin" refType="h" fact="0"/>
                  <dgm:constr type="w" for="ch" forName="Ellipse" refType="w" refFor="ch" refForName="DropPin" fact="0"/>
                  <dgm:constr type="h" for="ch" forName="Ellipse" refType="w" refFor="ch" refForName="DropPin" fact="0"/>
                  <dgm:constr type="ctrX" for="ch" forName="Ellipse" refType="ctrX" refFor="ch" refForName="DropPin" fact="0"/>
                  <dgm:constr type="ctrY" for="ch" forName="Ellipse" refType="ctrY" refFor="ch" refForName="DropPin" fact="0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if>
                  <dgm:else name="Name88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/>
                      <dgm:constr type="bMarg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5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  <dgm:layoutNode name="ConnectLine" styleLbl="dkBgShp">
                <dgm:alg type="sp"/>
                <dgm:shape xmlns:r="http://schemas.openxmlformats.org/officeDocument/2006/relationships" type="rect" r:blip="">
                  <dgm:adjLst/>
                </dgm:shape>
                <dgm:presOf/>
                <dgm:constrLst/>
              </dgm:layoutNode>
              <dgm:layoutNode name="ConnectorPoint" moveWith="ConnectLine">
                <dgm:alg type="composite"/>
                <dgm:shape xmlns:r="http://schemas.openxmlformats.org/officeDocument/2006/relationships" r:blip="">
                  <dgm:adjLst/>
                </dgm:shape>
                <dgm:presOf/>
                <dgm:constrLst>
                  <dgm:constr type="w" for="ch" forName="Bullet" refType="w"/>
                  <dgm:constr type="h" for="ch" forName="Bullet" refType="w"/>
                  <dgm:constr type="ctrX" for="ch" forName="Bullet" refType="w" fact="0.5"/>
                  <dgm:constr type="ctrY" for="ch" forName="Bullet" refType="h" fact="0.5"/>
                </dgm:constrLst>
                <dgm:layoutNode name="Bullet" styleLbl="lnNode1">
                  <dgm:alg type="sp"/>
                  <dgm:shape xmlns:r="http://schemas.openxmlformats.org/officeDocument/2006/relationships" type="ellipse" r:blip="" zOrderOff="10">
                    <dgm:adjLst/>
                  </dgm:shape>
                  <dgm:presOf/>
                  <dgm:constrLst/>
                </dgm:layoutNode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0f8b4c1d0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0f8b4c1d0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54dda1946d_6_3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54dda1946d_6_3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d431007ba2_0_2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d431007ba2_0_2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i="1">
              <a:solidFill>
                <a:srgbClr val="595959"/>
              </a:solidFill>
              <a:latin typeface="Anaheim"/>
              <a:ea typeface="Anaheim"/>
              <a:cs typeface="Anaheim"/>
              <a:sym typeface="Anaheim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3BC48AEB-4772-6CAF-F2AB-16B954C2E7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8A5D5659-9218-180D-739C-ACB007F4817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7F6E20D8-4607-CC42-494B-91FF0EB077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036772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54dda1946d_4_27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54dda1946d_4_27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Google Shape;405;g54dda1946d_4_27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6" name="Google Shape;406;g54dda1946d_4_27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4C8DE92F-5D8F-A696-769D-D67829D5A4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3E7EB009-FEAF-6CAA-396C-9C5D52C607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E6FF78B4-62A3-6607-2AF9-9B85C812A1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052981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82143630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6D2F2C33-3EBA-31F1-C7AB-C9DA33D2F4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CD4C0A2F-D854-8E7C-F70B-278314D5A4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5A4836E2-6CE8-B603-5400-C9A075DD858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3617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184d99d1a72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184d99d1a72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D9771C7B-8940-58B6-7C4E-D0486E105D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B0C194EF-0882-23BC-DCF5-D726BE03ED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2A5E6C68-97BB-360F-30AE-7B869B5FA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3326203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8F07093E-0090-F8EE-18FD-37EE62AE10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E302AA8C-DB9C-B630-7546-C6207E4796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B48C1166-FBBF-AF8C-032F-1945D2FB9B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1753442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E8F27147-C2C9-5C1B-A4A4-F75F3EF8E5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1640DA96-714D-ECF5-9A4C-7D69692BAD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AAE5F498-251F-B52E-B0EA-A344814A5F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5790269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FB754867-1E3B-99C1-4A3C-27424526F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061EC19B-6AAB-F641-2156-5722156CAB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07A0D695-8376-4701-FDE9-2E2EA1DE0C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240417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3B0E4A0A-8661-7335-353C-737A6F9F07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DBECD360-12B9-7C67-A725-F4DB7A69BBE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86A12A9A-CB71-31BB-CFF8-D28CF314AE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8797900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D1662B5F-C01B-08D6-2A41-A93676E5F6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F8D98537-99C5-C9C3-FD45-365A0A1D32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736625E7-77C9-8E45-BF66-73F716C2D9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528359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>
          <a:extLst>
            <a:ext uri="{FF2B5EF4-FFF2-40B4-BE49-F238E27FC236}">
              <a16:creationId xmlns:a16="http://schemas.microsoft.com/office/drawing/2014/main" id="{4569CB64-68EC-5A10-A0C9-BED2A4AEBF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84d99d1a72_0_242:notes">
            <a:extLst>
              <a:ext uri="{FF2B5EF4-FFF2-40B4-BE49-F238E27FC236}">
                <a16:creationId xmlns:a16="http://schemas.microsoft.com/office/drawing/2014/main" id="{E0264E4A-95E4-3992-4E98-D5936838B0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84d99d1a72_0_242:notes">
            <a:extLst>
              <a:ext uri="{FF2B5EF4-FFF2-40B4-BE49-F238E27FC236}">
                <a16:creationId xmlns:a16="http://schemas.microsoft.com/office/drawing/2014/main" id="{115292E3-FECF-5B3F-9393-6061FAE033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3033051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184d99d1a72_0_2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184d99d1a72_0_2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292B1F-D9A9-CA9A-01A1-01130ADD05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2AB066-EF3D-E5BF-E22B-5BB2167AC72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047A21A-C68F-E053-650E-886B9806B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Y" dirty="0"/>
          </a:p>
        </p:txBody>
      </p:sp>
    </p:spTree>
    <p:extLst>
      <p:ext uri="{BB962C8B-B14F-4D97-AF65-F5344CB8AC3E}">
        <p14:creationId xmlns:p14="http://schemas.microsoft.com/office/powerpoint/2010/main" val="212853842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58699494-A352-BCBC-6EF5-1C08817DC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23DA8322-FADA-52E5-556F-0252E6760CD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1B1756F8-3AEE-5BE2-F9CF-C9D9A97294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66407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11B921A0-7C06-A93C-8D15-28FAD534CC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DE1A1A8D-D83A-4D8B-9F55-FA324A8A93E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B767AE09-445B-12BA-B589-7F357931B2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2422011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598A54C8-62C1-EF6B-3A01-3AEC382008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5CBE11DF-CCB9-6C68-B301-B98B59A34A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02A18DBE-CFB9-CE9C-8729-D4AB0E4DDD0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1046738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5">
          <a:extLst>
            <a:ext uri="{FF2B5EF4-FFF2-40B4-BE49-F238E27FC236}">
              <a16:creationId xmlns:a16="http://schemas.microsoft.com/office/drawing/2014/main" id="{4765161D-043F-7004-C835-21420B89B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184d99d1a72_0_2:notes">
            <a:extLst>
              <a:ext uri="{FF2B5EF4-FFF2-40B4-BE49-F238E27FC236}">
                <a16:creationId xmlns:a16="http://schemas.microsoft.com/office/drawing/2014/main" id="{1D2BDC30-4EE6-F75D-E517-DD127F72C1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184d99d1a72_0_2:notes">
            <a:extLst>
              <a:ext uri="{FF2B5EF4-FFF2-40B4-BE49-F238E27FC236}">
                <a16:creationId xmlns:a16="http://schemas.microsoft.com/office/drawing/2014/main" id="{DBC4886B-8F3F-5967-E401-84832DFC3B1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7373702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54dda1946d_4_27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46" name="Google Shape;446;g54dda1946d_4_27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6">
          <a:extLst>
            <a:ext uri="{FF2B5EF4-FFF2-40B4-BE49-F238E27FC236}">
              <a16:creationId xmlns:a16="http://schemas.microsoft.com/office/drawing/2014/main" id="{18E2E1E1-96B5-D3DC-EA4D-60E3436BE6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54dda1946d_6_308:notes">
            <a:extLst>
              <a:ext uri="{FF2B5EF4-FFF2-40B4-BE49-F238E27FC236}">
                <a16:creationId xmlns:a16="http://schemas.microsoft.com/office/drawing/2014/main" id="{741D6688-E3AA-26EF-9A5B-5F15E7F839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54dda1946d_6_308:notes">
            <a:extLst>
              <a:ext uri="{FF2B5EF4-FFF2-40B4-BE49-F238E27FC236}">
                <a16:creationId xmlns:a16="http://schemas.microsoft.com/office/drawing/2014/main" id="{D31FDCA7-A1A1-9FED-F61B-7C62AA0BEC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96341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54dda1946d_4_2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54dda1946d_4_2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6" name="Google Shape;656;g135e18421cc_13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7" name="Google Shape;657;g135e18421cc_13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>
            <a:spLocks noGrp="1"/>
          </p:cNvSpPr>
          <p:nvPr>
            <p:ph type="pic" idx="2"/>
          </p:nvPr>
        </p:nvSpPr>
        <p:spPr>
          <a:xfrm>
            <a:off x="4857900" y="0"/>
            <a:ext cx="4286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740300"/>
            <a:ext cx="4110900" cy="290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7200" b="0"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Font typeface="Montserrat ExtraBold"/>
              <a:buNone/>
              <a:defRPr sz="5200" b="0">
                <a:solidFill>
                  <a:srgbClr val="191919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4116625"/>
            <a:ext cx="4110900" cy="410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leway"/>
              <a:buNone/>
              <a:defRPr sz="16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aleway"/>
              <a:buNone/>
              <a:defRPr sz="1800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cxnSp>
        <p:nvCxnSpPr>
          <p:cNvPr id="12" name="Google Shape;12;p2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763025" y="2438650"/>
            <a:ext cx="4514400" cy="1023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title" idx="2" hasCustomPrompt="1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6" name="Google Shape;16;p3"/>
          <p:cNvSpPr>
            <a:spLocks noGrp="1"/>
          </p:cNvSpPr>
          <p:nvPr>
            <p:ph type="pic" idx="3"/>
          </p:nvPr>
        </p:nvSpPr>
        <p:spPr>
          <a:xfrm>
            <a:off x="0" y="0"/>
            <a:ext cx="30144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3763025" y="3461650"/>
            <a:ext cx="4514400" cy="49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8" name="Google Shape;18;p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32" name="Google Shape;32;p6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" name="Google Shape;33;p6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7"/>
          <p:cNvSpPr txBox="1">
            <a:spLocks noGrp="1"/>
          </p:cNvSpPr>
          <p:nvPr>
            <p:ph type="title"/>
          </p:nvPr>
        </p:nvSpPr>
        <p:spPr>
          <a:xfrm>
            <a:off x="713225" y="475200"/>
            <a:ext cx="4903800" cy="1060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ubTitle" idx="1"/>
          </p:nvPr>
        </p:nvSpPr>
        <p:spPr>
          <a:xfrm>
            <a:off x="713225" y="1878463"/>
            <a:ext cx="4903800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ExtraBold"/>
              <a:buAutoNum type="arabicPeriod"/>
              <a:defRPr sz="1400"/>
            </a:lvl1pPr>
            <a:lvl2pPr lvl="1" algn="ctr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rgbClr val="999999"/>
              </a:buClr>
              <a:buSzPts val="1400"/>
              <a:buFont typeface="Nunito Light"/>
              <a:buAutoNum type="romanLcPeriod"/>
              <a:defRPr/>
            </a:lvl9pPr>
          </a:lstStyle>
          <a:p>
            <a:endParaRPr/>
          </a:p>
        </p:txBody>
      </p:sp>
      <p:sp>
        <p:nvSpPr>
          <p:cNvPr id="37" name="Google Shape;37;p7"/>
          <p:cNvSpPr>
            <a:spLocks noGrp="1"/>
          </p:cNvSpPr>
          <p:nvPr>
            <p:ph type="pic" idx="2"/>
          </p:nvPr>
        </p:nvSpPr>
        <p:spPr>
          <a:xfrm>
            <a:off x="6036950" y="0"/>
            <a:ext cx="31071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cxnSp>
        <p:nvCxnSpPr>
          <p:cNvPr id="38" name="Google Shape;38;p7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9" name="Google Shape;39;p7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713225" y="1307100"/>
            <a:ext cx="6214200" cy="2529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cxnSp>
        <p:nvCxnSpPr>
          <p:cNvPr id="42" name="Google Shape;42;p8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3" name="Google Shape;43;p8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>
            <a:spLocks noGrp="1"/>
          </p:cNvSpPr>
          <p:nvPr>
            <p:ph type="title"/>
          </p:nvPr>
        </p:nvSpPr>
        <p:spPr>
          <a:xfrm>
            <a:off x="713225" y="1189100"/>
            <a:ext cx="6295200" cy="196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15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subTitle" idx="1"/>
          </p:nvPr>
        </p:nvSpPr>
        <p:spPr>
          <a:xfrm>
            <a:off x="713250" y="3442475"/>
            <a:ext cx="6295200" cy="67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48" name="Google Shape;48;p9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0"/>
          <p:cNvSpPr>
            <a:spLocks noGrp="1"/>
          </p:cNvSpPr>
          <p:nvPr>
            <p:ph type="pic" idx="2"/>
          </p:nvPr>
        </p:nvSpPr>
        <p:spPr>
          <a:xfrm>
            <a:off x="-7700" y="-11550"/>
            <a:ext cx="91572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1" name="Google Shape;51;p10"/>
          <p:cNvSpPr txBox="1">
            <a:spLocks noGrp="1"/>
          </p:cNvSpPr>
          <p:nvPr>
            <p:ph type="title"/>
          </p:nvPr>
        </p:nvSpPr>
        <p:spPr>
          <a:xfrm>
            <a:off x="720000" y="2743200"/>
            <a:ext cx="3885900" cy="1506600"/>
          </a:xfrm>
          <a:prstGeom prst="rect">
            <a:avLst/>
          </a:prstGeom>
          <a:solidFill>
            <a:schemeClr val="lt1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2" name="Google Shape;52;p10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3" name="Google Shape;53;p10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1"/>
          <p:cNvSpPr txBox="1">
            <a:spLocks noGrp="1"/>
          </p:cNvSpPr>
          <p:nvPr>
            <p:ph type="title" hasCustomPrompt="1"/>
          </p:nvPr>
        </p:nvSpPr>
        <p:spPr>
          <a:xfrm>
            <a:off x="3025075" y="1427875"/>
            <a:ext cx="5405700" cy="161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68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None/>
              <a:defRPr sz="9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6" name="Google Shape;56;p11"/>
          <p:cNvSpPr txBox="1">
            <a:spLocks noGrp="1"/>
          </p:cNvSpPr>
          <p:nvPr>
            <p:ph type="subTitle" idx="1"/>
          </p:nvPr>
        </p:nvSpPr>
        <p:spPr>
          <a:xfrm>
            <a:off x="3025075" y="3218500"/>
            <a:ext cx="5405700" cy="497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57" name="Google Shape;57;p11"/>
          <p:cNvSpPr>
            <a:spLocks noGrp="1"/>
          </p:cNvSpPr>
          <p:nvPr>
            <p:ph type="pic" idx="2"/>
          </p:nvPr>
        </p:nvSpPr>
        <p:spPr>
          <a:xfrm>
            <a:off x="1825" y="0"/>
            <a:ext cx="27279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cxnSp>
        <p:nvCxnSpPr>
          <p:cNvPr id="58" name="Google Shape;58;p11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5"/>
        </a:solidFill>
        <a:effectLst/>
      </p:bgPr>
    </p:bg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1_1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479163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3" name="Google Shape;63;p13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3340335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4" name="Google Shape;64;p13"/>
          <p:cNvSpPr txBox="1">
            <a:spLocks noGrp="1"/>
          </p:cNvSpPr>
          <p:nvPr>
            <p:ph type="title" idx="4" hasCustomPrompt="1"/>
          </p:nvPr>
        </p:nvSpPr>
        <p:spPr>
          <a:xfrm>
            <a:off x="713225" y="2099553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5" name="Google Shape;65;p13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3960726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6" name="Google Shape;66;p13"/>
          <p:cNvSpPr txBox="1">
            <a:spLocks noGrp="1"/>
          </p:cNvSpPr>
          <p:nvPr>
            <p:ph type="title" idx="6" hasCustomPrompt="1"/>
          </p:nvPr>
        </p:nvSpPr>
        <p:spPr>
          <a:xfrm>
            <a:off x="713225" y="2719944"/>
            <a:ext cx="846600" cy="4977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8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>
            <a:spLocks noGrp="1"/>
          </p:cNvSpPr>
          <p:nvPr>
            <p:ph type="subTitle" idx="1"/>
          </p:nvPr>
        </p:nvSpPr>
        <p:spPr>
          <a:xfrm>
            <a:off x="2031175" y="1504513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7"/>
          </p:nvPr>
        </p:nvSpPr>
        <p:spPr>
          <a:xfrm>
            <a:off x="2031175" y="2124901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69" name="Google Shape;69;p13"/>
          <p:cNvSpPr txBox="1">
            <a:spLocks noGrp="1"/>
          </p:cNvSpPr>
          <p:nvPr>
            <p:ph type="subTitle" idx="8"/>
          </p:nvPr>
        </p:nvSpPr>
        <p:spPr>
          <a:xfrm>
            <a:off x="2031175" y="2745289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0" name="Google Shape;70;p13"/>
          <p:cNvSpPr txBox="1">
            <a:spLocks noGrp="1"/>
          </p:cNvSpPr>
          <p:nvPr>
            <p:ph type="subTitle" idx="9"/>
          </p:nvPr>
        </p:nvSpPr>
        <p:spPr>
          <a:xfrm>
            <a:off x="2031175" y="3365677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1" name="Google Shape;71;p13"/>
          <p:cNvSpPr txBox="1">
            <a:spLocks noGrp="1"/>
          </p:cNvSpPr>
          <p:nvPr>
            <p:ph type="subTitle" idx="13"/>
          </p:nvPr>
        </p:nvSpPr>
        <p:spPr>
          <a:xfrm>
            <a:off x="2031175" y="3986065"/>
            <a:ext cx="19224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72" name="Google Shape;72;p13"/>
          <p:cNvSpPr txBox="1">
            <a:spLocks noGrp="1"/>
          </p:cNvSpPr>
          <p:nvPr>
            <p:ph type="subTitle" idx="14"/>
          </p:nvPr>
        </p:nvSpPr>
        <p:spPr>
          <a:xfrm>
            <a:off x="4317875" y="1508063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3" name="Google Shape;73;p13"/>
          <p:cNvSpPr txBox="1">
            <a:spLocks noGrp="1"/>
          </p:cNvSpPr>
          <p:nvPr>
            <p:ph type="subTitle" idx="15"/>
          </p:nvPr>
        </p:nvSpPr>
        <p:spPr>
          <a:xfrm>
            <a:off x="4317875" y="2128451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4" name="Google Shape;74;p13"/>
          <p:cNvSpPr txBox="1">
            <a:spLocks noGrp="1"/>
          </p:cNvSpPr>
          <p:nvPr>
            <p:ph type="subTitle" idx="16"/>
          </p:nvPr>
        </p:nvSpPr>
        <p:spPr>
          <a:xfrm>
            <a:off x="4317875" y="2748839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7"/>
          </p:nvPr>
        </p:nvSpPr>
        <p:spPr>
          <a:xfrm>
            <a:off x="4317875" y="3369227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18"/>
          </p:nvPr>
        </p:nvSpPr>
        <p:spPr>
          <a:xfrm>
            <a:off x="4317875" y="3989615"/>
            <a:ext cx="4060200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  <p:cxnSp>
        <p:nvCxnSpPr>
          <p:cNvPr id="77" name="Google Shape;77;p1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8" name="Google Shape;78;p13"/>
          <p:cNvCxnSpPr/>
          <p:nvPr/>
        </p:nvCxnSpPr>
        <p:spPr>
          <a:xfrm>
            <a:off x="1825" y="36766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4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5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412100" cy="10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5"/>
          <p:cNvSpPr txBox="1">
            <a:spLocks noGrp="1"/>
          </p:cNvSpPr>
          <p:nvPr>
            <p:ph type="subTitle" idx="1"/>
          </p:nvPr>
        </p:nvSpPr>
        <p:spPr>
          <a:xfrm>
            <a:off x="713225" y="1904250"/>
            <a:ext cx="4412100" cy="248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 ExtraBold"/>
              <a:buAutoNum type="arabicPeriod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AutoNum type="alphaLcPeriod"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romanLcPeriod"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rabicPeriod"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AutoNum type="alphaLcPeriod"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AutoNum type="romanLcPeriod"/>
              <a:defRPr/>
            </a:lvl9pPr>
          </a:lstStyle>
          <a:p>
            <a:endParaRPr/>
          </a:p>
        </p:txBody>
      </p:sp>
      <p:cxnSp>
        <p:nvCxnSpPr>
          <p:cNvPr id="86" name="Google Shape;86;p15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87" name="Google Shape;87;p15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5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20"/>
          <p:cNvSpPr txBox="1">
            <a:spLocks noGrp="1"/>
          </p:cNvSpPr>
          <p:nvPr>
            <p:ph type="subTitle" idx="1"/>
          </p:nvPr>
        </p:nvSpPr>
        <p:spPr>
          <a:xfrm>
            <a:off x="720000" y="14925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0"/>
          <p:cNvSpPr txBox="1">
            <a:spLocks noGrp="1"/>
          </p:cNvSpPr>
          <p:nvPr>
            <p:ph type="subTitle" idx="2"/>
          </p:nvPr>
        </p:nvSpPr>
        <p:spPr>
          <a:xfrm>
            <a:off x="4669100" y="14925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0"/>
          <p:cNvSpPr txBox="1">
            <a:spLocks noGrp="1"/>
          </p:cNvSpPr>
          <p:nvPr>
            <p:ph type="subTitle" idx="3"/>
          </p:nvPr>
        </p:nvSpPr>
        <p:spPr>
          <a:xfrm>
            <a:off x="720000" y="3217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20"/>
          <p:cNvSpPr txBox="1">
            <a:spLocks noGrp="1"/>
          </p:cNvSpPr>
          <p:nvPr>
            <p:ph type="subTitle" idx="4"/>
          </p:nvPr>
        </p:nvSpPr>
        <p:spPr>
          <a:xfrm>
            <a:off x="4676000" y="3217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20"/>
          <p:cNvSpPr txBox="1">
            <a:spLocks noGrp="1"/>
          </p:cNvSpPr>
          <p:nvPr>
            <p:ph type="subTitle" idx="5"/>
          </p:nvPr>
        </p:nvSpPr>
        <p:spPr>
          <a:xfrm>
            <a:off x="1108500" y="11214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1" name="Google Shape;121;p20"/>
          <p:cNvSpPr txBox="1">
            <a:spLocks noGrp="1"/>
          </p:cNvSpPr>
          <p:nvPr>
            <p:ph type="subTitle" idx="6"/>
          </p:nvPr>
        </p:nvSpPr>
        <p:spPr>
          <a:xfrm>
            <a:off x="1108500" y="2846175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2" name="Google Shape;122;p20"/>
          <p:cNvSpPr txBox="1">
            <a:spLocks noGrp="1"/>
          </p:cNvSpPr>
          <p:nvPr>
            <p:ph type="subTitle" idx="7"/>
          </p:nvPr>
        </p:nvSpPr>
        <p:spPr>
          <a:xfrm>
            <a:off x="5057550" y="11214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23" name="Google Shape;123;p20"/>
          <p:cNvSpPr txBox="1">
            <a:spLocks noGrp="1"/>
          </p:cNvSpPr>
          <p:nvPr>
            <p:ph type="subTitle" idx="8"/>
          </p:nvPr>
        </p:nvSpPr>
        <p:spPr>
          <a:xfrm>
            <a:off x="5057525" y="2846175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24" name="Google Shape;124;p20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25" name="Google Shape;125;p20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28" name="Google Shape;128;p21"/>
          <p:cNvSpPr txBox="1">
            <a:spLocks noGrp="1"/>
          </p:cNvSpPr>
          <p:nvPr>
            <p:ph type="subTitle" idx="1"/>
          </p:nvPr>
        </p:nvSpPr>
        <p:spPr>
          <a:xfrm>
            <a:off x="720000" y="1475475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21"/>
          <p:cNvSpPr txBox="1">
            <a:spLocks noGrp="1"/>
          </p:cNvSpPr>
          <p:nvPr>
            <p:ph type="subTitle" idx="2"/>
          </p:nvPr>
        </p:nvSpPr>
        <p:spPr>
          <a:xfrm>
            <a:off x="720000" y="26488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1"/>
          <p:cNvSpPr txBox="1">
            <a:spLocks noGrp="1"/>
          </p:cNvSpPr>
          <p:nvPr>
            <p:ph type="subTitle" idx="3"/>
          </p:nvPr>
        </p:nvSpPr>
        <p:spPr>
          <a:xfrm>
            <a:off x="4806475" y="1475475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1"/>
          <p:cNvSpPr txBox="1">
            <a:spLocks noGrp="1"/>
          </p:cNvSpPr>
          <p:nvPr>
            <p:ph type="subTitle" idx="4"/>
          </p:nvPr>
        </p:nvSpPr>
        <p:spPr>
          <a:xfrm>
            <a:off x="4806475" y="26488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2" name="Google Shape;132;p21"/>
          <p:cNvSpPr txBox="1">
            <a:spLocks noGrp="1"/>
          </p:cNvSpPr>
          <p:nvPr>
            <p:ph type="subTitle" idx="5"/>
          </p:nvPr>
        </p:nvSpPr>
        <p:spPr>
          <a:xfrm>
            <a:off x="720000" y="38383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21"/>
          <p:cNvSpPr txBox="1">
            <a:spLocks noGrp="1"/>
          </p:cNvSpPr>
          <p:nvPr>
            <p:ph type="subTitle" idx="6"/>
          </p:nvPr>
        </p:nvSpPr>
        <p:spPr>
          <a:xfrm>
            <a:off x="4806475" y="3838300"/>
            <a:ext cx="3612900" cy="765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subTitle" idx="7"/>
          </p:nvPr>
        </p:nvSpPr>
        <p:spPr>
          <a:xfrm>
            <a:off x="1163600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subTitle" idx="8"/>
          </p:nvPr>
        </p:nvSpPr>
        <p:spPr>
          <a:xfrm>
            <a:off x="1167725" y="24044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subTitle" idx="9"/>
          </p:nvPr>
        </p:nvSpPr>
        <p:spPr>
          <a:xfrm>
            <a:off x="1169450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ubTitle" idx="13"/>
          </p:nvPr>
        </p:nvSpPr>
        <p:spPr>
          <a:xfrm>
            <a:off x="5251975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8" name="Google Shape;138;p21"/>
          <p:cNvSpPr txBox="1">
            <a:spLocks noGrp="1"/>
          </p:cNvSpPr>
          <p:nvPr>
            <p:ph type="subTitle" idx="14"/>
          </p:nvPr>
        </p:nvSpPr>
        <p:spPr>
          <a:xfrm>
            <a:off x="5251978" y="23832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9" name="Google Shape;139;p21"/>
          <p:cNvSpPr txBox="1">
            <a:spLocks noGrp="1"/>
          </p:cNvSpPr>
          <p:nvPr>
            <p:ph type="subTitle" idx="15"/>
          </p:nvPr>
        </p:nvSpPr>
        <p:spPr>
          <a:xfrm>
            <a:off x="5251975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1800" b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24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cxnSp>
        <p:nvCxnSpPr>
          <p:cNvPr id="140" name="Google Shape;140;p21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41" name="Google Shape;141;p21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8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2"/>
          <p:cNvSpPr>
            <a:spLocks noGrp="1"/>
          </p:cNvSpPr>
          <p:nvPr>
            <p:ph type="pic" idx="2"/>
          </p:nvPr>
        </p:nvSpPr>
        <p:spPr>
          <a:xfrm>
            <a:off x="7605374" y="-75"/>
            <a:ext cx="15387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  <p:sp>
        <p:nvSpPr>
          <p:cNvPr id="144" name="Google Shape;144;p22"/>
          <p:cNvSpPr txBox="1">
            <a:spLocks noGrp="1"/>
          </p:cNvSpPr>
          <p:nvPr>
            <p:ph type="title" hasCustomPrompt="1"/>
          </p:nvPr>
        </p:nvSpPr>
        <p:spPr>
          <a:xfrm>
            <a:off x="713225" y="2151750"/>
            <a:ext cx="3300300" cy="8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5" name="Google Shape;145;p22"/>
          <p:cNvSpPr txBox="1">
            <a:spLocks noGrp="1"/>
          </p:cNvSpPr>
          <p:nvPr>
            <p:ph type="subTitle" idx="1"/>
          </p:nvPr>
        </p:nvSpPr>
        <p:spPr>
          <a:xfrm>
            <a:off x="4469050" y="2352063"/>
            <a:ext cx="29100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6" name="Google Shape;146;p22"/>
          <p:cNvSpPr txBox="1">
            <a:spLocks noGrp="1"/>
          </p:cNvSpPr>
          <p:nvPr>
            <p:ph type="title" idx="3" hasCustomPrompt="1"/>
          </p:nvPr>
        </p:nvSpPr>
        <p:spPr>
          <a:xfrm>
            <a:off x="713225" y="1083150"/>
            <a:ext cx="3300300" cy="8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7" name="Google Shape;147;p22"/>
          <p:cNvSpPr txBox="1">
            <a:spLocks noGrp="1"/>
          </p:cNvSpPr>
          <p:nvPr>
            <p:ph type="subTitle" idx="4"/>
          </p:nvPr>
        </p:nvSpPr>
        <p:spPr>
          <a:xfrm>
            <a:off x="4469050" y="1283500"/>
            <a:ext cx="29100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48" name="Google Shape;148;p22"/>
          <p:cNvSpPr txBox="1">
            <a:spLocks noGrp="1"/>
          </p:cNvSpPr>
          <p:nvPr>
            <p:ph type="title" idx="5" hasCustomPrompt="1"/>
          </p:nvPr>
        </p:nvSpPr>
        <p:spPr>
          <a:xfrm>
            <a:off x="713225" y="3220350"/>
            <a:ext cx="3300300" cy="84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9" name="Google Shape;149;p22"/>
          <p:cNvSpPr txBox="1">
            <a:spLocks noGrp="1"/>
          </p:cNvSpPr>
          <p:nvPr>
            <p:ph type="subTitle" idx="6"/>
          </p:nvPr>
        </p:nvSpPr>
        <p:spPr>
          <a:xfrm>
            <a:off x="4469050" y="3420650"/>
            <a:ext cx="2910000" cy="4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cxnSp>
        <p:nvCxnSpPr>
          <p:cNvPr id="150" name="Google Shape;150;p22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51" name="Google Shape;151;p22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3"/>
          <p:cNvSpPr txBox="1">
            <a:spLocks noGrp="1"/>
          </p:cNvSpPr>
          <p:nvPr>
            <p:ph type="title"/>
          </p:nvPr>
        </p:nvSpPr>
        <p:spPr>
          <a:xfrm>
            <a:off x="713368" y="923775"/>
            <a:ext cx="4554900" cy="1192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8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4" name="Google Shape;154;p23"/>
          <p:cNvSpPr txBox="1">
            <a:spLocks noGrp="1"/>
          </p:cNvSpPr>
          <p:nvPr>
            <p:ph type="subTitle" idx="1"/>
          </p:nvPr>
        </p:nvSpPr>
        <p:spPr>
          <a:xfrm>
            <a:off x="713225" y="2171200"/>
            <a:ext cx="4554900" cy="1192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5" name="Google Shape;155;p23"/>
          <p:cNvSpPr txBox="1"/>
          <p:nvPr/>
        </p:nvSpPr>
        <p:spPr>
          <a:xfrm>
            <a:off x="713375" y="3363400"/>
            <a:ext cx="4554900" cy="5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Raleway"/>
                <a:ea typeface="Raleway"/>
                <a:cs typeface="Raleway"/>
                <a:sym typeface="Raleway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0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000" b="1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cxnSp>
        <p:nvCxnSpPr>
          <p:cNvPr id="156" name="Google Shape;156;p2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" name="Google Shape;157;p23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158" name="Google Shape;158;p23"/>
          <p:cNvSpPr>
            <a:spLocks noGrp="1"/>
          </p:cNvSpPr>
          <p:nvPr>
            <p:ph type="pic" idx="2"/>
          </p:nvPr>
        </p:nvSpPr>
        <p:spPr>
          <a:xfrm>
            <a:off x="6798600" y="0"/>
            <a:ext cx="2345400" cy="5143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MY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0" name="Google Shape;160;p24"/>
          <p:cNvCxnSpPr/>
          <p:nvPr/>
        </p:nvCxnSpPr>
        <p:spPr>
          <a:xfrm>
            <a:off x="-6600" y="16501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61" name="Google Shape;161;p24"/>
          <p:cNvCxnSpPr/>
          <p:nvPr/>
        </p:nvCxnSpPr>
        <p:spPr>
          <a:xfrm>
            <a:off x="-6600" y="3559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62" name="Google Shape;162;p24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9_1"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4" name="Google Shape;164;p25"/>
          <p:cNvCxnSpPr/>
          <p:nvPr/>
        </p:nvCxnSpPr>
        <p:spPr>
          <a:xfrm>
            <a:off x="1825" y="32253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" name="Google Shape;165;p25"/>
          <p:cNvCxnSpPr/>
          <p:nvPr/>
        </p:nvCxnSpPr>
        <p:spPr>
          <a:xfrm>
            <a:off x="-6600" y="5001985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" name="Google Shape;166;p25"/>
          <p:cNvCxnSpPr/>
          <p:nvPr/>
        </p:nvCxnSpPr>
        <p:spPr>
          <a:xfrm>
            <a:off x="-6600" y="4711310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3000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●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Char char="○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Raleway"/>
              <a:buChar char="■"/>
              <a:defRPr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1" r:id="rId11"/>
    <p:sldLayoutId id="2147483666" r:id="rId12"/>
    <p:sldLayoutId id="2147483667" r:id="rId13"/>
    <p:sldLayoutId id="2147483668" r:id="rId14"/>
    <p:sldLayoutId id="2147483669" r:id="rId15"/>
    <p:sldLayoutId id="2147483670" r:id="rId16"/>
    <p:sldLayoutId id="2147483671" r:id="rId17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7681" r="36942"/>
          <a:stretch/>
        </p:blipFill>
        <p:spPr>
          <a:xfrm>
            <a:off x="4857900" y="0"/>
            <a:ext cx="4286100" cy="5143499"/>
          </a:xfrm>
          <a:prstGeom prst="rect">
            <a:avLst/>
          </a:prstGeom>
        </p:spPr>
      </p:pic>
      <p:sp>
        <p:nvSpPr>
          <p:cNvPr id="178" name="Google Shape;178;p29"/>
          <p:cNvSpPr/>
          <p:nvPr/>
        </p:nvSpPr>
        <p:spPr>
          <a:xfrm>
            <a:off x="4620150" y="0"/>
            <a:ext cx="20586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35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29"/>
          <p:cNvSpPr txBox="1">
            <a:spLocks noGrp="1"/>
          </p:cNvSpPr>
          <p:nvPr>
            <p:ph type="ctrTitle"/>
          </p:nvPr>
        </p:nvSpPr>
        <p:spPr>
          <a:xfrm>
            <a:off x="168606" y="127591"/>
            <a:ext cx="6510144" cy="183510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MY" sz="2800" dirty="0"/>
              <a:t>P1 – Mitigating Public Transit Unreliability in Malaysia through Deep Learning Analytics and Ridership Forecasting</a:t>
            </a:r>
            <a:endParaRPr sz="1200" dirty="0">
              <a:solidFill>
                <a:schemeClr val="dk2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180" name="Google Shape;180;p29"/>
          <p:cNvSpPr txBox="1">
            <a:spLocks noGrp="1"/>
          </p:cNvSpPr>
          <p:nvPr>
            <p:ph type="subTitle" idx="1"/>
          </p:nvPr>
        </p:nvSpPr>
        <p:spPr>
          <a:xfrm>
            <a:off x="168606" y="3722912"/>
            <a:ext cx="5075219" cy="8884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lnSpc>
                <a:spcPct val="150000"/>
              </a:lnSpc>
            </a:pPr>
            <a:r>
              <a:rPr lang="en-US" b="1" dirty="0"/>
              <a:t>Student:</a:t>
            </a:r>
            <a:r>
              <a:rPr lang="en-US" dirty="0"/>
              <a:t> Yip Zi Xian (24202141)</a:t>
            </a:r>
          </a:p>
          <a:p>
            <a:pPr marL="0" indent="0">
              <a:lnSpc>
                <a:spcPct val="150000"/>
              </a:lnSpc>
            </a:pPr>
            <a:r>
              <a:rPr lang="en-MY" b="1" dirty="0"/>
              <a:t>Supervisor: </a:t>
            </a:r>
            <a:r>
              <a:rPr lang="en-MY" dirty="0"/>
              <a:t>Prof. Ts. Dr. Rafidah binti Md Noor</a:t>
            </a:r>
            <a:endParaRPr lang="en-MY" b="1" dirty="0"/>
          </a:p>
        </p:txBody>
      </p:sp>
      <p:cxnSp>
        <p:nvCxnSpPr>
          <p:cNvPr id="181" name="Google Shape;181;p29"/>
          <p:cNvCxnSpPr/>
          <p:nvPr/>
        </p:nvCxnSpPr>
        <p:spPr>
          <a:xfrm>
            <a:off x="1825" y="3620099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182" name="Google Shape;182;p29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5C10F56-2467-2B1E-D8A5-3CE69A4C23E9}"/>
              </a:ext>
            </a:extLst>
          </p:cNvPr>
          <p:cNvSpPr txBox="1"/>
          <p:nvPr/>
        </p:nvSpPr>
        <p:spPr>
          <a:xfrm>
            <a:off x="168606" y="1962692"/>
            <a:ext cx="45932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0" lang="en" sz="1800" b="0" i="0" u="none" strike="noStrike" kern="0" cap="none" spc="0" normalizeH="0" baseline="0" noProof="0" dirty="0">
                <a:ln>
                  <a:noFill/>
                </a:ln>
                <a:solidFill>
                  <a:srgbClr val="F0B205"/>
                </a:solidFill>
                <a:effectLst/>
                <a:uLnTx/>
                <a:uFillTx/>
                <a:latin typeface="Montserrat SemiBold"/>
                <a:ea typeface="Montserrat SemiBold"/>
                <a:cs typeface="Montserrat SemiBold"/>
                <a:sym typeface="Montserrat SemiBold"/>
              </a:rPr>
              <a:t>Master of Artificial Intelligence</a:t>
            </a:r>
            <a:endParaRPr lang="en-MY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EF84EF8-450D-8CC2-3B86-3BD9B0BA57D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88009" y="2427572"/>
            <a:ext cx="3140552" cy="10182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646DAA6-4F25-1816-7079-E30F9C8A07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5430" y="2434836"/>
            <a:ext cx="1018238" cy="10182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2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42385" r="23636"/>
          <a:stretch/>
        </p:blipFill>
        <p:spPr>
          <a:xfrm>
            <a:off x="6036950" y="0"/>
            <a:ext cx="3107050" cy="5143500"/>
          </a:xfrm>
          <a:prstGeom prst="rect">
            <a:avLst/>
          </a:prstGeom>
        </p:spPr>
      </p:pic>
      <p:sp>
        <p:nvSpPr>
          <p:cNvPr id="220" name="Google Shape;220;p32"/>
          <p:cNvSpPr/>
          <p:nvPr/>
        </p:nvSpPr>
        <p:spPr>
          <a:xfrm>
            <a:off x="5617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1" name="Google Shape;221;p32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2" name="Google Shape;222;p32"/>
          <p:cNvSpPr txBox="1">
            <a:spLocks noGrp="1"/>
          </p:cNvSpPr>
          <p:nvPr>
            <p:ph type="title"/>
          </p:nvPr>
        </p:nvSpPr>
        <p:spPr>
          <a:xfrm>
            <a:off x="177966" y="402349"/>
            <a:ext cx="4903800" cy="643901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Research</a:t>
            </a:r>
            <a:r>
              <a:rPr lang="en" dirty="0"/>
              <a:t> Background</a:t>
            </a:r>
            <a:endParaRPr dirty="0"/>
          </a:p>
        </p:txBody>
      </p:sp>
      <p:sp>
        <p:nvSpPr>
          <p:cNvPr id="223" name="Google Shape;223;p32"/>
          <p:cNvSpPr txBox="1">
            <a:spLocks noGrp="1"/>
          </p:cNvSpPr>
          <p:nvPr>
            <p:ph type="subTitle" idx="1"/>
          </p:nvPr>
        </p:nvSpPr>
        <p:spPr>
          <a:xfrm>
            <a:off x="177965" y="1497110"/>
            <a:ext cx="5843959" cy="26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buNone/>
            </a:pPr>
            <a:r>
              <a:rPr lang="en-US" sz="1800" dirty="0"/>
              <a:t>Public transportation is </a:t>
            </a:r>
            <a:r>
              <a:rPr lang="en-US" sz="1800" b="1" dirty="0"/>
              <a:t>essential</a:t>
            </a:r>
            <a:r>
              <a:rPr lang="en-US" sz="1800" dirty="0"/>
              <a:t> for </a:t>
            </a:r>
            <a:r>
              <a:rPr lang="en-US" sz="1800" b="1" dirty="0"/>
              <a:t>urban mobility</a:t>
            </a:r>
            <a:r>
              <a:rPr lang="en-US" sz="1800" dirty="0"/>
              <a:t>, </a:t>
            </a:r>
            <a:r>
              <a:rPr lang="en-US" sz="1800" b="1" dirty="0"/>
              <a:t>economic growth, </a:t>
            </a:r>
            <a:r>
              <a:rPr lang="en-US" sz="1800" dirty="0"/>
              <a:t>and</a:t>
            </a:r>
            <a:r>
              <a:rPr lang="en-US" sz="1800" b="1" dirty="0"/>
              <a:t> environmental sustainability</a:t>
            </a:r>
            <a:r>
              <a:rPr lang="en-US" sz="1800" dirty="0"/>
              <a:t>.</a:t>
            </a:r>
          </a:p>
          <a:p>
            <a:pPr marL="0" lv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Rapid urbanization </a:t>
            </a:r>
            <a:r>
              <a:rPr lang="en-US" sz="1800" dirty="0"/>
              <a:t>in Malaysia </a:t>
            </a:r>
            <a:r>
              <a:rPr lang="en-US" sz="1800" b="1" dirty="0"/>
              <a:t>increases</a:t>
            </a:r>
            <a:r>
              <a:rPr lang="en-US" sz="1800" dirty="0"/>
              <a:t> </a:t>
            </a:r>
            <a:r>
              <a:rPr lang="en-US" sz="1800" b="1" dirty="0"/>
              <a:t>demand</a:t>
            </a:r>
            <a:r>
              <a:rPr lang="en-US" sz="1800" dirty="0"/>
              <a:t> for </a:t>
            </a:r>
            <a:r>
              <a:rPr lang="en-US" sz="1800" b="1" dirty="0"/>
              <a:t>efficient</a:t>
            </a:r>
            <a:r>
              <a:rPr lang="en-US" sz="1800" dirty="0"/>
              <a:t> public transit systems.</a:t>
            </a:r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b="1" dirty="0"/>
              <a:t>Reliable</a:t>
            </a:r>
            <a:r>
              <a:rPr lang="en-US" sz="1800" dirty="0"/>
              <a:t> public transit, such as </a:t>
            </a:r>
            <a:r>
              <a:rPr lang="en-US" sz="1800" b="1" dirty="0"/>
              <a:t>buses</a:t>
            </a:r>
            <a:r>
              <a:rPr lang="en-US" sz="1800" dirty="0"/>
              <a:t> and </a:t>
            </a:r>
            <a:r>
              <a:rPr lang="en-US" sz="1800" b="1" dirty="0"/>
              <a:t>rails</a:t>
            </a:r>
            <a:r>
              <a:rPr lang="en-US" sz="1800" dirty="0"/>
              <a:t>, improves </a:t>
            </a:r>
            <a:r>
              <a:rPr lang="en-US" sz="1800" b="1" dirty="0"/>
              <a:t>accessibility</a:t>
            </a:r>
            <a:r>
              <a:rPr lang="en-US" sz="1800" dirty="0"/>
              <a:t> and </a:t>
            </a:r>
            <a:r>
              <a:rPr lang="en-US" sz="1800" b="1" dirty="0"/>
              <a:t>quality of life</a:t>
            </a:r>
            <a:r>
              <a:rPr lang="en-US" sz="1800" dirty="0"/>
              <a:t> by being </a:t>
            </a:r>
            <a:r>
              <a:rPr lang="en-US" sz="1800" b="1" dirty="0"/>
              <a:t>punctual</a:t>
            </a:r>
            <a:r>
              <a:rPr lang="en-US" sz="1800" dirty="0"/>
              <a:t> and </a:t>
            </a:r>
            <a:r>
              <a:rPr lang="en-US" sz="1800" b="1" dirty="0"/>
              <a:t>efficient</a:t>
            </a:r>
            <a:r>
              <a:rPr lang="en-US" sz="1800" dirty="0"/>
              <a:t>.</a:t>
            </a:r>
          </a:p>
        </p:txBody>
      </p:sp>
      <p:cxnSp>
        <p:nvCxnSpPr>
          <p:cNvPr id="224" name="Google Shape;224;p32"/>
          <p:cNvCxnSpPr/>
          <p:nvPr/>
        </p:nvCxnSpPr>
        <p:spPr>
          <a:xfrm>
            <a:off x="1825" y="1175729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225" name="Google Shape;225;p32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1"/>
          <p:cNvSpPr txBox="1">
            <a:spLocks noGrp="1"/>
          </p:cNvSpPr>
          <p:nvPr>
            <p:ph type="title"/>
          </p:nvPr>
        </p:nvSpPr>
        <p:spPr>
          <a:xfrm>
            <a:off x="0" y="533419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Contents of the Session</a:t>
            </a:r>
            <a:endParaRPr dirty="0"/>
          </a:p>
        </p:txBody>
      </p:sp>
      <p:sp>
        <p:nvSpPr>
          <p:cNvPr id="198" name="Google Shape;198;p31"/>
          <p:cNvSpPr txBox="1">
            <a:spLocks noGrp="1"/>
          </p:cNvSpPr>
          <p:nvPr>
            <p:ph type="title" idx="2"/>
          </p:nvPr>
        </p:nvSpPr>
        <p:spPr>
          <a:xfrm>
            <a:off x="679772" y="1529127"/>
            <a:ext cx="8466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00" name="Google Shape;200;p31"/>
          <p:cNvSpPr txBox="1">
            <a:spLocks noGrp="1"/>
          </p:cNvSpPr>
          <p:nvPr>
            <p:ph type="title" idx="4"/>
          </p:nvPr>
        </p:nvSpPr>
        <p:spPr>
          <a:xfrm>
            <a:off x="679772" y="2149517"/>
            <a:ext cx="8466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02" name="Google Shape;202;p31"/>
          <p:cNvSpPr txBox="1">
            <a:spLocks noGrp="1"/>
          </p:cNvSpPr>
          <p:nvPr>
            <p:ph type="title" idx="6"/>
          </p:nvPr>
        </p:nvSpPr>
        <p:spPr>
          <a:xfrm>
            <a:off x="679772" y="2769908"/>
            <a:ext cx="846600" cy="497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03" name="Google Shape;203;p31"/>
          <p:cNvSpPr txBox="1">
            <a:spLocks noGrp="1"/>
          </p:cNvSpPr>
          <p:nvPr>
            <p:ph type="subTitle" idx="1"/>
          </p:nvPr>
        </p:nvSpPr>
        <p:spPr>
          <a:xfrm>
            <a:off x="1526372" y="1554477"/>
            <a:ext cx="2540825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Literature Review</a:t>
            </a:r>
            <a:endParaRPr dirty="0"/>
          </a:p>
        </p:txBody>
      </p:sp>
      <p:sp>
        <p:nvSpPr>
          <p:cNvPr id="204" name="Google Shape;204;p31"/>
          <p:cNvSpPr txBox="1">
            <a:spLocks noGrp="1"/>
          </p:cNvSpPr>
          <p:nvPr>
            <p:ph type="subTitle" idx="7"/>
          </p:nvPr>
        </p:nvSpPr>
        <p:spPr>
          <a:xfrm>
            <a:off x="1526373" y="2174865"/>
            <a:ext cx="3159252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Gapping the Problem</a:t>
            </a:r>
            <a:endParaRPr dirty="0"/>
          </a:p>
        </p:txBody>
      </p:sp>
      <p:sp>
        <p:nvSpPr>
          <p:cNvPr id="205" name="Google Shape;205;p31"/>
          <p:cNvSpPr txBox="1">
            <a:spLocks noGrp="1"/>
          </p:cNvSpPr>
          <p:nvPr>
            <p:ph type="subTitle" idx="8"/>
          </p:nvPr>
        </p:nvSpPr>
        <p:spPr>
          <a:xfrm>
            <a:off x="1526372" y="2795253"/>
            <a:ext cx="3276805" cy="447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Questioning Objectives</a:t>
            </a:r>
            <a:endParaRPr dirty="0"/>
          </a:p>
        </p:txBody>
      </p:sp>
      <p:sp>
        <p:nvSpPr>
          <p:cNvPr id="13" name="Google Shape;199;p31">
            <a:extLst>
              <a:ext uri="{FF2B5EF4-FFF2-40B4-BE49-F238E27FC236}">
                <a16:creationId xmlns:a16="http://schemas.microsoft.com/office/drawing/2014/main" id="{5C3B896C-0E9A-363F-D4D5-9B2A1F87BC23}"/>
              </a:ext>
            </a:extLst>
          </p:cNvPr>
          <p:cNvSpPr txBox="1">
            <a:spLocks/>
          </p:cNvSpPr>
          <p:nvPr/>
        </p:nvSpPr>
        <p:spPr>
          <a:xfrm>
            <a:off x="5089783" y="3043660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05</a:t>
            </a:r>
          </a:p>
        </p:txBody>
      </p:sp>
      <p:sp>
        <p:nvSpPr>
          <p:cNvPr id="15" name="Google Shape;201;p31">
            <a:extLst>
              <a:ext uri="{FF2B5EF4-FFF2-40B4-BE49-F238E27FC236}">
                <a16:creationId xmlns:a16="http://schemas.microsoft.com/office/drawing/2014/main" id="{C8EAD50A-A72B-B2D3-31E0-DBAAA0506561}"/>
              </a:ext>
            </a:extLst>
          </p:cNvPr>
          <p:cNvSpPr txBox="1">
            <a:spLocks/>
          </p:cNvSpPr>
          <p:nvPr/>
        </p:nvSpPr>
        <p:spPr>
          <a:xfrm>
            <a:off x="5089783" y="3664051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06</a:t>
            </a:r>
          </a:p>
        </p:txBody>
      </p:sp>
      <p:sp>
        <p:nvSpPr>
          <p:cNvPr id="16" name="Google Shape;202;p31">
            <a:extLst>
              <a:ext uri="{FF2B5EF4-FFF2-40B4-BE49-F238E27FC236}">
                <a16:creationId xmlns:a16="http://schemas.microsoft.com/office/drawing/2014/main" id="{186B70B1-BB38-DCA5-9FE6-CDF305CEAC31}"/>
              </a:ext>
            </a:extLst>
          </p:cNvPr>
          <p:cNvSpPr txBox="1">
            <a:spLocks/>
          </p:cNvSpPr>
          <p:nvPr/>
        </p:nvSpPr>
        <p:spPr>
          <a:xfrm>
            <a:off x="5089783" y="2423269"/>
            <a:ext cx="846600" cy="49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Montserrat ExtraBold"/>
              <a:buNone/>
              <a:defRPr sz="2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aleway"/>
              <a:buNone/>
              <a:defRPr sz="30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" dirty="0"/>
              <a:t>04</a:t>
            </a:r>
          </a:p>
        </p:txBody>
      </p:sp>
      <p:sp>
        <p:nvSpPr>
          <p:cNvPr id="19" name="Google Shape;205;p31">
            <a:extLst>
              <a:ext uri="{FF2B5EF4-FFF2-40B4-BE49-F238E27FC236}">
                <a16:creationId xmlns:a16="http://schemas.microsoft.com/office/drawing/2014/main" id="{C6130685-1F6F-0829-036B-25763B78A0E6}"/>
              </a:ext>
            </a:extLst>
          </p:cNvPr>
          <p:cNvSpPr txBox="1">
            <a:spLocks/>
          </p:cNvSpPr>
          <p:nvPr/>
        </p:nvSpPr>
        <p:spPr>
          <a:xfrm>
            <a:off x="5936383" y="2448614"/>
            <a:ext cx="19224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Scoping Down</a:t>
            </a:r>
          </a:p>
        </p:txBody>
      </p:sp>
      <p:sp>
        <p:nvSpPr>
          <p:cNvPr id="20" name="Google Shape;206;p31">
            <a:extLst>
              <a:ext uri="{FF2B5EF4-FFF2-40B4-BE49-F238E27FC236}">
                <a16:creationId xmlns:a16="http://schemas.microsoft.com/office/drawing/2014/main" id="{28D1C059-9CF8-0CC8-8979-AADE9F492518}"/>
              </a:ext>
            </a:extLst>
          </p:cNvPr>
          <p:cNvSpPr txBox="1">
            <a:spLocks/>
          </p:cNvSpPr>
          <p:nvPr/>
        </p:nvSpPr>
        <p:spPr>
          <a:xfrm>
            <a:off x="5936383" y="3069002"/>
            <a:ext cx="192240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How I Execute</a:t>
            </a:r>
          </a:p>
        </p:txBody>
      </p:sp>
      <p:sp>
        <p:nvSpPr>
          <p:cNvPr id="21" name="Google Shape;207;p31">
            <a:extLst>
              <a:ext uri="{FF2B5EF4-FFF2-40B4-BE49-F238E27FC236}">
                <a16:creationId xmlns:a16="http://schemas.microsoft.com/office/drawing/2014/main" id="{837C0307-D699-9836-0643-FD780FC95974}"/>
              </a:ext>
            </a:extLst>
          </p:cNvPr>
          <p:cNvSpPr txBox="1">
            <a:spLocks/>
          </p:cNvSpPr>
          <p:nvPr/>
        </p:nvSpPr>
        <p:spPr>
          <a:xfrm>
            <a:off x="5936383" y="3689390"/>
            <a:ext cx="2334540" cy="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Bebas Neue"/>
              <a:buNone/>
              <a:defRPr sz="1800" b="0" i="0" u="none" strike="noStrike" cap="none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defRPr>
            </a:lvl1pPr>
            <a:lvl2pPr marL="914400" marR="0" lvl="1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marL="1371600" marR="0" lvl="2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marL="1828800" marR="0" lvl="3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marL="2286000" marR="0" lvl="4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marL="2743200" marR="0" lvl="5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marL="3200400" marR="0" lvl="6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marL="3657600" marR="0" lvl="7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marL="4114800" marR="0" lvl="8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 b="0" i="0" u="none" strike="noStrike" cap="none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pPr marL="0" indent="0"/>
            <a:r>
              <a:rPr lang="en-MY" dirty="0"/>
              <a:t>What I Contribute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/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/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/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Literature Review</a:t>
            </a:r>
            <a:endParaRPr dirty="0"/>
          </a:p>
        </p:txBody>
      </p:sp>
      <p:sp>
        <p:nvSpPr>
          <p:cNvPr id="234" name="Google Shape;234;p33"/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37" name="Google Shape;237;p33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EDDD32-AD0A-7AA3-CD17-DE7532F98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4EB6188C-09A4-1AAE-49AC-058226BCFDAD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Public Transport Reliability &amp; Demand Dynamics</a:t>
            </a:r>
            <a:endParaRPr lang="en-MY" sz="2400" dirty="0">
              <a:effectLst/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A4396C3-5827-87F5-BF12-9FCD3BCF13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8530212"/>
              </p:ext>
            </p:extLst>
          </p:nvPr>
        </p:nvGraphicFramePr>
        <p:xfrm>
          <a:off x="241608" y="758284"/>
          <a:ext cx="8679366" cy="426074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706137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449658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393903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460809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639228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Ibrahim et al. (2022)</a:t>
                      </a:r>
                      <a:endParaRPr lang="en-MY"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Investigate service quality factors influencing user satisfaction with LRT in Klang Valley.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Factor analysis, correlation, and Artificial Neural Network (ANN).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417 LRT riders in Klang Valley, Malaysia.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Uses ANN for non-linear modeling; local Malaysian context.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Focuses on satisfaction/perceptions, not operational ridership management.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Mee &amp; Subramaniam (2022)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Examine willingness to use public transport in KL and Manila.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Purposive sampling survey; PLS-SEM analysis.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209 respondents from KL and Manila.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Comparative city analysis; identifies key behavioral drivers.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Small sample size; focus on "willingness" rather than actual ridership data.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Rezapour &amp; Ferraro (2021)</a:t>
                      </a:r>
                      <a:endParaRPr lang="en-MY"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Impact of rail delays and real-time info accuracy on passenger psychology.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Survey-based; Factor Analysis and SEM.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396 KTM rail passengers at Serdang station, Malaysia.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Links psychological impact to information systems; local KTM context.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Subjective measures; does not propose operational management strategies.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Ubaidillah &amp; Syafiq (2022)</a:t>
                      </a:r>
                      <a:endParaRPr lang="en-MY"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Impact of bus service quality on satisfaction in a developing city.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SERVQUAL model; PLS-SEM analysis.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fi-FI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300 bus users in Kota Samarahan, Sarawak, Malaysia.</a:t>
                      </a:r>
                      <a:endParaRPr lang="fi-FI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Focuses on a developing city context with high car ownership.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Relies on self-reported data; no integration of actual ridership metrics.</a:t>
                      </a:r>
                      <a:endParaRPr lang="en-US"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9471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47A11A-8C32-803A-3DA6-C9F7F5761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64421460-70F2-018C-D173-F46CBFE8693B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Transit Data Ecosystems &amp; Anomalies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CA9C044-BF3F-01E0-7A7B-C1E9E39378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754447"/>
              </p:ext>
            </p:extLst>
          </p:nvPr>
        </p:nvGraphicFramePr>
        <p:xfrm>
          <a:off x="241608" y="758284"/>
          <a:ext cx="8679366" cy="426074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293542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460809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639228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Keller et al. (2022)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Potential of data science for sustainable public transport.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review and expert interviews.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Global/Germany; Multi-source big data (AFC, APC, GPS).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Comprehensive taxonomy of data sources and use cases.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Generic framework; lacks specific application to the Malaysian context.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Liu et al. (2025)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of vehicle trajectory data processing and analytics.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review of collection and processing methods.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(China, US, SE Asia); Taxi, bus, and truck trajectories.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Deep dive into trajectory collection and privacy-preserving methods.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Survey-based; no direct implementation for Malaysian transit.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Lu et al. (2020)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Review of big data applications in urban transit systems.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Literature review of 95 global cases.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multi-source transit data (AFC, AVL, APC, GTFS).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Synthesizes heterogeneous data sources and their management roles.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Does not provide an empirical model or Malaysian case study.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Tu et al. (2021)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Review of transit data sources and their complementarity.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Literature review; Information management framework.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Global; AVL, AFC, APC, and exogenous data (weather).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Highlights the value of data fusion (e.g., weather + transit).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Conceptual; no direct implementation or Malaysian validation.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083995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0E8487-F6CD-C19F-94F5-9BBDFE5EB9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A5E609C6-3300-3F89-CA69-0E099E0A2947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Evolution from Traditional to DL Models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5AEDF82-CEE4-DEFA-7066-5E7231F81A1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6640189"/>
              </p:ext>
            </p:extLst>
          </p:nvPr>
        </p:nvGraphicFramePr>
        <p:xfrm>
          <a:off x="241608" y="758284"/>
          <a:ext cx="8679366" cy="421397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628078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293542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460809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639228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Jiang et al. (2021)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and benchmark of deep learning for traffic prediction.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and comparative experiments.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public traffic datasets (METR-LA, PEMS-BAY).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Comprehensive taxonomy and experimental benchmarking.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No direct application to public transit ridership or Malaysia.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Sangeetha &amp; Kiros (2024)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GeoTemporal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LSTM for predictive modeling of urban mobility.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GT-LSTM combining Attention and LSTM.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NYC Taxi, GTFS, and OSM data.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Innovative fusion of spatial and temporal features with attention.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High complexity; tested only on NYC data; not Malaysian-specific.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Sobrie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et al. (2023)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Real-time train delay prediction using deep learning.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LSTM encoder-decoder with spatiotemporal features.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Belgian railway network; 3M+ signal passings/month.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Large-scale real-world operationalization; captures network complexity.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Belgium-specific; focus on delays rather than ridership volume.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Yin et al. (2021)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Deep learning on traffic prediction: Methods and analysis.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 and taxonomy of deep learning models.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traffic datasets; Road network topology.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Thorough analysis of </a:t>
                      </a:r>
                      <a:r>
                        <a:rPr lang="en-US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spatio</a:t>
                      </a: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-temporal dependency modeling.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Survey-based; lacks specific transit ridership management focus.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53240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97B231-A43F-5667-E61C-8E767B009C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74F1FE66-CAD7-332D-E8F7-08ABF3843BFD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AI-Driven Operational Strategies &amp; Sustainability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5DAD7E1E-F6C9-44D1-268A-9CAA0388B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03181791"/>
              </p:ext>
            </p:extLst>
          </p:nvPr>
        </p:nvGraphicFramePr>
        <p:xfrm>
          <a:off x="241608" y="758284"/>
          <a:ext cx="8679366" cy="421397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9631">
                  <a:extLst>
                    <a:ext uri="{9D8B030D-6E8A-4147-A177-3AD203B41FA5}">
                      <a16:colId xmlns:a16="http://schemas.microsoft.com/office/drawing/2014/main" val="1698730489"/>
                    </a:ext>
                  </a:extLst>
                </a:gridCol>
                <a:gridCol w="1784195">
                  <a:extLst>
                    <a:ext uri="{9D8B030D-6E8A-4147-A177-3AD203B41FA5}">
                      <a16:colId xmlns:a16="http://schemas.microsoft.com/office/drawing/2014/main" val="125987155"/>
                    </a:ext>
                  </a:extLst>
                </a:gridCol>
                <a:gridCol w="1304693">
                  <a:extLst>
                    <a:ext uri="{9D8B030D-6E8A-4147-A177-3AD203B41FA5}">
                      <a16:colId xmlns:a16="http://schemas.microsoft.com/office/drawing/2014/main" val="3867160315"/>
                    </a:ext>
                  </a:extLst>
                </a:gridCol>
                <a:gridCol w="1282390">
                  <a:extLst>
                    <a:ext uri="{9D8B030D-6E8A-4147-A177-3AD203B41FA5}">
                      <a16:colId xmlns:a16="http://schemas.microsoft.com/office/drawing/2014/main" val="1854912000"/>
                    </a:ext>
                  </a:extLst>
                </a:gridCol>
                <a:gridCol w="1784195">
                  <a:extLst>
                    <a:ext uri="{9D8B030D-6E8A-4147-A177-3AD203B41FA5}">
                      <a16:colId xmlns:a16="http://schemas.microsoft.com/office/drawing/2014/main" val="3680405824"/>
                    </a:ext>
                  </a:extLst>
                </a:gridCol>
                <a:gridCol w="1494262">
                  <a:extLst>
                    <a:ext uri="{9D8B030D-6E8A-4147-A177-3AD203B41FA5}">
                      <a16:colId xmlns:a16="http://schemas.microsoft.com/office/drawing/2014/main" val="3056156391"/>
                    </a:ext>
                  </a:extLst>
                </a:gridCol>
              </a:tblGrid>
              <a:tr h="390951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J. Articles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Focus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Method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Dataset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2765256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Gheorghe &amp;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Șoica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(2025)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Review of AI, IoT, and predictive analytics in traffic control.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literature review (2020-2024).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Global; Smart city traffic management systems.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Up-to-date synthesis of adaptive traffic control technologies.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No empirical validation or data from Malaysia’s transit network.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67717002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Jevinger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&amp; Persson (2024)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AI for improving public transport: A mapping study.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mapping study of 111 primary studies.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Global; Bus, train, and multimodal systems.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Up-to-date synthesis of adaptive traffic control technologies.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Lacks localized solutions or models for the Malaysian context.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673078"/>
                  </a:ext>
                </a:extLst>
              </a:tr>
              <a:tr h="974284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Sobrie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 et al. (2023)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Real-time train delay prediction comparing rule-based vs. deep learning models.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Customized LSTM encoder-decoder deep learning model.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Real-world network-wide Belgian railway data (Infrabel).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Demonstrates that DL superiority increases with system complexity; implemented as a real-world Proof of Concept.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High dependency on real-time data quality and lacks the transparency of rule-based models.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8876998"/>
                  </a:ext>
                </a:extLst>
              </a:tr>
              <a:tr h="823299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Son &amp; Kim (2025)</a:t>
                      </a:r>
                      <a:endParaRPr sz="1100" b="1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Leveraging advanced technologies for transportation planning.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Systematic review using Sentence-BERT NLP.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Global (Urban, Rural, and Simulated contexts).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Innovative use of NLP for semantic analysis of research trends.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1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</a:rPr>
                        <a:t>No primary data or application to Malaysia's transit network.</a:t>
                      </a:r>
                      <a:endParaRPr sz="1100" dirty="0">
                        <a:solidFill>
                          <a:schemeClr val="tx1"/>
                        </a:solidFill>
                        <a:latin typeface="Raleway" pitchFamily="2" charset="0"/>
                        <a:ea typeface="Hanken Grotesk"/>
                        <a:cs typeface="Hanken Grotesk"/>
                        <a:sym typeface="Hanken Grotesk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2684717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831284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8BF76D61-E5E8-4BB3-5B68-DD658B9C74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E7CC56C2-EAFD-FF04-4B9F-3876775CF4FF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AD2D845D-9D3B-B6FE-73C0-27EE225BD643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1A33BC17-2E89-C446-52CD-934C04E1EB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Gapping the Problem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E7C96BFC-AC81-7846-7523-C7C35B9E89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02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45093C3A-D432-BF6A-FC11-530A3F1437AF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5913881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3" name="Google Shape;393;p3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55157"/>
          <a:stretch/>
        </p:blipFill>
        <p:spPr>
          <a:xfrm>
            <a:off x="7605374" y="-75"/>
            <a:ext cx="1538625" cy="5143502"/>
          </a:xfrm>
          <a:prstGeom prst="rect">
            <a:avLst/>
          </a:prstGeom>
        </p:spPr>
      </p:pic>
      <p:sp>
        <p:nvSpPr>
          <p:cNvPr id="394" name="Google Shape;394;p38"/>
          <p:cNvSpPr/>
          <p:nvPr/>
        </p:nvSpPr>
        <p:spPr>
          <a:xfrm>
            <a:off x="7153350" y="-3675"/>
            <a:ext cx="8712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38"/>
          <p:cNvSpPr txBox="1">
            <a:spLocks noGrp="1"/>
          </p:cNvSpPr>
          <p:nvPr>
            <p:ph type="title"/>
          </p:nvPr>
        </p:nvSpPr>
        <p:spPr>
          <a:xfrm>
            <a:off x="160961" y="2315768"/>
            <a:ext cx="7294915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MY" sz="2400" dirty="0"/>
              <a:t>Inadequate Quantification and Mitigation of Extreme Anomaly Bias</a:t>
            </a:r>
            <a:endParaRPr sz="2400" dirty="0"/>
          </a:p>
        </p:txBody>
      </p:sp>
      <p:sp>
        <p:nvSpPr>
          <p:cNvPr id="397" name="Google Shape;397;p38"/>
          <p:cNvSpPr txBox="1">
            <a:spLocks noGrp="1"/>
          </p:cNvSpPr>
          <p:nvPr>
            <p:ph type="title" idx="3"/>
          </p:nvPr>
        </p:nvSpPr>
        <p:spPr>
          <a:xfrm>
            <a:off x="160962" y="1109152"/>
            <a:ext cx="7294915" cy="840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dirty="0"/>
              <a:t>Limited Integration of Multi-scale Spatio-temporal Features in Malaysia</a:t>
            </a:r>
            <a:endParaRPr sz="2400" dirty="0"/>
          </a:p>
        </p:txBody>
      </p:sp>
      <p:sp>
        <p:nvSpPr>
          <p:cNvPr id="399" name="Google Shape;399;p38"/>
          <p:cNvSpPr txBox="1">
            <a:spLocks noGrp="1"/>
          </p:cNvSpPr>
          <p:nvPr>
            <p:ph type="title" idx="5"/>
          </p:nvPr>
        </p:nvSpPr>
        <p:spPr>
          <a:xfrm>
            <a:off x="160962" y="3220349"/>
            <a:ext cx="7294914" cy="1463291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MY" sz="2400" dirty="0"/>
              <a:t>Lack of Comprehensive Benchmarking Across SOTA Architectures</a:t>
            </a:r>
            <a:endParaRPr sz="2400" dirty="0"/>
          </a:p>
        </p:txBody>
      </p:sp>
      <p:cxnSp>
        <p:nvCxnSpPr>
          <p:cNvPr id="402" name="Google Shape;402;p38"/>
          <p:cNvCxnSpPr/>
          <p:nvPr/>
        </p:nvCxnSpPr>
        <p:spPr>
          <a:xfrm>
            <a:off x="1825" y="493380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03" name="Google Shape;403;p38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2" name="Google Shape;398;p38">
            <a:extLst>
              <a:ext uri="{FF2B5EF4-FFF2-40B4-BE49-F238E27FC236}">
                <a16:creationId xmlns:a16="http://schemas.microsoft.com/office/drawing/2014/main" id="{D89A12E1-A961-D9F3-A95C-9321B279F791}"/>
              </a:ext>
            </a:extLst>
          </p:cNvPr>
          <p:cNvSpPr txBox="1">
            <a:spLocks/>
          </p:cNvSpPr>
          <p:nvPr/>
        </p:nvSpPr>
        <p:spPr>
          <a:xfrm>
            <a:off x="160962" y="459855"/>
            <a:ext cx="4923994" cy="44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75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6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marL="914400" marR="0" lvl="1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L="1371600" marR="0" lvl="2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Raleway"/>
              <a:buNone/>
              <a:defRPr sz="1400" b="0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L="1828800" marR="0" lvl="3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marL="2286000" marR="0" lvl="4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marL="2743200" marR="0" lvl="5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marL="3200400" marR="0" lvl="6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marL="3657600" marR="0" lvl="7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marL="4114800" marR="0" lvl="8" indent="-3175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T Sans"/>
              <a:buNone/>
              <a:defRPr sz="1400" b="0" i="0" u="none" strike="noStrike" cap="none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pPr marL="0" indent="0"/>
            <a:r>
              <a:rPr lang="en-US" dirty="0"/>
              <a:t>Research Gaps are identified as below: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Google Shape;408;p39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18125" r="46517"/>
          <a:stretch/>
        </p:blipFill>
        <p:spPr>
          <a:xfrm>
            <a:off x="1825" y="0"/>
            <a:ext cx="2727999" cy="5143500"/>
          </a:xfrm>
          <a:prstGeom prst="rect">
            <a:avLst/>
          </a:prstGeom>
        </p:spPr>
      </p:pic>
      <p:sp>
        <p:nvSpPr>
          <p:cNvPr id="409" name="Google Shape;409;p39"/>
          <p:cNvSpPr/>
          <p:nvPr/>
        </p:nvSpPr>
        <p:spPr>
          <a:xfrm flipH="1">
            <a:off x="1891651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39"/>
          <p:cNvSpPr txBox="1">
            <a:spLocks noGrp="1"/>
          </p:cNvSpPr>
          <p:nvPr>
            <p:ph type="subTitle" idx="1"/>
          </p:nvPr>
        </p:nvSpPr>
        <p:spPr>
          <a:xfrm>
            <a:off x="2651766" y="1046249"/>
            <a:ext cx="6234325" cy="377471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/>
                </a:solidFill>
              </a:rPr>
              <a:t>Malaysia’s transit management faces a critical bottleneck in accurately forecasting daily ridership due to complex, interrelated spatial and temporal factors.</a:t>
            </a:r>
          </a:p>
          <a:p>
            <a:pPr marL="0" lvl="0" indent="0" algn="l" rtl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800" dirty="0">
              <a:solidFill>
                <a:schemeClr val="bg2"/>
              </a:solidFill>
            </a:endParaRPr>
          </a:p>
          <a:p>
            <a:pPr marL="0" lvl="0" indent="0" algn="l" rtl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/>
                </a:solidFill>
              </a:rPr>
              <a:t>Historical transit data in Malaysia are distorted by extreme anomalies that will introduce predictive bias and masks normal urban mobility patterns.</a:t>
            </a:r>
          </a:p>
          <a:p>
            <a:pPr marL="0" lvl="0" indent="0" algn="l" rtl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" sz="1800" dirty="0">
              <a:solidFill>
                <a:schemeClr val="bg2"/>
              </a:solidFill>
            </a:endParaRPr>
          </a:p>
          <a:p>
            <a:pPr marL="0" lvl="0" indent="0" algn="l" rtl="0"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dirty="0">
                <a:solidFill>
                  <a:schemeClr val="bg2"/>
                </a:solidFill>
              </a:rPr>
              <a:t>Lack of a robust, reliable forecasting model that can absorb the noisy data and focus on normal trends.</a:t>
            </a:r>
          </a:p>
        </p:txBody>
      </p:sp>
      <p:cxnSp>
        <p:nvCxnSpPr>
          <p:cNvPr id="413" name="Google Shape;413;p39"/>
          <p:cNvCxnSpPr/>
          <p:nvPr/>
        </p:nvCxnSpPr>
        <p:spPr>
          <a:xfrm>
            <a:off x="-6600" y="4652007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14" name="Google Shape;414;p39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sp>
        <p:nvSpPr>
          <p:cNvPr id="4" name="Google Shape;222;p32">
            <a:extLst>
              <a:ext uri="{FF2B5EF4-FFF2-40B4-BE49-F238E27FC236}">
                <a16:creationId xmlns:a16="http://schemas.microsoft.com/office/drawing/2014/main" id="{11BAEF56-80B0-FCB6-0E7E-C279E5956B07}"/>
              </a:ext>
            </a:extLst>
          </p:cNvPr>
          <p:cNvSpPr txBox="1">
            <a:spLocks/>
          </p:cNvSpPr>
          <p:nvPr/>
        </p:nvSpPr>
        <p:spPr>
          <a:xfrm>
            <a:off x="2631234" y="402349"/>
            <a:ext cx="6055566" cy="6439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Montserrat ExtraBold"/>
              <a:buNone/>
              <a:defRPr sz="6800" b="0" i="0" u="none" strike="noStrike" cap="none">
                <a:solidFill>
                  <a:schemeClr val="dk2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600"/>
              <a:buFont typeface="Raleway"/>
              <a:buNone/>
              <a:defRPr sz="9600" b="1" i="0" u="none" strike="noStrike" cap="non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r>
              <a:rPr lang="en-MY" sz="2800" dirty="0">
                <a:solidFill>
                  <a:schemeClr val="tx1"/>
                </a:solidFill>
              </a:rPr>
              <a:t>Research Problem Statement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EFA97DD8-7106-3F45-2761-50817E9D1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3E611C2D-7A6B-F41C-8EFC-24F879636212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57C866FB-B745-CB21-BCEC-1538E9D6C8F8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803784DA-3194-92A6-A6FF-48DF869A4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Questioning Objectives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95BD7FF6-3A96-D872-DEC1-05E7554084C4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03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603B5CB3-7E34-F225-A35C-A7542BF58D7E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4456455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427A7-68DE-E377-B333-1371EEFB3F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E8DF0E67-2D4D-E3EF-2A95-942009BF8B82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Research Questions &amp; Objectives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7AD2893-0250-CE36-D3C9-2942FC5A5A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716856"/>
              </p:ext>
            </p:extLst>
          </p:nvPr>
        </p:nvGraphicFramePr>
        <p:xfrm>
          <a:off x="339969" y="758286"/>
          <a:ext cx="8487508" cy="425222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3446585">
                  <a:extLst>
                    <a:ext uri="{9D8B030D-6E8A-4147-A177-3AD203B41FA5}">
                      <a16:colId xmlns:a16="http://schemas.microsoft.com/office/drawing/2014/main" val="3127640260"/>
                    </a:ext>
                  </a:extLst>
                </a:gridCol>
                <a:gridCol w="5040923">
                  <a:extLst>
                    <a:ext uri="{9D8B030D-6E8A-4147-A177-3AD203B41FA5}">
                      <a16:colId xmlns:a16="http://schemas.microsoft.com/office/drawing/2014/main" val="2943163694"/>
                    </a:ext>
                  </a:extLst>
                </a:gridCol>
              </a:tblGrid>
              <a:tr h="362469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Research Questions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Research Objectives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8782053"/>
                  </a:ext>
                </a:extLst>
              </a:tr>
              <a:tr h="98160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What are the primary spatial and temporal factors (e.g. weather, POIs, population density) that heavily affect public transit ridership trends in Malaysia?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identify and categorize the primary spatial and temporal factors affecting Malaysian public transit ridership through a systematic analysis of historical performance data.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806481"/>
                  </a:ext>
                </a:extLst>
              </a:tr>
              <a:tr h="12109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How accurately and consistently can existing DL architectures (</a:t>
                      </a:r>
                      <a:r>
                        <a:rPr lang="en-MY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spatio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-temporal, graph-based, and attention-based) compare against each other and proposed model in predicting Malaysia’s public transit ridership?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develop and propose Hybrid Multi-scale Temporal Spatio-Feature (HMT-TSF) Forecaster that integrates Malaysia’s spatial and temporal data to estimate future ridership trends with a combined accuracy of 75% with R</a:t>
                      </a:r>
                      <a:r>
                        <a:rPr lang="en-MY" sz="1200" b="0" i="0" u="none" strike="noStrike" cap="none" baseline="300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 of 0.7.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6945317"/>
                  </a:ext>
                </a:extLst>
              </a:tr>
              <a:tr h="775878"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How does the inclusion of extreme data anomalies, specifically the Malaysia’s MCO period, impact the predictive accuracy and bias of existing DL models and proposed model?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benchmark the proposed model against existing baseline, </a:t>
                      </a:r>
                      <a:r>
                        <a:rPr lang="en-MY" sz="1200" b="0" i="0" u="none" strike="noStrike" cap="none" dirty="0" err="1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spatio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-temporal-based, graph-based and attention-based models using combined MAE, RMSE, MAPE, and R</a:t>
                      </a:r>
                      <a:r>
                        <a:rPr lang="en-MY" sz="1200" b="0" i="0" u="none" strike="noStrike" cap="none" baseline="300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7446140"/>
                  </a:ext>
                </a:extLst>
              </a:tr>
              <a:tr h="775878">
                <a:tc vMerge="1">
                  <a:txBody>
                    <a:bodyPr/>
                    <a:lstStyle/>
                    <a:p>
                      <a:endParaRPr lang="en-MY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ts val="185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200" b="0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To evaluate and compare model performance across two distinct dataset segmentations (with and without MCO period) to determine the impact of extreme outlier data on predictive bias.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31437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17570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8151A376-D63F-CA8D-A466-27CC6F6851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C0339EB3-C292-1AE5-0FE8-4309EF177F52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C68A22D6-F86A-7B56-2F49-7452B645EB59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E793C7F4-DD87-B129-096C-86250383247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Scoping Down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338573FC-F014-AE55-E4E1-B8865D9A89E6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4745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F0FBAB7F-B8AF-F371-F278-EE7B738AAA11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1786685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6"/>
          <p:cNvSpPr txBox="1">
            <a:spLocks noGrp="1"/>
          </p:cNvSpPr>
          <p:nvPr>
            <p:ph type="subTitle" idx="6"/>
          </p:nvPr>
        </p:nvSpPr>
        <p:spPr>
          <a:xfrm>
            <a:off x="773220" y="2947775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Geographical Focus</a:t>
            </a:r>
            <a:endParaRPr dirty="0"/>
          </a:p>
        </p:txBody>
      </p:sp>
      <p:sp>
        <p:nvSpPr>
          <p:cNvPr id="295" name="Google Shape;295;p36"/>
          <p:cNvSpPr txBox="1">
            <a:spLocks noGrp="1"/>
          </p:cNvSpPr>
          <p:nvPr>
            <p:ph type="subTitle" idx="1"/>
          </p:nvPr>
        </p:nvSpPr>
        <p:spPr>
          <a:xfrm>
            <a:off x="384720" y="1594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Baseline LSTM, 4 spatio-temporal models, 5 graph models, and 4 attention models.</a:t>
            </a:r>
            <a:endParaRPr sz="1400" dirty="0"/>
          </a:p>
        </p:txBody>
      </p:sp>
      <p:sp>
        <p:nvSpPr>
          <p:cNvPr id="296" name="Google Shape;296;p36"/>
          <p:cNvSpPr txBox="1">
            <a:spLocks noGrp="1"/>
          </p:cNvSpPr>
          <p:nvPr>
            <p:ph type="subTitle" idx="2"/>
          </p:nvPr>
        </p:nvSpPr>
        <p:spPr>
          <a:xfrm>
            <a:off x="4333820" y="15941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/>
            <a:r>
              <a:rPr lang="en" sz="1400" dirty="0"/>
              <a:t>Combined MAE, RMSE, and MAPE as overall accuracy metrics &amp; </a:t>
            </a:r>
            <a:r>
              <a:rPr lang="en-MY" sz="1400" dirty="0"/>
              <a:t>R</a:t>
            </a:r>
            <a:r>
              <a:rPr lang="en-MY" sz="1400" baseline="30000" dirty="0"/>
              <a:t>2</a:t>
            </a:r>
            <a:endParaRPr sz="1400" dirty="0"/>
          </a:p>
        </p:txBody>
      </p:sp>
      <p:sp>
        <p:nvSpPr>
          <p:cNvPr id="297" name="Google Shape;297;p36"/>
          <p:cNvSpPr txBox="1">
            <a:spLocks noGrp="1"/>
          </p:cNvSpPr>
          <p:nvPr>
            <p:ph type="subTitle" idx="3"/>
          </p:nvPr>
        </p:nvSpPr>
        <p:spPr>
          <a:xfrm>
            <a:off x="384720" y="3318775"/>
            <a:ext cx="375480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dirty="0"/>
              <a:t>Bus, urban rail, commuter transit networks with available data throughout whole Malaysia.</a:t>
            </a:r>
            <a:endParaRPr sz="1400" dirty="0"/>
          </a:p>
        </p:txBody>
      </p:sp>
      <p:sp>
        <p:nvSpPr>
          <p:cNvPr id="298" name="Google Shape;298;p36"/>
          <p:cNvSpPr txBox="1">
            <a:spLocks noGrp="1"/>
          </p:cNvSpPr>
          <p:nvPr>
            <p:ph type="subTitle" idx="4"/>
          </p:nvPr>
        </p:nvSpPr>
        <p:spPr>
          <a:xfrm>
            <a:off x="4340720" y="3318775"/>
            <a:ext cx="4349320" cy="116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Without MCO segment: </a:t>
            </a:r>
            <a:r>
              <a:rPr lang="en" sz="1400" dirty="0"/>
              <a:t>1 Jan 2022 – 31 Dec 2025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1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b="1" dirty="0"/>
              <a:t>With MCO segment: </a:t>
            </a:r>
            <a:r>
              <a:rPr lang="en" sz="1400" dirty="0"/>
              <a:t>1 Jan 2019 – 31 Dec 2025</a:t>
            </a:r>
            <a:endParaRPr sz="1400" dirty="0"/>
          </a:p>
        </p:txBody>
      </p:sp>
      <p:sp>
        <p:nvSpPr>
          <p:cNvPr id="299" name="Google Shape;299;p36"/>
          <p:cNvSpPr txBox="1">
            <a:spLocks noGrp="1"/>
          </p:cNvSpPr>
          <p:nvPr>
            <p:ph type="subTitle" idx="5"/>
          </p:nvPr>
        </p:nvSpPr>
        <p:spPr>
          <a:xfrm>
            <a:off x="773220" y="12230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Models Compared</a:t>
            </a:r>
            <a:endParaRPr dirty="0"/>
          </a:p>
        </p:txBody>
      </p:sp>
      <p:sp>
        <p:nvSpPr>
          <p:cNvPr id="300" name="Google Shape;300;p36"/>
          <p:cNvSpPr txBox="1">
            <a:spLocks noGrp="1"/>
          </p:cNvSpPr>
          <p:nvPr>
            <p:ph type="subTitle" idx="7"/>
          </p:nvPr>
        </p:nvSpPr>
        <p:spPr>
          <a:xfrm>
            <a:off x="4722270" y="1223013"/>
            <a:ext cx="3366300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Evaluation Metrics</a:t>
            </a:r>
            <a:endParaRPr dirty="0"/>
          </a:p>
        </p:txBody>
      </p:sp>
      <p:sp>
        <p:nvSpPr>
          <p:cNvPr id="301" name="Google Shape;301;p36"/>
          <p:cNvSpPr txBox="1">
            <a:spLocks noGrp="1"/>
          </p:cNvSpPr>
          <p:nvPr>
            <p:ph type="subTitle" idx="8"/>
          </p:nvPr>
        </p:nvSpPr>
        <p:spPr>
          <a:xfrm>
            <a:off x="4722244" y="2947775"/>
            <a:ext cx="3574475" cy="48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MCO Period Segmentation</a:t>
            </a:r>
            <a:endParaRPr dirty="0"/>
          </a:p>
        </p:txBody>
      </p:sp>
      <p:grpSp>
        <p:nvGrpSpPr>
          <p:cNvPr id="302" name="Google Shape;302;p36"/>
          <p:cNvGrpSpPr/>
          <p:nvPr/>
        </p:nvGrpSpPr>
        <p:grpSpPr>
          <a:xfrm>
            <a:off x="4438025" y="1353835"/>
            <a:ext cx="222277" cy="222277"/>
            <a:chOff x="996025" y="1574025"/>
            <a:chExt cx="341125" cy="341125"/>
          </a:xfrm>
        </p:grpSpPr>
        <p:sp>
          <p:nvSpPr>
            <p:cNvPr id="303" name="Google Shape;303;p36"/>
            <p:cNvSpPr/>
            <p:nvPr/>
          </p:nvSpPr>
          <p:spPr>
            <a:xfrm>
              <a:off x="1117625" y="1799650"/>
              <a:ext cx="38975" cy="115500"/>
            </a:xfrm>
            <a:custGeom>
              <a:avLst/>
              <a:gdLst/>
              <a:ahLst/>
              <a:cxnLst/>
              <a:rect l="l" t="t" r="r" b="b"/>
              <a:pathLst>
                <a:path w="1559" h="4620" extrusionOk="0">
                  <a:moveTo>
                    <a:pt x="1" y="0"/>
                  </a:moveTo>
                  <a:lnTo>
                    <a:pt x="765" y="4619"/>
                  </a:lnTo>
                  <a:lnTo>
                    <a:pt x="1558" y="4619"/>
                  </a:lnTo>
                  <a:lnTo>
                    <a:pt x="1558" y="156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4" name="Google Shape;304;p36"/>
            <p:cNvSpPr/>
            <p:nvPr/>
          </p:nvSpPr>
          <p:spPr>
            <a:xfrm>
              <a:off x="1216675" y="1790425"/>
              <a:ext cx="49850" cy="124725"/>
            </a:xfrm>
            <a:custGeom>
              <a:avLst/>
              <a:gdLst/>
              <a:ahLst/>
              <a:cxnLst/>
              <a:rect l="l" t="t" r="r" b="b"/>
              <a:pathLst>
                <a:path w="1994" h="4989" extrusionOk="0">
                  <a:moveTo>
                    <a:pt x="829" y="0"/>
                  </a:moveTo>
                  <a:lnTo>
                    <a:pt x="0" y="4988"/>
                  </a:lnTo>
                  <a:lnTo>
                    <a:pt x="1994" y="4988"/>
                  </a:lnTo>
                  <a:lnTo>
                    <a:pt x="1994" y="229"/>
                  </a:lnTo>
                  <a:lnTo>
                    <a:pt x="829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5" name="Google Shape;305;p36"/>
            <p:cNvSpPr/>
            <p:nvPr/>
          </p:nvSpPr>
          <p:spPr>
            <a:xfrm>
              <a:off x="1066675" y="1790425"/>
              <a:ext cx="49875" cy="124725"/>
            </a:xfrm>
            <a:custGeom>
              <a:avLst/>
              <a:gdLst/>
              <a:ahLst/>
              <a:cxnLst/>
              <a:rect l="l" t="t" r="r" b="b"/>
              <a:pathLst>
                <a:path w="1995" h="4989" extrusionOk="0">
                  <a:moveTo>
                    <a:pt x="1166" y="0"/>
                  </a:moveTo>
                  <a:lnTo>
                    <a:pt x="1" y="229"/>
                  </a:lnTo>
                  <a:lnTo>
                    <a:pt x="1" y="4988"/>
                  </a:lnTo>
                  <a:lnTo>
                    <a:pt x="1994" y="4988"/>
                  </a:lnTo>
                  <a:lnTo>
                    <a:pt x="1166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6" name="Google Shape;306;p36"/>
            <p:cNvSpPr/>
            <p:nvPr/>
          </p:nvSpPr>
          <p:spPr>
            <a:xfrm>
              <a:off x="1176575" y="1799650"/>
              <a:ext cx="39000" cy="115500"/>
            </a:xfrm>
            <a:custGeom>
              <a:avLst/>
              <a:gdLst/>
              <a:ahLst/>
              <a:cxnLst/>
              <a:rect l="l" t="t" r="r" b="b"/>
              <a:pathLst>
                <a:path w="1560" h="4620" extrusionOk="0">
                  <a:moveTo>
                    <a:pt x="1560" y="0"/>
                  </a:moveTo>
                  <a:lnTo>
                    <a:pt x="1" y="1560"/>
                  </a:lnTo>
                  <a:lnTo>
                    <a:pt x="1" y="4619"/>
                  </a:lnTo>
                  <a:lnTo>
                    <a:pt x="794" y="4619"/>
                  </a:lnTo>
                  <a:lnTo>
                    <a:pt x="156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7" name="Google Shape;307;p36"/>
            <p:cNvSpPr/>
            <p:nvPr/>
          </p:nvSpPr>
          <p:spPr>
            <a:xfrm>
              <a:off x="1286525" y="1800050"/>
              <a:ext cx="50625" cy="115100"/>
            </a:xfrm>
            <a:custGeom>
              <a:avLst/>
              <a:gdLst/>
              <a:ahLst/>
              <a:cxnLst/>
              <a:rect l="l" t="t" r="r" b="b"/>
              <a:pathLst>
                <a:path w="2025" h="4604" extrusionOk="0">
                  <a:moveTo>
                    <a:pt x="0" y="1"/>
                  </a:moveTo>
                  <a:lnTo>
                    <a:pt x="0" y="4603"/>
                  </a:lnTo>
                  <a:lnTo>
                    <a:pt x="1626" y="4603"/>
                  </a:lnTo>
                  <a:cubicBezTo>
                    <a:pt x="1846" y="4603"/>
                    <a:pt x="2025" y="4425"/>
                    <a:pt x="2025" y="4203"/>
                  </a:cubicBezTo>
                  <a:lnTo>
                    <a:pt x="2025" y="1380"/>
                  </a:lnTo>
                  <a:cubicBezTo>
                    <a:pt x="2023" y="797"/>
                    <a:pt x="1604" y="297"/>
                    <a:pt x="1029" y="197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8" name="Google Shape;308;p36"/>
            <p:cNvSpPr/>
            <p:nvPr/>
          </p:nvSpPr>
          <p:spPr>
            <a:xfrm>
              <a:off x="996025" y="1800050"/>
              <a:ext cx="50675" cy="115100"/>
            </a:xfrm>
            <a:custGeom>
              <a:avLst/>
              <a:gdLst/>
              <a:ahLst/>
              <a:cxnLst/>
              <a:rect l="l" t="t" r="r" b="b"/>
              <a:pathLst>
                <a:path w="2027" h="4604" extrusionOk="0">
                  <a:moveTo>
                    <a:pt x="2026" y="1"/>
                  </a:moveTo>
                  <a:lnTo>
                    <a:pt x="990" y="199"/>
                  </a:lnTo>
                  <a:cubicBezTo>
                    <a:pt x="417" y="300"/>
                    <a:pt x="1" y="798"/>
                    <a:pt x="1" y="1380"/>
                  </a:cubicBezTo>
                  <a:lnTo>
                    <a:pt x="1" y="4203"/>
                  </a:lnTo>
                  <a:cubicBezTo>
                    <a:pt x="1" y="4425"/>
                    <a:pt x="179" y="4603"/>
                    <a:pt x="401" y="4603"/>
                  </a:cubicBezTo>
                  <a:lnTo>
                    <a:pt x="2026" y="4603"/>
                  </a:lnTo>
                  <a:lnTo>
                    <a:pt x="20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9" name="Google Shape;309;p36"/>
            <p:cNvSpPr/>
            <p:nvPr/>
          </p:nvSpPr>
          <p:spPr>
            <a:xfrm>
              <a:off x="1126625" y="1773450"/>
              <a:ext cx="79950" cy="46975"/>
            </a:xfrm>
            <a:custGeom>
              <a:avLst/>
              <a:gdLst/>
              <a:ahLst/>
              <a:cxnLst/>
              <a:rect l="l" t="t" r="r" b="b"/>
              <a:pathLst>
                <a:path w="3198" h="1879" extrusionOk="0">
                  <a:moveTo>
                    <a:pt x="1" y="0"/>
                  </a:moveTo>
                  <a:lnTo>
                    <a:pt x="1" y="279"/>
                  </a:lnTo>
                  <a:lnTo>
                    <a:pt x="1599" y="1878"/>
                  </a:lnTo>
                  <a:lnTo>
                    <a:pt x="3198" y="279"/>
                  </a:lnTo>
                  <a:lnTo>
                    <a:pt x="3198" y="0"/>
                  </a:lnTo>
                  <a:cubicBezTo>
                    <a:pt x="2725" y="275"/>
                    <a:pt x="2185" y="444"/>
                    <a:pt x="1599" y="444"/>
                  </a:cubicBezTo>
                  <a:cubicBezTo>
                    <a:pt x="1014" y="444"/>
                    <a:pt x="473" y="275"/>
                    <a:pt x="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0" name="Google Shape;310;p36"/>
            <p:cNvSpPr/>
            <p:nvPr/>
          </p:nvSpPr>
          <p:spPr>
            <a:xfrm>
              <a:off x="1106625" y="1658550"/>
              <a:ext cx="119975" cy="106025"/>
            </a:xfrm>
            <a:custGeom>
              <a:avLst/>
              <a:gdLst/>
              <a:ahLst/>
              <a:cxnLst/>
              <a:rect l="l" t="t" r="r" b="b"/>
              <a:pathLst>
                <a:path w="4799" h="4241" extrusionOk="0">
                  <a:moveTo>
                    <a:pt x="0" y="1"/>
                  </a:moveTo>
                  <a:lnTo>
                    <a:pt x="0" y="1842"/>
                  </a:lnTo>
                  <a:cubicBezTo>
                    <a:pt x="0" y="3167"/>
                    <a:pt x="1074" y="4240"/>
                    <a:pt x="2399" y="4240"/>
                  </a:cubicBezTo>
                  <a:cubicBezTo>
                    <a:pt x="3723" y="4240"/>
                    <a:pt x="4798" y="3167"/>
                    <a:pt x="4798" y="1842"/>
                  </a:cubicBezTo>
                  <a:lnTo>
                    <a:pt x="4798" y="1"/>
                  </a:lnTo>
                  <a:cubicBezTo>
                    <a:pt x="4359" y="397"/>
                    <a:pt x="3790" y="617"/>
                    <a:pt x="3199" y="617"/>
                  </a:cubicBezTo>
                  <a:lnTo>
                    <a:pt x="1600" y="617"/>
                  </a:lnTo>
                  <a:cubicBezTo>
                    <a:pt x="1009" y="617"/>
                    <a:pt x="439" y="397"/>
                    <a:pt x="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1" name="Google Shape;311;p36"/>
            <p:cNvSpPr/>
            <p:nvPr/>
          </p:nvSpPr>
          <p:spPr>
            <a:xfrm>
              <a:off x="1090525" y="1574025"/>
              <a:ext cx="152150" cy="30000"/>
            </a:xfrm>
            <a:custGeom>
              <a:avLst/>
              <a:gdLst/>
              <a:ahLst/>
              <a:cxnLst/>
              <a:rect l="l" t="t" r="r" b="b"/>
              <a:pathLst>
                <a:path w="6086" h="1200" extrusionOk="0">
                  <a:moveTo>
                    <a:pt x="491" y="0"/>
                  </a:moveTo>
                  <a:cubicBezTo>
                    <a:pt x="194" y="0"/>
                    <a:pt x="1" y="313"/>
                    <a:pt x="134" y="579"/>
                  </a:cubicBezTo>
                  <a:lnTo>
                    <a:pt x="445" y="1199"/>
                  </a:lnTo>
                  <a:lnTo>
                    <a:pt x="5641" y="1199"/>
                  </a:lnTo>
                  <a:lnTo>
                    <a:pt x="5951" y="579"/>
                  </a:lnTo>
                  <a:cubicBezTo>
                    <a:pt x="6086" y="313"/>
                    <a:pt x="5891" y="0"/>
                    <a:pt x="559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2" name="Google Shape;312;p36"/>
            <p:cNvSpPr/>
            <p:nvPr/>
          </p:nvSpPr>
          <p:spPr>
            <a:xfrm>
              <a:off x="1108025" y="1623975"/>
              <a:ext cx="117125" cy="30025"/>
            </a:xfrm>
            <a:custGeom>
              <a:avLst/>
              <a:gdLst/>
              <a:ahLst/>
              <a:cxnLst/>
              <a:rect l="l" t="t" r="r" b="b"/>
              <a:pathLst>
                <a:path w="4685" h="1201" extrusionOk="0">
                  <a:moveTo>
                    <a:pt x="1" y="0"/>
                  </a:moveTo>
                  <a:cubicBezTo>
                    <a:pt x="179" y="688"/>
                    <a:pt x="801" y="1201"/>
                    <a:pt x="1544" y="1201"/>
                  </a:cubicBezTo>
                  <a:lnTo>
                    <a:pt x="3143" y="1201"/>
                  </a:lnTo>
                  <a:cubicBezTo>
                    <a:pt x="3886" y="1201"/>
                    <a:pt x="4506" y="688"/>
                    <a:pt x="46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3" name="Google Shape;313;p36"/>
          <p:cNvGrpSpPr/>
          <p:nvPr/>
        </p:nvGrpSpPr>
        <p:grpSpPr>
          <a:xfrm>
            <a:off x="4437998" y="3063293"/>
            <a:ext cx="164772" cy="252876"/>
            <a:chOff x="1062925" y="2118150"/>
            <a:chExt cx="222275" cy="341125"/>
          </a:xfrm>
        </p:grpSpPr>
        <p:sp>
          <p:nvSpPr>
            <p:cNvPr id="314" name="Google Shape;314;p36"/>
            <p:cNvSpPr/>
            <p:nvPr/>
          </p:nvSpPr>
          <p:spPr>
            <a:xfrm>
              <a:off x="1062925" y="2118150"/>
              <a:ext cx="221950" cy="104100"/>
            </a:xfrm>
            <a:custGeom>
              <a:avLst/>
              <a:gdLst/>
              <a:ahLst/>
              <a:cxnLst/>
              <a:rect l="l" t="t" r="r" b="b"/>
              <a:pathLst>
                <a:path w="8878" h="4164" extrusionOk="0">
                  <a:moveTo>
                    <a:pt x="6193" y="799"/>
                  </a:moveTo>
                  <a:lnTo>
                    <a:pt x="5793" y="1600"/>
                  </a:lnTo>
                  <a:lnTo>
                    <a:pt x="3089" y="1600"/>
                  </a:lnTo>
                  <a:lnTo>
                    <a:pt x="2689" y="799"/>
                  </a:lnTo>
                  <a:close/>
                  <a:moveTo>
                    <a:pt x="1243" y="1"/>
                  </a:moveTo>
                  <a:cubicBezTo>
                    <a:pt x="1137" y="1"/>
                    <a:pt x="1035" y="42"/>
                    <a:pt x="960" y="117"/>
                  </a:cubicBezTo>
                  <a:lnTo>
                    <a:pt x="161" y="918"/>
                  </a:lnTo>
                  <a:cubicBezTo>
                    <a:pt x="2" y="1073"/>
                    <a:pt x="0" y="1328"/>
                    <a:pt x="158" y="1486"/>
                  </a:cubicBezTo>
                  <a:cubicBezTo>
                    <a:pt x="236" y="1564"/>
                    <a:pt x="338" y="1603"/>
                    <a:pt x="440" y="1603"/>
                  </a:cubicBezTo>
                  <a:cubicBezTo>
                    <a:pt x="544" y="1603"/>
                    <a:pt x="648" y="1563"/>
                    <a:pt x="727" y="1483"/>
                  </a:cubicBezTo>
                  <a:lnTo>
                    <a:pt x="1409" y="799"/>
                  </a:lnTo>
                  <a:lnTo>
                    <a:pt x="1797" y="799"/>
                  </a:lnTo>
                  <a:lnTo>
                    <a:pt x="2233" y="1674"/>
                  </a:lnTo>
                  <a:cubicBezTo>
                    <a:pt x="1071" y="1935"/>
                    <a:pt x="186" y="2949"/>
                    <a:pt x="71" y="4163"/>
                  </a:cubicBezTo>
                  <a:lnTo>
                    <a:pt x="1865" y="3267"/>
                  </a:lnTo>
                  <a:cubicBezTo>
                    <a:pt x="1945" y="3237"/>
                    <a:pt x="1964" y="3224"/>
                    <a:pt x="2044" y="3224"/>
                  </a:cubicBezTo>
                  <a:lnTo>
                    <a:pt x="6841" y="3224"/>
                  </a:lnTo>
                  <a:cubicBezTo>
                    <a:pt x="6923" y="3224"/>
                    <a:pt x="6936" y="3237"/>
                    <a:pt x="7019" y="3267"/>
                  </a:cubicBezTo>
                  <a:lnTo>
                    <a:pt x="8813" y="4163"/>
                  </a:lnTo>
                  <a:cubicBezTo>
                    <a:pt x="8699" y="2949"/>
                    <a:pt x="7813" y="1935"/>
                    <a:pt x="6651" y="1674"/>
                  </a:cubicBezTo>
                  <a:lnTo>
                    <a:pt x="7088" y="799"/>
                  </a:lnTo>
                  <a:lnTo>
                    <a:pt x="7473" y="799"/>
                  </a:lnTo>
                  <a:lnTo>
                    <a:pt x="8157" y="1483"/>
                  </a:lnTo>
                  <a:cubicBezTo>
                    <a:pt x="8235" y="1561"/>
                    <a:pt x="8337" y="1601"/>
                    <a:pt x="8439" y="1601"/>
                  </a:cubicBezTo>
                  <a:cubicBezTo>
                    <a:pt x="8541" y="1601"/>
                    <a:pt x="8644" y="1561"/>
                    <a:pt x="8721" y="1483"/>
                  </a:cubicBezTo>
                  <a:cubicBezTo>
                    <a:pt x="8878" y="1327"/>
                    <a:pt x="8878" y="1074"/>
                    <a:pt x="8721" y="918"/>
                  </a:cubicBezTo>
                  <a:lnTo>
                    <a:pt x="7921" y="117"/>
                  </a:lnTo>
                  <a:cubicBezTo>
                    <a:pt x="7847" y="42"/>
                    <a:pt x="7745" y="1"/>
                    <a:pt x="763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" name="Google Shape;315;p36"/>
            <p:cNvSpPr/>
            <p:nvPr/>
          </p:nvSpPr>
          <p:spPr>
            <a:xfrm>
              <a:off x="1063075" y="2314875"/>
              <a:ext cx="222125" cy="144400"/>
            </a:xfrm>
            <a:custGeom>
              <a:avLst/>
              <a:gdLst/>
              <a:ahLst/>
              <a:cxnLst/>
              <a:rect l="l" t="t" r="r" b="b"/>
              <a:pathLst>
                <a:path w="8885" h="5776" extrusionOk="0">
                  <a:moveTo>
                    <a:pt x="2036" y="1752"/>
                  </a:moveTo>
                  <a:cubicBezTo>
                    <a:pt x="2394" y="1752"/>
                    <a:pt x="2571" y="2183"/>
                    <a:pt x="2320" y="2434"/>
                  </a:cubicBezTo>
                  <a:cubicBezTo>
                    <a:pt x="2238" y="2516"/>
                    <a:pt x="2138" y="2552"/>
                    <a:pt x="2040" y="2552"/>
                  </a:cubicBezTo>
                  <a:cubicBezTo>
                    <a:pt x="1834" y="2552"/>
                    <a:pt x="1638" y="2393"/>
                    <a:pt x="1638" y="2152"/>
                  </a:cubicBezTo>
                  <a:cubicBezTo>
                    <a:pt x="1638" y="1930"/>
                    <a:pt x="1816" y="1752"/>
                    <a:pt x="2036" y="1752"/>
                  </a:cubicBezTo>
                  <a:close/>
                  <a:moveTo>
                    <a:pt x="6834" y="1752"/>
                  </a:moveTo>
                  <a:cubicBezTo>
                    <a:pt x="7190" y="1752"/>
                    <a:pt x="7368" y="2181"/>
                    <a:pt x="7116" y="2434"/>
                  </a:cubicBezTo>
                  <a:cubicBezTo>
                    <a:pt x="7035" y="2516"/>
                    <a:pt x="6935" y="2552"/>
                    <a:pt x="6836" y="2552"/>
                  </a:cubicBezTo>
                  <a:cubicBezTo>
                    <a:pt x="6631" y="2552"/>
                    <a:pt x="6434" y="2393"/>
                    <a:pt x="6434" y="2152"/>
                  </a:cubicBezTo>
                  <a:cubicBezTo>
                    <a:pt x="6434" y="1930"/>
                    <a:pt x="6612" y="1752"/>
                    <a:pt x="6834" y="1752"/>
                  </a:cubicBezTo>
                  <a:close/>
                  <a:moveTo>
                    <a:pt x="40" y="1"/>
                  </a:moveTo>
                  <a:lnTo>
                    <a:pt x="40" y="2152"/>
                  </a:lnTo>
                  <a:cubicBezTo>
                    <a:pt x="40" y="2970"/>
                    <a:pt x="535" y="3699"/>
                    <a:pt x="1240" y="4008"/>
                  </a:cubicBezTo>
                  <a:lnTo>
                    <a:pt x="157" y="5093"/>
                  </a:lnTo>
                  <a:cubicBezTo>
                    <a:pt x="0" y="5250"/>
                    <a:pt x="0" y="5502"/>
                    <a:pt x="157" y="5659"/>
                  </a:cubicBezTo>
                  <a:cubicBezTo>
                    <a:pt x="235" y="5736"/>
                    <a:pt x="337" y="5775"/>
                    <a:pt x="439" y="5775"/>
                  </a:cubicBezTo>
                  <a:cubicBezTo>
                    <a:pt x="542" y="5775"/>
                    <a:pt x="644" y="5736"/>
                    <a:pt x="722" y="5659"/>
                  </a:cubicBezTo>
                  <a:lnTo>
                    <a:pt x="2203" y="4176"/>
                  </a:lnTo>
                  <a:lnTo>
                    <a:pt x="6670" y="4176"/>
                  </a:lnTo>
                  <a:lnTo>
                    <a:pt x="8144" y="5652"/>
                  </a:lnTo>
                  <a:cubicBezTo>
                    <a:pt x="8224" y="5731"/>
                    <a:pt x="8331" y="5774"/>
                    <a:pt x="8438" y="5774"/>
                  </a:cubicBezTo>
                  <a:cubicBezTo>
                    <a:pt x="8525" y="5774"/>
                    <a:pt x="8611" y="5746"/>
                    <a:pt x="8683" y="5688"/>
                  </a:cubicBezTo>
                  <a:cubicBezTo>
                    <a:pt x="8870" y="5539"/>
                    <a:pt x="8885" y="5262"/>
                    <a:pt x="8717" y="5092"/>
                  </a:cubicBezTo>
                  <a:lnTo>
                    <a:pt x="7631" y="4008"/>
                  </a:lnTo>
                  <a:cubicBezTo>
                    <a:pt x="8339" y="3699"/>
                    <a:pt x="8833" y="2968"/>
                    <a:pt x="8833" y="2150"/>
                  </a:cubicBezTo>
                  <a:lnTo>
                    <a:pt x="8833" y="1"/>
                  </a:lnTo>
                  <a:lnTo>
                    <a:pt x="7014" y="910"/>
                  </a:lnTo>
                  <a:cubicBezTo>
                    <a:pt x="6933" y="938"/>
                    <a:pt x="6915" y="953"/>
                    <a:pt x="6835" y="953"/>
                  </a:cubicBezTo>
                  <a:lnTo>
                    <a:pt x="2038" y="953"/>
                  </a:lnTo>
                  <a:cubicBezTo>
                    <a:pt x="1957" y="953"/>
                    <a:pt x="1943" y="940"/>
                    <a:pt x="1859" y="910"/>
                  </a:cubicBezTo>
                  <a:lnTo>
                    <a:pt x="4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" name="Google Shape;316;p36"/>
            <p:cNvSpPr/>
            <p:nvPr/>
          </p:nvSpPr>
          <p:spPr>
            <a:xfrm>
              <a:off x="1243925" y="2224900"/>
              <a:ext cx="40000" cy="87625"/>
            </a:xfrm>
            <a:custGeom>
              <a:avLst/>
              <a:gdLst/>
              <a:ahLst/>
              <a:cxnLst/>
              <a:rect l="l" t="t" r="r" b="b"/>
              <a:pathLst>
                <a:path w="1600" h="3505" extrusionOk="0">
                  <a:moveTo>
                    <a:pt x="0" y="1"/>
                  </a:moveTo>
                  <a:lnTo>
                    <a:pt x="0" y="3505"/>
                  </a:lnTo>
                  <a:lnTo>
                    <a:pt x="1599" y="2705"/>
                  </a:lnTo>
                  <a:lnTo>
                    <a:pt x="1599" y="80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" name="Google Shape;317;p36"/>
            <p:cNvSpPr/>
            <p:nvPr/>
          </p:nvSpPr>
          <p:spPr>
            <a:xfrm>
              <a:off x="1124000" y="2218750"/>
              <a:ext cx="99975" cy="99950"/>
            </a:xfrm>
            <a:custGeom>
              <a:avLst/>
              <a:gdLst/>
              <a:ahLst/>
              <a:cxnLst/>
              <a:rect l="l" t="t" r="r" b="b"/>
              <a:pathLst>
                <a:path w="3999" h="3998" extrusionOk="0">
                  <a:moveTo>
                    <a:pt x="1" y="0"/>
                  </a:moveTo>
                  <a:lnTo>
                    <a:pt x="1" y="3998"/>
                  </a:lnTo>
                  <a:lnTo>
                    <a:pt x="3998" y="3998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" name="Google Shape;318;p36"/>
            <p:cNvSpPr/>
            <p:nvPr/>
          </p:nvSpPr>
          <p:spPr>
            <a:xfrm>
              <a:off x="1064050" y="2224900"/>
              <a:ext cx="40025" cy="87625"/>
            </a:xfrm>
            <a:custGeom>
              <a:avLst/>
              <a:gdLst/>
              <a:ahLst/>
              <a:cxnLst/>
              <a:rect l="l" t="t" r="r" b="b"/>
              <a:pathLst>
                <a:path w="1601" h="3505" extrusionOk="0">
                  <a:moveTo>
                    <a:pt x="1600" y="1"/>
                  </a:moveTo>
                  <a:lnTo>
                    <a:pt x="1" y="801"/>
                  </a:lnTo>
                  <a:lnTo>
                    <a:pt x="1" y="2705"/>
                  </a:lnTo>
                  <a:lnTo>
                    <a:pt x="1600" y="3505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19" name="Google Shape;319;p36"/>
          <p:cNvGrpSpPr/>
          <p:nvPr/>
        </p:nvGrpSpPr>
        <p:grpSpPr>
          <a:xfrm>
            <a:off x="480879" y="3063534"/>
            <a:ext cx="222284" cy="252398"/>
            <a:chOff x="257575" y="2681700"/>
            <a:chExt cx="300425" cy="341125"/>
          </a:xfrm>
        </p:grpSpPr>
        <p:sp>
          <p:nvSpPr>
            <p:cNvPr id="320" name="Google Shape;320;p36"/>
            <p:cNvSpPr/>
            <p:nvPr/>
          </p:nvSpPr>
          <p:spPr>
            <a:xfrm>
              <a:off x="257575" y="2681700"/>
              <a:ext cx="119950" cy="120625"/>
            </a:xfrm>
            <a:custGeom>
              <a:avLst/>
              <a:gdLst/>
              <a:ahLst/>
              <a:cxnLst/>
              <a:rect l="l" t="t" r="r" b="b"/>
              <a:pathLst>
                <a:path w="4798" h="4825" extrusionOk="0">
                  <a:moveTo>
                    <a:pt x="3199" y="1226"/>
                  </a:moveTo>
                  <a:cubicBezTo>
                    <a:pt x="3419" y="1226"/>
                    <a:pt x="3599" y="1405"/>
                    <a:pt x="3599" y="1626"/>
                  </a:cubicBezTo>
                  <a:lnTo>
                    <a:pt x="3599" y="3226"/>
                  </a:lnTo>
                  <a:cubicBezTo>
                    <a:pt x="3599" y="3446"/>
                    <a:pt x="3420" y="3626"/>
                    <a:pt x="3199" y="3626"/>
                  </a:cubicBezTo>
                  <a:lnTo>
                    <a:pt x="1599" y="3626"/>
                  </a:lnTo>
                  <a:cubicBezTo>
                    <a:pt x="1379" y="3626"/>
                    <a:pt x="1199" y="3446"/>
                    <a:pt x="1199" y="3226"/>
                  </a:cubicBezTo>
                  <a:lnTo>
                    <a:pt x="1199" y="1626"/>
                  </a:lnTo>
                  <a:cubicBezTo>
                    <a:pt x="1199" y="1405"/>
                    <a:pt x="1379" y="1226"/>
                    <a:pt x="1599" y="1226"/>
                  </a:cubicBezTo>
                  <a:close/>
                  <a:moveTo>
                    <a:pt x="400" y="1"/>
                  </a:moveTo>
                  <a:cubicBezTo>
                    <a:pt x="180" y="1"/>
                    <a:pt x="0" y="179"/>
                    <a:pt x="0" y="401"/>
                  </a:cubicBezTo>
                  <a:lnTo>
                    <a:pt x="0" y="4825"/>
                  </a:lnTo>
                  <a:lnTo>
                    <a:pt x="4798" y="4825"/>
                  </a:lnTo>
                  <a:lnTo>
                    <a:pt x="4798" y="401"/>
                  </a:lnTo>
                  <a:cubicBezTo>
                    <a:pt x="4798" y="179"/>
                    <a:pt x="4619" y="1"/>
                    <a:pt x="4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" name="Google Shape;321;p36"/>
            <p:cNvSpPr/>
            <p:nvPr/>
          </p:nvSpPr>
          <p:spPr>
            <a:xfrm>
              <a:off x="307550" y="2732350"/>
              <a:ext cx="20000" cy="20000"/>
            </a:xfrm>
            <a:custGeom>
              <a:avLst/>
              <a:gdLst/>
              <a:ahLst/>
              <a:cxnLst/>
              <a:rect l="l" t="t" r="r" b="b"/>
              <a:pathLst>
                <a:path w="800" h="800" extrusionOk="0">
                  <a:moveTo>
                    <a:pt x="1" y="1"/>
                  </a:moveTo>
                  <a:lnTo>
                    <a:pt x="1" y="799"/>
                  </a:lnTo>
                  <a:lnTo>
                    <a:pt x="799" y="799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" name="Google Shape;322;p36"/>
            <p:cNvSpPr/>
            <p:nvPr/>
          </p:nvSpPr>
          <p:spPr>
            <a:xfrm>
              <a:off x="257575" y="2822275"/>
              <a:ext cx="119950" cy="200550"/>
            </a:xfrm>
            <a:custGeom>
              <a:avLst/>
              <a:gdLst/>
              <a:ahLst/>
              <a:cxnLst/>
              <a:rect l="l" t="t" r="r" b="b"/>
              <a:pathLst>
                <a:path w="4798" h="8022" extrusionOk="0">
                  <a:moveTo>
                    <a:pt x="2398" y="2399"/>
                  </a:moveTo>
                  <a:cubicBezTo>
                    <a:pt x="2754" y="2399"/>
                    <a:pt x="2933" y="2830"/>
                    <a:pt x="2680" y="3081"/>
                  </a:cubicBezTo>
                  <a:cubicBezTo>
                    <a:pt x="2599" y="3162"/>
                    <a:pt x="2499" y="3199"/>
                    <a:pt x="2401" y="3199"/>
                  </a:cubicBezTo>
                  <a:cubicBezTo>
                    <a:pt x="2195" y="3199"/>
                    <a:pt x="1998" y="3039"/>
                    <a:pt x="1998" y="2799"/>
                  </a:cubicBezTo>
                  <a:cubicBezTo>
                    <a:pt x="1998" y="2577"/>
                    <a:pt x="2177" y="2399"/>
                    <a:pt x="2398" y="2399"/>
                  </a:cubicBezTo>
                  <a:close/>
                  <a:moveTo>
                    <a:pt x="1590" y="3998"/>
                  </a:moveTo>
                  <a:cubicBezTo>
                    <a:pt x="1592" y="3998"/>
                    <a:pt x="1595" y="3998"/>
                    <a:pt x="1598" y="3998"/>
                  </a:cubicBezTo>
                  <a:lnTo>
                    <a:pt x="3197" y="3998"/>
                  </a:lnTo>
                  <a:cubicBezTo>
                    <a:pt x="3414" y="4002"/>
                    <a:pt x="3588" y="4179"/>
                    <a:pt x="3588" y="4398"/>
                  </a:cubicBezTo>
                  <a:cubicBezTo>
                    <a:pt x="3588" y="4615"/>
                    <a:pt x="3414" y="4792"/>
                    <a:pt x="3197" y="4797"/>
                  </a:cubicBezTo>
                  <a:lnTo>
                    <a:pt x="1598" y="4797"/>
                  </a:lnTo>
                  <a:cubicBezTo>
                    <a:pt x="1594" y="4797"/>
                    <a:pt x="1591" y="4797"/>
                    <a:pt x="1587" y="4797"/>
                  </a:cubicBezTo>
                  <a:cubicBezTo>
                    <a:pt x="1368" y="4797"/>
                    <a:pt x="1190" y="4617"/>
                    <a:pt x="1190" y="4398"/>
                  </a:cubicBezTo>
                  <a:cubicBezTo>
                    <a:pt x="1190" y="4176"/>
                    <a:pt x="1369" y="3998"/>
                    <a:pt x="1590" y="3998"/>
                  </a:cubicBezTo>
                  <a:close/>
                  <a:moveTo>
                    <a:pt x="1590" y="5597"/>
                  </a:moveTo>
                  <a:cubicBezTo>
                    <a:pt x="1592" y="5597"/>
                    <a:pt x="1595" y="5597"/>
                    <a:pt x="1598" y="5597"/>
                  </a:cubicBezTo>
                  <a:lnTo>
                    <a:pt x="3197" y="5597"/>
                  </a:lnTo>
                  <a:cubicBezTo>
                    <a:pt x="3414" y="5601"/>
                    <a:pt x="3588" y="5779"/>
                    <a:pt x="3588" y="5997"/>
                  </a:cubicBezTo>
                  <a:cubicBezTo>
                    <a:pt x="3588" y="6214"/>
                    <a:pt x="3414" y="6391"/>
                    <a:pt x="3197" y="6396"/>
                  </a:cubicBezTo>
                  <a:lnTo>
                    <a:pt x="1598" y="6396"/>
                  </a:lnTo>
                  <a:cubicBezTo>
                    <a:pt x="1594" y="6396"/>
                    <a:pt x="1591" y="6396"/>
                    <a:pt x="1587" y="6396"/>
                  </a:cubicBezTo>
                  <a:cubicBezTo>
                    <a:pt x="1368" y="6396"/>
                    <a:pt x="1190" y="6217"/>
                    <a:pt x="1190" y="5997"/>
                  </a:cubicBezTo>
                  <a:cubicBezTo>
                    <a:pt x="1190" y="5775"/>
                    <a:pt x="1369" y="5597"/>
                    <a:pt x="1590" y="5597"/>
                  </a:cubicBezTo>
                  <a:close/>
                  <a:moveTo>
                    <a:pt x="0" y="1"/>
                  </a:moveTo>
                  <a:lnTo>
                    <a:pt x="0" y="7621"/>
                  </a:lnTo>
                  <a:cubicBezTo>
                    <a:pt x="0" y="7843"/>
                    <a:pt x="179" y="8022"/>
                    <a:pt x="400" y="8022"/>
                  </a:cubicBezTo>
                  <a:lnTo>
                    <a:pt x="4398" y="8022"/>
                  </a:lnTo>
                  <a:cubicBezTo>
                    <a:pt x="4619" y="8022"/>
                    <a:pt x="4798" y="7843"/>
                    <a:pt x="4798" y="7621"/>
                  </a:cubicBezTo>
                  <a:lnTo>
                    <a:pt x="47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" name="Google Shape;323;p36"/>
            <p:cNvSpPr/>
            <p:nvPr/>
          </p:nvSpPr>
          <p:spPr>
            <a:xfrm>
              <a:off x="397475" y="2743350"/>
              <a:ext cx="160525" cy="172000"/>
            </a:xfrm>
            <a:custGeom>
              <a:avLst/>
              <a:gdLst/>
              <a:ahLst/>
              <a:cxnLst/>
              <a:rect l="l" t="t" r="r" b="b"/>
              <a:pathLst>
                <a:path w="6421" h="6880" extrusionOk="0">
                  <a:moveTo>
                    <a:pt x="1" y="1"/>
                  </a:moveTo>
                  <a:lnTo>
                    <a:pt x="1" y="3917"/>
                  </a:lnTo>
                  <a:cubicBezTo>
                    <a:pt x="250" y="3863"/>
                    <a:pt x="488" y="3764"/>
                    <a:pt x="699" y="3621"/>
                  </a:cubicBezTo>
                  <a:lnTo>
                    <a:pt x="3841" y="6763"/>
                  </a:lnTo>
                  <a:cubicBezTo>
                    <a:pt x="3920" y="6841"/>
                    <a:pt x="4022" y="6880"/>
                    <a:pt x="4124" y="6880"/>
                  </a:cubicBezTo>
                  <a:cubicBezTo>
                    <a:pt x="4226" y="6880"/>
                    <a:pt x="4329" y="6841"/>
                    <a:pt x="4407" y="6763"/>
                  </a:cubicBezTo>
                  <a:cubicBezTo>
                    <a:pt x="4562" y="6607"/>
                    <a:pt x="4562" y="6354"/>
                    <a:pt x="4407" y="6198"/>
                  </a:cubicBezTo>
                  <a:lnTo>
                    <a:pt x="1263" y="3056"/>
                  </a:lnTo>
                  <a:cubicBezTo>
                    <a:pt x="1405" y="2843"/>
                    <a:pt x="1504" y="2607"/>
                    <a:pt x="1555" y="2359"/>
                  </a:cubicBezTo>
                  <a:lnTo>
                    <a:pt x="5985" y="2359"/>
                  </a:lnTo>
                  <a:cubicBezTo>
                    <a:pt x="6191" y="2359"/>
                    <a:pt x="6371" y="2208"/>
                    <a:pt x="6393" y="2003"/>
                  </a:cubicBezTo>
                  <a:cubicBezTo>
                    <a:pt x="6421" y="1767"/>
                    <a:pt x="6235" y="1558"/>
                    <a:pt x="5996" y="1558"/>
                  </a:cubicBezTo>
                  <a:lnTo>
                    <a:pt x="1555" y="1558"/>
                  </a:lnTo>
                  <a:cubicBezTo>
                    <a:pt x="1396" y="776"/>
                    <a:pt x="783" y="163"/>
                    <a:pt x="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24" name="Google Shape;324;p36"/>
          <p:cNvGrpSpPr/>
          <p:nvPr/>
        </p:nvGrpSpPr>
        <p:grpSpPr>
          <a:xfrm>
            <a:off x="481116" y="1338533"/>
            <a:ext cx="222279" cy="252876"/>
            <a:chOff x="5553075" y="3245250"/>
            <a:chExt cx="299850" cy="341125"/>
          </a:xfrm>
        </p:grpSpPr>
        <p:sp>
          <p:nvSpPr>
            <p:cNvPr id="325" name="Google Shape;325;p36"/>
            <p:cNvSpPr/>
            <p:nvPr/>
          </p:nvSpPr>
          <p:spPr>
            <a:xfrm>
              <a:off x="5603050" y="3405825"/>
              <a:ext cx="20000" cy="39975"/>
            </a:xfrm>
            <a:custGeom>
              <a:avLst/>
              <a:gdLst/>
              <a:ahLst/>
              <a:cxnLst/>
              <a:rect l="l" t="t" r="r" b="b"/>
              <a:pathLst>
                <a:path w="800" h="1599" extrusionOk="0">
                  <a:moveTo>
                    <a:pt x="0" y="1"/>
                  </a:moveTo>
                  <a:lnTo>
                    <a:pt x="0" y="1599"/>
                  </a:lnTo>
                  <a:lnTo>
                    <a:pt x="799" y="1599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36"/>
            <p:cNvSpPr/>
            <p:nvPr/>
          </p:nvSpPr>
          <p:spPr>
            <a:xfrm>
              <a:off x="5603050" y="3295900"/>
              <a:ext cx="20000" cy="40000"/>
            </a:xfrm>
            <a:custGeom>
              <a:avLst/>
              <a:gdLst/>
              <a:ahLst/>
              <a:cxnLst/>
              <a:rect l="l" t="t" r="r" b="b"/>
              <a:pathLst>
                <a:path w="800" h="1600" extrusionOk="0">
                  <a:moveTo>
                    <a:pt x="0" y="1"/>
                  </a:moveTo>
                  <a:lnTo>
                    <a:pt x="0" y="1600"/>
                  </a:lnTo>
                  <a:lnTo>
                    <a:pt x="799" y="1600"/>
                  </a:lnTo>
                  <a:lnTo>
                    <a:pt x="7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36"/>
            <p:cNvSpPr/>
            <p:nvPr/>
          </p:nvSpPr>
          <p:spPr>
            <a:xfrm>
              <a:off x="5683000" y="3295900"/>
              <a:ext cx="20000" cy="40000"/>
            </a:xfrm>
            <a:custGeom>
              <a:avLst/>
              <a:gdLst/>
              <a:ahLst/>
              <a:cxnLst/>
              <a:rect l="l" t="t" r="r" b="b"/>
              <a:pathLst>
                <a:path w="800" h="1600" extrusionOk="0">
                  <a:moveTo>
                    <a:pt x="1" y="1"/>
                  </a:moveTo>
                  <a:lnTo>
                    <a:pt x="1" y="1600"/>
                  </a:lnTo>
                  <a:lnTo>
                    <a:pt x="800" y="1600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36"/>
            <p:cNvSpPr/>
            <p:nvPr/>
          </p:nvSpPr>
          <p:spPr>
            <a:xfrm>
              <a:off x="5553075" y="3355850"/>
              <a:ext cx="199875" cy="89950"/>
            </a:xfrm>
            <a:custGeom>
              <a:avLst/>
              <a:gdLst/>
              <a:ahLst/>
              <a:cxnLst/>
              <a:rect l="l" t="t" r="r" b="b"/>
              <a:pathLst>
                <a:path w="7995" h="3598" extrusionOk="0">
                  <a:moveTo>
                    <a:pt x="0" y="1"/>
                  </a:moveTo>
                  <a:lnTo>
                    <a:pt x="0" y="3598"/>
                  </a:lnTo>
                  <a:lnTo>
                    <a:pt x="1201" y="3598"/>
                  </a:lnTo>
                  <a:lnTo>
                    <a:pt x="1201" y="1600"/>
                  </a:lnTo>
                  <a:cubicBezTo>
                    <a:pt x="1201" y="1378"/>
                    <a:pt x="1379" y="1200"/>
                    <a:pt x="1599" y="1200"/>
                  </a:cubicBezTo>
                  <a:lnTo>
                    <a:pt x="3199" y="1200"/>
                  </a:lnTo>
                  <a:cubicBezTo>
                    <a:pt x="3420" y="1200"/>
                    <a:pt x="3599" y="1378"/>
                    <a:pt x="3599" y="1600"/>
                  </a:cubicBezTo>
                  <a:lnTo>
                    <a:pt x="3599" y="3598"/>
                  </a:lnTo>
                  <a:lnTo>
                    <a:pt x="4398" y="3598"/>
                  </a:lnTo>
                  <a:lnTo>
                    <a:pt x="4398" y="1600"/>
                  </a:lnTo>
                  <a:cubicBezTo>
                    <a:pt x="4398" y="1378"/>
                    <a:pt x="4576" y="1200"/>
                    <a:pt x="4798" y="1200"/>
                  </a:cubicBezTo>
                  <a:lnTo>
                    <a:pt x="6395" y="1200"/>
                  </a:lnTo>
                  <a:cubicBezTo>
                    <a:pt x="6617" y="1200"/>
                    <a:pt x="6796" y="1378"/>
                    <a:pt x="6796" y="1600"/>
                  </a:cubicBezTo>
                  <a:lnTo>
                    <a:pt x="6796" y="3598"/>
                  </a:lnTo>
                  <a:lnTo>
                    <a:pt x="7995" y="3598"/>
                  </a:lnTo>
                  <a:lnTo>
                    <a:pt x="7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36"/>
            <p:cNvSpPr/>
            <p:nvPr/>
          </p:nvSpPr>
          <p:spPr>
            <a:xfrm>
              <a:off x="5683000" y="3405825"/>
              <a:ext cx="20000" cy="39975"/>
            </a:xfrm>
            <a:custGeom>
              <a:avLst/>
              <a:gdLst/>
              <a:ahLst/>
              <a:cxnLst/>
              <a:rect l="l" t="t" r="r" b="b"/>
              <a:pathLst>
                <a:path w="800" h="1599" extrusionOk="0">
                  <a:moveTo>
                    <a:pt x="1" y="1"/>
                  </a:moveTo>
                  <a:lnTo>
                    <a:pt x="1" y="1599"/>
                  </a:lnTo>
                  <a:lnTo>
                    <a:pt x="800" y="1599"/>
                  </a:lnTo>
                  <a:lnTo>
                    <a:pt x="8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36"/>
            <p:cNvSpPr/>
            <p:nvPr/>
          </p:nvSpPr>
          <p:spPr>
            <a:xfrm>
              <a:off x="5772925" y="3245250"/>
              <a:ext cx="80000" cy="70650"/>
            </a:xfrm>
            <a:custGeom>
              <a:avLst/>
              <a:gdLst/>
              <a:ahLst/>
              <a:cxnLst/>
              <a:rect l="l" t="t" r="r" b="b"/>
              <a:pathLst>
                <a:path w="3200" h="2826" extrusionOk="0">
                  <a:moveTo>
                    <a:pt x="1" y="1"/>
                  </a:moveTo>
                  <a:lnTo>
                    <a:pt x="1" y="2825"/>
                  </a:lnTo>
                  <a:lnTo>
                    <a:pt x="3199" y="2825"/>
                  </a:lnTo>
                  <a:lnTo>
                    <a:pt x="3199" y="401"/>
                  </a:lnTo>
                  <a:cubicBezTo>
                    <a:pt x="3199" y="179"/>
                    <a:pt x="3019" y="1"/>
                    <a:pt x="2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1" name="Google Shape;331;p36"/>
            <p:cNvSpPr/>
            <p:nvPr/>
          </p:nvSpPr>
          <p:spPr>
            <a:xfrm>
              <a:off x="5772925" y="3335875"/>
              <a:ext cx="80000" cy="250500"/>
            </a:xfrm>
            <a:custGeom>
              <a:avLst/>
              <a:gdLst/>
              <a:ahLst/>
              <a:cxnLst/>
              <a:rect l="l" t="t" r="r" b="b"/>
              <a:pathLst>
                <a:path w="3200" h="10020" extrusionOk="0">
                  <a:moveTo>
                    <a:pt x="1598" y="1598"/>
                  </a:moveTo>
                  <a:cubicBezTo>
                    <a:pt x="1804" y="1598"/>
                    <a:pt x="2000" y="1758"/>
                    <a:pt x="2000" y="1999"/>
                  </a:cubicBezTo>
                  <a:cubicBezTo>
                    <a:pt x="2000" y="2220"/>
                    <a:pt x="1822" y="2399"/>
                    <a:pt x="1602" y="2399"/>
                  </a:cubicBezTo>
                  <a:cubicBezTo>
                    <a:pt x="1244" y="2399"/>
                    <a:pt x="1067" y="1968"/>
                    <a:pt x="1318" y="1717"/>
                  </a:cubicBezTo>
                  <a:cubicBezTo>
                    <a:pt x="1400" y="1635"/>
                    <a:pt x="1500" y="1598"/>
                    <a:pt x="1598" y="1598"/>
                  </a:cubicBezTo>
                  <a:close/>
                  <a:moveTo>
                    <a:pt x="1597" y="3197"/>
                  </a:moveTo>
                  <a:cubicBezTo>
                    <a:pt x="1803" y="3197"/>
                    <a:pt x="2000" y="3357"/>
                    <a:pt x="2000" y="3598"/>
                  </a:cubicBezTo>
                  <a:cubicBezTo>
                    <a:pt x="2000" y="3819"/>
                    <a:pt x="1822" y="3998"/>
                    <a:pt x="1602" y="3998"/>
                  </a:cubicBezTo>
                  <a:cubicBezTo>
                    <a:pt x="1244" y="3998"/>
                    <a:pt x="1066" y="3567"/>
                    <a:pt x="1318" y="3314"/>
                  </a:cubicBezTo>
                  <a:cubicBezTo>
                    <a:pt x="1400" y="3233"/>
                    <a:pt x="1499" y="3197"/>
                    <a:pt x="1597" y="3197"/>
                  </a:cubicBezTo>
                  <a:close/>
                  <a:moveTo>
                    <a:pt x="1" y="1"/>
                  </a:moveTo>
                  <a:lnTo>
                    <a:pt x="1" y="10019"/>
                  </a:lnTo>
                  <a:lnTo>
                    <a:pt x="2799" y="10019"/>
                  </a:lnTo>
                  <a:cubicBezTo>
                    <a:pt x="3021" y="10019"/>
                    <a:pt x="3199" y="9841"/>
                    <a:pt x="3199" y="9621"/>
                  </a:cubicBezTo>
                  <a:lnTo>
                    <a:pt x="3199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" name="Google Shape;332;p36"/>
            <p:cNvSpPr/>
            <p:nvPr/>
          </p:nvSpPr>
          <p:spPr>
            <a:xfrm>
              <a:off x="5553075" y="3465775"/>
              <a:ext cx="199925" cy="120600"/>
            </a:xfrm>
            <a:custGeom>
              <a:avLst/>
              <a:gdLst/>
              <a:ahLst/>
              <a:cxnLst/>
              <a:rect l="l" t="t" r="r" b="b"/>
              <a:pathLst>
                <a:path w="7997" h="4824" extrusionOk="0">
                  <a:moveTo>
                    <a:pt x="6395" y="1200"/>
                  </a:moveTo>
                  <a:cubicBezTo>
                    <a:pt x="6617" y="1200"/>
                    <a:pt x="6796" y="1379"/>
                    <a:pt x="6796" y="1600"/>
                  </a:cubicBezTo>
                  <a:lnTo>
                    <a:pt x="6796" y="3198"/>
                  </a:lnTo>
                  <a:cubicBezTo>
                    <a:pt x="6796" y="3419"/>
                    <a:pt x="6617" y="3598"/>
                    <a:pt x="6395" y="3598"/>
                  </a:cubicBezTo>
                  <a:lnTo>
                    <a:pt x="1599" y="3598"/>
                  </a:lnTo>
                  <a:cubicBezTo>
                    <a:pt x="1378" y="3598"/>
                    <a:pt x="1199" y="3419"/>
                    <a:pt x="1199" y="3198"/>
                  </a:cubicBezTo>
                  <a:lnTo>
                    <a:pt x="1199" y="1600"/>
                  </a:lnTo>
                  <a:cubicBezTo>
                    <a:pt x="1199" y="1379"/>
                    <a:pt x="1379" y="1200"/>
                    <a:pt x="1599" y="1200"/>
                  </a:cubicBezTo>
                  <a:close/>
                  <a:moveTo>
                    <a:pt x="2" y="1"/>
                  </a:moveTo>
                  <a:lnTo>
                    <a:pt x="2" y="4423"/>
                  </a:lnTo>
                  <a:cubicBezTo>
                    <a:pt x="0" y="4645"/>
                    <a:pt x="180" y="4823"/>
                    <a:pt x="400" y="4823"/>
                  </a:cubicBezTo>
                  <a:lnTo>
                    <a:pt x="7996" y="4823"/>
                  </a:lnTo>
                  <a:lnTo>
                    <a:pt x="799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" name="Google Shape;333;p36"/>
            <p:cNvSpPr/>
            <p:nvPr/>
          </p:nvSpPr>
          <p:spPr>
            <a:xfrm>
              <a:off x="5553075" y="3245250"/>
              <a:ext cx="199875" cy="90650"/>
            </a:xfrm>
            <a:custGeom>
              <a:avLst/>
              <a:gdLst/>
              <a:ahLst/>
              <a:cxnLst/>
              <a:rect l="l" t="t" r="r" b="b"/>
              <a:pathLst>
                <a:path w="7995" h="3626" extrusionOk="0">
                  <a:moveTo>
                    <a:pt x="400" y="1"/>
                  </a:moveTo>
                  <a:cubicBezTo>
                    <a:pt x="180" y="1"/>
                    <a:pt x="0" y="179"/>
                    <a:pt x="0" y="401"/>
                  </a:cubicBezTo>
                  <a:lnTo>
                    <a:pt x="0" y="3626"/>
                  </a:lnTo>
                  <a:lnTo>
                    <a:pt x="1201" y="3626"/>
                  </a:lnTo>
                  <a:lnTo>
                    <a:pt x="1201" y="1626"/>
                  </a:lnTo>
                  <a:cubicBezTo>
                    <a:pt x="1201" y="1406"/>
                    <a:pt x="1379" y="1226"/>
                    <a:pt x="1599" y="1226"/>
                  </a:cubicBezTo>
                  <a:lnTo>
                    <a:pt x="3199" y="1226"/>
                  </a:lnTo>
                  <a:cubicBezTo>
                    <a:pt x="3420" y="1226"/>
                    <a:pt x="3599" y="1406"/>
                    <a:pt x="3599" y="1626"/>
                  </a:cubicBezTo>
                  <a:lnTo>
                    <a:pt x="3599" y="3626"/>
                  </a:lnTo>
                  <a:lnTo>
                    <a:pt x="4398" y="3626"/>
                  </a:lnTo>
                  <a:lnTo>
                    <a:pt x="4398" y="1626"/>
                  </a:lnTo>
                  <a:cubicBezTo>
                    <a:pt x="4398" y="1406"/>
                    <a:pt x="4576" y="1226"/>
                    <a:pt x="4798" y="1226"/>
                  </a:cubicBezTo>
                  <a:lnTo>
                    <a:pt x="6395" y="1226"/>
                  </a:lnTo>
                  <a:cubicBezTo>
                    <a:pt x="6617" y="1226"/>
                    <a:pt x="6796" y="1406"/>
                    <a:pt x="6796" y="1626"/>
                  </a:cubicBezTo>
                  <a:lnTo>
                    <a:pt x="6796" y="3626"/>
                  </a:lnTo>
                  <a:lnTo>
                    <a:pt x="7995" y="3626"/>
                  </a:lnTo>
                  <a:lnTo>
                    <a:pt x="799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" name="Google Shape;334;p36"/>
            <p:cNvSpPr/>
            <p:nvPr/>
          </p:nvSpPr>
          <p:spPr>
            <a:xfrm>
              <a:off x="5603050" y="3515775"/>
              <a:ext cx="99950" cy="20000"/>
            </a:xfrm>
            <a:custGeom>
              <a:avLst/>
              <a:gdLst/>
              <a:ahLst/>
              <a:cxnLst/>
              <a:rect l="l" t="t" r="r" b="b"/>
              <a:pathLst>
                <a:path w="3998" h="800" extrusionOk="0">
                  <a:moveTo>
                    <a:pt x="0" y="0"/>
                  </a:moveTo>
                  <a:lnTo>
                    <a:pt x="0" y="799"/>
                  </a:lnTo>
                  <a:lnTo>
                    <a:pt x="3998" y="799"/>
                  </a:lnTo>
                  <a:lnTo>
                    <a:pt x="3998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" name="Google Shape;197;p31">
            <a:extLst>
              <a:ext uri="{FF2B5EF4-FFF2-40B4-BE49-F238E27FC236}">
                <a16:creationId xmlns:a16="http://schemas.microsoft.com/office/drawing/2014/main" id="{3B11A781-A4EB-C657-9912-6F7C4924F382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Research Scope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171EDF8B-7415-1607-CF1C-78A762E1A2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793506F0-8593-3499-D349-AA548F834C8D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45463AFA-7291-CC26-A81C-2A2D8D6AB7B7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F500778B-4DED-6950-4B28-CA0EA644023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5" y="2438649"/>
            <a:ext cx="4514400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How I Execute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213DB760-E5FD-AACD-C3B1-01293DAC74B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05a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D07379C8-43AE-CFF8-F7EA-3A306BD193D1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254087806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EB3A0BDD-2EFA-8788-6188-45261509EAF3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Sources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102C4563-5DBE-5F52-06BC-1C2EE4FA09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0881418"/>
              </p:ext>
            </p:extLst>
          </p:nvPr>
        </p:nvGraphicFramePr>
        <p:xfrm>
          <a:off x="304800" y="971942"/>
          <a:ext cx="8534400" cy="3979635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24270">
                  <a:extLst>
                    <a:ext uri="{9D8B030D-6E8A-4147-A177-3AD203B41FA5}">
                      <a16:colId xmlns:a16="http://schemas.microsoft.com/office/drawing/2014/main" val="3638772239"/>
                    </a:ext>
                  </a:extLst>
                </a:gridCol>
                <a:gridCol w="1509823">
                  <a:extLst>
                    <a:ext uri="{9D8B030D-6E8A-4147-A177-3AD203B41FA5}">
                      <a16:colId xmlns:a16="http://schemas.microsoft.com/office/drawing/2014/main" val="2342965550"/>
                    </a:ext>
                  </a:extLst>
                </a:gridCol>
                <a:gridCol w="6000307">
                  <a:extLst>
                    <a:ext uri="{9D8B030D-6E8A-4147-A177-3AD203B41FA5}">
                      <a16:colId xmlns:a16="http://schemas.microsoft.com/office/drawing/2014/main" val="2344603609"/>
                    </a:ext>
                  </a:extLst>
                </a:gridCol>
              </a:tblGrid>
              <a:tr h="407307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 Origin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Why Data?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65762064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Ridership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data.gov.my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Primary forecast target, provides 13 output variables (12 service lines + total) the models are trained to predict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7713889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Fuel Price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data.gov.my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Demand drive, EDA confirms higher fuel prices correlate with increased transit use, capturing modal substitution behaviour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87368205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Holidays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timeanddate.com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Demand modifier, holidays cause systematic ridership drop, lead/lag features capture anticipation dips, post-holiday return surges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97862888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Rainfall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data.humdata.org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Weather covariate, state-level daily precipitation adds a spatially-varying external signal that influences travel mode choice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2414802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Population Density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hub.worldpop.org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Spatial context, residential density is a static proxy for transit catchment potential and latent demand at each stop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83272771"/>
                  </a:ext>
                </a:extLst>
              </a:tr>
              <a:tr h="585288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GADM Boundaries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gadm.org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Spatial structure, state boundary polygons are used to spatially aggregate features by aggregate features by administrative region and derive inter-state adjacency weights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5088170"/>
                  </a:ext>
                </a:extLst>
              </a:tr>
              <a:tr h="408287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GTFS Static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data.gov.my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Network topology, stop counts, route density, travel-time edges quantify transit supply and accessibility per region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2042054"/>
                  </a:ext>
                </a:extLst>
              </a:tr>
              <a:tr h="418063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OSM POIs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overpass-api.de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Land-use context, POI category counts within a 500m catchment of each stop capture activity generators that drive trip origins and destinations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58194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B6250C2F-E816-D284-B08E-F04BFB98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FB112E81-FCAA-CA39-E5DE-12CE4CDA0218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Understanding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A4BE710-2172-3331-2B4A-A30E5FDDE3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3444694"/>
              </p:ext>
            </p:extLst>
          </p:nvPr>
        </p:nvGraphicFramePr>
        <p:xfrm>
          <a:off x="304799" y="971942"/>
          <a:ext cx="8613914" cy="3801780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991834">
                  <a:extLst>
                    <a:ext uri="{9D8B030D-6E8A-4147-A177-3AD203B41FA5}">
                      <a16:colId xmlns:a16="http://schemas.microsoft.com/office/drawing/2014/main" val="3067367502"/>
                    </a:ext>
                  </a:extLst>
                </a:gridCol>
                <a:gridCol w="6622080">
                  <a:extLst>
                    <a:ext uri="{9D8B030D-6E8A-4147-A177-3AD203B41FA5}">
                      <a16:colId xmlns:a16="http://schemas.microsoft.com/office/drawing/2014/main" val="3579658380"/>
                    </a:ext>
                  </a:extLst>
                </a:gridCol>
              </a:tblGrid>
              <a:tr h="385140">
                <a:tc>
                  <a:txBody>
                    <a:bodyPr/>
                    <a:lstStyle/>
                    <a:p>
                      <a:pPr algn="ctr"/>
                      <a:r>
                        <a:rPr lang="en-MY" sz="16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Attribute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sz="1600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Detail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73131"/>
                  </a:ext>
                </a:extLst>
              </a:tr>
              <a:tr h="683328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Data Range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2019-01-01 to 2025-12-31 (Include MCO)</a:t>
                      </a:r>
                    </a:p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2022-01-01 to 2025-12-31 (Exclude MCO)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005580"/>
                  </a:ext>
                </a:extLst>
              </a:tr>
              <a:tr h="683328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Total Observations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2,557 daily records with MCO</a:t>
                      </a:r>
                    </a:p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1,461 daily records without MCO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8057"/>
                  </a:ext>
                </a:extLst>
              </a:tr>
              <a:tr h="683328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Total Features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79 columns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21091"/>
                  </a:ext>
                </a:extLst>
              </a:tr>
              <a:tr h="683328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Target Variables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13 (12 transit service lines + total ridership)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279585"/>
                  </a:ext>
                </a:extLst>
              </a:tr>
              <a:tr h="683328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Feature Sources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8 (Ridership, fuel price, holiday/cyclical, rainfall, population density, GTFS transit network, OSM POI, GADM boundaries)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410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28896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56E832EA-1762-2603-6983-A0C14C9A4A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59C78295-54AC-909D-E409-4FB96B3D5447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Understanding (</a:t>
            </a:r>
            <a:r>
              <a:rPr lang="en-MY" sz="2400" dirty="0" err="1"/>
              <a:t>con’t</a:t>
            </a:r>
            <a:r>
              <a:rPr lang="en-MY" sz="2400" dirty="0"/>
              <a:t>)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4BA1C006-F24B-8A6F-644B-AF371A4ABCE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1003079"/>
              </p:ext>
            </p:extLst>
          </p:nvPr>
        </p:nvGraphicFramePr>
        <p:xfrm>
          <a:off x="304799" y="971940"/>
          <a:ext cx="8613915" cy="3961567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173127">
                  <a:extLst>
                    <a:ext uri="{9D8B030D-6E8A-4147-A177-3AD203B41FA5}">
                      <a16:colId xmlns:a16="http://schemas.microsoft.com/office/drawing/2014/main" val="3067367502"/>
                    </a:ext>
                  </a:extLst>
                </a:gridCol>
                <a:gridCol w="871869">
                  <a:extLst>
                    <a:ext uri="{9D8B030D-6E8A-4147-A177-3AD203B41FA5}">
                      <a16:colId xmlns:a16="http://schemas.microsoft.com/office/drawing/2014/main" val="2788595002"/>
                    </a:ext>
                  </a:extLst>
                </a:gridCol>
                <a:gridCol w="6568919">
                  <a:extLst>
                    <a:ext uri="{9D8B030D-6E8A-4147-A177-3AD203B41FA5}">
                      <a16:colId xmlns:a16="http://schemas.microsoft.com/office/drawing/2014/main" val="3579658380"/>
                    </a:ext>
                  </a:extLst>
                </a:gridCol>
              </a:tblGrid>
              <a:tr h="376842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Group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Count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Description</a:t>
                      </a:r>
                    </a:p>
                  </a:txBody>
                  <a:tcPr anchor="ctr">
                    <a:solidFill>
                      <a:schemeClr val="accent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8973131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Targets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13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12 service lines + total ridership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005580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Temporal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16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Holiday flags, lead/lag days, cyclical encoding, year, day-of-year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1888057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External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30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Fuel price levels &amp; changes (15) + Rainfall per state (15)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13721091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Lag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3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Autoregressive lags at 7, 14, 28 days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3041066"/>
                  </a:ext>
                </a:extLst>
              </a:tr>
              <a:tr h="716945"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Static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17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6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Population density, GTFS network states, OSM POI counts, GADM boundaries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05241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298187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2828A86C-72FE-94CA-368E-34A255261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>
            <a:extLst>
              <a:ext uri="{FF2B5EF4-FFF2-40B4-BE49-F238E27FC236}">
                <a16:creationId xmlns:a16="http://schemas.microsoft.com/office/drawing/2014/main" id="{26C40B59-114B-74E8-00DC-424B3551856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20000" y="1475475"/>
            <a:ext cx="7682318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All data sources are filtered to 2019-01-01 – 2025-12-31; MCO flagging on ridership, compute total ridership; Weekly fuel price forward-fill as daily; Expand data range rows into one binary flag per calendar day, handle state-specific coverage; Retain final rainfall result; Compute state centroids; Deduplicate stops and trips; Clip density values at 99</a:t>
            </a:r>
            <a:r>
              <a:rPr lang="en-MY" baseline="30000" dirty="0"/>
              <a:t>th</a:t>
            </a:r>
            <a:r>
              <a:rPr lang="en-MY" dirty="0"/>
              <a:t> percentile to reduce raster outliers; Deduplicate OSM element ID, map specific tags to 7 POI categories</a:t>
            </a:r>
            <a:endParaRPr dirty="0"/>
          </a:p>
        </p:txBody>
      </p:sp>
      <p:sp>
        <p:nvSpPr>
          <p:cNvPr id="341" name="Google Shape;341;p37">
            <a:extLst>
              <a:ext uri="{FF2B5EF4-FFF2-40B4-BE49-F238E27FC236}">
                <a16:creationId xmlns:a16="http://schemas.microsoft.com/office/drawing/2014/main" id="{89982D82-61CE-6194-E9EA-01D179E880E2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719999" y="2977927"/>
            <a:ext cx="7682319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Merged all cleaned data sources into 2019/2022-01-01 – 2025-12-31 (2,557 | 1,461 days) x 79 feature columns; Time-varying sources reindexed to daily master; Remaining gaps filled by forward-fill or linear interpolation; Static sources broadcast to every row.</a:t>
            </a:r>
            <a:endParaRPr dirty="0"/>
          </a:p>
        </p:txBody>
      </p:sp>
      <p:sp>
        <p:nvSpPr>
          <p:cNvPr id="344" name="Google Shape;344;p37">
            <a:extLst>
              <a:ext uri="{FF2B5EF4-FFF2-40B4-BE49-F238E27FC236}">
                <a16:creationId xmlns:a16="http://schemas.microsoft.com/office/drawing/2014/main" id="{6276B205-A656-59C6-CD96-296BAA76F0F5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1163600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Per-source Cleaning</a:t>
            </a:r>
            <a:endParaRPr dirty="0"/>
          </a:p>
        </p:txBody>
      </p:sp>
      <p:sp>
        <p:nvSpPr>
          <p:cNvPr id="345" name="Google Shape;345;p37">
            <a:extLst>
              <a:ext uri="{FF2B5EF4-FFF2-40B4-BE49-F238E27FC236}">
                <a16:creationId xmlns:a16="http://schemas.microsoft.com/office/drawing/2014/main" id="{4E01D056-338C-A9C2-24AA-B581F6B9BB32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1167725" y="2733527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Alignment</a:t>
            </a:r>
            <a:endParaRPr dirty="0"/>
          </a:p>
        </p:txBody>
      </p:sp>
      <p:sp>
        <p:nvSpPr>
          <p:cNvPr id="346" name="Google Shape;346;p37">
            <a:extLst>
              <a:ext uri="{FF2B5EF4-FFF2-40B4-BE49-F238E27FC236}">
                <a16:creationId xmlns:a16="http://schemas.microsoft.com/office/drawing/2014/main" id="{63ED7DF0-B39A-6D48-3198-80BAC3847262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1169450" y="3763724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Sequence Building</a:t>
            </a:r>
            <a:endParaRPr dirty="0"/>
          </a:p>
        </p:txBody>
      </p:sp>
      <p:sp>
        <p:nvSpPr>
          <p:cNvPr id="347" name="Google Shape;347;p37">
            <a:extLst>
              <a:ext uri="{FF2B5EF4-FFF2-40B4-BE49-F238E27FC236}">
                <a16:creationId xmlns:a16="http://schemas.microsoft.com/office/drawing/2014/main" id="{86D582AC-97B8-E4C9-1C5F-8C887A314A88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720000" y="4008124"/>
            <a:ext cx="7682318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Sliding window sequences: (X shape: N, T_in, 79) – (y shape: N, 7) – for T_in in 14, 28, 56 look-back days.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Chronological 70/15/15 split – no shuffle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Special for graph models – build Pearson correlation adjacency on-the-fly from X_train</a:t>
            </a:r>
            <a:endParaRPr dirty="0"/>
          </a:p>
        </p:txBody>
      </p:sp>
      <p:grpSp>
        <p:nvGrpSpPr>
          <p:cNvPr id="355" name="Google Shape;355;p37">
            <a:extLst>
              <a:ext uri="{FF2B5EF4-FFF2-40B4-BE49-F238E27FC236}">
                <a16:creationId xmlns:a16="http://schemas.microsoft.com/office/drawing/2014/main" id="{3F60AC58-B7A9-06B9-5EFC-838A5E2EEDEC}"/>
              </a:ext>
            </a:extLst>
          </p:cNvPr>
          <p:cNvGrpSpPr/>
          <p:nvPr/>
        </p:nvGrpSpPr>
        <p:grpSpPr>
          <a:xfrm>
            <a:off x="831745" y="1229434"/>
            <a:ext cx="261986" cy="260931"/>
            <a:chOff x="6271450" y="2127850"/>
            <a:chExt cx="342600" cy="341175"/>
          </a:xfrm>
        </p:grpSpPr>
        <p:sp>
          <p:nvSpPr>
            <p:cNvPr id="356" name="Google Shape;356;p37">
              <a:extLst>
                <a:ext uri="{FF2B5EF4-FFF2-40B4-BE49-F238E27FC236}">
                  <a16:creationId xmlns:a16="http://schemas.microsoft.com/office/drawing/2014/main" id="{0B2C867C-F4A2-E16D-623E-CC8F2EF19EB9}"/>
                </a:ext>
              </a:extLst>
            </p:cNvPr>
            <p:cNvSpPr/>
            <p:nvPr/>
          </p:nvSpPr>
          <p:spPr>
            <a:xfrm>
              <a:off x="6271450" y="2289100"/>
              <a:ext cx="342600" cy="179925"/>
            </a:xfrm>
            <a:custGeom>
              <a:avLst/>
              <a:gdLst/>
              <a:ahLst/>
              <a:cxnLst/>
              <a:rect l="l" t="t" r="r" b="b"/>
              <a:pathLst>
                <a:path w="13704" h="7197" extrusionOk="0">
                  <a:moveTo>
                    <a:pt x="8247" y="800"/>
                  </a:moveTo>
                  <a:lnTo>
                    <a:pt x="8848" y="1600"/>
                  </a:lnTo>
                  <a:lnTo>
                    <a:pt x="4851" y="1600"/>
                  </a:lnTo>
                  <a:lnTo>
                    <a:pt x="5450" y="800"/>
                  </a:lnTo>
                  <a:close/>
                  <a:moveTo>
                    <a:pt x="9446" y="2399"/>
                  </a:moveTo>
                  <a:lnTo>
                    <a:pt x="10046" y="3198"/>
                  </a:lnTo>
                  <a:lnTo>
                    <a:pt x="3650" y="3198"/>
                  </a:lnTo>
                  <a:lnTo>
                    <a:pt x="4250" y="2399"/>
                  </a:lnTo>
                  <a:close/>
                  <a:moveTo>
                    <a:pt x="10645" y="3998"/>
                  </a:moveTo>
                  <a:lnTo>
                    <a:pt x="11245" y="4797"/>
                  </a:lnTo>
                  <a:lnTo>
                    <a:pt x="2451" y="4797"/>
                  </a:lnTo>
                  <a:lnTo>
                    <a:pt x="3051" y="3998"/>
                  </a:lnTo>
                  <a:close/>
                  <a:moveTo>
                    <a:pt x="11844" y="5597"/>
                  </a:moveTo>
                  <a:lnTo>
                    <a:pt x="12470" y="6396"/>
                  </a:lnTo>
                  <a:lnTo>
                    <a:pt x="1226" y="6396"/>
                  </a:lnTo>
                  <a:lnTo>
                    <a:pt x="1850" y="5597"/>
                  </a:lnTo>
                  <a:close/>
                  <a:moveTo>
                    <a:pt x="5250" y="1"/>
                  </a:moveTo>
                  <a:cubicBezTo>
                    <a:pt x="5123" y="1"/>
                    <a:pt x="5004" y="60"/>
                    <a:pt x="4929" y="160"/>
                  </a:cubicBezTo>
                  <a:lnTo>
                    <a:pt x="105" y="6557"/>
                  </a:lnTo>
                  <a:cubicBezTo>
                    <a:pt x="15" y="6678"/>
                    <a:pt x="0" y="6839"/>
                    <a:pt x="68" y="6975"/>
                  </a:cubicBezTo>
                  <a:cubicBezTo>
                    <a:pt x="136" y="7109"/>
                    <a:pt x="275" y="7195"/>
                    <a:pt x="425" y="7196"/>
                  </a:cubicBezTo>
                  <a:lnTo>
                    <a:pt x="13260" y="7196"/>
                  </a:lnTo>
                  <a:cubicBezTo>
                    <a:pt x="13262" y="7196"/>
                    <a:pt x="13264" y="7196"/>
                    <a:pt x="13265" y="7196"/>
                  </a:cubicBezTo>
                  <a:cubicBezTo>
                    <a:pt x="13383" y="7196"/>
                    <a:pt x="13495" y="7145"/>
                    <a:pt x="13573" y="7056"/>
                  </a:cubicBezTo>
                  <a:cubicBezTo>
                    <a:pt x="13696" y="6914"/>
                    <a:pt x="13703" y="6706"/>
                    <a:pt x="13591" y="6557"/>
                  </a:cubicBezTo>
                  <a:lnTo>
                    <a:pt x="8767" y="160"/>
                  </a:lnTo>
                  <a:cubicBezTo>
                    <a:pt x="8692" y="60"/>
                    <a:pt x="8572" y="1"/>
                    <a:pt x="8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>
              <a:extLst>
                <a:ext uri="{FF2B5EF4-FFF2-40B4-BE49-F238E27FC236}">
                  <a16:creationId xmlns:a16="http://schemas.microsoft.com/office/drawing/2014/main" id="{0C32AE9C-8FDC-7BE9-7B08-68BE18917E83}"/>
                </a:ext>
              </a:extLst>
            </p:cNvPr>
            <p:cNvSpPr/>
            <p:nvPr/>
          </p:nvSpPr>
          <p:spPr>
            <a:xfrm>
              <a:off x="6372750" y="2209150"/>
              <a:ext cx="139925" cy="79950"/>
            </a:xfrm>
            <a:custGeom>
              <a:avLst/>
              <a:gdLst/>
              <a:ahLst/>
              <a:cxnLst/>
              <a:rect l="l" t="t" r="r" b="b"/>
              <a:pathLst>
                <a:path w="5597" h="3198" extrusionOk="0">
                  <a:moveTo>
                    <a:pt x="2797" y="1"/>
                  </a:moveTo>
                  <a:cubicBezTo>
                    <a:pt x="1254" y="1"/>
                    <a:pt x="0" y="1255"/>
                    <a:pt x="0" y="2799"/>
                  </a:cubicBezTo>
                  <a:lnTo>
                    <a:pt x="0" y="3197"/>
                  </a:lnTo>
                  <a:lnTo>
                    <a:pt x="480" y="2558"/>
                  </a:lnTo>
                  <a:cubicBezTo>
                    <a:pt x="557" y="2458"/>
                    <a:pt x="675" y="2399"/>
                    <a:pt x="800" y="2399"/>
                  </a:cubicBezTo>
                  <a:lnTo>
                    <a:pt x="4796" y="2399"/>
                  </a:lnTo>
                  <a:cubicBezTo>
                    <a:pt x="4922" y="2399"/>
                    <a:pt x="5040" y="2458"/>
                    <a:pt x="5117" y="2558"/>
                  </a:cubicBezTo>
                  <a:lnTo>
                    <a:pt x="5596" y="3197"/>
                  </a:lnTo>
                  <a:lnTo>
                    <a:pt x="5596" y="2828"/>
                  </a:lnTo>
                  <a:cubicBezTo>
                    <a:pt x="5596" y="1310"/>
                    <a:pt x="4397" y="45"/>
                    <a:pt x="2879" y="2"/>
                  </a:cubicBezTo>
                  <a:cubicBezTo>
                    <a:pt x="2852" y="1"/>
                    <a:pt x="2824" y="1"/>
                    <a:pt x="2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>
              <a:extLst>
                <a:ext uri="{FF2B5EF4-FFF2-40B4-BE49-F238E27FC236}">
                  <a16:creationId xmlns:a16="http://schemas.microsoft.com/office/drawing/2014/main" id="{41A7059E-6088-5895-CD4C-C76F1C59B95A}"/>
                </a:ext>
              </a:extLst>
            </p:cNvPr>
            <p:cNvSpPr/>
            <p:nvPr/>
          </p:nvSpPr>
          <p:spPr>
            <a:xfrm>
              <a:off x="6272100" y="2127850"/>
              <a:ext cx="341125" cy="241200"/>
            </a:xfrm>
            <a:custGeom>
              <a:avLst/>
              <a:gdLst/>
              <a:ahLst/>
              <a:cxnLst/>
              <a:rect l="l" t="t" r="r" b="b"/>
              <a:pathLst>
                <a:path w="13645" h="9648" extrusionOk="0">
                  <a:moveTo>
                    <a:pt x="401" y="1"/>
                  </a:moveTo>
                  <a:cubicBezTo>
                    <a:pt x="179" y="1"/>
                    <a:pt x="1" y="180"/>
                    <a:pt x="1" y="401"/>
                  </a:cubicBezTo>
                  <a:lnTo>
                    <a:pt x="1" y="9248"/>
                  </a:lnTo>
                  <a:cubicBezTo>
                    <a:pt x="1" y="9469"/>
                    <a:pt x="179" y="9648"/>
                    <a:pt x="401" y="9648"/>
                  </a:cubicBezTo>
                  <a:lnTo>
                    <a:pt x="1627" y="9648"/>
                  </a:lnTo>
                  <a:lnTo>
                    <a:pt x="3226" y="7515"/>
                  </a:lnTo>
                  <a:lnTo>
                    <a:pt x="3226" y="6089"/>
                  </a:lnTo>
                  <a:cubicBezTo>
                    <a:pt x="3226" y="4135"/>
                    <a:pt x="4766" y="2510"/>
                    <a:pt x="6718" y="2455"/>
                  </a:cubicBezTo>
                  <a:cubicBezTo>
                    <a:pt x="6754" y="2454"/>
                    <a:pt x="6789" y="2454"/>
                    <a:pt x="6824" y="2454"/>
                  </a:cubicBezTo>
                  <a:cubicBezTo>
                    <a:pt x="8806" y="2454"/>
                    <a:pt x="10420" y="4068"/>
                    <a:pt x="10420" y="6051"/>
                  </a:cubicBezTo>
                  <a:lnTo>
                    <a:pt x="10420" y="7515"/>
                  </a:lnTo>
                  <a:lnTo>
                    <a:pt x="12019" y="9648"/>
                  </a:lnTo>
                  <a:lnTo>
                    <a:pt x="13245" y="9648"/>
                  </a:lnTo>
                  <a:cubicBezTo>
                    <a:pt x="13466" y="9648"/>
                    <a:pt x="13645" y="9469"/>
                    <a:pt x="13645" y="9248"/>
                  </a:cubicBezTo>
                  <a:lnTo>
                    <a:pt x="13645" y="401"/>
                  </a:lnTo>
                  <a:cubicBezTo>
                    <a:pt x="13645" y="180"/>
                    <a:pt x="13466" y="1"/>
                    <a:pt x="1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37">
            <a:extLst>
              <a:ext uri="{FF2B5EF4-FFF2-40B4-BE49-F238E27FC236}">
                <a16:creationId xmlns:a16="http://schemas.microsoft.com/office/drawing/2014/main" id="{4E3F681A-6144-9BBE-6F36-A68FB3A9314B}"/>
              </a:ext>
            </a:extLst>
          </p:cNvPr>
          <p:cNvGrpSpPr/>
          <p:nvPr/>
        </p:nvGrpSpPr>
        <p:grpSpPr>
          <a:xfrm>
            <a:off x="835775" y="3765223"/>
            <a:ext cx="262012" cy="263417"/>
            <a:chOff x="239000" y="3799100"/>
            <a:chExt cx="339350" cy="341125"/>
          </a:xfrm>
        </p:grpSpPr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C5896DA3-2AB4-0F6A-3A62-5AA76555F42D}"/>
                </a:ext>
              </a:extLst>
            </p:cNvPr>
            <p:cNvSpPr/>
            <p:nvPr/>
          </p:nvSpPr>
          <p:spPr>
            <a:xfrm>
              <a:off x="417700" y="4020300"/>
              <a:ext cx="100950" cy="99925"/>
            </a:xfrm>
            <a:custGeom>
              <a:avLst/>
              <a:gdLst/>
              <a:ahLst/>
              <a:cxnLst/>
              <a:rect l="l" t="t" r="r" b="b"/>
              <a:pathLst>
                <a:path w="4038" h="3997" extrusionOk="0">
                  <a:moveTo>
                    <a:pt x="2321" y="0"/>
                  </a:moveTo>
                  <a:cubicBezTo>
                    <a:pt x="2278" y="0"/>
                    <a:pt x="2235" y="18"/>
                    <a:pt x="2205" y="50"/>
                  </a:cubicBezTo>
                  <a:cubicBezTo>
                    <a:pt x="1882" y="394"/>
                    <a:pt x="2118" y="799"/>
                    <a:pt x="2450" y="799"/>
                  </a:cubicBezTo>
                  <a:lnTo>
                    <a:pt x="2672" y="799"/>
                  </a:lnTo>
                  <a:lnTo>
                    <a:pt x="157" y="3315"/>
                  </a:lnTo>
                  <a:cubicBezTo>
                    <a:pt x="1" y="3472"/>
                    <a:pt x="1" y="3724"/>
                    <a:pt x="157" y="3881"/>
                  </a:cubicBezTo>
                  <a:cubicBezTo>
                    <a:pt x="236" y="3958"/>
                    <a:pt x="338" y="3997"/>
                    <a:pt x="440" y="3997"/>
                  </a:cubicBezTo>
                  <a:cubicBezTo>
                    <a:pt x="542" y="3997"/>
                    <a:pt x="645" y="3958"/>
                    <a:pt x="723" y="3881"/>
                  </a:cubicBezTo>
                  <a:lnTo>
                    <a:pt x="3238" y="1364"/>
                  </a:lnTo>
                  <a:lnTo>
                    <a:pt x="3238" y="1741"/>
                  </a:lnTo>
                  <a:cubicBezTo>
                    <a:pt x="3238" y="1785"/>
                    <a:pt x="3257" y="1827"/>
                    <a:pt x="3288" y="1856"/>
                  </a:cubicBezTo>
                  <a:cubicBezTo>
                    <a:pt x="3403" y="1965"/>
                    <a:pt x="3526" y="2011"/>
                    <a:pt x="3637" y="2011"/>
                  </a:cubicBezTo>
                  <a:cubicBezTo>
                    <a:pt x="3859" y="2011"/>
                    <a:pt x="4038" y="1832"/>
                    <a:pt x="4038" y="1611"/>
                  </a:cubicBezTo>
                  <a:lnTo>
                    <a:pt x="4038" y="152"/>
                  </a:lnTo>
                  <a:cubicBezTo>
                    <a:pt x="4038" y="68"/>
                    <a:pt x="3970" y="0"/>
                    <a:pt x="38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D611B5EB-6EE8-0538-1AEA-F9883D14A85D}"/>
                </a:ext>
              </a:extLst>
            </p:cNvPr>
            <p:cNvSpPr/>
            <p:nvPr/>
          </p:nvSpPr>
          <p:spPr>
            <a:xfrm>
              <a:off x="239000" y="3900350"/>
              <a:ext cx="339350" cy="239875"/>
            </a:xfrm>
            <a:custGeom>
              <a:avLst/>
              <a:gdLst/>
              <a:ahLst/>
              <a:cxnLst/>
              <a:rect l="l" t="t" r="r" b="b"/>
              <a:pathLst>
                <a:path w="13574" h="9595" extrusionOk="0">
                  <a:moveTo>
                    <a:pt x="10384" y="1"/>
                  </a:moveTo>
                  <a:cubicBezTo>
                    <a:pt x="10064" y="1"/>
                    <a:pt x="9755" y="129"/>
                    <a:pt x="9531" y="358"/>
                  </a:cubicBezTo>
                  <a:lnTo>
                    <a:pt x="2790" y="7196"/>
                  </a:lnTo>
                  <a:lnTo>
                    <a:pt x="1164" y="7196"/>
                  </a:lnTo>
                  <a:cubicBezTo>
                    <a:pt x="516" y="7215"/>
                    <a:pt x="0" y="7747"/>
                    <a:pt x="0" y="8395"/>
                  </a:cubicBezTo>
                  <a:cubicBezTo>
                    <a:pt x="0" y="9043"/>
                    <a:pt x="516" y="9575"/>
                    <a:pt x="1164" y="9594"/>
                  </a:cubicBezTo>
                  <a:lnTo>
                    <a:pt x="3190" y="9594"/>
                  </a:lnTo>
                  <a:cubicBezTo>
                    <a:pt x="3192" y="9594"/>
                    <a:pt x="3194" y="9594"/>
                    <a:pt x="3195" y="9594"/>
                  </a:cubicBezTo>
                  <a:cubicBezTo>
                    <a:pt x="3514" y="9594"/>
                    <a:pt x="3820" y="9464"/>
                    <a:pt x="4043" y="9237"/>
                  </a:cubicBezTo>
                  <a:lnTo>
                    <a:pt x="10784" y="2400"/>
                  </a:lnTo>
                  <a:lnTo>
                    <a:pt x="12410" y="2400"/>
                  </a:lnTo>
                  <a:cubicBezTo>
                    <a:pt x="13058" y="2379"/>
                    <a:pt x="13574" y="1848"/>
                    <a:pt x="13574" y="1200"/>
                  </a:cubicBezTo>
                  <a:cubicBezTo>
                    <a:pt x="13574" y="551"/>
                    <a:pt x="13058" y="2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>
              <a:extLst>
                <a:ext uri="{FF2B5EF4-FFF2-40B4-BE49-F238E27FC236}">
                  <a16:creationId xmlns:a16="http://schemas.microsoft.com/office/drawing/2014/main" id="{8E0238DD-6A07-8AED-E043-3F12B477DF94}"/>
                </a:ext>
              </a:extLst>
            </p:cNvPr>
            <p:cNvSpPr/>
            <p:nvPr/>
          </p:nvSpPr>
          <p:spPr>
            <a:xfrm>
              <a:off x="368675" y="3799100"/>
              <a:ext cx="59975" cy="59975"/>
            </a:xfrm>
            <a:custGeom>
              <a:avLst/>
              <a:gdLst/>
              <a:ahLst/>
              <a:cxnLst/>
              <a:rect l="l" t="t" r="r" b="b"/>
              <a:pathLst>
                <a:path w="2399" h="2399" extrusionOk="0">
                  <a:moveTo>
                    <a:pt x="1200" y="0"/>
                  </a:moveTo>
                  <a:cubicBezTo>
                    <a:pt x="538" y="0"/>
                    <a:pt x="1" y="538"/>
                    <a:pt x="1" y="1199"/>
                  </a:cubicBezTo>
                  <a:cubicBezTo>
                    <a:pt x="1" y="1862"/>
                    <a:pt x="538" y="2398"/>
                    <a:pt x="1200" y="2398"/>
                  </a:cubicBezTo>
                  <a:cubicBezTo>
                    <a:pt x="1863" y="2398"/>
                    <a:pt x="2399" y="1862"/>
                    <a:pt x="2399" y="1199"/>
                  </a:cubicBezTo>
                  <a:cubicBezTo>
                    <a:pt x="2399" y="538"/>
                    <a:pt x="1863" y="0"/>
                    <a:pt x="1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38F55806-E251-AF79-C42F-60B9E58F801A}"/>
                </a:ext>
              </a:extLst>
            </p:cNvPr>
            <p:cNvSpPr/>
            <p:nvPr/>
          </p:nvSpPr>
          <p:spPr>
            <a:xfrm>
              <a:off x="368725" y="3859075"/>
              <a:ext cx="59975" cy="131850"/>
            </a:xfrm>
            <a:custGeom>
              <a:avLst/>
              <a:gdLst/>
              <a:ahLst/>
              <a:cxnLst/>
              <a:rect l="l" t="t" r="r" b="b"/>
              <a:pathLst>
                <a:path w="2399" h="5274" extrusionOk="0">
                  <a:moveTo>
                    <a:pt x="799" y="1"/>
                  </a:moveTo>
                  <a:cubicBezTo>
                    <a:pt x="359" y="1"/>
                    <a:pt x="0" y="358"/>
                    <a:pt x="0" y="800"/>
                  </a:cubicBezTo>
                  <a:lnTo>
                    <a:pt x="3" y="5274"/>
                  </a:lnTo>
                  <a:lnTo>
                    <a:pt x="2398" y="2843"/>
                  </a:lnTo>
                  <a:lnTo>
                    <a:pt x="2398" y="1625"/>
                  </a:lnTo>
                  <a:cubicBezTo>
                    <a:pt x="2398" y="743"/>
                    <a:pt x="1681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37">
            <a:extLst>
              <a:ext uri="{FF2B5EF4-FFF2-40B4-BE49-F238E27FC236}">
                <a16:creationId xmlns:a16="http://schemas.microsoft.com/office/drawing/2014/main" id="{B2E54D13-815E-1D28-9C86-F1230AB4D106}"/>
              </a:ext>
            </a:extLst>
          </p:cNvPr>
          <p:cNvGrpSpPr/>
          <p:nvPr/>
        </p:nvGrpSpPr>
        <p:grpSpPr>
          <a:xfrm>
            <a:off x="835783" y="2749529"/>
            <a:ext cx="262004" cy="211455"/>
            <a:chOff x="2499275" y="1593475"/>
            <a:chExt cx="346750" cy="279850"/>
          </a:xfrm>
        </p:grpSpPr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38B10133-B41C-FB6D-CBDC-72BC78B10C83}"/>
                </a:ext>
              </a:extLst>
            </p:cNvPr>
            <p:cNvSpPr/>
            <p:nvPr/>
          </p:nvSpPr>
          <p:spPr>
            <a:xfrm>
              <a:off x="2522075" y="1843275"/>
              <a:ext cx="60650" cy="30000"/>
            </a:xfrm>
            <a:custGeom>
              <a:avLst/>
              <a:gdLst/>
              <a:ahLst/>
              <a:cxnLst/>
              <a:rect l="l" t="t" r="r" b="b"/>
              <a:pathLst>
                <a:path w="2426" h="1200" extrusionOk="0">
                  <a:moveTo>
                    <a:pt x="1" y="1"/>
                  </a:moveTo>
                  <a:cubicBezTo>
                    <a:pt x="1" y="664"/>
                    <a:pt x="563" y="1200"/>
                    <a:pt x="1225" y="1200"/>
                  </a:cubicBezTo>
                  <a:cubicBezTo>
                    <a:pt x="1888" y="1200"/>
                    <a:pt x="2425" y="664"/>
                    <a:pt x="24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>
              <a:extLst>
                <a:ext uri="{FF2B5EF4-FFF2-40B4-BE49-F238E27FC236}">
                  <a16:creationId xmlns:a16="http://schemas.microsoft.com/office/drawing/2014/main" id="{3160882A-049C-517F-D5C9-17B23D7DA035}"/>
                </a:ext>
              </a:extLst>
            </p:cNvPr>
            <p:cNvSpPr/>
            <p:nvPr/>
          </p:nvSpPr>
          <p:spPr>
            <a:xfrm>
              <a:off x="2602675" y="1843275"/>
              <a:ext cx="60000" cy="30000"/>
            </a:xfrm>
            <a:custGeom>
              <a:avLst/>
              <a:gdLst/>
              <a:ahLst/>
              <a:cxnLst/>
              <a:rect l="l" t="t" r="r" b="b"/>
              <a:pathLst>
                <a:path w="2400" h="1200" extrusionOk="0">
                  <a:moveTo>
                    <a:pt x="0" y="1"/>
                  </a:moveTo>
                  <a:cubicBezTo>
                    <a:pt x="0" y="662"/>
                    <a:pt x="536" y="1200"/>
                    <a:pt x="1199" y="1200"/>
                  </a:cubicBezTo>
                  <a:cubicBezTo>
                    <a:pt x="1862" y="1200"/>
                    <a:pt x="2400" y="664"/>
                    <a:pt x="2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>
              <a:extLst>
                <a:ext uri="{FF2B5EF4-FFF2-40B4-BE49-F238E27FC236}">
                  <a16:creationId xmlns:a16="http://schemas.microsoft.com/office/drawing/2014/main" id="{BC8BF8AF-6065-2BBB-4FEB-547A7328D719}"/>
                </a:ext>
              </a:extLst>
            </p:cNvPr>
            <p:cNvSpPr/>
            <p:nvPr/>
          </p:nvSpPr>
          <p:spPr>
            <a:xfrm>
              <a:off x="2682625" y="1843275"/>
              <a:ext cx="59975" cy="29125"/>
            </a:xfrm>
            <a:custGeom>
              <a:avLst/>
              <a:gdLst/>
              <a:ahLst/>
              <a:cxnLst/>
              <a:rect l="l" t="t" r="r" b="b"/>
              <a:pathLst>
                <a:path w="2399" h="1165" extrusionOk="0">
                  <a:moveTo>
                    <a:pt x="0" y="1"/>
                  </a:moveTo>
                  <a:cubicBezTo>
                    <a:pt x="20" y="649"/>
                    <a:pt x="551" y="1164"/>
                    <a:pt x="1199" y="1164"/>
                  </a:cubicBezTo>
                  <a:cubicBezTo>
                    <a:pt x="1848" y="1164"/>
                    <a:pt x="2378" y="649"/>
                    <a:pt x="2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>
              <a:extLst>
                <a:ext uri="{FF2B5EF4-FFF2-40B4-BE49-F238E27FC236}">
                  <a16:creationId xmlns:a16="http://schemas.microsoft.com/office/drawing/2014/main" id="{95340FEC-1698-3885-ECB9-65AE999B1500}"/>
                </a:ext>
              </a:extLst>
            </p:cNvPr>
            <p:cNvSpPr/>
            <p:nvPr/>
          </p:nvSpPr>
          <p:spPr>
            <a:xfrm>
              <a:off x="2762550" y="1843275"/>
              <a:ext cx="60675" cy="30050"/>
            </a:xfrm>
            <a:custGeom>
              <a:avLst/>
              <a:gdLst/>
              <a:ahLst/>
              <a:cxnLst/>
              <a:rect l="l" t="t" r="r" b="b"/>
              <a:pathLst>
                <a:path w="2427" h="1202" extrusionOk="0">
                  <a:moveTo>
                    <a:pt x="0" y="1"/>
                  </a:moveTo>
                  <a:cubicBezTo>
                    <a:pt x="0" y="664"/>
                    <a:pt x="538" y="1201"/>
                    <a:pt x="1201" y="1201"/>
                  </a:cubicBezTo>
                  <a:cubicBezTo>
                    <a:pt x="1862" y="1200"/>
                    <a:pt x="2426" y="664"/>
                    <a:pt x="2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>
              <a:extLst>
                <a:ext uri="{FF2B5EF4-FFF2-40B4-BE49-F238E27FC236}">
                  <a16:creationId xmlns:a16="http://schemas.microsoft.com/office/drawing/2014/main" id="{AAD4AFE2-316C-EE28-F5A3-5BAEEED9F825}"/>
                </a:ext>
              </a:extLst>
            </p:cNvPr>
            <p:cNvSpPr/>
            <p:nvPr/>
          </p:nvSpPr>
          <p:spPr>
            <a:xfrm>
              <a:off x="2602700" y="1753350"/>
              <a:ext cx="40000" cy="20050"/>
            </a:xfrm>
            <a:custGeom>
              <a:avLst/>
              <a:gdLst/>
              <a:ahLst/>
              <a:cxnLst/>
              <a:rect l="l" t="t" r="r" b="b"/>
              <a:pathLst>
                <a:path w="1600" h="802" extrusionOk="0">
                  <a:moveTo>
                    <a:pt x="1" y="1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>
              <a:extLst>
                <a:ext uri="{FF2B5EF4-FFF2-40B4-BE49-F238E27FC236}">
                  <a16:creationId xmlns:a16="http://schemas.microsoft.com/office/drawing/2014/main" id="{0F1B3C6B-57D0-3C27-5630-C7F21ACCE761}"/>
                </a:ext>
              </a:extLst>
            </p:cNvPr>
            <p:cNvSpPr/>
            <p:nvPr/>
          </p:nvSpPr>
          <p:spPr>
            <a:xfrm>
              <a:off x="2602700" y="1673400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C58FBE8E-49FE-2FFE-D5CE-2D9DBB4228E0}"/>
                </a:ext>
              </a:extLst>
            </p:cNvPr>
            <p:cNvSpPr/>
            <p:nvPr/>
          </p:nvSpPr>
          <p:spPr>
            <a:xfrm>
              <a:off x="2602700" y="1713375"/>
              <a:ext cx="40000" cy="20000"/>
            </a:xfrm>
            <a:custGeom>
              <a:avLst/>
              <a:gdLst/>
              <a:ahLst/>
              <a:cxnLst/>
              <a:rect l="l" t="t" r="r" b="b"/>
              <a:pathLst>
                <a:path w="1600" h="800" extrusionOk="0">
                  <a:moveTo>
                    <a:pt x="1" y="1"/>
                  </a:moveTo>
                  <a:lnTo>
                    <a:pt x="1" y="799"/>
                  </a:lnTo>
                  <a:lnTo>
                    <a:pt x="1600" y="79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C829ED37-69A3-E3B4-3C9B-E9FE242063E7}"/>
                </a:ext>
              </a:extLst>
            </p:cNvPr>
            <p:cNvSpPr/>
            <p:nvPr/>
          </p:nvSpPr>
          <p:spPr>
            <a:xfrm>
              <a:off x="2499275" y="1633425"/>
              <a:ext cx="83450" cy="139975"/>
            </a:xfrm>
            <a:custGeom>
              <a:avLst/>
              <a:gdLst/>
              <a:ahLst/>
              <a:cxnLst/>
              <a:rect l="l" t="t" r="r" b="b"/>
              <a:pathLst>
                <a:path w="3338" h="5599" extrusionOk="0">
                  <a:moveTo>
                    <a:pt x="2939" y="0"/>
                  </a:moveTo>
                  <a:cubicBezTo>
                    <a:pt x="1325" y="0"/>
                    <a:pt x="0" y="1366"/>
                    <a:pt x="121" y="3005"/>
                  </a:cubicBezTo>
                  <a:cubicBezTo>
                    <a:pt x="229" y="4471"/>
                    <a:pt x="1471" y="5598"/>
                    <a:pt x="2941" y="5598"/>
                  </a:cubicBezTo>
                  <a:lnTo>
                    <a:pt x="3337" y="5598"/>
                  </a:lnTo>
                  <a:lnTo>
                    <a:pt x="3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DA4086FE-F446-3F7F-DFFF-AB156ADC387D}"/>
                </a:ext>
              </a:extLst>
            </p:cNvPr>
            <p:cNvSpPr/>
            <p:nvPr/>
          </p:nvSpPr>
          <p:spPr>
            <a:xfrm>
              <a:off x="2661025" y="1593475"/>
              <a:ext cx="185000" cy="179925"/>
            </a:xfrm>
            <a:custGeom>
              <a:avLst/>
              <a:gdLst/>
              <a:ahLst/>
              <a:cxnLst/>
              <a:rect l="l" t="t" r="r" b="b"/>
              <a:pathLst>
                <a:path w="7400" h="7197" extrusionOk="0">
                  <a:moveTo>
                    <a:pt x="458" y="0"/>
                  </a:moveTo>
                  <a:cubicBezTo>
                    <a:pt x="288" y="0"/>
                    <a:pt x="137" y="112"/>
                    <a:pt x="85" y="274"/>
                  </a:cubicBezTo>
                  <a:cubicBezTo>
                    <a:pt x="1" y="534"/>
                    <a:pt x="193" y="799"/>
                    <a:pt x="466" y="799"/>
                  </a:cubicBezTo>
                  <a:lnTo>
                    <a:pt x="866" y="799"/>
                  </a:lnTo>
                  <a:lnTo>
                    <a:pt x="866" y="1598"/>
                  </a:lnTo>
                  <a:lnTo>
                    <a:pt x="66" y="1598"/>
                  </a:lnTo>
                  <a:lnTo>
                    <a:pt x="66" y="7196"/>
                  </a:lnTo>
                  <a:lnTo>
                    <a:pt x="4459" y="7196"/>
                  </a:lnTo>
                  <a:cubicBezTo>
                    <a:pt x="5929" y="7196"/>
                    <a:pt x="7173" y="6071"/>
                    <a:pt x="7280" y="4605"/>
                  </a:cubicBezTo>
                  <a:cubicBezTo>
                    <a:pt x="7400" y="2966"/>
                    <a:pt x="6077" y="1598"/>
                    <a:pt x="4463" y="1598"/>
                  </a:cubicBezTo>
                  <a:lnTo>
                    <a:pt x="3262" y="1598"/>
                  </a:lnTo>
                  <a:lnTo>
                    <a:pt x="3262" y="799"/>
                  </a:lnTo>
                  <a:lnTo>
                    <a:pt x="3663" y="799"/>
                  </a:lnTo>
                  <a:cubicBezTo>
                    <a:pt x="3664" y="799"/>
                    <a:pt x="3665" y="799"/>
                    <a:pt x="3666" y="799"/>
                  </a:cubicBezTo>
                  <a:cubicBezTo>
                    <a:pt x="3839" y="799"/>
                    <a:pt x="3991" y="689"/>
                    <a:pt x="4044" y="526"/>
                  </a:cubicBezTo>
                  <a:cubicBezTo>
                    <a:pt x="4128" y="266"/>
                    <a:pt x="3936" y="1"/>
                    <a:pt x="3663" y="1"/>
                  </a:cubicBezTo>
                  <a:lnTo>
                    <a:pt x="464" y="1"/>
                  </a:lnTo>
                  <a:cubicBezTo>
                    <a:pt x="462" y="0"/>
                    <a:pt x="460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FD5C0E30-A6A5-3E8D-FC73-11240D39E9D7}"/>
                </a:ext>
              </a:extLst>
            </p:cNvPr>
            <p:cNvSpPr/>
            <p:nvPr/>
          </p:nvSpPr>
          <p:spPr>
            <a:xfrm>
              <a:off x="2602700" y="1633425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D1665D82-54D0-11CA-158E-CDBE69F770FE}"/>
                </a:ext>
              </a:extLst>
            </p:cNvPr>
            <p:cNvSpPr/>
            <p:nvPr/>
          </p:nvSpPr>
          <p:spPr>
            <a:xfrm>
              <a:off x="2602700" y="1793325"/>
              <a:ext cx="40000" cy="30000"/>
            </a:xfrm>
            <a:custGeom>
              <a:avLst/>
              <a:gdLst/>
              <a:ahLst/>
              <a:cxnLst/>
              <a:rect l="l" t="t" r="r" b="b"/>
              <a:pathLst>
                <a:path w="1600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1600" y="1200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192CDC2D-AD99-302D-C2E6-AE618D6BE6D1}"/>
                </a:ext>
              </a:extLst>
            </p:cNvPr>
            <p:cNvSpPr/>
            <p:nvPr/>
          </p:nvSpPr>
          <p:spPr>
            <a:xfrm>
              <a:off x="2502075" y="1793300"/>
              <a:ext cx="80650" cy="30025"/>
            </a:xfrm>
            <a:custGeom>
              <a:avLst/>
              <a:gdLst/>
              <a:ahLst/>
              <a:cxnLst/>
              <a:rect l="l" t="t" r="r" b="b"/>
              <a:pathLst>
                <a:path w="3226" h="1201" extrusionOk="0">
                  <a:moveTo>
                    <a:pt x="400" y="0"/>
                  </a:moveTo>
                  <a:cubicBezTo>
                    <a:pt x="180" y="0"/>
                    <a:pt x="2" y="179"/>
                    <a:pt x="2" y="401"/>
                  </a:cubicBezTo>
                  <a:lnTo>
                    <a:pt x="2" y="801"/>
                  </a:lnTo>
                  <a:cubicBezTo>
                    <a:pt x="0" y="1021"/>
                    <a:pt x="180" y="1201"/>
                    <a:pt x="400" y="1201"/>
                  </a:cubicBezTo>
                  <a:lnTo>
                    <a:pt x="3225" y="1201"/>
                  </a:lnTo>
                  <a:lnTo>
                    <a:pt x="32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2C3CA42D-1038-AC42-1AAC-FB0AEEBB378A}"/>
                </a:ext>
              </a:extLst>
            </p:cNvPr>
            <p:cNvSpPr/>
            <p:nvPr/>
          </p:nvSpPr>
          <p:spPr>
            <a:xfrm>
              <a:off x="2662650" y="1793325"/>
              <a:ext cx="180575" cy="30000"/>
            </a:xfrm>
            <a:custGeom>
              <a:avLst/>
              <a:gdLst/>
              <a:ahLst/>
              <a:cxnLst/>
              <a:rect l="l" t="t" r="r" b="b"/>
              <a:pathLst>
                <a:path w="7223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6823" y="1200"/>
                  </a:lnTo>
                  <a:cubicBezTo>
                    <a:pt x="7044" y="1200"/>
                    <a:pt x="7223" y="1021"/>
                    <a:pt x="7223" y="801"/>
                  </a:cubicBezTo>
                  <a:lnTo>
                    <a:pt x="7223" y="401"/>
                  </a:lnTo>
                  <a:cubicBezTo>
                    <a:pt x="7223" y="180"/>
                    <a:pt x="7044" y="1"/>
                    <a:pt x="68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7D5310A3-E3BA-C9D2-BFB0-2A06CF5176AE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Data Preprocessing</a:t>
            </a:r>
          </a:p>
        </p:txBody>
      </p:sp>
    </p:spTree>
    <p:extLst>
      <p:ext uri="{BB962C8B-B14F-4D97-AF65-F5344CB8AC3E}">
        <p14:creationId xmlns:p14="http://schemas.microsoft.com/office/powerpoint/2010/main" val="105421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DEABD444-36AE-26D8-9232-F0B41386B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7">
            <a:extLst>
              <a:ext uri="{FF2B5EF4-FFF2-40B4-BE49-F238E27FC236}">
                <a16:creationId xmlns:a16="http://schemas.microsoft.com/office/drawing/2014/main" id="{C412B6B5-439D-735F-6429-B41E2BB4015D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41837" y="1475475"/>
            <a:ext cx="40044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Change-point detection identifies the lockdown onset and three recovery phases; per-service collapse %, and post-MCO recovery rate differ by mode</a:t>
            </a:r>
            <a:endParaRPr dirty="0"/>
          </a:p>
        </p:txBody>
      </p:sp>
      <p:sp>
        <p:nvSpPr>
          <p:cNvPr id="341" name="Google Shape;341;p37">
            <a:extLst>
              <a:ext uri="{FF2B5EF4-FFF2-40B4-BE49-F238E27FC236}">
                <a16:creationId xmlns:a16="http://schemas.microsoft.com/office/drawing/2014/main" id="{2B7D5885-4816-98F2-1781-4E9E0481762D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241837" y="2648800"/>
            <a:ext cx="3710016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Monthly wet-day ratio and extreme-event frequency peak in November-January, east-coast states record more extreme than west-coast</a:t>
            </a:r>
            <a:endParaRPr dirty="0"/>
          </a:p>
        </p:txBody>
      </p:sp>
      <p:sp>
        <p:nvSpPr>
          <p:cNvPr id="342" name="Google Shape;342;p37">
            <a:extLst>
              <a:ext uri="{FF2B5EF4-FFF2-40B4-BE49-F238E27FC236}">
                <a16:creationId xmlns:a16="http://schemas.microsoft.com/office/drawing/2014/main" id="{088AB42C-E75B-B2F8-B9D2-DD8E9EFD1EA2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515124" y="1475475"/>
            <a:ext cx="36129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Clustering on stop coordinates identifies dense clusters in greater KL; outside Selangor/KL have fewer than 5% of total stops</a:t>
            </a:r>
            <a:endParaRPr dirty="0"/>
          </a:p>
        </p:txBody>
      </p:sp>
      <p:sp>
        <p:nvSpPr>
          <p:cNvPr id="343" name="Google Shape;343;p37">
            <a:extLst>
              <a:ext uri="{FF2B5EF4-FFF2-40B4-BE49-F238E27FC236}">
                <a16:creationId xmlns:a16="http://schemas.microsoft.com/office/drawing/2014/main" id="{F65756B3-6ED3-68C2-2B5C-811450EBF2A8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4515123" y="2648800"/>
            <a:ext cx="4387039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Joint analysis of population density, transit supply identifies priority zones where high residential density coincides with low stop coverage and poor pedestrian access</a:t>
            </a:r>
            <a:endParaRPr dirty="0"/>
          </a:p>
        </p:txBody>
      </p:sp>
      <p:sp>
        <p:nvSpPr>
          <p:cNvPr id="344" name="Google Shape;344;p37">
            <a:extLst>
              <a:ext uri="{FF2B5EF4-FFF2-40B4-BE49-F238E27FC236}">
                <a16:creationId xmlns:a16="http://schemas.microsoft.com/office/drawing/2014/main" id="{E6848E80-01D2-CD77-6A03-D19E36328B31}"/>
              </a:ext>
            </a:extLst>
          </p:cNvPr>
          <p:cNvSpPr txBox="1">
            <a:spLocks noGrp="1"/>
          </p:cNvSpPr>
          <p:nvPr>
            <p:ph type="subTitle" idx="7"/>
          </p:nvPr>
        </p:nvSpPr>
        <p:spPr>
          <a:xfrm>
            <a:off x="685437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MCO Collapse / Recover</a:t>
            </a:r>
            <a:endParaRPr dirty="0"/>
          </a:p>
        </p:txBody>
      </p:sp>
      <p:sp>
        <p:nvSpPr>
          <p:cNvPr id="345" name="Google Shape;345;p37">
            <a:extLst>
              <a:ext uri="{FF2B5EF4-FFF2-40B4-BE49-F238E27FC236}">
                <a16:creationId xmlns:a16="http://schemas.microsoft.com/office/drawing/2014/main" id="{9D33DE24-8943-9CAE-5209-9A6D30B37B01}"/>
              </a:ext>
            </a:extLst>
          </p:cNvPr>
          <p:cNvSpPr txBox="1">
            <a:spLocks noGrp="1"/>
          </p:cNvSpPr>
          <p:nvPr>
            <p:ph type="subTitle" idx="8"/>
          </p:nvPr>
        </p:nvSpPr>
        <p:spPr>
          <a:xfrm>
            <a:off x="689562" y="24044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Northeast Monsoon</a:t>
            </a:r>
            <a:endParaRPr dirty="0"/>
          </a:p>
        </p:txBody>
      </p:sp>
      <p:sp>
        <p:nvSpPr>
          <p:cNvPr id="346" name="Google Shape;346;p37">
            <a:extLst>
              <a:ext uri="{FF2B5EF4-FFF2-40B4-BE49-F238E27FC236}">
                <a16:creationId xmlns:a16="http://schemas.microsoft.com/office/drawing/2014/main" id="{184F6611-7C7E-48FA-22DB-39354FE6D5D5}"/>
              </a:ext>
            </a:extLst>
          </p:cNvPr>
          <p:cNvSpPr txBox="1">
            <a:spLocks noGrp="1"/>
          </p:cNvSpPr>
          <p:nvPr>
            <p:ph type="subTitle" idx="9"/>
          </p:nvPr>
        </p:nvSpPr>
        <p:spPr>
          <a:xfrm>
            <a:off x="691287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Holiday Anticipation</a:t>
            </a:r>
            <a:endParaRPr dirty="0"/>
          </a:p>
        </p:txBody>
      </p:sp>
      <p:sp>
        <p:nvSpPr>
          <p:cNvPr id="347" name="Google Shape;347;p37">
            <a:extLst>
              <a:ext uri="{FF2B5EF4-FFF2-40B4-BE49-F238E27FC236}">
                <a16:creationId xmlns:a16="http://schemas.microsoft.com/office/drawing/2014/main" id="{8C6956FC-9D4E-94C9-9653-6AF850755FAF}"/>
              </a:ext>
            </a:extLst>
          </p:cNvPr>
          <p:cNvSpPr txBox="1">
            <a:spLocks noGrp="1"/>
          </p:cNvSpPr>
          <p:nvPr>
            <p:ph type="subTitle" idx="5"/>
          </p:nvPr>
        </p:nvSpPr>
        <p:spPr>
          <a:xfrm>
            <a:off x="241837" y="3838300"/>
            <a:ext cx="36129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Ridership dip 1-2 days before public holidays and return surge on first post-holiday workday, school holidays show a softer, multi-day ramp</a:t>
            </a:r>
            <a:endParaRPr dirty="0"/>
          </a:p>
        </p:txBody>
      </p:sp>
      <p:sp>
        <p:nvSpPr>
          <p:cNvPr id="348" name="Google Shape;348;p37">
            <a:extLst>
              <a:ext uri="{FF2B5EF4-FFF2-40B4-BE49-F238E27FC236}">
                <a16:creationId xmlns:a16="http://schemas.microsoft.com/office/drawing/2014/main" id="{1F6C416F-3FF2-C8FF-7860-E087D7A8FE60}"/>
              </a:ext>
            </a:extLst>
          </p:cNvPr>
          <p:cNvSpPr txBox="1">
            <a:spLocks noGrp="1"/>
          </p:cNvSpPr>
          <p:nvPr>
            <p:ph type="subTitle" idx="6"/>
          </p:nvPr>
        </p:nvSpPr>
        <p:spPr>
          <a:xfrm>
            <a:off x="4515124" y="3838300"/>
            <a:ext cx="3612900" cy="7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Some temporal, static like GTFS, OSM POIs, GADM boundaries, and population density are at near-zero correlation with ridership</a:t>
            </a:r>
            <a:endParaRPr dirty="0"/>
          </a:p>
        </p:txBody>
      </p:sp>
      <p:sp>
        <p:nvSpPr>
          <p:cNvPr id="349" name="Google Shape;349;p37">
            <a:extLst>
              <a:ext uri="{FF2B5EF4-FFF2-40B4-BE49-F238E27FC236}">
                <a16:creationId xmlns:a16="http://schemas.microsoft.com/office/drawing/2014/main" id="{FE48D3FD-6BE7-20D0-FE87-67D406797F28}"/>
              </a:ext>
            </a:extLst>
          </p:cNvPr>
          <p:cNvSpPr txBox="1">
            <a:spLocks noGrp="1"/>
          </p:cNvSpPr>
          <p:nvPr>
            <p:ph type="subTitle" idx="13"/>
          </p:nvPr>
        </p:nvSpPr>
        <p:spPr>
          <a:xfrm>
            <a:off x="4960624" y="1231075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KL Concentration</a:t>
            </a:r>
            <a:endParaRPr dirty="0"/>
          </a:p>
        </p:txBody>
      </p:sp>
      <p:sp>
        <p:nvSpPr>
          <p:cNvPr id="350" name="Google Shape;350;p37">
            <a:extLst>
              <a:ext uri="{FF2B5EF4-FFF2-40B4-BE49-F238E27FC236}">
                <a16:creationId xmlns:a16="http://schemas.microsoft.com/office/drawing/2014/main" id="{EA868A23-48FC-C086-6513-605ADA076122}"/>
              </a:ext>
            </a:extLst>
          </p:cNvPr>
          <p:cNvSpPr txBox="1">
            <a:spLocks noGrp="1"/>
          </p:cNvSpPr>
          <p:nvPr>
            <p:ph type="subTitle" idx="14"/>
          </p:nvPr>
        </p:nvSpPr>
        <p:spPr>
          <a:xfrm>
            <a:off x="4960627" y="23832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Underserved Zones</a:t>
            </a:r>
            <a:endParaRPr dirty="0"/>
          </a:p>
        </p:txBody>
      </p:sp>
      <p:sp>
        <p:nvSpPr>
          <p:cNvPr id="351" name="Google Shape;351;p37">
            <a:extLst>
              <a:ext uri="{FF2B5EF4-FFF2-40B4-BE49-F238E27FC236}">
                <a16:creationId xmlns:a16="http://schemas.microsoft.com/office/drawing/2014/main" id="{2174A777-7B6B-BC7B-5C44-00B6E8094868}"/>
              </a:ext>
            </a:extLst>
          </p:cNvPr>
          <p:cNvSpPr txBox="1">
            <a:spLocks noGrp="1"/>
          </p:cNvSpPr>
          <p:nvPr>
            <p:ph type="subTitle" idx="15"/>
          </p:nvPr>
        </p:nvSpPr>
        <p:spPr>
          <a:xfrm>
            <a:off x="4960624" y="3593900"/>
            <a:ext cx="3167400" cy="377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Feature Correlation</a:t>
            </a:r>
            <a:endParaRPr dirty="0"/>
          </a:p>
        </p:txBody>
      </p:sp>
      <p:grpSp>
        <p:nvGrpSpPr>
          <p:cNvPr id="352" name="Google Shape;352;p37">
            <a:extLst>
              <a:ext uri="{FF2B5EF4-FFF2-40B4-BE49-F238E27FC236}">
                <a16:creationId xmlns:a16="http://schemas.microsoft.com/office/drawing/2014/main" id="{C1152121-BA60-83A7-88A6-F57BF2D8FBF8}"/>
              </a:ext>
            </a:extLst>
          </p:cNvPr>
          <p:cNvGrpSpPr/>
          <p:nvPr/>
        </p:nvGrpSpPr>
        <p:grpSpPr>
          <a:xfrm>
            <a:off x="4626783" y="2411055"/>
            <a:ext cx="261958" cy="230156"/>
            <a:chOff x="7039625" y="2147325"/>
            <a:chExt cx="341225" cy="299800"/>
          </a:xfrm>
        </p:grpSpPr>
        <p:sp>
          <p:nvSpPr>
            <p:cNvPr id="353" name="Google Shape;353;p37">
              <a:extLst>
                <a:ext uri="{FF2B5EF4-FFF2-40B4-BE49-F238E27FC236}">
                  <a16:creationId xmlns:a16="http://schemas.microsoft.com/office/drawing/2014/main" id="{4E0A70DF-D4E7-9F88-CEB5-88833728EFDD}"/>
                </a:ext>
              </a:extLst>
            </p:cNvPr>
            <p:cNvSpPr/>
            <p:nvPr/>
          </p:nvSpPr>
          <p:spPr>
            <a:xfrm>
              <a:off x="7039725" y="2147325"/>
              <a:ext cx="341125" cy="239850"/>
            </a:xfrm>
            <a:custGeom>
              <a:avLst/>
              <a:gdLst/>
              <a:ahLst/>
              <a:cxnLst/>
              <a:rect l="l" t="t" r="r" b="b"/>
              <a:pathLst>
                <a:path w="13645" h="9594" extrusionOk="0">
                  <a:moveTo>
                    <a:pt x="6176" y="799"/>
                  </a:moveTo>
                  <a:lnTo>
                    <a:pt x="4423" y="4302"/>
                  </a:lnTo>
                  <a:lnTo>
                    <a:pt x="2672" y="799"/>
                  </a:lnTo>
                  <a:close/>
                  <a:moveTo>
                    <a:pt x="10972" y="799"/>
                  </a:moveTo>
                  <a:lnTo>
                    <a:pt x="9221" y="4302"/>
                  </a:lnTo>
                  <a:lnTo>
                    <a:pt x="7469" y="799"/>
                  </a:lnTo>
                  <a:close/>
                  <a:moveTo>
                    <a:pt x="2100" y="1441"/>
                  </a:moveTo>
                  <a:lnTo>
                    <a:pt x="3778" y="4796"/>
                  </a:lnTo>
                  <a:lnTo>
                    <a:pt x="955" y="4796"/>
                  </a:lnTo>
                  <a:lnTo>
                    <a:pt x="2100" y="1441"/>
                  </a:lnTo>
                  <a:close/>
                  <a:moveTo>
                    <a:pt x="6823" y="1294"/>
                  </a:moveTo>
                  <a:lnTo>
                    <a:pt x="8574" y="4796"/>
                  </a:lnTo>
                  <a:lnTo>
                    <a:pt x="5070" y="4796"/>
                  </a:lnTo>
                  <a:lnTo>
                    <a:pt x="6823" y="1294"/>
                  </a:lnTo>
                  <a:close/>
                  <a:moveTo>
                    <a:pt x="11545" y="1441"/>
                  </a:moveTo>
                  <a:lnTo>
                    <a:pt x="12689" y="4796"/>
                  </a:lnTo>
                  <a:lnTo>
                    <a:pt x="9867" y="4796"/>
                  </a:lnTo>
                  <a:lnTo>
                    <a:pt x="11545" y="1441"/>
                  </a:lnTo>
                  <a:close/>
                  <a:moveTo>
                    <a:pt x="2027" y="0"/>
                  </a:moveTo>
                  <a:cubicBezTo>
                    <a:pt x="1854" y="0"/>
                    <a:pt x="1702" y="109"/>
                    <a:pt x="1647" y="273"/>
                  </a:cubicBezTo>
                  <a:lnTo>
                    <a:pt x="21" y="5069"/>
                  </a:lnTo>
                  <a:cubicBezTo>
                    <a:pt x="21" y="5071"/>
                    <a:pt x="1" y="5195"/>
                    <a:pt x="1" y="5196"/>
                  </a:cubicBezTo>
                  <a:lnTo>
                    <a:pt x="1" y="5995"/>
                  </a:lnTo>
                  <a:cubicBezTo>
                    <a:pt x="1" y="6217"/>
                    <a:pt x="179" y="6395"/>
                    <a:pt x="401" y="6395"/>
                  </a:cubicBezTo>
                  <a:lnTo>
                    <a:pt x="2027" y="6395"/>
                  </a:lnTo>
                  <a:lnTo>
                    <a:pt x="2027" y="8808"/>
                  </a:lnTo>
                  <a:cubicBezTo>
                    <a:pt x="2458" y="8808"/>
                    <a:pt x="2843" y="9021"/>
                    <a:pt x="3057" y="9378"/>
                  </a:cubicBezTo>
                  <a:cubicBezTo>
                    <a:pt x="3059" y="9378"/>
                    <a:pt x="3230" y="9594"/>
                    <a:pt x="3626" y="9594"/>
                  </a:cubicBezTo>
                  <a:lnTo>
                    <a:pt x="3626" y="6395"/>
                  </a:lnTo>
                  <a:lnTo>
                    <a:pt x="10021" y="6395"/>
                  </a:lnTo>
                  <a:lnTo>
                    <a:pt x="10021" y="9594"/>
                  </a:lnTo>
                  <a:cubicBezTo>
                    <a:pt x="10417" y="9594"/>
                    <a:pt x="10591" y="9372"/>
                    <a:pt x="10610" y="9346"/>
                  </a:cubicBezTo>
                  <a:lnTo>
                    <a:pt x="10613" y="9349"/>
                  </a:lnTo>
                  <a:cubicBezTo>
                    <a:pt x="10855" y="8996"/>
                    <a:pt x="11224" y="8807"/>
                    <a:pt x="11620" y="8807"/>
                  </a:cubicBezTo>
                  <a:lnTo>
                    <a:pt x="11620" y="6395"/>
                  </a:lnTo>
                  <a:lnTo>
                    <a:pt x="13246" y="6395"/>
                  </a:lnTo>
                  <a:cubicBezTo>
                    <a:pt x="13466" y="6395"/>
                    <a:pt x="13645" y="6217"/>
                    <a:pt x="13645" y="5995"/>
                  </a:cubicBezTo>
                  <a:lnTo>
                    <a:pt x="13645" y="5196"/>
                  </a:lnTo>
                  <a:cubicBezTo>
                    <a:pt x="13645" y="5193"/>
                    <a:pt x="13624" y="5072"/>
                    <a:pt x="13624" y="5069"/>
                  </a:cubicBezTo>
                  <a:lnTo>
                    <a:pt x="11998" y="273"/>
                  </a:lnTo>
                  <a:cubicBezTo>
                    <a:pt x="11944" y="109"/>
                    <a:pt x="11790" y="0"/>
                    <a:pt x="1161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" name="Google Shape;354;p37">
              <a:extLst>
                <a:ext uri="{FF2B5EF4-FFF2-40B4-BE49-F238E27FC236}">
                  <a16:creationId xmlns:a16="http://schemas.microsoft.com/office/drawing/2014/main" id="{9EC0029E-B254-5ED6-85B2-F29CCB83B440}"/>
                </a:ext>
              </a:extLst>
            </p:cNvPr>
            <p:cNvSpPr/>
            <p:nvPr/>
          </p:nvSpPr>
          <p:spPr>
            <a:xfrm>
              <a:off x="7039625" y="2387475"/>
              <a:ext cx="341125" cy="59650"/>
            </a:xfrm>
            <a:custGeom>
              <a:avLst/>
              <a:gdLst/>
              <a:ahLst/>
              <a:cxnLst/>
              <a:rect l="l" t="t" r="r" b="b"/>
              <a:pathLst>
                <a:path w="13645" h="2386" extrusionOk="0">
                  <a:moveTo>
                    <a:pt x="11623" y="0"/>
                  </a:moveTo>
                  <a:cubicBezTo>
                    <a:pt x="11487" y="0"/>
                    <a:pt x="11351" y="61"/>
                    <a:pt x="11279" y="183"/>
                  </a:cubicBezTo>
                  <a:cubicBezTo>
                    <a:pt x="11276" y="189"/>
                    <a:pt x="10898" y="787"/>
                    <a:pt x="10024" y="787"/>
                  </a:cubicBezTo>
                  <a:cubicBezTo>
                    <a:pt x="9154" y="787"/>
                    <a:pt x="8782" y="205"/>
                    <a:pt x="8768" y="183"/>
                  </a:cubicBezTo>
                  <a:cubicBezTo>
                    <a:pt x="8695" y="62"/>
                    <a:pt x="8559" y="1"/>
                    <a:pt x="8424" y="1"/>
                  </a:cubicBezTo>
                  <a:cubicBezTo>
                    <a:pt x="8288" y="1"/>
                    <a:pt x="8152" y="62"/>
                    <a:pt x="8079" y="183"/>
                  </a:cubicBezTo>
                  <a:cubicBezTo>
                    <a:pt x="8076" y="189"/>
                    <a:pt x="7698" y="787"/>
                    <a:pt x="6824" y="787"/>
                  </a:cubicBezTo>
                  <a:cubicBezTo>
                    <a:pt x="5954" y="787"/>
                    <a:pt x="5583" y="205"/>
                    <a:pt x="5569" y="183"/>
                  </a:cubicBezTo>
                  <a:cubicBezTo>
                    <a:pt x="5496" y="62"/>
                    <a:pt x="5360" y="1"/>
                    <a:pt x="5225" y="1"/>
                  </a:cubicBezTo>
                  <a:cubicBezTo>
                    <a:pt x="5089" y="1"/>
                    <a:pt x="4953" y="62"/>
                    <a:pt x="4880" y="183"/>
                  </a:cubicBezTo>
                  <a:cubicBezTo>
                    <a:pt x="4878" y="189"/>
                    <a:pt x="4500" y="787"/>
                    <a:pt x="3625" y="787"/>
                  </a:cubicBezTo>
                  <a:cubicBezTo>
                    <a:pt x="2756" y="787"/>
                    <a:pt x="2384" y="205"/>
                    <a:pt x="2370" y="183"/>
                  </a:cubicBezTo>
                  <a:cubicBezTo>
                    <a:pt x="2298" y="62"/>
                    <a:pt x="2162" y="1"/>
                    <a:pt x="2026" y="1"/>
                  </a:cubicBezTo>
                  <a:cubicBezTo>
                    <a:pt x="1890" y="1"/>
                    <a:pt x="1754" y="62"/>
                    <a:pt x="1682" y="183"/>
                  </a:cubicBezTo>
                  <a:cubicBezTo>
                    <a:pt x="1679" y="189"/>
                    <a:pt x="1275" y="787"/>
                    <a:pt x="400" y="787"/>
                  </a:cubicBezTo>
                  <a:cubicBezTo>
                    <a:pt x="179" y="787"/>
                    <a:pt x="0" y="965"/>
                    <a:pt x="0" y="1187"/>
                  </a:cubicBezTo>
                  <a:lnTo>
                    <a:pt x="0" y="1986"/>
                  </a:lnTo>
                  <a:cubicBezTo>
                    <a:pt x="0" y="2207"/>
                    <a:pt x="179" y="2386"/>
                    <a:pt x="400" y="2386"/>
                  </a:cubicBezTo>
                  <a:lnTo>
                    <a:pt x="13246" y="2386"/>
                  </a:lnTo>
                  <a:cubicBezTo>
                    <a:pt x="13466" y="2386"/>
                    <a:pt x="13644" y="2207"/>
                    <a:pt x="13644" y="1986"/>
                  </a:cubicBezTo>
                  <a:lnTo>
                    <a:pt x="13644" y="1187"/>
                  </a:lnTo>
                  <a:cubicBezTo>
                    <a:pt x="13644" y="965"/>
                    <a:pt x="13466" y="787"/>
                    <a:pt x="13246" y="787"/>
                  </a:cubicBezTo>
                  <a:lnTo>
                    <a:pt x="13249" y="787"/>
                  </a:lnTo>
                  <a:cubicBezTo>
                    <a:pt x="12385" y="787"/>
                    <a:pt x="11985" y="212"/>
                    <a:pt x="11965" y="180"/>
                  </a:cubicBezTo>
                  <a:cubicBezTo>
                    <a:pt x="11893" y="60"/>
                    <a:pt x="11758" y="0"/>
                    <a:pt x="1162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5" name="Google Shape;355;p37">
            <a:extLst>
              <a:ext uri="{FF2B5EF4-FFF2-40B4-BE49-F238E27FC236}">
                <a16:creationId xmlns:a16="http://schemas.microsoft.com/office/drawing/2014/main" id="{6062A6A3-7787-54E3-DA50-B95513355511}"/>
              </a:ext>
            </a:extLst>
          </p:cNvPr>
          <p:cNvGrpSpPr/>
          <p:nvPr/>
        </p:nvGrpSpPr>
        <p:grpSpPr>
          <a:xfrm>
            <a:off x="353582" y="1229434"/>
            <a:ext cx="261986" cy="260931"/>
            <a:chOff x="6271450" y="2127850"/>
            <a:chExt cx="342600" cy="341175"/>
          </a:xfrm>
        </p:grpSpPr>
        <p:sp>
          <p:nvSpPr>
            <p:cNvPr id="356" name="Google Shape;356;p37">
              <a:extLst>
                <a:ext uri="{FF2B5EF4-FFF2-40B4-BE49-F238E27FC236}">
                  <a16:creationId xmlns:a16="http://schemas.microsoft.com/office/drawing/2014/main" id="{98435DDD-183F-B1D4-B777-475D576BDBBB}"/>
                </a:ext>
              </a:extLst>
            </p:cNvPr>
            <p:cNvSpPr/>
            <p:nvPr/>
          </p:nvSpPr>
          <p:spPr>
            <a:xfrm>
              <a:off x="6271450" y="2289100"/>
              <a:ext cx="342600" cy="179925"/>
            </a:xfrm>
            <a:custGeom>
              <a:avLst/>
              <a:gdLst/>
              <a:ahLst/>
              <a:cxnLst/>
              <a:rect l="l" t="t" r="r" b="b"/>
              <a:pathLst>
                <a:path w="13704" h="7197" extrusionOk="0">
                  <a:moveTo>
                    <a:pt x="8247" y="800"/>
                  </a:moveTo>
                  <a:lnTo>
                    <a:pt x="8848" y="1600"/>
                  </a:lnTo>
                  <a:lnTo>
                    <a:pt x="4851" y="1600"/>
                  </a:lnTo>
                  <a:lnTo>
                    <a:pt x="5450" y="800"/>
                  </a:lnTo>
                  <a:close/>
                  <a:moveTo>
                    <a:pt x="9446" y="2399"/>
                  </a:moveTo>
                  <a:lnTo>
                    <a:pt x="10046" y="3198"/>
                  </a:lnTo>
                  <a:lnTo>
                    <a:pt x="3650" y="3198"/>
                  </a:lnTo>
                  <a:lnTo>
                    <a:pt x="4250" y="2399"/>
                  </a:lnTo>
                  <a:close/>
                  <a:moveTo>
                    <a:pt x="10645" y="3998"/>
                  </a:moveTo>
                  <a:lnTo>
                    <a:pt x="11245" y="4797"/>
                  </a:lnTo>
                  <a:lnTo>
                    <a:pt x="2451" y="4797"/>
                  </a:lnTo>
                  <a:lnTo>
                    <a:pt x="3051" y="3998"/>
                  </a:lnTo>
                  <a:close/>
                  <a:moveTo>
                    <a:pt x="11844" y="5597"/>
                  </a:moveTo>
                  <a:lnTo>
                    <a:pt x="12470" y="6396"/>
                  </a:lnTo>
                  <a:lnTo>
                    <a:pt x="1226" y="6396"/>
                  </a:lnTo>
                  <a:lnTo>
                    <a:pt x="1850" y="5597"/>
                  </a:lnTo>
                  <a:close/>
                  <a:moveTo>
                    <a:pt x="5250" y="1"/>
                  </a:moveTo>
                  <a:cubicBezTo>
                    <a:pt x="5123" y="1"/>
                    <a:pt x="5004" y="60"/>
                    <a:pt x="4929" y="160"/>
                  </a:cubicBezTo>
                  <a:lnTo>
                    <a:pt x="105" y="6557"/>
                  </a:lnTo>
                  <a:cubicBezTo>
                    <a:pt x="15" y="6678"/>
                    <a:pt x="0" y="6839"/>
                    <a:pt x="68" y="6975"/>
                  </a:cubicBezTo>
                  <a:cubicBezTo>
                    <a:pt x="136" y="7109"/>
                    <a:pt x="275" y="7195"/>
                    <a:pt x="425" y="7196"/>
                  </a:cubicBezTo>
                  <a:lnTo>
                    <a:pt x="13260" y="7196"/>
                  </a:lnTo>
                  <a:cubicBezTo>
                    <a:pt x="13262" y="7196"/>
                    <a:pt x="13264" y="7196"/>
                    <a:pt x="13265" y="7196"/>
                  </a:cubicBezTo>
                  <a:cubicBezTo>
                    <a:pt x="13383" y="7196"/>
                    <a:pt x="13495" y="7145"/>
                    <a:pt x="13573" y="7056"/>
                  </a:cubicBezTo>
                  <a:cubicBezTo>
                    <a:pt x="13696" y="6914"/>
                    <a:pt x="13703" y="6706"/>
                    <a:pt x="13591" y="6557"/>
                  </a:cubicBezTo>
                  <a:lnTo>
                    <a:pt x="8767" y="160"/>
                  </a:lnTo>
                  <a:cubicBezTo>
                    <a:pt x="8692" y="60"/>
                    <a:pt x="8572" y="1"/>
                    <a:pt x="844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37">
              <a:extLst>
                <a:ext uri="{FF2B5EF4-FFF2-40B4-BE49-F238E27FC236}">
                  <a16:creationId xmlns:a16="http://schemas.microsoft.com/office/drawing/2014/main" id="{D71D6A95-45B7-DC1F-9A78-E55EF0E3CB68}"/>
                </a:ext>
              </a:extLst>
            </p:cNvPr>
            <p:cNvSpPr/>
            <p:nvPr/>
          </p:nvSpPr>
          <p:spPr>
            <a:xfrm>
              <a:off x="6372750" y="2209150"/>
              <a:ext cx="139925" cy="79950"/>
            </a:xfrm>
            <a:custGeom>
              <a:avLst/>
              <a:gdLst/>
              <a:ahLst/>
              <a:cxnLst/>
              <a:rect l="l" t="t" r="r" b="b"/>
              <a:pathLst>
                <a:path w="5597" h="3198" extrusionOk="0">
                  <a:moveTo>
                    <a:pt x="2797" y="1"/>
                  </a:moveTo>
                  <a:cubicBezTo>
                    <a:pt x="1254" y="1"/>
                    <a:pt x="0" y="1255"/>
                    <a:pt x="0" y="2799"/>
                  </a:cubicBezTo>
                  <a:lnTo>
                    <a:pt x="0" y="3197"/>
                  </a:lnTo>
                  <a:lnTo>
                    <a:pt x="480" y="2558"/>
                  </a:lnTo>
                  <a:cubicBezTo>
                    <a:pt x="557" y="2458"/>
                    <a:pt x="675" y="2399"/>
                    <a:pt x="800" y="2399"/>
                  </a:cubicBezTo>
                  <a:lnTo>
                    <a:pt x="4796" y="2399"/>
                  </a:lnTo>
                  <a:cubicBezTo>
                    <a:pt x="4922" y="2399"/>
                    <a:pt x="5040" y="2458"/>
                    <a:pt x="5117" y="2558"/>
                  </a:cubicBezTo>
                  <a:lnTo>
                    <a:pt x="5596" y="3197"/>
                  </a:lnTo>
                  <a:lnTo>
                    <a:pt x="5596" y="2828"/>
                  </a:lnTo>
                  <a:cubicBezTo>
                    <a:pt x="5596" y="1310"/>
                    <a:pt x="4397" y="45"/>
                    <a:pt x="2879" y="2"/>
                  </a:cubicBezTo>
                  <a:cubicBezTo>
                    <a:pt x="2852" y="1"/>
                    <a:pt x="2824" y="1"/>
                    <a:pt x="279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37">
              <a:extLst>
                <a:ext uri="{FF2B5EF4-FFF2-40B4-BE49-F238E27FC236}">
                  <a16:creationId xmlns:a16="http://schemas.microsoft.com/office/drawing/2014/main" id="{DF879211-0C61-C80E-D98E-ECCDAEB507F6}"/>
                </a:ext>
              </a:extLst>
            </p:cNvPr>
            <p:cNvSpPr/>
            <p:nvPr/>
          </p:nvSpPr>
          <p:spPr>
            <a:xfrm>
              <a:off x="6272100" y="2127850"/>
              <a:ext cx="341125" cy="241200"/>
            </a:xfrm>
            <a:custGeom>
              <a:avLst/>
              <a:gdLst/>
              <a:ahLst/>
              <a:cxnLst/>
              <a:rect l="l" t="t" r="r" b="b"/>
              <a:pathLst>
                <a:path w="13645" h="9648" extrusionOk="0">
                  <a:moveTo>
                    <a:pt x="401" y="1"/>
                  </a:moveTo>
                  <a:cubicBezTo>
                    <a:pt x="179" y="1"/>
                    <a:pt x="1" y="180"/>
                    <a:pt x="1" y="401"/>
                  </a:cubicBezTo>
                  <a:lnTo>
                    <a:pt x="1" y="9248"/>
                  </a:lnTo>
                  <a:cubicBezTo>
                    <a:pt x="1" y="9469"/>
                    <a:pt x="179" y="9648"/>
                    <a:pt x="401" y="9648"/>
                  </a:cubicBezTo>
                  <a:lnTo>
                    <a:pt x="1627" y="9648"/>
                  </a:lnTo>
                  <a:lnTo>
                    <a:pt x="3226" y="7515"/>
                  </a:lnTo>
                  <a:lnTo>
                    <a:pt x="3226" y="6089"/>
                  </a:lnTo>
                  <a:cubicBezTo>
                    <a:pt x="3226" y="4135"/>
                    <a:pt x="4766" y="2510"/>
                    <a:pt x="6718" y="2455"/>
                  </a:cubicBezTo>
                  <a:cubicBezTo>
                    <a:pt x="6754" y="2454"/>
                    <a:pt x="6789" y="2454"/>
                    <a:pt x="6824" y="2454"/>
                  </a:cubicBezTo>
                  <a:cubicBezTo>
                    <a:pt x="8806" y="2454"/>
                    <a:pt x="10420" y="4068"/>
                    <a:pt x="10420" y="6051"/>
                  </a:cubicBezTo>
                  <a:lnTo>
                    <a:pt x="10420" y="7515"/>
                  </a:lnTo>
                  <a:lnTo>
                    <a:pt x="12019" y="9648"/>
                  </a:lnTo>
                  <a:lnTo>
                    <a:pt x="13245" y="9648"/>
                  </a:lnTo>
                  <a:cubicBezTo>
                    <a:pt x="13466" y="9648"/>
                    <a:pt x="13645" y="9469"/>
                    <a:pt x="13645" y="9248"/>
                  </a:cubicBezTo>
                  <a:lnTo>
                    <a:pt x="13645" y="401"/>
                  </a:lnTo>
                  <a:cubicBezTo>
                    <a:pt x="13645" y="180"/>
                    <a:pt x="13466" y="1"/>
                    <a:pt x="1324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59" name="Google Shape;359;p37">
            <a:extLst>
              <a:ext uri="{FF2B5EF4-FFF2-40B4-BE49-F238E27FC236}">
                <a16:creationId xmlns:a16="http://schemas.microsoft.com/office/drawing/2014/main" id="{3A96FE92-3231-6D3D-483E-006842000DB8}"/>
              </a:ext>
            </a:extLst>
          </p:cNvPr>
          <p:cNvGrpSpPr/>
          <p:nvPr/>
        </p:nvGrpSpPr>
        <p:grpSpPr>
          <a:xfrm>
            <a:off x="4627062" y="3592408"/>
            <a:ext cx="229317" cy="260946"/>
            <a:chOff x="4795200" y="3245250"/>
            <a:chExt cx="299800" cy="341150"/>
          </a:xfrm>
        </p:grpSpPr>
        <p:sp>
          <p:nvSpPr>
            <p:cNvPr id="360" name="Google Shape;360;p37">
              <a:extLst>
                <a:ext uri="{FF2B5EF4-FFF2-40B4-BE49-F238E27FC236}">
                  <a16:creationId xmlns:a16="http://schemas.microsoft.com/office/drawing/2014/main" id="{8A3C1332-8D18-5327-7315-C32554D0EA33}"/>
                </a:ext>
              </a:extLst>
            </p:cNvPr>
            <p:cNvSpPr/>
            <p:nvPr/>
          </p:nvSpPr>
          <p:spPr>
            <a:xfrm>
              <a:off x="4795200" y="3383575"/>
              <a:ext cx="299800" cy="202825"/>
            </a:xfrm>
            <a:custGeom>
              <a:avLst/>
              <a:gdLst/>
              <a:ahLst/>
              <a:cxnLst/>
              <a:rect l="l" t="t" r="r" b="b"/>
              <a:pathLst>
                <a:path w="11992" h="8113" extrusionOk="0">
                  <a:moveTo>
                    <a:pt x="5997" y="0"/>
                  </a:moveTo>
                  <a:lnTo>
                    <a:pt x="5196" y="560"/>
                  </a:lnTo>
                  <a:lnTo>
                    <a:pt x="5196" y="4888"/>
                  </a:lnTo>
                  <a:lnTo>
                    <a:pt x="3957" y="4888"/>
                  </a:lnTo>
                  <a:cubicBezTo>
                    <a:pt x="3766" y="3950"/>
                    <a:pt x="2940" y="3289"/>
                    <a:pt x="2002" y="3289"/>
                  </a:cubicBezTo>
                  <a:cubicBezTo>
                    <a:pt x="1934" y="3289"/>
                    <a:pt x="1867" y="3292"/>
                    <a:pt x="1799" y="3299"/>
                  </a:cubicBezTo>
                  <a:cubicBezTo>
                    <a:pt x="777" y="3403"/>
                    <a:pt x="0" y="4260"/>
                    <a:pt x="0" y="5287"/>
                  </a:cubicBezTo>
                  <a:lnTo>
                    <a:pt x="0" y="5288"/>
                  </a:lnTo>
                  <a:cubicBezTo>
                    <a:pt x="0" y="6313"/>
                    <a:pt x="777" y="7172"/>
                    <a:pt x="1799" y="7276"/>
                  </a:cubicBezTo>
                  <a:cubicBezTo>
                    <a:pt x="1867" y="7283"/>
                    <a:pt x="1934" y="7286"/>
                    <a:pt x="2002" y="7286"/>
                  </a:cubicBezTo>
                  <a:cubicBezTo>
                    <a:pt x="2940" y="7286"/>
                    <a:pt x="3766" y="6625"/>
                    <a:pt x="3957" y="5687"/>
                  </a:cubicBezTo>
                  <a:lnTo>
                    <a:pt x="5196" y="5687"/>
                  </a:lnTo>
                  <a:lnTo>
                    <a:pt x="5196" y="7713"/>
                  </a:lnTo>
                  <a:cubicBezTo>
                    <a:pt x="5196" y="7933"/>
                    <a:pt x="5375" y="8113"/>
                    <a:pt x="5596" y="8113"/>
                  </a:cubicBezTo>
                  <a:lnTo>
                    <a:pt x="6395" y="8113"/>
                  </a:lnTo>
                  <a:cubicBezTo>
                    <a:pt x="6617" y="8113"/>
                    <a:pt x="6796" y="7933"/>
                    <a:pt x="6796" y="7713"/>
                  </a:cubicBezTo>
                  <a:lnTo>
                    <a:pt x="6796" y="5687"/>
                  </a:lnTo>
                  <a:lnTo>
                    <a:pt x="8036" y="5687"/>
                  </a:lnTo>
                  <a:cubicBezTo>
                    <a:pt x="8226" y="6625"/>
                    <a:pt x="9052" y="7286"/>
                    <a:pt x="9991" y="7286"/>
                  </a:cubicBezTo>
                  <a:cubicBezTo>
                    <a:pt x="10059" y="7286"/>
                    <a:pt x="10126" y="7283"/>
                    <a:pt x="10195" y="7276"/>
                  </a:cubicBezTo>
                  <a:cubicBezTo>
                    <a:pt x="11215" y="7172"/>
                    <a:pt x="11992" y="6313"/>
                    <a:pt x="11992" y="5287"/>
                  </a:cubicBezTo>
                  <a:cubicBezTo>
                    <a:pt x="11992" y="4260"/>
                    <a:pt x="11215" y="3401"/>
                    <a:pt x="10195" y="3299"/>
                  </a:cubicBezTo>
                  <a:cubicBezTo>
                    <a:pt x="10126" y="3292"/>
                    <a:pt x="10059" y="3289"/>
                    <a:pt x="9991" y="3289"/>
                  </a:cubicBezTo>
                  <a:cubicBezTo>
                    <a:pt x="9052" y="3289"/>
                    <a:pt x="8226" y="3950"/>
                    <a:pt x="8036" y="4888"/>
                  </a:cubicBezTo>
                  <a:lnTo>
                    <a:pt x="6796" y="4888"/>
                  </a:lnTo>
                  <a:lnTo>
                    <a:pt x="6796" y="560"/>
                  </a:lnTo>
                  <a:lnTo>
                    <a:pt x="599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37">
              <a:extLst>
                <a:ext uri="{FF2B5EF4-FFF2-40B4-BE49-F238E27FC236}">
                  <a16:creationId xmlns:a16="http://schemas.microsoft.com/office/drawing/2014/main" id="{D1962232-B83F-5711-FC59-78C8F2CDC2E0}"/>
                </a:ext>
              </a:extLst>
            </p:cNvPr>
            <p:cNvSpPr/>
            <p:nvPr/>
          </p:nvSpPr>
          <p:spPr>
            <a:xfrm>
              <a:off x="4831225" y="3250175"/>
              <a:ext cx="227725" cy="169200"/>
            </a:xfrm>
            <a:custGeom>
              <a:avLst/>
              <a:gdLst/>
              <a:ahLst/>
              <a:cxnLst/>
              <a:rect l="l" t="t" r="r" b="b"/>
              <a:pathLst>
                <a:path w="9109" h="6768" extrusionOk="0">
                  <a:moveTo>
                    <a:pt x="993" y="0"/>
                  </a:moveTo>
                  <a:cubicBezTo>
                    <a:pt x="968" y="0"/>
                    <a:pt x="944" y="3"/>
                    <a:pt x="920" y="7"/>
                  </a:cubicBezTo>
                  <a:lnTo>
                    <a:pt x="364" y="105"/>
                  </a:lnTo>
                  <a:cubicBezTo>
                    <a:pt x="145" y="143"/>
                    <a:pt x="0" y="351"/>
                    <a:pt x="39" y="568"/>
                  </a:cubicBezTo>
                  <a:lnTo>
                    <a:pt x="138" y="1125"/>
                  </a:lnTo>
                  <a:cubicBezTo>
                    <a:pt x="155" y="1230"/>
                    <a:pt x="214" y="1323"/>
                    <a:pt x="302" y="1384"/>
                  </a:cubicBezTo>
                  <a:lnTo>
                    <a:pt x="7890" y="6696"/>
                  </a:lnTo>
                  <a:cubicBezTo>
                    <a:pt x="7956" y="6743"/>
                    <a:pt x="8035" y="6768"/>
                    <a:pt x="8116" y="6768"/>
                  </a:cubicBezTo>
                  <a:cubicBezTo>
                    <a:pt x="8140" y="6768"/>
                    <a:pt x="8164" y="6766"/>
                    <a:pt x="8188" y="6761"/>
                  </a:cubicBezTo>
                  <a:lnTo>
                    <a:pt x="8745" y="6664"/>
                  </a:lnTo>
                  <a:cubicBezTo>
                    <a:pt x="8962" y="6626"/>
                    <a:pt x="9108" y="6417"/>
                    <a:pt x="9068" y="6200"/>
                  </a:cubicBezTo>
                  <a:lnTo>
                    <a:pt x="8971" y="5645"/>
                  </a:lnTo>
                  <a:cubicBezTo>
                    <a:pt x="8953" y="5540"/>
                    <a:pt x="8894" y="5447"/>
                    <a:pt x="8807" y="5387"/>
                  </a:cubicBezTo>
                  <a:lnTo>
                    <a:pt x="1218" y="72"/>
                  </a:lnTo>
                  <a:cubicBezTo>
                    <a:pt x="1152" y="26"/>
                    <a:pt x="1072" y="0"/>
                    <a:pt x="99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2" name="Google Shape;362;p37">
              <a:extLst>
                <a:ext uri="{FF2B5EF4-FFF2-40B4-BE49-F238E27FC236}">
                  <a16:creationId xmlns:a16="http://schemas.microsoft.com/office/drawing/2014/main" id="{B1B4E2E5-CAC6-92DD-7BDB-3E4A7EA43D02}"/>
                </a:ext>
              </a:extLst>
            </p:cNvPr>
            <p:cNvSpPr/>
            <p:nvPr/>
          </p:nvSpPr>
          <p:spPr>
            <a:xfrm>
              <a:off x="4925100" y="3245250"/>
              <a:ext cx="40000" cy="40750"/>
            </a:xfrm>
            <a:custGeom>
              <a:avLst/>
              <a:gdLst/>
              <a:ahLst/>
              <a:cxnLst/>
              <a:rect l="l" t="t" r="r" b="b"/>
              <a:pathLst>
                <a:path w="1600" h="1630" extrusionOk="0">
                  <a:moveTo>
                    <a:pt x="400" y="1"/>
                  </a:moveTo>
                  <a:cubicBezTo>
                    <a:pt x="179" y="1"/>
                    <a:pt x="0" y="179"/>
                    <a:pt x="0" y="401"/>
                  </a:cubicBezTo>
                  <a:lnTo>
                    <a:pt x="0" y="1070"/>
                  </a:lnTo>
                  <a:lnTo>
                    <a:pt x="801" y="1629"/>
                  </a:lnTo>
                  <a:lnTo>
                    <a:pt x="1600" y="1070"/>
                  </a:lnTo>
                  <a:lnTo>
                    <a:pt x="1600" y="401"/>
                  </a:lnTo>
                  <a:cubicBezTo>
                    <a:pt x="1600" y="179"/>
                    <a:pt x="1421" y="1"/>
                    <a:pt x="11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" name="Google Shape;363;p37">
              <a:extLst>
                <a:ext uri="{FF2B5EF4-FFF2-40B4-BE49-F238E27FC236}">
                  <a16:creationId xmlns:a16="http://schemas.microsoft.com/office/drawing/2014/main" id="{8BDCC372-7685-43BE-4A57-8CDD24E8D55E}"/>
                </a:ext>
              </a:extLst>
            </p:cNvPr>
            <p:cNvSpPr/>
            <p:nvPr/>
          </p:nvSpPr>
          <p:spPr>
            <a:xfrm>
              <a:off x="4962500" y="3250175"/>
              <a:ext cx="96400" cy="72450"/>
            </a:xfrm>
            <a:custGeom>
              <a:avLst/>
              <a:gdLst/>
              <a:ahLst/>
              <a:cxnLst/>
              <a:rect l="l" t="t" r="r" b="b"/>
              <a:pathLst>
                <a:path w="3856" h="2898" extrusionOk="0">
                  <a:moveTo>
                    <a:pt x="2866" y="1"/>
                  </a:moveTo>
                  <a:cubicBezTo>
                    <a:pt x="2785" y="1"/>
                    <a:pt x="2705" y="26"/>
                    <a:pt x="2639" y="74"/>
                  </a:cubicBezTo>
                  <a:lnTo>
                    <a:pt x="0" y="1921"/>
                  </a:lnTo>
                  <a:lnTo>
                    <a:pt x="1394" y="2897"/>
                  </a:lnTo>
                  <a:lnTo>
                    <a:pt x="3556" y="1384"/>
                  </a:lnTo>
                  <a:cubicBezTo>
                    <a:pt x="3643" y="1323"/>
                    <a:pt x="3702" y="1230"/>
                    <a:pt x="3720" y="1125"/>
                  </a:cubicBezTo>
                  <a:lnTo>
                    <a:pt x="3817" y="568"/>
                  </a:lnTo>
                  <a:cubicBezTo>
                    <a:pt x="3856" y="351"/>
                    <a:pt x="3711" y="143"/>
                    <a:pt x="3494" y="106"/>
                  </a:cubicBezTo>
                  <a:lnTo>
                    <a:pt x="2937" y="7"/>
                  </a:lnTo>
                  <a:cubicBezTo>
                    <a:pt x="2913" y="3"/>
                    <a:pt x="2889" y="1"/>
                    <a:pt x="286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" name="Google Shape;364;p37">
              <a:extLst>
                <a:ext uri="{FF2B5EF4-FFF2-40B4-BE49-F238E27FC236}">
                  <a16:creationId xmlns:a16="http://schemas.microsoft.com/office/drawing/2014/main" id="{5F74B2CF-0AB6-C249-D426-70B4538E02C5}"/>
                </a:ext>
              </a:extLst>
            </p:cNvPr>
            <p:cNvSpPr/>
            <p:nvPr/>
          </p:nvSpPr>
          <p:spPr>
            <a:xfrm>
              <a:off x="4831225" y="3347000"/>
              <a:ext cx="96450" cy="72375"/>
            </a:xfrm>
            <a:custGeom>
              <a:avLst/>
              <a:gdLst/>
              <a:ahLst/>
              <a:cxnLst/>
              <a:rect l="l" t="t" r="r" b="b"/>
              <a:pathLst>
                <a:path w="3858" h="2895" extrusionOk="0">
                  <a:moveTo>
                    <a:pt x="2463" y="0"/>
                  </a:moveTo>
                  <a:lnTo>
                    <a:pt x="302" y="1514"/>
                  </a:lnTo>
                  <a:cubicBezTo>
                    <a:pt x="214" y="1574"/>
                    <a:pt x="155" y="1667"/>
                    <a:pt x="138" y="1772"/>
                  </a:cubicBezTo>
                  <a:lnTo>
                    <a:pt x="39" y="2327"/>
                  </a:lnTo>
                  <a:cubicBezTo>
                    <a:pt x="0" y="2544"/>
                    <a:pt x="145" y="2753"/>
                    <a:pt x="364" y="2791"/>
                  </a:cubicBezTo>
                  <a:lnTo>
                    <a:pt x="920" y="2888"/>
                  </a:lnTo>
                  <a:cubicBezTo>
                    <a:pt x="944" y="2893"/>
                    <a:pt x="968" y="2895"/>
                    <a:pt x="991" y="2895"/>
                  </a:cubicBezTo>
                  <a:cubicBezTo>
                    <a:pt x="1072" y="2895"/>
                    <a:pt x="1151" y="2870"/>
                    <a:pt x="1218" y="2823"/>
                  </a:cubicBezTo>
                  <a:lnTo>
                    <a:pt x="3857" y="976"/>
                  </a:lnTo>
                  <a:lnTo>
                    <a:pt x="246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65" name="Google Shape;365;p37">
            <a:extLst>
              <a:ext uri="{FF2B5EF4-FFF2-40B4-BE49-F238E27FC236}">
                <a16:creationId xmlns:a16="http://schemas.microsoft.com/office/drawing/2014/main" id="{00797F0A-6BA4-FBC1-0824-E4EB6E84F70F}"/>
              </a:ext>
            </a:extLst>
          </p:cNvPr>
          <p:cNvGrpSpPr/>
          <p:nvPr/>
        </p:nvGrpSpPr>
        <p:grpSpPr>
          <a:xfrm>
            <a:off x="357612" y="3595399"/>
            <a:ext cx="262012" cy="263417"/>
            <a:chOff x="239000" y="3799100"/>
            <a:chExt cx="339350" cy="341125"/>
          </a:xfrm>
        </p:grpSpPr>
        <p:sp>
          <p:nvSpPr>
            <p:cNvPr id="366" name="Google Shape;366;p37">
              <a:extLst>
                <a:ext uri="{FF2B5EF4-FFF2-40B4-BE49-F238E27FC236}">
                  <a16:creationId xmlns:a16="http://schemas.microsoft.com/office/drawing/2014/main" id="{DE1B4B62-C357-4A3D-9761-BFCA461C41DD}"/>
                </a:ext>
              </a:extLst>
            </p:cNvPr>
            <p:cNvSpPr/>
            <p:nvPr/>
          </p:nvSpPr>
          <p:spPr>
            <a:xfrm>
              <a:off x="417700" y="4020300"/>
              <a:ext cx="100950" cy="99925"/>
            </a:xfrm>
            <a:custGeom>
              <a:avLst/>
              <a:gdLst/>
              <a:ahLst/>
              <a:cxnLst/>
              <a:rect l="l" t="t" r="r" b="b"/>
              <a:pathLst>
                <a:path w="4038" h="3997" extrusionOk="0">
                  <a:moveTo>
                    <a:pt x="2321" y="0"/>
                  </a:moveTo>
                  <a:cubicBezTo>
                    <a:pt x="2278" y="0"/>
                    <a:pt x="2235" y="18"/>
                    <a:pt x="2205" y="50"/>
                  </a:cubicBezTo>
                  <a:cubicBezTo>
                    <a:pt x="1882" y="394"/>
                    <a:pt x="2118" y="799"/>
                    <a:pt x="2450" y="799"/>
                  </a:cubicBezTo>
                  <a:lnTo>
                    <a:pt x="2672" y="799"/>
                  </a:lnTo>
                  <a:lnTo>
                    <a:pt x="157" y="3315"/>
                  </a:lnTo>
                  <a:cubicBezTo>
                    <a:pt x="1" y="3472"/>
                    <a:pt x="1" y="3724"/>
                    <a:pt x="157" y="3881"/>
                  </a:cubicBezTo>
                  <a:cubicBezTo>
                    <a:pt x="236" y="3958"/>
                    <a:pt x="338" y="3997"/>
                    <a:pt x="440" y="3997"/>
                  </a:cubicBezTo>
                  <a:cubicBezTo>
                    <a:pt x="542" y="3997"/>
                    <a:pt x="645" y="3958"/>
                    <a:pt x="723" y="3881"/>
                  </a:cubicBezTo>
                  <a:lnTo>
                    <a:pt x="3238" y="1364"/>
                  </a:lnTo>
                  <a:lnTo>
                    <a:pt x="3238" y="1741"/>
                  </a:lnTo>
                  <a:cubicBezTo>
                    <a:pt x="3238" y="1785"/>
                    <a:pt x="3257" y="1827"/>
                    <a:pt x="3288" y="1856"/>
                  </a:cubicBezTo>
                  <a:cubicBezTo>
                    <a:pt x="3403" y="1965"/>
                    <a:pt x="3526" y="2011"/>
                    <a:pt x="3637" y="2011"/>
                  </a:cubicBezTo>
                  <a:cubicBezTo>
                    <a:pt x="3859" y="2011"/>
                    <a:pt x="4038" y="1832"/>
                    <a:pt x="4038" y="1611"/>
                  </a:cubicBezTo>
                  <a:lnTo>
                    <a:pt x="4038" y="152"/>
                  </a:lnTo>
                  <a:cubicBezTo>
                    <a:pt x="4038" y="68"/>
                    <a:pt x="3970" y="0"/>
                    <a:pt x="388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" name="Google Shape;367;p37">
              <a:extLst>
                <a:ext uri="{FF2B5EF4-FFF2-40B4-BE49-F238E27FC236}">
                  <a16:creationId xmlns:a16="http://schemas.microsoft.com/office/drawing/2014/main" id="{D69C411E-4079-F20A-8EEC-26E348C00D7E}"/>
                </a:ext>
              </a:extLst>
            </p:cNvPr>
            <p:cNvSpPr/>
            <p:nvPr/>
          </p:nvSpPr>
          <p:spPr>
            <a:xfrm>
              <a:off x="239000" y="3900350"/>
              <a:ext cx="339350" cy="239875"/>
            </a:xfrm>
            <a:custGeom>
              <a:avLst/>
              <a:gdLst/>
              <a:ahLst/>
              <a:cxnLst/>
              <a:rect l="l" t="t" r="r" b="b"/>
              <a:pathLst>
                <a:path w="13574" h="9595" extrusionOk="0">
                  <a:moveTo>
                    <a:pt x="10384" y="1"/>
                  </a:moveTo>
                  <a:cubicBezTo>
                    <a:pt x="10064" y="1"/>
                    <a:pt x="9755" y="129"/>
                    <a:pt x="9531" y="358"/>
                  </a:cubicBezTo>
                  <a:lnTo>
                    <a:pt x="2790" y="7196"/>
                  </a:lnTo>
                  <a:lnTo>
                    <a:pt x="1164" y="7196"/>
                  </a:lnTo>
                  <a:cubicBezTo>
                    <a:pt x="516" y="7215"/>
                    <a:pt x="0" y="7747"/>
                    <a:pt x="0" y="8395"/>
                  </a:cubicBezTo>
                  <a:cubicBezTo>
                    <a:pt x="0" y="9043"/>
                    <a:pt x="516" y="9575"/>
                    <a:pt x="1164" y="9594"/>
                  </a:cubicBezTo>
                  <a:lnTo>
                    <a:pt x="3190" y="9594"/>
                  </a:lnTo>
                  <a:cubicBezTo>
                    <a:pt x="3192" y="9594"/>
                    <a:pt x="3194" y="9594"/>
                    <a:pt x="3195" y="9594"/>
                  </a:cubicBezTo>
                  <a:cubicBezTo>
                    <a:pt x="3514" y="9594"/>
                    <a:pt x="3820" y="9464"/>
                    <a:pt x="4043" y="9237"/>
                  </a:cubicBezTo>
                  <a:lnTo>
                    <a:pt x="10784" y="2400"/>
                  </a:lnTo>
                  <a:lnTo>
                    <a:pt x="12410" y="2400"/>
                  </a:lnTo>
                  <a:cubicBezTo>
                    <a:pt x="13058" y="2379"/>
                    <a:pt x="13574" y="1848"/>
                    <a:pt x="13574" y="1200"/>
                  </a:cubicBezTo>
                  <a:cubicBezTo>
                    <a:pt x="13574" y="551"/>
                    <a:pt x="13058" y="21"/>
                    <a:pt x="1241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8" name="Google Shape;368;p37">
              <a:extLst>
                <a:ext uri="{FF2B5EF4-FFF2-40B4-BE49-F238E27FC236}">
                  <a16:creationId xmlns:a16="http://schemas.microsoft.com/office/drawing/2014/main" id="{92D241AA-DEC4-3000-F603-085BF226DF5D}"/>
                </a:ext>
              </a:extLst>
            </p:cNvPr>
            <p:cNvSpPr/>
            <p:nvPr/>
          </p:nvSpPr>
          <p:spPr>
            <a:xfrm>
              <a:off x="368675" y="3799100"/>
              <a:ext cx="59975" cy="59975"/>
            </a:xfrm>
            <a:custGeom>
              <a:avLst/>
              <a:gdLst/>
              <a:ahLst/>
              <a:cxnLst/>
              <a:rect l="l" t="t" r="r" b="b"/>
              <a:pathLst>
                <a:path w="2399" h="2399" extrusionOk="0">
                  <a:moveTo>
                    <a:pt x="1200" y="0"/>
                  </a:moveTo>
                  <a:cubicBezTo>
                    <a:pt x="538" y="0"/>
                    <a:pt x="1" y="538"/>
                    <a:pt x="1" y="1199"/>
                  </a:cubicBezTo>
                  <a:cubicBezTo>
                    <a:pt x="1" y="1862"/>
                    <a:pt x="538" y="2398"/>
                    <a:pt x="1200" y="2398"/>
                  </a:cubicBezTo>
                  <a:cubicBezTo>
                    <a:pt x="1863" y="2398"/>
                    <a:pt x="2399" y="1862"/>
                    <a:pt x="2399" y="1199"/>
                  </a:cubicBezTo>
                  <a:cubicBezTo>
                    <a:pt x="2399" y="538"/>
                    <a:pt x="1863" y="0"/>
                    <a:pt x="120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9" name="Google Shape;369;p37">
              <a:extLst>
                <a:ext uri="{FF2B5EF4-FFF2-40B4-BE49-F238E27FC236}">
                  <a16:creationId xmlns:a16="http://schemas.microsoft.com/office/drawing/2014/main" id="{DE62D170-5F83-47B5-E00E-57F973A6DCE8}"/>
                </a:ext>
              </a:extLst>
            </p:cNvPr>
            <p:cNvSpPr/>
            <p:nvPr/>
          </p:nvSpPr>
          <p:spPr>
            <a:xfrm>
              <a:off x="368725" y="3859075"/>
              <a:ext cx="59975" cy="131850"/>
            </a:xfrm>
            <a:custGeom>
              <a:avLst/>
              <a:gdLst/>
              <a:ahLst/>
              <a:cxnLst/>
              <a:rect l="l" t="t" r="r" b="b"/>
              <a:pathLst>
                <a:path w="2399" h="5274" extrusionOk="0">
                  <a:moveTo>
                    <a:pt x="799" y="1"/>
                  </a:moveTo>
                  <a:cubicBezTo>
                    <a:pt x="359" y="1"/>
                    <a:pt x="0" y="358"/>
                    <a:pt x="0" y="800"/>
                  </a:cubicBezTo>
                  <a:lnTo>
                    <a:pt x="3" y="5274"/>
                  </a:lnTo>
                  <a:lnTo>
                    <a:pt x="2398" y="2843"/>
                  </a:lnTo>
                  <a:lnTo>
                    <a:pt x="2398" y="1625"/>
                  </a:lnTo>
                  <a:cubicBezTo>
                    <a:pt x="2398" y="743"/>
                    <a:pt x="1681" y="1"/>
                    <a:pt x="7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70" name="Google Shape;370;p37">
            <a:extLst>
              <a:ext uri="{FF2B5EF4-FFF2-40B4-BE49-F238E27FC236}">
                <a16:creationId xmlns:a16="http://schemas.microsoft.com/office/drawing/2014/main" id="{95005251-BCE4-4F18-2FAA-29F785EBE6D7}"/>
              </a:ext>
            </a:extLst>
          </p:cNvPr>
          <p:cNvGrpSpPr/>
          <p:nvPr/>
        </p:nvGrpSpPr>
        <p:grpSpPr>
          <a:xfrm>
            <a:off x="357620" y="2420402"/>
            <a:ext cx="262004" cy="211455"/>
            <a:chOff x="2499275" y="1593475"/>
            <a:chExt cx="346750" cy="279850"/>
          </a:xfrm>
        </p:grpSpPr>
        <p:sp>
          <p:nvSpPr>
            <p:cNvPr id="371" name="Google Shape;371;p37">
              <a:extLst>
                <a:ext uri="{FF2B5EF4-FFF2-40B4-BE49-F238E27FC236}">
                  <a16:creationId xmlns:a16="http://schemas.microsoft.com/office/drawing/2014/main" id="{3A020ADB-7F40-8522-765D-B7D83B6CF545}"/>
                </a:ext>
              </a:extLst>
            </p:cNvPr>
            <p:cNvSpPr/>
            <p:nvPr/>
          </p:nvSpPr>
          <p:spPr>
            <a:xfrm>
              <a:off x="2522075" y="1843275"/>
              <a:ext cx="60650" cy="30000"/>
            </a:xfrm>
            <a:custGeom>
              <a:avLst/>
              <a:gdLst/>
              <a:ahLst/>
              <a:cxnLst/>
              <a:rect l="l" t="t" r="r" b="b"/>
              <a:pathLst>
                <a:path w="2426" h="1200" extrusionOk="0">
                  <a:moveTo>
                    <a:pt x="1" y="1"/>
                  </a:moveTo>
                  <a:cubicBezTo>
                    <a:pt x="1" y="664"/>
                    <a:pt x="563" y="1200"/>
                    <a:pt x="1225" y="1200"/>
                  </a:cubicBezTo>
                  <a:cubicBezTo>
                    <a:pt x="1888" y="1200"/>
                    <a:pt x="2425" y="664"/>
                    <a:pt x="242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2" name="Google Shape;372;p37">
              <a:extLst>
                <a:ext uri="{FF2B5EF4-FFF2-40B4-BE49-F238E27FC236}">
                  <a16:creationId xmlns:a16="http://schemas.microsoft.com/office/drawing/2014/main" id="{1D4B7D6E-C791-705E-9775-AAFE99CB5412}"/>
                </a:ext>
              </a:extLst>
            </p:cNvPr>
            <p:cNvSpPr/>
            <p:nvPr/>
          </p:nvSpPr>
          <p:spPr>
            <a:xfrm>
              <a:off x="2602675" y="1843275"/>
              <a:ext cx="60000" cy="30000"/>
            </a:xfrm>
            <a:custGeom>
              <a:avLst/>
              <a:gdLst/>
              <a:ahLst/>
              <a:cxnLst/>
              <a:rect l="l" t="t" r="r" b="b"/>
              <a:pathLst>
                <a:path w="2400" h="1200" extrusionOk="0">
                  <a:moveTo>
                    <a:pt x="0" y="1"/>
                  </a:moveTo>
                  <a:cubicBezTo>
                    <a:pt x="0" y="662"/>
                    <a:pt x="536" y="1200"/>
                    <a:pt x="1199" y="1200"/>
                  </a:cubicBezTo>
                  <a:cubicBezTo>
                    <a:pt x="1862" y="1200"/>
                    <a:pt x="2400" y="664"/>
                    <a:pt x="2400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3" name="Google Shape;373;p37">
              <a:extLst>
                <a:ext uri="{FF2B5EF4-FFF2-40B4-BE49-F238E27FC236}">
                  <a16:creationId xmlns:a16="http://schemas.microsoft.com/office/drawing/2014/main" id="{BBDA33A1-12CD-CED3-5447-7F431A6E8AF9}"/>
                </a:ext>
              </a:extLst>
            </p:cNvPr>
            <p:cNvSpPr/>
            <p:nvPr/>
          </p:nvSpPr>
          <p:spPr>
            <a:xfrm>
              <a:off x="2682625" y="1843275"/>
              <a:ext cx="59975" cy="29125"/>
            </a:xfrm>
            <a:custGeom>
              <a:avLst/>
              <a:gdLst/>
              <a:ahLst/>
              <a:cxnLst/>
              <a:rect l="l" t="t" r="r" b="b"/>
              <a:pathLst>
                <a:path w="2399" h="1165" extrusionOk="0">
                  <a:moveTo>
                    <a:pt x="0" y="1"/>
                  </a:moveTo>
                  <a:cubicBezTo>
                    <a:pt x="20" y="649"/>
                    <a:pt x="551" y="1164"/>
                    <a:pt x="1199" y="1164"/>
                  </a:cubicBezTo>
                  <a:cubicBezTo>
                    <a:pt x="1848" y="1164"/>
                    <a:pt x="2378" y="649"/>
                    <a:pt x="23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4" name="Google Shape;374;p37">
              <a:extLst>
                <a:ext uri="{FF2B5EF4-FFF2-40B4-BE49-F238E27FC236}">
                  <a16:creationId xmlns:a16="http://schemas.microsoft.com/office/drawing/2014/main" id="{720D50A6-EB3B-CD0B-D77D-61F9B664DE4C}"/>
                </a:ext>
              </a:extLst>
            </p:cNvPr>
            <p:cNvSpPr/>
            <p:nvPr/>
          </p:nvSpPr>
          <p:spPr>
            <a:xfrm>
              <a:off x="2762550" y="1843275"/>
              <a:ext cx="60675" cy="30050"/>
            </a:xfrm>
            <a:custGeom>
              <a:avLst/>
              <a:gdLst/>
              <a:ahLst/>
              <a:cxnLst/>
              <a:rect l="l" t="t" r="r" b="b"/>
              <a:pathLst>
                <a:path w="2427" h="1202" extrusionOk="0">
                  <a:moveTo>
                    <a:pt x="0" y="1"/>
                  </a:moveTo>
                  <a:cubicBezTo>
                    <a:pt x="0" y="664"/>
                    <a:pt x="538" y="1201"/>
                    <a:pt x="1201" y="1201"/>
                  </a:cubicBezTo>
                  <a:cubicBezTo>
                    <a:pt x="1862" y="1200"/>
                    <a:pt x="2426" y="664"/>
                    <a:pt x="242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5" name="Google Shape;375;p37">
              <a:extLst>
                <a:ext uri="{FF2B5EF4-FFF2-40B4-BE49-F238E27FC236}">
                  <a16:creationId xmlns:a16="http://schemas.microsoft.com/office/drawing/2014/main" id="{7C054255-013C-D526-7DB4-CC6F5215233E}"/>
                </a:ext>
              </a:extLst>
            </p:cNvPr>
            <p:cNvSpPr/>
            <p:nvPr/>
          </p:nvSpPr>
          <p:spPr>
            <a:xfrm>
              <a:off x="2602700" y="1753350"/>
              <a:ext cx="40000" cy="20050"/>
            </a:xfrm>
            <a:custGeom>
              <a:avLst/>
              <a:gdLst/>
              <a:ahLst/>
              <a:cxnLst/>
              <a:rect l="l" t="t" r="r" b="b"/>
              <a:pathLst>
                <a:path w="1600" h="802" extrusionOk="0">
                  <a:moveTo>
                    <a:pt x="1" y="1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6" name="Google Shape;376;p37">
              <a:extLst>
                <a:ext uri="{FF2B5EF4-FFF2-40B4-BE49-F238E27FC236}">
                  <a16:creationId xmlns:a16="http://schemas.microsoft.com/office/drawing/2014/main" id="{AB5A3FF9-EA98-A17E-98B0-9ED2FFFEA9CF}"/>
                </a:ext>
              </a:extLst>
            </p:cNvPr>
            <p:cNvSpPr/>
            <p:nvPr/>
          </p:nvSpPr>
          <p:spPr>
            <a:xfrm>
              <a:off x="2602700" y="1673400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7" name="Google Shape;377;p37">
              <a:extLst>
                <a:ext uri="{FF2B5EF4-FFF2-40B4-BE49-F238E27FC236}">
                  <a16:creationId xmlns:a16="http://schemas.microsoft.com/office/drawing/2014/main" id="{CC98F938-8E1B-6CAE-0920-42A02750353A}"/>
                </a:ext>
              </a:extLst>
            </p:cNvPr>
            <p:cNvSpPr/>
            <p:nvPr/>
          </p:nvSpPr>
          <p:spPr>
            <a:xfrm>
              <a:off x="2602700" y="1713375"/>
              <a:ext cx="40000" cy="20000"/>
            </a:xfrm>
            <a:custGeom>
              <a:avLst/>
              <a:gdLst/>
              <a:ahLst/>
              <a:cxnLst/>
              <a:rect l="l" t="t" r="r" b="b"/>
              <a:pathLst>
                <a:path w="1600" h="800" extrusionOk="0">
                  <a:moveTo>
                    <a:pt x="1" y="1"/>
                  </a:moveTo>
                  <a:lnTo>
                    <a:pt x="1" y="799"/>
                  </a:lnTo>
                  <a:lnTo>
                    <a:pt x="1600" y="799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8" name="Google Shape;378;p37">
              <a:extLst>
                <a:ext uri="{FF2B5EF4-FFF2-40B4-BE49-F238E27FC236}">
                  <a16:creationId xmlns:a16="http://schemas.microsoft.com/office/drawing/2014/main" id="{501C4F2D-76E7-C7EC-BCF5-57FA6F2BAD5B}"/>
                </a:ext>
              </a:extLst>
            </p:cNvPr>
            <p:cNvSpPr/>
            <p:nvPr/>
          </p:nvSpPr>
          <p:spPr>
            <a:xfrm>
              <a:off x="2499275" y="1633425"/>
              <a:ext cx="83450" cy="139975"/>
            </a:xfrm>
            <a:custGeom>
              <a:avLst/>
              <a:gdLst/>
              <a:ahLst/>
              <a:cxnLst/>
              <a:rect l="l" t="t" r="r" b="b"/>
              <a:pathLst>
                <a:path w="3338" h="5599" extrusionOk="0">
                  <a:moveTo>
                    <a:pt x="2939" y="0"/>
                  </a:moveTo>
                  <a:cubicBezTo>
                    <a:pt x="1325" y="0"/>
                    <a:pt x="0" y="1366"/>
                    <a:pt x="121" y="3005"/>
                  </a:cubicBezTo>
                  <a:cubicBezTo>
                    <a:pt x="229" y="4471"/>
                    <a:pt x="1471" y="5598"/>
                    <a:pt x="2941" y="5598"/>
                  </a:cubicBezTo>
                  <a:lnTo>
                    <a:pt x="3337" y="5598"/>
                  </a:lnTo>
                  <a:lnTo>
                    <a:pt x="3337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9" name="Google Shape;379;p37">
              <a:extLst>
                <a:ext uri="{FF2B5EF4-FFF2-40B4-BE49-F238E27FC236}">
                  <a16:creationId xmlns:a16="http://schemas.microsoft.com/office/drawing/2014/main" id="{A4EF0740-82ED-94CF-2689-CBD1E818E97F}"/>
                </a:ext>
              </a:extLst>
            </p:cNvPr>
            <p:cNvSpPr/>
            <p:nvPr/>
          </p:nvSpPr>
          <p:spPr>
            <a:xfrm>
              <a:off x="2661025" y="1593475"/>
              <a:ext cx="185000" cy="179925"/>
            </a:xfrm>
            <a:custGeom>
              <a:avLst/>
              <a:gdLst/>
              <a:ahLst/>
              <a:cxnLst/>
              <a:rect l="l" t="t" r="r" b="b"/>
              <a:pathLst>
                <a:path w="7400" h="7197" extrusionOk="0">
                  <a:moveTo>
                    <a:pt x="458" y="0"/>
                  </a:moveTo>
                  <a:cubicBezTo>
                    <a:pt x="288" y="0"/>
                    <a:pt x="137" y="112"/>
                    <a:pt x="85" y="274"/>
                  </a:cubicBezTo>
                  <a:cubicBezTo>
                    <a:pt x="1" y="534"/>
                    <a:pt x="193" y="799"/>
                    <a:pt x="466" y="799"/>
                  </a:cubicBezTo>
                  <a:lnTo>
                    <a:pt x="866" y="799"/>
                  </a:lnTo>
                  <a:lnTo>
                    <a:pt x="866" y="1598"/>
                  </a:lnTo>
                  <a:lnTo>
                    <a:pt x="66" y="1598"/>
                  </a:lnTo>
                  <a:lnTo>
                    <a:pt x="66" y="7196"/>
                  </a:lnTo>
                  <a:lnTo>
                    <a:pt x="4459" y="7196"/>
                  </a:lnTo>
                  <a:cubicBezTo>
                    <a:pt x="5929" y="7196"/>
                    <a:pt x="7173" y="6071"/>
                    <a:pt x="7280" y="4605"/>
                  </a:cubicBezTo>
                  <a:cubicBezTo>
                    <a:pt x="7400" y="2966"/>
                    <a:pt x="6077" y="1598"/>
                    <a:pt x="4463" y="1598"/>
                  </a:cubicBezTo>
                  <a:lnTo>
                    <a:pt x="3262" y="1598"/>
                  </a:lnTo>
                  <a:lnTo>
                    <a:pt x="3262" y="799"/>
                  </a:lnTo>
                  <a:lnTo>
                    <a:pt x="3663" y="799"/>
                  </a:lnTo>
                  <a:cubicBezTo>
                    <a:pt x="3664" y="799"/>
                    <a:pt x="3665" y="799"/>
                    <a:pt x="3666" y="799"/>
                  </a:cubicBezTo>
                  <a:cubicBezTo>
                    <a:pt x="3839" y="799"/>
                    <a:pt x="3991" y="689"/>
                    <a:pt x="4044" y="526"/>
                  </a:cubicBezTo>
                  <a:cubicBezTo>
                    <a:pt x="4128" y="266"/>
                    <a:pt x="3936" y="1"/>
                    <a:pt x="3663" y="1"/>
                  </a:cubicBezTo>
                  <a:lnTo>
                    <a:pt x="464" y="1"/>
                  </a:lnTo>
                  <a:cubicBezTo>
                    <a:pt x="462" y="0"/>
                    <a:pt x="460" y="0"/>
                    <a:pt x="45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0" name="Google Shape;380;p37">
              <a:extLst>
                <a:ext uri="{FF2B5EF4-FFF2-40B4-BE49-F238E27FC236}">
                  <a16:creationId xmlns:a16="http://schemas.microsoft.com/office/drawing/2014/main" id="{88B3B6FE-E338-C944-BF22-04ED1AC815E3}"/>
                </a:ext>
              </a:extLst>
            </p:cNvPr>
            <p:cNvSpPr/>
            <p:nvPr/>
          </p:nvSpPr>
          <p:spPr>
            <a:xfrm>
              <a:off x="2602700" y="1633425"/>
              <a:ext cx="40000" cy="20025"/>
            </a:xfrm>
            <a:custGeom>
              <a:avLst/>
              <a:gdLst/>
              <a:ahLst/>
              <a:cxnLst/>
              <a:rect l="l" t="t" r="r" b="b"/>
              <a:pathLst>
                <a:path w="1600" h="801" extrusionOk="0">
                  <a:moveTo>
                    <a:pt x="1" y="0"/>
                  </a:moveTo>
                  <a:lnTo>
                    <a:pt x="1" y="801"/>
                  </a:lnTo>
                  <a:lnTo>
                    <a:pt x="1600" y="801"/>
                  </a:lnTo>
                  <a:lnTo>
                    <a:pt x="1600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1" name="Google Shape;381;p37">
              <a:extLst>
                <a:ext uri="{FF2B5EF4-FFF2-40B4-BE49-F238E27FC236}">
                  <a16:creationId xmlns:a16="http://schemas.microsoft.com/office/drawing/2014/main" id="{DD69CB50-DB10-1EA6-DBCF-F26C8DCDD6EB}"/>
                </a:ext>
              </a:extLst>
            </p:cNvPr>
            <p:cNvSpPr/>
            <p:nvPr/>
          </p:nvSpPr>
          <p:spPr>
            <a:xfrm>
              <a:off x="2602700" y="1793325"/>
              <a:ext cx="40000" cy="30000"/>
            </a:xfrm>
            <a:custGeom>
              <a:avLst/>
              <a:gdLst/>
              <a:ahLst/>
              <a:cxnLst/>
              <a:rect l="l" t="t" r="r" b="b"/>
              <a:pathLst>
                <a:path w="1600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1600" y="1200"/>
                  </a:lnTo>
                  <a:lnTo>
                    <a:pt x="160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2" name="Google Shape;382;p37">
              <a:extLst>
                <a:ext uri="{FF2B5EF4-FFF2-40B4-BE49-F238E27FC236}">
                  <a16:creationId xmlns:a16="http://schemas.microsoft.com/office/drawing/2014/main" id="{8735919B-6399-1B08-A21D-D91C068F7CE3}"/>
                </a:ext>
              </a:extLst>
            </p:cNvPr>
            <p:cNvSpPr/>
            <p:nvPr/>
          </p:nvSpPr>
          <p:spPr>
            <a:xfrm>
              <a:off x="2502075" y="1793300"/>
              <a:ext cx="80650" cy="30025"/>
            </a:xfrm>
            <a:custGeom>
              <a:avLst/>
              <a:gdLst/>
              <a:ahLst/>
              <a:cxnLst/>
              <a:rect l="l" t="t" r="r" b="b"/>
              <a:pathLst>
                <a:path w="3226" h="1201" extrusionOk="0">
                  <a:moveTo>
                    <a:pt x="400" y="0"/>
                  </a:moveTo>
                  <a:cubicBezTo>
                    <a:pt x="180" y="0"/>
                    <a:pt x="2" y="179"/>
                    <a:pt x="2" y="401"/>
                  </a:cubicBezTo>
                  <a:lnTo>
                    <a:pt x="2" y="801"/>
                  </a:lnTo>
                  <a:cubicBezTo>
                    <a:pt x="0" y="1021"/>
                    <a:pt x="180" y="1201"/>
                    <a:pt x="400" y="1201"/>
                  </a:cubicBezTo>
                  <a:lnTo>
                    <a:pt x="3225" y="1201"/>
                  </a:lnTo>
                  <a:lnTo>
                    <a:pt x="3225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3" name="Google Shape;383;p37">
              <a:extLst>
                <a:ext uri="{FF2B5EF4-FFF2-40B4-BE49-F238E27FC236}">
                  <a16:creationId xmlns:a16="http://schemas.microsoft.com/office/drawing/2014/main" id="{36049CDF-6A0B-0EEC-F5EA-C0A0166E58F3}"/>
                </a:ext>
              </a:extLst>
            </p:cNvPr>
            <p:cNvSpPr/>
            <p:nvPr/>
          </p:nvSpPr>
          <p:spPr>
            <a:xfrm>
              <a:off x="2662650" y="1793325"/>
              <a:ext cx="180575" cy="30000"/>
            </a:xfrm>
            <a:custGeom>
              <a:avLst/>
              <a:gdLst/>
              <a:ahLst/>
              <a:cxnLst/>
              <a:rect l="l" t="t" r="r" b="b"/>
              <a:pathLst>
                <a:path w="7223" h="1200" extrusionOk="0">
                  <a:moveTo>
                    <a:pt x="1" y="1"/>
                  </a:moveTo>
                  <a:lnTo>
                    <a:pt x="1" y="1200"/>
                  </a:lnTo>
                  <a:lnTo>
                    <a:pt x="6823" y="1200"/>
                  </a:lnTo>
                  <a:cubicBezTo>
                    <a:pt x="7044" y="1200"/>
                    <a:pt x="7223" y="1021"/>
                    <a:pt x="7223" y="801"/>
                  </a:cubicBezTo>
                  <a:lnTo>
                    <a:pt x="7223" y="401"/>
                  </a:lnTo>
                  <a:cubicBezTo>
                    <a:pt x="7223" y="180"/>
                    <a:pt x="7044" y="1"/>
                    <a:pt x="68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384" name="Google Shape;384;p37">
            <a:extLst>
              <a:ext uri="{FF2B5EF4-FFF2-40B4-BE49-F238E27FC236}">
                <a16:creationId xmlns:a16="http://schemas.microsoft.com/office/drawing/2014/main" id="{9445C751-3106-20CE-C448-FE3AD4889784}"/>
              </a:ext>
            </a:extLst>
          </p:cNvPr>
          <p:cNvGrpSpPr/>
          <p:nvPr/>
        </p:nvGrpSpPr>
        <p:grpSpPr>
          <a:xfrm>
            <a:off x="4606413" y="1280301"/>
            <a:ext cx="306330" cy="179550"/>
            <a:chOff x="4008150" y="2769150"/>
            <a:chExt cx="341125" cy="199900"/>
          </a:xfrm>
        </p:grpSpPr>
        <p:sp>
          <p:nvSpPr>
            <p:cNvPr id="385" name="Google Shape;385;p37">
              <a:extLst>
                <a:ext uri="{FF2B5EF4-FFF2-40B4-BE49-F238E27FC236}">
                  <a16:creationId xmlns:a16="http://schemas.microsoft.com/office/drawing/2014/main" id="{445DA67A-4538-2B03-24B0-D30D0FE9C9B6}"/>
                </a:ext>
              </a:extLst>
            </p:cNvPr>
            <p:cNvSpPr/>
            <p:nvPr/>
          </p:nvSpPr>
          <p:spPr>
            <a:xfrm>
              <a:off x="4078775" y="2829150"/>
              <a:ext cx="20025" cy="20000"/>
            </a:xfrm>
            <a:custGeom>
              <a:avLst/>
              <a:gdLst/>
              <a:ahLst/>
              <a:cxnLst/>
              <a:rect l="l" t="t" r="r" b="b"/>
              <a:pathLst>
                <a:path w="801" h="800" extrusionOk="0">
                  <a:moveTo>
                    <a:pt x="400" y="0"/>
                  </a:moveTo>
                  <a:cubicBezTo>
                    <a:pt x="179" y="0"/>
                    <a:pt x="0" y="179"/>
                    <a:pt x="0" y="399"/>
                  </a:cubicBezTo>
                  <a:lnTo>
                    <a:pt x="0" y="799"/>
                  </a:lnTo>
                  <a:lnTo>
                    <a:pt x="801" y="799"/>
                  </a:lnTo>
                  <a:lnTo>
                    <a:pt x="80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6" name="Google Shape;386;p37">
              <a:extLst>
                <a:ext uri="{FF2B5EF4-FFF2-40B4-BE49-F238E27FC236}">
                  <a16:creationId xmlns:a16="http://schemas.microsoft.com/office/drawing/2014/main" id="{90A59402-4375-BC9F-2E8B-24C91E0E74BE}"/>
                </a:ext>
              </a:extLst>
            </p:cNvPr>
            <p:cNvSpPr/>
            <p:nvPr/>
          </p:nvSpPr>
          <p:spPr>
            <a:xfrm>
              <a:off x="4118750" y="2829150"/>
              <a:ext cx="20000" cy="20000"/>
            </a:xfrm>
            <a:custGeom>
              <a:avLst/>
              <a:gdLst/>
              <a:ahLst/>
              <a:cxnLst/>
              <a:rect l="l" t="t" r="r" b="b"/>
              <a:pathLst>
                <a:path w="800" h="800" extrusionOk="0">
                  <a:moveTo>
                    <a:pt x="0" y="0"/>
                  </a:moveTo>
                  <a:lnTo>
                    <a:pt x="0" y="799"/>
                  </a:lnTo>
                  <a:lnTo>
                    <a:pt x="799" y="799"/>
                  </a:lnTo>
                  <a:lnTo>
                    <a:pt x="799" y="399"/>
                  </a:lnTo>
                  <a:cubicBezTo>
                    <a:pt x="799" y="179"/>
                    <a:pt x="621" y="0"/>
                    <a:pt x="40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7" name="Google Shape;387;p37">
              <a:extLst>
                <a:ext uri="{FF2B5EF4-FFF2-40B4-BE49-F238E27FC236}">
                  <a16:creationId xmlns:a16="http://schemas.microsoft.com/office/drawing/2014/main" id="{53330081-683E-3194-0087-D671EC2C75B0}"/>
                </a:ext>
              </a:extLst>
            </p:cNvPr>
            <p:cNvSpPr/>
            <p:nvPr/>
          </p:nvSpPr>
          <p:spPr>
            <a:xfrm>
              <a:off x="4078775" y="2869075"/>
              <a:ext cx="59975" cy="20000"/>
            </a:xfrm>
            <a:custGeom>
              <a:avLst/>
              <a:gdLst/>
              <a:ahLst/>
              <a:cxnLst/>
              <a:rect l="l" t="t" r="r" b="b"/>
              <a:pathLst>
                <a:path w="2399" h="800" extrusionOk="0">
                  <a:moveTo>
                    <a:pt x="0" y="1"/>
                  </a:moveTo>
                  <a:lnTo>
                    <a:pt x="0" y="800"/>
                  </a:lnTo>
                  <a:lnTo>
                    <a:pt x="2398" y="800"/>
                  </a:lnTo>
                  <a:lnTo>
                    <a:pt x="2398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8" name="Google Shape;388;p37">
              <a:extLst>
                <a:ext uri="{FF2B5EF4-FFF2-40B4-BE49-F238E27FC236}">
                  <a16:creationId xmlns:a16="http://schemas.microsoft.com/office/drawing/2014/main" id="{F4FBCE48-D145-B1EB-B2FF-A673C62142BA}"/>
                </a:ext>
              </a:extLst>
            </p:cNvPr>
            <p:cNvSpPr/>
            <p:nvPr/>
          </p:nvSpPr>
          <p:spPr>
            <a:xfrm>
              <a:off x="4008150" y="2769150"/>
              <a:ext cx="341125" cy="199900"/>
            </a:xfrm>
            <a:custGeom>
              <a:avLst/>
              <a:gdLst/>
              <a:ahLst/>
              <a:cxnLst/>
              <a:rect l="l" t="t" r="r" b="b"/>
              <a:pathLst>
                <a:path w="13645" h="7996" extrusionOk="0">
                  <a:moveTo>
                    <a:pt x="10409" y="1600"/>
                  </a:moveTo>
                  <a:cubicBezTo>
                    <a:pt x="10412" y="1600"/>
                    <a:pt x="10416" y="1600"/>
                    <a:pt x="10420" y="1600"/>
                  </a:cubicBezTo>
                  <a:lnTo>
                    <a:pt x="12019" y="1600"/>
                  </a:lnTo>
                  <a:cubicBezTo>
                    <a:pt x="12236" y="1604"/>
                    <a:pt x="12410" y="1782"/>
                    <a:pt x="12410" y="1999"/>
                  </a:cubicBezTo>
                  <a:cubicBezTo>
                    <a:pt x="12410" y="2217"/>
                    <a:pt x="12236" y="2394"/>
                    <a:pt x="12019" y="2399"/>
                  </a:cubicBezTo>
                  <a:lnTo>
                    <a:pt x="10420" y="2399"/>
                  </a:lnTo>
                  <a:cubicBezTo>
                    <a:pt x="10417" y="2399"/>
                    <a:pt x="10414" y="2399"/>
                    <a:pt x="10411" y="2399"/>
                  </a:cubicBezTo>
                  <a:cubicBezTo>
                    <a:pt x="10191" y="2399"/>
                    <a:pt x="10012" y="2220"/>
                    <a:pt x="10012" y="1999"/>
                  </a:cubicBezTo>
                  <a:cubicBezTo>
                    <a:pt x="10012" y="1779"/>
                    <a:pt x="10189" y="1600"/>
                    <a:pt x="10409" y="1600"/>
                  </a:cubicBezTo>
                  <a:close/>
                  <a:moveTo>
                    <a:pt x="10409" y="3199"/>
                  </a:moveTo>
                  <a:cubicBezTo>
                    <a:pt x="10412" y="3199"/>
                    <a:pt x="10416" y="3199"/>
                    <a:pt x="10420" y="3199"/>
                  </a:cubicBezTo>
                  <a:lnTo>
                    <a:pt x="12019" y="3199"/>
                  </a:lnTo>
                  <a:cubicBezTo>
                    <a:pt x="12236" y="3203"/>
                    <a:pt x="12410" y="3381"/>
                    <a:pt x="12410" y="3598"/>
                  </a:cubicBezTo>
                  <a:cubicBezTo>
                    <a:pt x="12410" y="3816"/>
                    <a:pt x="12236" y="3993"/>
                    <a:pt x="12019" y="3998"/>
                  </a:cubicBezTo>
                  <a:lnTo>
                    <a:pt x="10420" y="3998"/>
                  </a:lnTo>
                  <a:cubicBezTo>
                    <a:pt x="10417" y="3998"/>
                    <a:pt x="10414" y="3998"/>
                    <a:pt x="10411" y="3998"/>
                  </a:cubicBezTo>
                  <a:cubicBezTo>
                    <a:pt x="10191" y="3998"/>
                    <a:pt x="10012" y="3819"/>
                    <a:pt x="10012" y="3598"/>
                  </a:cubicBezTo>
                  <a:cubicBezTo>
                    <a:pt x="10012" y="3378"/>
                    <a:pt x="10189" y="3199"/>
                    <a:pt x="10409" y="3199"/>
                  </a:cubicBezTo>
                  <a:close/>
                  <a:moveTo>
                    <a:pt x="8421" y="3198"/>
                  </a:moveTo>
                  <a:cubicBezTo>
                    <a:pt x="8639" y="3198"/>
                    <a:pt x="8822" y="3375"/>
                    <a:pt x="8822" y="3598"/>
                  </a:cubicBezTo>
                  <a:lnTo>
                    <a:pt x="8822" y="4398"/>
                  </a:lnTo>
                  <a:cubicBezTo>
                    <a:pt x="8822" y="4621"/>
                    <a:pt x="8639" y="4798"/>
                    <a:pt x="8421" y="4798"/>
                  </a:cubicBezTo>
                  <a:cubicBezTo>
                    <a:pt x="8406" y="4798"/>
                    <a:pt x="8391" y="4797"/>
                    <a:pt x="8376" y="4795"/>
                  </a:cubicBezTo>
                  <a:cubicBezTo>
                    <a:pt x="8172" y="4773"/>
                    <a:pt x="8022" y="4591"/>
                    <a:pt x="8022" y="4388"/>
                  </a:cubicBezTo>
                  <a:lnTo>
                    <a:pt x="8022" y="3608"/>
                  </a:lnTo>
                  <a:cubicBezTo>
                    <a:pt x="8022" y="3403"/>
                    <a:pt x="8172" y="3223"/>
                    <a:pt x="8376" y="3201"/>
                  </a:cubicBezTo>
                  <a:cubicBezTo>
                    <a:pt x="8391" y="3199"/>
                    <a:pt x="8406" y="3198"/>
                    <a:pt x="8421" y="3198"/>
                  </a:cubicBezTo>
                  <a:close/>
                  <a:moveTo>
                    <a:pt x="10411" y="5597"/>
                  </a:moveTo>
                  <a:cubicBezTo>
                    <a:pt x="10414" y="5597"/>
                    <a:pt x="10417" y="5597"/>
                    <a:pt x="10420" y="5597"/>
                  </a:cubicBezTo>
                  <a:lnTo>
                    <a:pt x="12019" y="5597"/>
                  </a:lnTo>
                  <a:cubicBezTo>
                    <a:pt x="12236" y="5602"/>
                    <a:pt x="12410" y="5779"/>
                    <a:pt x="12410" y="5997"/>
                  </a:cubicBezTo>
                  <a:cubicBezTo>
                    <a:pt x="12410" y="6214"/>
                    <a:pt x="12236" y="6391"/>
                    <a:pt x="12019" y="6396"/>
                  </a:cubicBezTo>
                  <a:lnTo>
                    <a:pt x="10420" y="6396"/>
                  </a:lnTo>
                  <a:cubicBezTo>
                    <a:pt x="10416" y="6396"/>
                    <a:pt x="10412" y="6396"/>
                    <a:pt x="10409" y="6396"/>
                  </a:cubicBezTo>
                  <a:cubicBezTo>
                    <a:pt x="10189" y="6396"/>
                    <a:pt x="10012" y="6217"/>
                    <a:pt x="10012" y="5997"/>
                  </a:cubicBezTo>
                  <a:cubicBezTo>
                    <a:pt x="10012" y="5775"/>
                    <a:pt x="10191" y="5597"/>
                    <a:pt x="10411" y="5597"/>
                  </a:cubicBezTo>
                  <a:close/>
                  <a:moveTo>
                    <a:pt x="5223" y="1600"/>
                  </a:moveTo>
                  <a:cubicBezTo>
                    <a:pt x="5665" y="1600"/>
                    <a:pt x="6024" y="1959"/>
                    <a:pt x="6024" y="2400"/>
                  </a:cubicBezTo>
                  <a:lnTo>
                    <a:pt x="6024" y="5330"/>
                  </a:lnTo>
                  <a:cubicBezTo>
                    <a:pt x="6024" y="5477"/>
                    <a:pt x="5904" y="5597"/>
                    <a:pt x="5756" y="5597"/>
                  </a:cubicBezTo>
                  <a:lnTo>
                    <a:pt x="5223" y="5597"/>
                  </a:lnTo>
                  <a:lnTo>
                    <a:pt x="5223" y="5987"/>
                  </a:lnTo>
                  <a:cubicBezTo>
                    <a:pt x="5223" y="6192"/>
                    <a:pt x="5073" y="6372"/>
                    <a:pt x="4869" y="6394"/>
                  </a:cubicBezTo>
                  <a:cubicBezTo>
                    <a:pt x="4854" y="6396"/>
                    <a:pt x="4839" y="6397"/>
                    <a:pt x="4824" y="6397"/>
                  </a:cubicBezTo>
                  <a:cubicBezTo>
                    <a:pt x="4607" y="6397"/>
                    <a:pt x="4424" y="6220"/>
                    <a:pt x="4424" y="5997"/>
                  </a:cubicBezTo>
                  <a:lnTo>
                    <a:pt x="4424" y="5597"/>
                  </a:lnTo>
                  <a:lnTo>
                    <a:pt x="3624" y="5597"/>
                  </a:lnTo>
                  <a:lnTo>
                    <a:pt x="3624" y="5987"/>
                  </a:lnTo>
                  <a:cubicBezTo>
                    <a:pt x="3624" y="6192"/>
                    <a:pt x="3474" y="6372"/>
                    <a:pt x="3270" y="6394"/>
                  </a:cubicBezTo>
                  <a:cubicBezTo>
                    <a:pt x="3255" y="6396"/>
                    <a:pt x="3240" y="6397"/>
                    <a:pt x="3225" y="6397"/>
                  </a:cubicBezTo>
                  <a:cubicBezTo>
                    <a:pt x="3008" y="6397"/>
                    <a:pt x="2825" y="6220"/>
                    <a:pt x="2825" y="5997"/>
                  </a:cubicBezTo>
                  <a:lnTo>
                    <a:pt x="2825" y="5597"/>
                  </a:lnTo>
                  <a:lnTo>
                    <a:pt x="2292" y="5597"/>
                  </a:lnTo>
                  <a:cubicBezTo>
                    <a:pt x="2146" y="5597"/>
                    <a:pt x="2026" y="5477"/>
                    <a:pt x="2026" y="5330"/>
                  </a:cubicBezTo>
                  <a:lnTo>
                    <a:pt x="2026" y="2400"/>
                  </a:lnTo>
                  <a:cubicBezTo>
                    <a:pt x="2026" y="1959"/>
                    <a:pt x="2384" y="1600"/>
                    <a:pt x="2825" y="1600"/>
                  </a:cubicBezTo>
                  <a:close/>
                  <a:moveTo>
                    <a:pt x="401" y="1"/>
                  </a:moveTo>
                  <a:cubicBezTo>
                    <a:pt x="179" y="1"/>
                    <a:pt x="1" y="179"/>
                    <a:pt x="1" y="399"/>
                  </a:cubicBezTo>
                  <a:lnTo>
                    <a:pt x="1" y="7595"/>
                  </a:lnTo>
                  <a:cubicBezTo>
                    <a:pt x="1" y="7816"/>
                    <a:pt x="179" y="7995"/>
                    <a:pt x="401" y="7995"/>
                  </a:cubicBezTo>
                  <a:lnTo>
                    <a:pt x="7623" y="7995"/>
                  </a:lnTo>
                  <a:cubicBezTo>
                    <a:pt x="7843" y="7995"/>
                    <a:pt x="8022" y="7816"/>
                    <a:pt x="8022" y="7595"/>
                  </a:cubicBezTo>
                  <a:lnTo>
                    <a:pt x="8022" y="6008"/>
                  </a:lnTo>
                  <a:cubicBezTo>
                    <a:pt x="8022" y="5802"/>
                    <a:pt x="8172" y="5622"/>
                    <a:pt x="8376" y="5600"/>
                  </a:cubicBezTo>
                  <a:cubicBezTo>
                    <a:pt x="8392" y="5598"/>
                    <a:pt x="8408" y="5597"/>
                    <a:pt x="8423" y="5597"/>
                  </a:cubicBezTo>
                  <a:cubicBezTo>
                    <a:pt x="8641" y="5597"/>
                    <a:pt x="8822" y="5774"/>
                    <a:pt x="8822" y="5997"/>
                  </a:cubicBezTo>
                  <a:lnTo>
                    <a:pt x="8822" y="7595"/>
                  </a:lnTo>
                  <a:cubicBezTo>
                    <a:pt x="8822" y="7816"/>
                    <a:pt x="9001" y="7995"/>
                    <a:pt x="9221" y="7995"/>
                  </a:cubicBezTo>
                  <a:lnTo>
                    <a:pt x="13244" y="7995"/>
                  </a:lnTo>
                  <a:cubicBezTo>
                    <a:pt x="13466" y="7995"/>
                    <a:pt x="13645" y="7816"/>
                    <a:pt x="13645" y="7595"/>
                  </a:cubicBezTo>
                  <a:lnTo>
                    <a:pt x="13645" y="401"/>
                  </a:lnTo>
                  <a:cubicBezTo>
                    <a:pt x="13645" y="179"/>
                    <a:pt x="13466" y="1"/>
                    <a:pt x="13246" y="1"/>
                  </a:cubicBezTo>
                  <a:lnTo>
                    <a:pt x="9222" y="1"/>
                  </a:lnTo>
                  <a:cubicBezTo>
                    <a:pt x="9001" y="1"/>
                    <a:pt x="8822" y="179"/>
                    <a:pt x="8822" y="399"/>
                  </a:cubicBezTo>
                  <a:lnTo>
                    <a:pt x="8822" y="1988"/>
                  </a:lnTo>
                  <a:cubicBezTo>
                    <a:pt x="8822" y="2193"/>
                    <a:pt x="8671" y="2374"/>
                    <a:pt x="8467" y="2396"/>
                  </a:cubicBezTo>
                  <a:cubicBezTo>
                    <a:pt x="8452" y="2397"/>
                    <a:pt x="8437" y="2398"/>
                    <a:pt x="8422" y="2398"/>
                  </a:cubicBezTo>
                  <a:cubicBezTo>
                    <a:pt x="8204" y="2398"/>
                    <a:pt x="8022" y="2222"/>
                    <a:pt x="8022" y="1999"/>
                  </a:cubicBezTo>
                  <a:lnTo>
                    <a:pt x="8022" y="399"/>
                  </a:lnTo>
                  <a:cubicBezTo>
                    <a:pt x="8022" y="179"/>
                    <a:pt x="7843" y="1"/>
                    <a:pt x="762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69544336-ED4B-60B3-A11D-5B19EB299EA9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Notable Explanatory Data Analysis</a:t>
            </a:r>
          </a:p>
        </p:txBody>
      </p:sp>
    </p:spTree>
    <p:extLst>
      <p:ext uri="{BB962C8B-B14F-4D97-AF65-F5344CB8AC3E}">
        <p14:creationId xmlns:p14="http://schemas.microsoft.com/office/powerpoint/2010/main" val="133057739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DE6B6272-D40B-261B-96C9-20A68A853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76C97328-0610-A25E-0E8E-A3FC967435C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34A48047-B21B-38DB-20AF-E1A4C475F3B5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DA68621E-2977-EB37-31BF-B20CBE8BD7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Benchmark &amp; Evaluation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F72DFB39-CC5C-645B-1922-6784B0E13F11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05b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3AA6420B-B869-7FC4-DE23-21EC50F9C166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12225685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>
          <a:extLst>
            <a:ext uri="{FF2B5EF4-FFF2-40B4-BE49-F238E27FC236}">
              <a16:creationId xmlns:a16="http://schemas.microsoft.com/office/drawing/2014/main" id="{C74B228B-07AF-CAD7-0696-1101AA8469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>
            <a:extLst>
              <a:ext uri="{FF2B5EF4-FFF2-40B4-BE49-F238E27FC236}">
                <a16:creationId xmlns:a16="http://schemas.microsoft.com/office/drawing/2014/main" id="{906866BE-070C-5F73-F687-9BE53E3580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460067"/>
            <a:ext cx="91439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-MY" sz="3200" dirty="0">
                <a:solidFill>
                  <a:schemeClr val="accent2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Baseline LSTM</a:t>
            </a:r>
            <a:endParaRPr sz="3200" dirty="0">
              <a:solidFill>
                <a:schemeClr val="accent2">
                  <a:lumMod val="40000"/>
                  <a:lumOff val="60000"/>
                </a:schemeClr>
              </a:solidFill>
              <a:latin typeface="Montserrat ExtraBold" panose="00000900000000000000" pitchFamily="2" charset="0"/>
            </a:endParaRPr>
          </a:p>
        </p:txBody>
      </p:sp>
      <p:grpSp>
        <p:nvGrpSpPr>
          <p:cNvPr id="2" name="Google Shape;2280;p39">
            <a:extLst>
              <a:ext uri="{FF2B5EF4-FFF2-40B4-BE49-F238E27FC236}">
                <a16:creationId xmlns:a16="http://schemas.microsoft.com/office/drawing/2014/main" id="{7EE6A75D-B95B-B608-7113-81F30385CB16}"/>
              </a:ext>
            </a:extLst>
          </p:cNvPr>
          <p:cNvGrpSpPr/>
          <p:nvPr/>
        </p:nvGrpSpPr>
        <p:grpSpPr>
          <a:xfrm>
            <a:off x="0" y="3014572"/>
            <a:ext cx="6203950" cy="565150"/>
            <a:chOff x="1168401" y="2498362"/>
            <a:chExt cx="6203950" cy="565150"/>
          </a:xfrm>
        </p:grpSpPr>
        <p:sp>
          <p:nvSpPr>
            <p:cNvPr id="3" name="Google Shape;2281;p39">
              <a:extLst>
                <a:ext uri="{FF2B5EF4-FFF2-40B4-BE49-F238E27FC236}">
                  <a16:creationId xmlns:a16="http://schemas.microsoft.com/office/drawing/2014/main" id="{6B2557BF-88D8-F26D-CA6F-03492FC313C5}"/>
                </a:ext>
              </a:extLst>
            </p:cNvPr>
            <p:cNvSpPr/>
            <p:nvPr/>
          </p:nvSpPr>
          <p:spPr>
            <a:xfrm>
              <a:off x="3708401" y="2534875"/>
              <a:ext cx="127000" cy="528637"/>
            </a:xfrm>
            <a:custGeom>
              <a:avLst/>
              <a:gdLst/>
              <a:ahLst/>
              <a:cxnLst/>
              <a:rect l="l" t="t" r="r" b="b"/>
              <a:pathLst>
                <a:path w="69" h="289" extrusionOk="0">
                  <a:moveTo>
                    <a:pt x="69" y="268"/>
                  </a:moveTo>
                  <a:cubicBezTo>
                    <a:pt x="69" y="279"/>
                    <a:pt x="60" y="289"/>
                    <a:pt x="48" y="289"/>
                  </a:cubicBezTo>
                  <a:cubicBezTo>
                    <a:pt x="21" y="289"/>
                    <a:pt x="21" y="289"/>
                    <a:pt x="21" y="289"/>
                  </a:cubicBezTo>
                  <a:cubicBezTo>
                    <a:pt x="10" y="289"/>
                    <a:pt x="0" y="279"/>
                    <a:pt x="0" y="26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0" y="0"/>
                    <a:pt x="69" y="9"/>
                    <a:pt x="69" y="21"/>
                  </a:cubicBezTo>
                  <a:cubicBezTo>
                    <a:pt x="69" y="268"/>
                    <a:pt x="69" y="268"/>
                    <a:pt x="69" y="26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282;p39">
              <a:extLst>
                <a:ext uri="{FF2B5EF4-FFF2-40B4-BE49-F238E27FC236}">
                  <a16:creationId xmlns:a16="http://schemas.microsoft.com/office/drawing/2014/main" id="{C6790051-C626-6D94-5193-67F6CD7BEAD2}"/>
                </a:ext>
              </a:extLst>
            </p:cNvPr>
            <p:cNvSpPr/>
            <p:nvPr/>
          </p:nvSpPr>
          <p:spPr>
            <a:xfrm>
              <a:off x="1168401" y="2534875"/>
              <a:ext cx="80963" cy="528637"/>
            </a:xfrm>
            <a:custGeom>
              <a:avLst/>
              <a:gdLst/>
              <a:ahLst/>
              <a:cxnLst/>
              <a:rect l="l" t="t" r="r" b="b"/>
              <a:pathLst>
                <a:path w="44" h="289" extrusionOk="0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3" y="289"/>
                    <a:pt x="23" y="289"/>
                    <a:pt x="23" y="289"/>
                  </a:cubicBezTo>
                  <a:cubicBezTo>
                    <a:pt x="34" y="289"/>
                    <a:pt x="44" y="279"/>
                    <a:pt x="44" y="268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9"/>
                    <a:pt x="34" y="0"/>
                    <a:pt x="23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283;p39">
              <a:extLst>
                <a:ext uri="{FF2B5EF4-FFF2-40B4-BE49-F238E27FC236}">
                  <a16:creationId xmlns:a16="http://schemas.microsoft.com/office/drawing/2014/main" id="{937D76C7-BCAB-ED6A-B0D4-07DDE6E7D0F1}"/>
                </a:ext>
              </a:extLst>
            </p:cNvPr>
            <p:cNvSpPr/>
            <p:nvPr/>
          </p:nvSpPr>
          <p:spPr>
            <a:xfrm>
              <a:off x="1208088" y="2498362"/>
              <a:ext cx="2532063" cy="565150"/>
            </a:xfrm>
            <a:custGeom>
              <a:avLst/>
              <a:gdLst/>
              <a:ahLst/>
              <a:cxnLst/>
              <a:rect l="l" t="t" r="r" b="b"/>
              <a:pathLst>
                <a:path w="1384" h="309" extrusionOk="0">
                  <a:moveTo>
                    <a:pt x="136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301"/>
                    <a:pt x="8" y="309"/>
                    <a:pt x="17" y="309"/>
                  </a:cubicBezTo>
                  <a:cubicBezTo>
                    <a:pt x="1366" y="309"/>
                    <a:pt x="1366" y="309"/>
                    <a:pt x="1366" y="309"/>
                  </a:cubicBezTo>
                  <a:cubicBezTo>
                    <a:pt x="1376" y="309"/>
                    <a:pt x="1384" y="301"/>
                    <a:pt x="1384" y="291"/>
                  </a:cubicBezTo>
                  <a:cubicBezTo>
                    <a:pt x="1384" y="17"/>
                    <a:pt x="1384" y="17"/>
                    <a:pt x="1384" y="17"/>
                  </a:cubicBezTo>
                  <a:cubicBezTo>
                    <a:pt x="1384" y="8"/>
                    <a:pt x="1376" y="0"/>
                    <a:pt x="136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84;p39">
              <a:extLst>
                <a:ext uri="{FF2B5EF4-FFF2-40B4-BE49-F238E27FC236}">
                  <a16:creationId xmlns:a16="http://schemas.microsoft.com/office/drawing/2014/main" id="{66CCA420-B715-4DA7-2E87-6D4D43187EC4}"/>
                </a:ext>
              </a:extLst>
            </p:cNvPr>
            <p:cNvSpPr/>
            <p:nvPr/>
          </p:nvSpPr>
          <p:spPr>
            <a:xfrm>
              <a:off x="1787526" y="2990487"/>
              <a:ext cx="1371600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0" y="0"/>
                    <a:pt x="72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285;p39">
              <a:extLst>
                <a:ext uri="{FF2B5EF4-FFF2-40B4-BE49-F238E27FC236}">
                  <a16:creationId xmlns:a16="http://schemas.microsoft.com/office/drawing/2014/main" id="{8668AB5E-77C5-77B3-1306-9BEAA201361B}"/>
                </a:ext>
              </a:extLst>
            </p:cNvPr>
            <p:cNvSpPr/>
            <p:nvPr/>
          </p:nvSpPr>
          <p:spPr>
            <a:xfrm>
              <a:off x="1208088" y="2814275"/>
              <a:ext cx="2532063" cy="68262"/>
            </a:xfrm>
            <a:custGeom>
              <a:avLst/>
              <a:gdLst/>
              <a:ahLst/>
              <a:cxnLst/>
              <a:rect l="l" t="t" r="r" b="b"/>
              <a:pathLst>
                <a:path w="1384" h="37" extrusionOk="0">
                  <a:moveTo>
                    <a:pt x="1384" y="37"/>
                  </a:moveTo>
                  <a:cubicBezTo>
                    <a:pt x="1384" y="0"/>
                    <a:pt x="1384" y="0"/>
                    <a:pt x="1384" y="0"/>
                  </a:cubicBezTo>
                  <a:cubicBezTo>
                    <a:pt x="1377" y="0"/>
                    <a:pt x="1370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370" y="37"/>
                    <a:pt x="1377" y="37"/>
                    <a:pt x="1384" y="3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286;p39">
              <a:extLst>
                <a:ext uri="{FF2B5EF4-FFF2-40B4-BE49-F238E27FC236}">
                  <a16:creationId xmlns:a16="http://schemas.microsoft.com/office/drawing/2014/main" id="{12AE1FEB-A981-1AED-3F06-8283F1BC0FA0}"/>
                </a:ext>
              </a:extLst>
            </p:cNvPr>
            <p:cNvSpPr/>
            <p:nvPr/>
          </p:nvSpPr>
          <p:spPr>
            <a:xfrm>
              <a:off x="1208088" y="2969962"/>
              <a:ext cx="2532000" cy="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287;p39">
              <a:extLst>
                <a:ext uri="{FF2B5EF4-FFF2-40B4-BE49-F238E27FC236}">
                  <a16:creationId xmlns:a16="http://schemas.microsoft.com/office/drawing/2014/main" id="{BFDABD3A-6F87-4F25-E153-C9A0E0F4B21E}"/>
                </a:ext>
              </a:extLst>
            </p:cNvPr>
            <p:cNvSpPr/>
            <p:nvPr/>
          </p:nvSpPr>
          <p:spPr>
            <a:xfrm>
              <a:off x="3368676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288;p39">
              <a:extLst>
                <a:ext uri="{FF2B5EF4-FFF2-40B4-BE49-F238E27FC236}">
                  <a16:creationId xmlns:a16="http://schemas.microsoft.com/office/drawing/2014/main" id="{BD01DED9-44E7-D84B-1690-3A5D9B9543ED}"/>
                </a:ext>
              </a:extLst>
            </p:cNvPr>
            <p:cNvSpPr/>
            <p:nvPr/>
          </p:nvSpPr>
          <p:spPr>
            <a:xfrm>
              <a:off x="3368676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289;p39">
              <a:extLst>
                <a:ext uri="{FF2B5EF4-FFF2-40B4-BE49-F238E27FC236}">
                  <a16:creationId xmlns:a16="http://schemas.microsoft.com/office/drawing/2014/main" id="{62B8B5FE-EDBE-B173-C077-C8F6F9A58B04}"/>
                </a:ext>
              </a:extLst>
            </p:cNvPr>
            <p:cNvSpPr/>
            <p:nvPr/>
          </p:nvSpPr>
          <p:spPr>
            <a:xfrm>
              <a:off x="1379538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290;p39">
              <a:extLst>
                <a:ext uri="{FF2B5EF4-FFF2-40B4-BE49-F238E27FC236}">
                  <a16:creationId xmlns:a16="http://schemas.microsoft.com/office/drawing/2014/main" id="{A70EDB36-B079-6032-0F5D-53AC706DEE98}"/>
                </a:ext>
              </a:extLst>
            </p:cNvPr>
            <p:cNvSpPr/>
            <p:nvPr/>
          </p:nvSpPr>
          <p:spPr>
            <a:xfrm>
              <a:off x="1379538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91;p39">
              <a:extLst>
                <a:ext uri="{FF2B5EF4-FFF2-40B4-BE49-F238E27FC236}">
                  <a16:creationId xmlns:a16="http://schemas.microsoft.com/office/drawing/2014/main" id="{8F07FA59-7633-A7F4-0715-5334C4DF6118}"/>
                </a:ext>
              </a:extLst>
            </p:cNvPr>
            <p:cNvSpPr/>
            <p:nvPr/>
          </p:nvSpPr>
          <p:spPr>
            <a:xfrm>
              <a:off x="3416301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92;p39">
              <a:extLst>
                <a:ext uri="{FF2B5EF4-FFF2-40B4-BE49-F238E27FC236}">
                  <a16:creationId xmlns:a16="http://schemas.microsoft.com/office/drawing/2014/main" id="{FBBCA8D6-9DA7-24DC-800E-8482945CDA0A}"/>
                </a:ext>
              </a:extLst>
            </p:cNvPr>
            <p:cNvSpPr/>
            <p:nvPr/>
          </p:nvSpPr>
          <p:spPr>
            <a:xfrm>
              <a:off x="1427163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293;p39">
              <a:extLst>
                <a:ext uri="{FF2B5EF4-FFF2-40B4-BE49-F238E27FC236}">
                  <a16:creationId xmlns:a16="http://schemas.microsoft.com/office/drawing/2014/main" id="{1C871992-6907-0176-88F6-5AF1E4DA81F0}"/>
                </a:ext>
              </a:extLst>
            </p:cNvPr>
            <p:cNvSpPr/>
            <p:nvPr/>
          </p:nvSpPr>
          <p:spPr>
            <a:xfrm>
              <a:off x="1241426" y="2652350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294;p39">
              <a:extLst>
                <a:ext uri="{FF2B5EF4-FFF2-40B4-BE49-F238E27FC236}">
                  <a16:creationId xmlns:a16="http://schemas.microsoft.com/office/drawing/2014/main" id="{A2F06E80-7FED-E5F0-4896-BED7EF7EA7B8}"/>
                </a:ext>
              </a:extLst>
            </p:cNvPr>
            <p:cNvSpPr/>
            <p:nvPr/>
          </p:nvSpPr>
          <p:spPr>
            <a:xfrm>
              <a:off x="1241426" y="2677750"/>
              <a:ext cx="111125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5;p39">
              <a:extLst>
                <a:ext uri="{FF2B5EF4-FFF2-40B4-BE49-F238E27FC236}">
                  <a16:creationId xmlns:a16="http://schemas.microsoft.com/office/drawing/2014/main" id="{1BEEDCDE-B11E-CA37-1A0F-D41FB4887436}"/>
                </a:ext>
              </a:extLst>
            </p:cNvPr>
            <p:cNvSpPr/>
            <p:nvPr/>
          </p:nvSpPr>
          <p:spPr>
            <a:xfrm>
              <a:off x="1241426" y="27047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296;p39">
              <a:extLst>
                <a:ext uri="{FF2B5EF4-FFF2-40B4-BE49-F238E27FC236}">
                  <a16:creationId xmlns:a16="http://schemas.microsoft.com/office/drawing/2014/main" id="{2404D3BE-71AF-3020-E079-32A1765B62D0}"/>
                </a:ext>
              </a:extLst>
            </p:cNvPr>
            <p:cNvSpPr/>
            <p:nvPr/>
          </p:nvSpPr>
          <p:spPr>
            <a:xfrm>
              <a:off x="1241426" y="27301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297;p39">
              <a:extLst>
                <a:ext uri="{FF2B5EF4-FFF2-40B4-BE49-F238E27FC236}">
                  <a16:creationId xmlns:a16="http://schemas.microsoft.com/office/drawing/2014/main" id="{C22EF2A3-E47A-7BC8-EA25-CD57855AE266}"/>
                </a:ext>
              </a:extLst>
            </p:cNvPr>
            <p:cNvSpPr/>
            <p:nvPr/>
          </p:nvSpPr>
          <p:spPr>
            <a:xfrm>
              <a:off x="1671638" y="2622187"/>
              <a:ext cx="1601788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6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70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70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298;p39">
              <a:extLst>
                <a:ext uri="{FF2B5EF4-FFF2-40B4-BE49-F238E27FC236}">
                  <a16:creationId xmlns:a16="http://schemas.microsoft.com/office/drawing/2014/main" id="{D8121999-AFC9-F526-929E-14883A811880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299;p39">
              <a:extLst>
                <a:ext uri="{FF2B5EF4-FFF2-40B4-BE49-F238E27FC236}">
                  <a16:creationId xmlns:a16="http://schemas.microsoft.com/office/drawing/2014/main" id="{D50A2A0A-40C5-DD5D-BECC-E7B234AA2CC7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300;p39">
              <a:extLst>
                <a:ext uri="{FF2B5EF4-FFF2-40B4-BE49-F238E27FC236}">
                  <a16:creationId xmlns:a16="http://schemas.microsoft.com/office/drawing/2014/main" id="{079D7E41-B3C8-55AB-D056-11543CABC191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01;p39">
              <a:extLst>
                <a:ext uri="{FF2B5EF4-FFF2-40B4-BE49-F238E27FC236}">
                  <a16:creationId xmlns:a16="http://schemas.microsoft.com/office/drawing/2014/main" id="{9BC8BFCA-48F3-6A23-295E-0C4D069F2F7D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302;p39">
              <a:extLst>
                <a:ext uri="{FF2B5EF4-FFF2-40B4-BE49-F238E27FC236}">
                  <a16:creationId xmlns:a16="http://schemas.microsoft.com/office/drawing/2014/main" id="{726239E1-747F-E597-CDA1-533F071DBD21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303;p39">
              <a:extLst>
                <a:ext uri="{FF2B5EF4-FFF2-40B4-BE49-F238E27FC236}">
                  <a16:creationId xmlns:a16="http://schemas.microsoft.com/office/drawing/2014/main" id="{0C3240FD-3EB1-88C8-F3A4-3BDCA8D01789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304;p39">
              <a:extLst>
                <a:ext uri="{FF2B5EF4-FFF2-40B4-BE49-F238E27FC236}">
                  <a16:creationId xmlns:a16="http://schemas.microsoft.com/office/drawing/2014/main" id="{89D9B5BD-93B4-804B-5185-B6864CB2BE86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05;p39">
              <a:extLst>
                <a:ext uri="{FF2B5EF4-FFF2-40B4-BE49-F238E27FC236}">
                  <a16:creationId xmlns:a16="http://schemas.microsoft.com/office/drawing/2014/main" id="{332965CB-F418-70FA-6D79-BD7BF8FBFB90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306;p39">
              <a:extLst>
                <a:ext uri="{FF2B5EF4-FFF2-40B4-BE49-F238E27FC236}">
                  <a16:creationId xmlns:a16="http://schemas.microsoft.com/office/drawing/2014/main" id="{ED6DD4AC-41A2-F73F-2768-F0E9AF515D91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307;p39">
              <a:extLst>
                <a:ext uri="{FF2B5EF4-FFF2-40B4-BE49-F238E27FC236}">
                  <a16:creationId xmlns:a16="http://schemas.microsoft.com/office/drawing/2014/main" id="{8B036C31-620E-830E-F04B-A6F2DEEB6360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08;p39">
              <a:extLst>
                <a:ext uri="{FF2B5EF4-FFF2-40B4-BE49-F238E27FC236}">
                  <a16:creationId xmlns:a16="http://schemas.microsoft.com/office/drawing/2014/main" id="{1776B727-FB1D-E44A-5FBD-78CC89F9BC6C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309;p39">
              <a:extLst>
                <a:ext uri="{FF2B5EF4-FFF2-40B4-BE49-F238E27FC236}">
                  <a16:creationId xmlns:a16="http://schemas.microsoft.com/office/drawing/2014/main" id="{ACDBC73A-E348-6F9D-2713-731262D722BD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310;p39">
              <a:extLst>
                <a:ext uri="{FF2B5EF4-FFF2-40B4-BE49-F238E27FC236}">
                  <a16:creationId xmlns:a16="http://schemas.microsoft.com/office/drawing/2014/main" id="{611BA72B-B9B9-6DA6-4257-BBC587D09654}"/>
                </a:ext>
              </a:extLst>
            </p:cNvPr>
            <p:cNvSpPr/>
            <p:nvPr/>
          </p:nvSpPr>
          <p:spPr>
            <a:xfrm>
              <a:off x="3587751" y="2630125"/>
              <a:ext cx="57300" cy="8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311;p39">
              <a:extLst>
                <a:ext uri="{FF2B5EF4-FFF2-40B4-BE49-F238E27FC236}">
                  <a16:creationId xmlns:a16="http://schemas.microsoft.com/office/drawing/2014/main" id="{DA53047E-14B4-CE88-FA75-99CAA409818F}"/>
                </a:ext>
              </a:extLst>
            </p:cNvPr>
            <p:cNvSpPr/>
            <p:nvPr/>
          </p:nvSpPr>
          <p:spPr>
            <a:xfrm>
              <a:off x="3789363" y="2498362"/>
              <a:ext cx="3582988" cy="565150"/>
            </a:xfrm>
            <a:custGeom>
              <a:avLst/>
              <a:gdLst/>
              <a:ahLst/>
              <a:cxnLst/>
              <a:rect l="l" t="t" r="r" b="b"/>
              <a:pathLst>
                <a:path w="1958" h="309" extrusionOk="0">
                  <a:moveTo>
                    <a:pt x="1801" y="309"/>
                  </a:moveTo>
                  <a:cubicBezTo>
                    <a:pt x="18" y="309"/>
                    <a:pt x="18" y="309"/>
                    <a:pt x="18" y="309"/>
                  </a:cubicBezTo>
                  <a:cubicBezTo>
                    <a:pt x="8" y="309"/>
                    <a:pt x="0" y="301"/>
                    <a:pt x="0" y="29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376" y="0"/>
                    <a:pt x="1376" y="0"/>
                    <a:pt x="1376" y="0"/>
                  </a:cubicBezTo>
                  <a:cubicBezTo>
                    <a:pt x="1528" y="0"/>
                    <a:pt x="1706" y="45"/>
                    <a:pt x="1811" y="115"/>
                  </a:cubicBezTo>
                  <a:cubicBezTo>
                    <a:pt x="1916" y="184"/>
                    <a:pt x="1955" y="230"/>
                    <a:pt x="1955" y="240"/>
                  </a:cubicBezTo>
                  <a:cubicBezTo>
                    <a:pt x="1955" y="249"/>
                    <a:pt x="1958" y="264"/>
                    <a:pt x="1930" y="276"/>
                  </a:cubicBezTo>
                  <a:cubicBezTo>
                    <a:pt x="1903" y="288"/>
                    <a:pt x="1885" y="290"/>
                    <a:pt x="1885" y="290"/>
                  </a:cubicBezTo>
                  <a:cubicBezTo>
                    <a:pt x="1885" y="309"/>
                    <a:pt x="1885" y="309"/>
                    <a:pt x="1885" y="309"/>
                  </a:cubicBezTo>
                  <a:cubicBezTo>
                    <a:pt x="1801" y="309"/>
                    <a:pt x="1801" y="309"/>
                    <a:pt x="1801" y="30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312;p39">
              <a:extLst>
                <a:ext uri="{FF2B5EF4-FFF2-40B4-BE49-F238E27FC236}">
                  <a16:creationId xmlns:a16="http://schemas.microsoft.com/office/drawing/2014/main" id="{42A3B8B8-CF89-882C-F2DD-220CB4F7E2DF}"/>
                </a:ext>
              </a:extLst>
            </p:cNvPr>
            <p:cNvSpPr/>
            <p:nvPr/>
          </p:nvSpPr>
          <p:spPr>
            <a:xfrm>
              <a:off x="4368801" y="2990487"/>
              <a:ext cx="1373188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1" y="0"/>
                    <a:pt x="73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313;p39">
              <a:extLst>
                <a:ext uri="{FF2B5EF4-FFF2-40B4-BE49-F238E27FC236}">
                  <a16:creationId xmlns:a16="http://schemas.microsoft.com/office/drawing/2014/main" id="{81095015-B20C-0902-44D5-42909813F1EF}"/>
                </a:ext>
              </a:extLst>
            </p:cNvPr>
            <p:cNvSpPr/>
            <p:nvPr/>
          </p:nvSpPr>
          <p:spPr>
            <a:xfrm>
              <a:off x="3789363" y="2814275"/>
              <a:ext cx="3581398" cy="176212"/>
            </a:xfrm>
            <a:custGeom>
              <a:avLst/>
              <a:gdLst/>
              <a:ahLst/>
              <a:cxnLst/>
              <a:rect l="l" t="t" r="r" b="b"/>
              <a:pathLst>
                <a:path w="1957" h="96" extrusionOk="0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536" y="37"/>
                    <a:pt x="1714" y="37"/>
                    <a:pt x="1943" y="96"/>
                  </a:cubicBezTo>
                  <a:cubicBezTo>
                    <a:pt x="1957" y="86"/>
                    <a:pt x="1955" y="74"/>
                    <a:pt x="1955" y="67"/>
                  </a:cubicBezTo>
                  <a:cubicBezTo>
                    <a:pt x="1955" y="66"/>
                    <a:pt x="1955" y="64"/>
                    <a:pt x="1953" y="61"/>
                  </a:cubicBezTo>
                  <a:cubicBezTo>
                    <a:pt x="1719" y="0"/>
                    <a:pt x="1538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314;p39">
              <a:extLst>
                <a:ext uri="{FF2B5EF4-FFF2-40B4-BE49-F238E27FC236}">
                  <a16:creationId xmlns:a16="http://schemas.microsoft.com/office/drawing/2014/main" id="{54E64FDE-07D7-7052-916A-510F8D2B922C}"/>
                </a:ext>
              </a:extLst>
            </p:cNvPr>
            <p:cNvSpPr/>
            <p:nvPr/>
          </p:nvSpPr>
          <p:spPr>
            <a:xfrm>
              <a:off x="6218238" y="2626950"/>
              <a:ext cx="869950" cy="193675"/>
            </a:xfrm>
            <a:custGeom>
              <a:avLst/>
              <a:gdLst/>
              <a:ahLst/>
              <a:cxnLst/>
              <a:rect l="l" t="t" r="r" b="b"/>
              <a:pathLst>
                <a:path w="476" h="106" extrusionOk="0">
                  <a:moveTo>
                    <a:pt x="0" y="6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194" y="79"/>
                    <a:pt x="260" y="79"/>
                  </a:cubicBezTo>
                  <a:cubicBezTo>
                    <a:pt x="326" y="79"/>
                    <a:pt x="476" y="106"/>
                    <a:pt x="476" y="101"/>
                  </a:cubicBezTo>
                  <a:cubicBezTo>
                    <a:pt x="475" y="97"/>
                    <a:pt x="362" y="36"/>
                    <a:pt x="265" y="16"/>
                  </a:cubicBezTo>
                  <a:cubicBezTo>
                    <a:pt x="189" y="0"/>
                    <a:pt x="42" y="6"/>
                    <a:pt x="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315;p39">
              <a:extLst>
                <a:ext uri="{FF2B5EF4-FFF2-40B4-BE49-F238E27FC236}">
                  <a16:creationId xmlns:a16="http://schemas.microsoft.com/office/drawing/2014/main" id="{D3E5D289-70B6-C4C5-9C1D-BAEFCFBF0F55}"/>
                </a:ext>
              </a:extLst>
            </p:cNvPr>
            <p:cNvSpPr/>
            <p:nvPr/>
          </p:nvSpPr>
          <p:spPr>
            <a:xfrm>
              <a:off x="6799263" y="2572975"/>
              <a:ext cx="382588" cy="193675"/>
            </a:xfrm>
            <a:custGeom>
              <a:avLst/>
              <a:gdLst/>
              <a:ahLst/>
              <a:cxnLst/>
              <a:rect l="l" t="t" r="r" b="b"/>
              <a:pathLst>
                <a:path w="209" h="106" extrusionOk="0">
                  <a:moveTo>
                    <a:pt x="166" y="74"/>
                  </a:moveTo>
                  <a:cubicBezTo>
                    <a:pt x="121" y="44"/>
                    <a:pt x="63" y="19"/>
                    <a:pt x="0" y="0"/>
                  </a:cubicBezTo>
                  <a:cubicBezTo>
                    <a:pt x="7" y="13"/>
                    <a:pt x="23" y="36"/>
                    <a:pt x="52" y="51"/>
                  </a:cubicBezTo>
                  <a:cubicBezTo>
                    <a:pt x="93" y="71"/>
                    <a:pt x="145" y="97"/>
                    <a:pt x="159" y="102"/>
                  </a:cubicBezTo>
                  <a:cubicBezTo>
                    <a:pt x="168" y="106"/>
                    <a:pt x="193" y="105"/>
                    <a:pt x="209" y="104"/>
                  </a:cubicBezTo>
                  <a:cubicBezTo>
                    <a:pt x="196" y="94"/>
                    <a:pt x="182" y="84"/>
                    <a:pt x="166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316;p39">
              <a:extLst>
                <a:ext uri="{FF2B5EF4-FFF2-40B4-BE49-F238E27FC236}">
                  <a16:creationId xmlns:a16="http://schemas.microsoft.com/office/drawing/2014/main" id="{E0396855-623E-E4BB-79DA-0533160D1F48}"/>
                </a:ext>
              </a:extLst>
            </p:cNvPr>
            <p:cNvSpPr/>
            <p:nvPr/>
          </p:nvSpPr>
          <p:spPr>
            <a:xfrm>
              <a:off x="7240588" y="3028587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8C92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317;p39">
              <a:extLst>
                <a:ext uri="{FF2B5EF4-FFF2-40B4-BE49-F238E27FC236}">
                  <a16:creationId xmlns:a16="http://schemas.microsoft.com/office/drawing/2014/main" id="{15A8369F-73BA-1AB0-E50C-E9A2E7860D5B}"/>
                </a:ext>
              </a:extLst>
            </p:cNvPr>
            <p:cNvSpPr/>
            <p:nvPr/>
          </p:nvSpPr>
          <p:spPr>
            <a:xfrm>
              <a:off x="3789363" y="2969962"/>
              <a:ext cx="3452814" cy="71437"/>
            </a:xfrm>
            <a:custGeom>
              <a:avLst/>
              <a:gdLst/>
              <a:ahLst/>
              <a:cxnLst/>
              <a:rect l="l" t="t" r="r" b="b"/>
              <a:pathLst>
                <a:path w="1887" h="39" extrusionOk="0">
                  <a:moveTo>
                    <a:pt x="18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815" y="2"/>
                    <a:pt x="1815" y="2"/>
                    <a:pt x="1815" y="2"/>
                  </a:cubicBezTo>
                  <a:cubicBezTo>
                    <a:pt x="1885" y="38"/>
                    <a:pt x="1885" y="38"/>
                    <a:pt x="1885" y="38"/>
                  </a:cubicBezTo>
                  <a:cubicBezTo>
                    <a:pt x="1885" y="39"/>
                    <a:pt x="1885" y="39"/>
                    <a:pt x="1885" y="39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6" y="37"/>
                    <a:pt x="1886" y="37"/>
                  </a:cubicBezTo>
                  <a:cubicBezTo>
                    <a:pt x="1887" y="37"/>
                    <a:pt x="1887" y="37"/>
                    <a:pt x="1887" y="37"/>
                  </a:cubicBezTo>
                  <a:cubicBezTo>
                    <a:pt x="1886" y="36"/>
                    <a:pt x="1886" y="36"/>
                    <a:pt x="1886" y="36"/>
                  </a:cubicBezTo>
                  <a:cubicBezTo>
                    <a:pt x="1815" y="0"/>
                    <a:pt x="1815" y="0"/>
                    <a:pt x="1815" y="0"/>
                  </a:cubicBezTo>
                  <a:cubicBezTo>
                    <a:pt x="1815" y="0"/>
                    <a:pt x="1815" y="0"/>
                    <a:pt x="181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318;p39">
              <a:extLst>
                <a:ext uri="{FF2B5EF4-FFF2-40B4-BE49-F238E27FC236}">
                  <a16:creationId xmlns:a16="http://schemas.microsoft.com/office/drawing/2014/main" id="{33CA143C-6093-73F1-380B-F216596F0CA1}"/>
                </a:ext>
              </a:extLst>
            </p:cNvPr>
            <p:cNvSpPr/>
            <p:nvPr/>
          </p:nvSpPr>
          <p:spPr>
            <a:xfrm>
              <a:off x="5951538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319;p39">
              <a:extLst>
                <a:ext uri="{FF2B5EF4-FFF2-40B4-BE49-F238E27FC236}">
                  <a16:creationId xmlns:a16="http://schemas.microsoft.com/office/drawing/2014/main" id="{E729AABE-4614-76C1-0CBC-77A323910292}"/>
                </a:ext>
              </a:extLst>
            </p:cNvPr>
            <p:cNvSpPr/>
            <p:nvPr/>
          </p:nvSpPr>
          <p:spPr>
            <a:xfrm>
              <a:off x="5951538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320;p39">
              <a:extLst>
                <a:ext uri="{FF2B5EF4-FFF2-40B4-BE49-F238E27FC236}">
                  <a16:creationId xmlns:a16="http://schemas.microsoft.com/office/drawing/2014/main" id="{332CDBB3-3C0B-8F91-D971-974E2CC3D5E5}"/>
                </a:ext>
              </a:extLst>
            </p:cNvPr>
            <p:cNvSpPr/>
            <p:nvPr/>
          </p:nvSpPr>
          <p:spPr>
            <a:xfrm>
              <a:off x="3962401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321;p39">
              <a:extLst>
                <a:ext uri="{FF2B5EF4-FFF2-40B4-BE49-F238E27FC236}">
                  <a16:creationId xmlns:a16="http://schemas.microsoft.com/office/drawing/2014/main" id="{FF24533C-0EDA-0EA7-DE1E-5C1822B74BA1}"/>
                </a:ext>
              </a:extLst>
            </p:cNvPr>
            <p:cNvSpPr/>
            <p:nvPr/>
          </p:nvSpPr>
          <p:spPr>
            <a:xfrm>
              <a:off x="3962400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322;p39">
              <a:extLst>
                <a:ext uri="{FF2B5EF4-FFF2-40B4-BE49-F238E27FC236}">
                  <a16:creationId xmlns:a16="http://schemas.microsoft.com/office/drawing/2014/main" id="{D25E3D89-0A68-386E-4BD0-1FB444871271}"/>
                </a:ext>
              </a:extLst>
            </p:cNvPr>
            <p:cNvSpPr/>
            <p:nvPr/>
          </p:nvSpPr>
          <p:spPr>
            <a:xfrm>
              <a:off x="5999163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323;p39">
              <a:extLst>
                <a:ext uri="{FF2B5EF4-FFF2-40B4-BE49-F238E27FC236}">
                  <a16:creationId xmlns:a16="http://schemas.microsoft.com/office/drawing/2014/main" id="{78C62243-C234-392F-9430-A6716F951D63}"/>
                </a:ext>
              </a:extLst>
            </p:cNvPr>
            <p:cNvSpPr/>
            <p:nvPr/>
          </p:nvSpPr>
          <p:spPr>
            <a:xfrm>
              <a:off x="4010025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324;p39">
              <a:extLst>
                <a:ext uri="{FF2B5EF4-FFF2-40B4-BE49-F238E27FC236}">
                  <a16:creationId xmlns:a16="http://schemas.microsoft.com/office/drawing/2014/main" id="{07032BE3-7829-937A-65B1-857325D2E143}"/>
                </a:ext>
              </a:extLst>
            </p:cNvPr>
            <p:cNvSpPr/>
            <p:nvPr/>
          </p:nvSpPr>
          <p:spPr>
            <a:xfrm>
              <a:off x="3825875" y="2652350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325;p39">
              <a:extLst>
                <a:ext uri="{FF2B5EF4-FFF2-40B4-BE49-F238E27FC236}">
                  <a16:creationId xmlns:a16="http://schemas.microsoft.com/office/drawing/2014/main" id="{019E5D6D-5449-696C-F044-AFC5196340DC}"/>
                </a:ext>
              </a:extLst>
            </p:cNvPr>
            <p:cNvSpPr/>
            <p:nvPr/>
          </p:nvSpPr>
          <p:spPr>
            <a:xfrm>
              <a:off x="3825875" y="2677750"/>
              <a:ext cx="109538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326;p39">
              <a:extLst>
                <a:ext uri="{FF2B5EF4-FFF2-40B4-BE49-F238E27FC236}">
                  <a16:creationId xmlns:a16="http://schemas.microsoft.com/office/drawing/2014/main" id="{670CB399-80DA-B660-79E0-790C3FAB9B03}"/>
                </a:ext>
              </a:extLst>
            </p:cNvPr>
            <p:cNvSpPr/>
            <p:nvPr/>
          </p:nvSpPr>
          <p:spPr>
            <a:xfrm>
              <a:off x="3825875" y="27047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327;p39">
              <a:extLst>
                <a:ext uri="{FF2B5EF4-FFF2-40B4-BE49-F238E27FC236}">
                  <a16:creationId xmlns:a16="http://schemas.microsoft.com/office/drawing/2014/main" id="{5CC8CB3B-8CBE-BE0B-A8D7-3871470002BE}"/>
                </a:ext>
              </a:extLst>
            </p:cNvPr>
            <p:cNvSpPr/>
            <p:nvPr/>
          </p:nvSpPr>
          <p:spPr>
            <a:xfrm>
              <a:off x="3825875" y="27301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328;p39">
              <a:extLst>
                <a:ext uri="{FF2B5EF4-FFF2-40B4-BE49-F238E27FC236}">
                  <a16:creationId xmlns:a16="http://schemas.microsoft.com/office/drawing/2014/main" id="{6BE89F4C-340B-BD7A-2ADA-754F1F14CD81}"/>
                </a:ext>
              </a:extLst>
            </p:cNvPr>
            <p:cNvSpPr/>
            <p:nvPr/>
          </p:nvSpPr>
          <p:spPr>
            <a:xfrm>
              <a:off x="4256088" y="2622188"/>
              <a:ext cx="1600200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5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69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69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2329;p39">
              <a:extLst>
                <a:ext uri="{FF2B5EF4-FFF2-40B4-BE49-F238E27FC236}">
                  <a16:creationId xmlns:a16="http://schemas.microsoft.com/office/drawing/2014/main" id="{5548442A-F6CB-4060-476F-7F8A285F66EA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330;p39">
              <a:extLst>
                <a:ext uri="{FF2B5EF4-FFF2-40B4-BE49-F238E27FC236}">
                  <a16:creationId xmlns:a16="http://schemas.microsoft.com/office/drawing/2014/main" id="{13D467FE-A274-F69C-49E5-CAEB25E40CDD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331;p39">
              <a:extLst>
                <a:ext uri="{FF2B5EF4-FFF2-40B4-BE49-F238E27FC236}">
                  <a16:creationId xmlns:a16="http://schemas.microsoft.com/office/drawing/2014/main" id="{06922513-6DFD-CD7A-63A1-E6268549EC79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332;p39">
              <a:extLst>
                <a:ext uri="{FF2B5EF4-FFF2-40B4-BE49-F238E27FC236}">
                  <a16:creationId xmlns:a16="http://schemas.microsoft.com/office/drawing/2014/main" id="{F3B6E978-E0B4-B470-2C9E-3E8CA68988D7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333;p39">
              <a:extLst>
                <a:ext uri="{FF2B5EF4-FFF2-40B4-BE49-F238E27FC236}">
                  <a16:creationId xmlns:a16="http://schemas.microsoft.com/office/drawing/2014/main" id="{86036A38-28BA-1E19-239C-C7B66A5B2B04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334;p39">
              <a:extLst>
                <a:ext uri="{FF2B5EF4-FFF2-40B4-BE49-F238E27FC236}">
                  <a16:creationId xmlns:a16="http://schemas.microsoft.com/office/drawing/2014/main" id="{9B5D6750-D733-38AF-3430-0C7FFB986149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335;p39">
              <a:extLst>
                <a:ext uri="{FF2B5EF4-FFF2-40B4-BE49-F238E27FC236}">
                  <a16:creationId xmlns:a16="http://schemas.microsoft.com/office/drawing/2014/main" id="{6259E029-89FE-7489-4255-98082FF065EA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336;p39">
              <a:extLst>
                <a:ext uri="{FF2B5EF4-FFF2-40B4-BE49-F238E27FC236}">
                  <a16:creationId xmlns:a16="http://schemas.microsoft.com/office/drawing/2014/main" id="{31E617AD-3A0E-51D4-291F-E59250E8B89C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337;p39">
              <a:extLst>
                <a:ext uri="{FF2B5EF4-FFF2-40B4-BE49-F238E27FC236}">
                  <a16:creationId xmlns:a16="http://schemas.microsoft.com/office/drawing/2014/main" id="{76C966F9-C254-2458-2FD6-2BA593892617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338;p39">
              <a:extLst>
                <a:ext uri="{FF2B5EF4-FFF2-40B4-BE49-F238E27FC236}">
                  <a16:creationId xmlns:a16="http://schemas.microsoft.com/office/drawing/2014/main" id="{EECB5221-74C3-9A6C-2479-4D5DE82A37AB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339;p39">
              <a:extLst>
                <a:ext uri="{FF2B5EF4-FFF2-40B4-BE49-F238E27FC236}">
                  <a16:creationId xmlns:a16="http://schemas.microsoft.com/office/drawing/2014/main" id="{574678AB-44D5-757D-6D9D-B1CDA994EE3E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340;p39">
              <a:extLst>
                <a:ext uri="{FF2B5EF4-FFF2-40B4-BE49-F238E27FC236}">
                  <a16:creationId xmlns:a16="http://schemas.microsoft.com/office/drawing/2014/main" id="{7D70ACB1-0DC3-5F47-9F6F-E9B17C195C29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2344;p39">
            <a:extLst>
              <a:ext uri="{FF2B5EF4-FFF2-40B4-BE49-F238E27FC236}">
                <a16:creationId xmlns:a16="http://schemas.microsoft.com/office/drawing/2014/main" id="{53A971E5-EFCF-4AA7-B4FB-C728E1303407}"/>
              </a:ext>
            </a:extLst>
          </p:cNvPr>
          <p:cNvGrpSpPr/>
          <p:nvPr/>
        </p:nvGrpSpPr>
        <p:grpSpPr>
          <a:xfrm>
            <a:off x="0" y="3440300"/>
            <a:ext cx="9144000" cy="1703200"/>
            <a:chOff x="0" y="3593000"/>
            <a:chExt cx="9186902" cy="1703200"/>
          </a:xfrm>
        </p:grpSpPr>
        <p:sp>
          <p:nvSpPr>
            <p:cNvPr id="384" name="Google Shape;2345;p39">
              <a:extLst>
                <a:ext uri="{FF2B5EF4-FFF2-40B4-BE49-F238E27FC236}">
                  <a16:creationId xmlns:a16="http://schemas.microsoft.com/office/drawing/2014/main" id="{D1B4AF35-7B29-C863-CE95-9B1655ECD338}"/>
                </a:ext>
              </a:extLst>
            </p:cNvPr>
            <p:cNvSpPr/>
            <p:nvPr/>
          </p:nvSpPr>
          <p:spPr>
            <a:xfrm>
              <a:off x="0" y="3593000"/>
              <a:ext cx="9186902" cy="1702900"/>
            </a:xfrm>
            <a:custGeom>
              <a:avLst/>
              <a:gdLst/>
              <a:ahLst/>
              <a:cxnLst/>
              <a:rect l="l" t="t" r="r" b="b"/>
              <a:pathLst>
                <a:path w="4160" h="775" extrusionOk="0">
                  <a:moveTo>
                    <a:pt x="1292" y="51"/>
                  </a:moveTo>
                  <a:cubicBezTo>
                    <a:pt x="1292" y="39"/>
                    <a:pt x="1292" y="39"/>
                    <a:pt x="1292" y="39"/>
                  </a:cubicBezTo>
                  <a:cubicBezTo>
                    <a:pt x="1283" y="39"/>
                    <a:pt x="1283" y="39"/>
                    <a:pt x="1283" y="39"/>
                  </a:cubicBezTo>
                  <a:cubicBezTo>
                    <a:pt x="1283" y="21"/>
                    <a:pt x="1283" y="21"/>
                    <a:pt x="1283" y="21"/>
                  </a:cubicBezTo>
                  <a:cubicBezTo>
                    <a:pt x="1283" y="9"/>
                    <a:pt x="1274" y="0"/>
                    <a:pt x="1262" y="0"/>
                  </a:cubicBezTo>
                  <a:cubicBezTo>
                    <a:pt x="1049" y="0"/>
                    <a:pt x="1049" y="0"/>
                    <a:pt x="1049" y="0"/>
                  </a:cubicBezTo>
                  <a:cubicBezTo>
                    <a:pt x="1038" y="0"/>
                    <a:pt x="1029" y="9"/>
                    <a:pt x="1029" y="21"/>
                  </a:cubicBezTo>
                  <a:cubicBezTo>
                    <a:pt x="1029" y="39"/>
                    <a:pt x="1029" y="39"/>
                    <a:pt x="1029" y="39"/>
                  </a:cubicBezTo>
                  <a:cubicBezTo>
                    <a:pt x="1020" y="39"/>
                    <a:pt x="1020" y="39"/>
                    <a:pt x="1020" y="39"/>
                  </a:cubicBezTo>
                  <a:cubicBezTo>
                    <a:pt x="1020" y="51"/>
                    <a:pt x="1020" y="51"/>
                    <a:pt x="102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475"/>
                    <a:pt x="0" y="475"/>
                    <a:pt x="0" y="475"/>
                  </a:cubicBezTo>
                  <a:cubicBezTo>
                    <a:pt x="27" y="475"/>
                    <a:pt x="27" y="475"/>
                    <a:pt x="27" y="475"/>
                  </a:cubicBezTo>
                  <a:cubicBezTo>
                    <a:pt x="110" y="475"/>
                    <a:pt x="110" y="475"/>
                    <a:pt x="110" y="475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6" y="340"/>
                    <a:pt x="469" y="230"/>
                    <a:pt x="882" y="229"/>
                  </a:cubicBezTo>
                  <a:cubicBezTo>
                    <a:pt x="1301" y="230"/>
                    <a:pt x="1638" y="340"/>
                    <a:pt x="1638" y="475"/>
                  </a:cubicBezTo>
                  <a:cubicBezTo>
                    <a:pt x="1644" y="475"/>
                    <a:pt x="1644" y="475"/>
                    <a:pt x="1644" y="475"/>
                  </a:cubicBezTo>
                  <a:cubicBezTo>
                    <a:pt x="1759" y="475"/>
                    <a:pt x="1759" y="475"/>
                    <a:pt x="1759" y="475"/>
                  </a:cubicBezTo>
                  <a:cubicBezTo>
                    <a:pt x="1759" y="775"/>
                    <a:pt x="1759" y="775"/>
                    <a:pt x="1759" y="775"/>
                  </a:cubicBezTo>
                  <a:cubicBezTo>
                    <a:pt x="1763" y="775"/>
                    <a:pt x="1763" y="775"/>
                    <a:pt x="1763" y="775"/>
                  </a:cubicBezTo>
                  <a:cubicBezTo>
                    <a:pt x="2386" y="775"/>
                    <a:pt x="2386" y="775"/>
                    <a:pt x="2386" y="775"/>
                  </a:cubicBezTo>
                  <a:cubicBezTo>
                    <a:pt x="2390" y="775"/>
                    <a:pt x="2390" y="775"/>
                    <a:pt x="2390" y="775"/>
                  </a:cubicBezTo>
                  <a:cubicBezTo>
                    <a:pt x="2390" y="475"/>
                    <a:pt x="2390" y="475"/>
                    <a:pt x="2390" y="475"/>
                  </a:cubicBezTo>
                  <a:cubicBezTo>
                    <a:pt x="2505" y="475"/>
                    <a:pt x="2505" y="475"/>
                    <a:pt x="2505" y="475"/>
                  </a:cubicBezTo>
                  <a:cubicBezTo>
                    <a:pt x="2511" y="475"/>
                    <a:pt x="2511" y="475"/>
                    <a:pt x="2511" y="475"/>
                  </a:cubicBezTo>
                  <a:cubicBezTo>
                    <a:pt x="2511" y="340"/>
                    <a:pt x="2849" y="230"/>
                    <a:pt x="3267" y="229"/>
                  </a:cubicBezTo>
                  <a:cubicBezTo>
                    <a:pt x="3680" y="230"/>
                    <a:pt x="4014" y="340"/>
                    <a:pt x="4014" y="475"/>
                  </a:cubicBezTo>
                  <a:cubicBezTo>
                    <a:pt x="4039" y="475"/>
                    <a:pt x="4039" y="475"/>
                    <a:pt x="4039" y="475"/>
                  </a:cubicBezTo>
                  <a:cubicBezTo>
                    <a:pt x="4133" y="475"/>
                    <a:pt x="4133" y="475"/>
                    <a:pt x="4133" y="475"/>
                  </a:cubicBezTo>
                  <a:cubicBezTo>
                    <a:pt x="4160" y="475"/>
                    <a:pt x="4160" y="475"/>
                    <a:pt x="4160" y="475"/>
                  </a:cubicBezTo>
                  <a:cubicBezTo>
                    <a:pt x="4160" y="184"/>
                    <a:pt x="4160" y="184"/>
                    <a:pt x="4160" y="184"/>
                  </a:cubicBezTo>
                  <a:cubicBezTo>
                    <a:pt x="4160" y="175"/>
                    <a:pt x="4160" y="175"/>
                    <a:pt x="4160" y="175"/>
                  </a:cubicBezTo>
                  <a:cubicBezTo>
                    <a:pt x="4160" y="173"/>
                    <a:pt x="4160" y="173"/>
                    <a:pt x="4160" y="173"/>
                  </a:cubicBezTo>
                  <a:cubicBezTo>
                    <a:pt x="4160" y="137"/>
                    <a:pt x="4160" y="137"/>
                    <a:pt x="4160" y="137"/>
                  </a:cubicBezTo>
                  <a:cubicBezTo>
                    <a:pt x="4160" y="129"/>
                    <a:pt x="4160" y="129"/>
                    <a:pt x="4160" y="129"/>
                  </a:cubicBezTo>
                  <a:cubicBezTo>
                    <a:pt x="4160" y="121"/>
                    <a:pt x="4160" y="121"/>
                    <a:pt x="4160" y="121"/>
                  </a:cubicBezTo>
                  <a:cubicBezTo>
                    <a:pt x="4160" y="60"/>
                    <a:pt x="4160" y="60"/>
                    <a:pt x="4160" y="60"/>
                  </a:cubicBezTo>
                  <a:cubicBezTo>
                    <a:pt x="4160" y="55"/>
                    <a:pt x="4160" y="55"/>
                    <a:pt x="4160" y="55"/>
                  </a:cubicBezTo>
                  <a:cubicBezTo>
                    <a:pt x="4160" y="51"/>
                    <a:pt x="4160" y="51"/>
                    <a:pt x="4160" y="51"/>
                  </a:cubicBezTo>
                  <a:lnTo>
                    <a:pt x="1292" y="51"/>
                  </a:lnTo>
                  <a:close/>
                  <a:moveTo>
                    <a:pt x="1239" y="2"/>
                  </a:moveTo>
                  <a:cubicBezTo>
                    <a:pt x="1262" y="2"/>
                    <a:pt x="1262" y="2"/>
                    <a:pt x="1262" y="2"/>
                  </a:cubicBezTo>
                  <a:cubicBezTo>
                    <a:pt x="1272" y="2"/>
                    <a:pt x="1281" y="10"/>
                    <a:pt x="1281" y="21"/>
                  </a:cubicBezTo>
                  <a:cubicBezTo>
                    <a:pt x="1281" y="39"/>
                    <a:pt x="1281" y="39"/>
                    <a:pt x="1281" y="39"/>
                  </a:cubicBezTo>
                  <a:cubicBezTo>
                    <a:pt x="1239" y="39"/>
                    <a:pt x="1239" y="39"/>
                    <a:pt x="1239" y="39"/>
                  </a:cubicBezTo>
                  <a:lnTo>
                    <a:pt x="1239" y="2"/>
                  </a:lnTo>
                  <a:close/>
                  <a:moveTo>
                    <a:pt x="1197" y="2"/>
                  </a:moveTo>
                  <a:cubicBezTo>
                    <a:pt x="1237" y="2"/>
                    <a:pt x="1237" y="2"/>
                    <a:pt x="1237" y="2"/>
                  </a:cubicBezTo>
                  <a:cubicBezTo>
                    <a:pt x="1237" y="39"/>
                    <a:pt x="1237" y="39"/>
                    <a:pt x="1237" y="39"/>
                  </a:cubicBezTo>
                  <a:cubicBezTo>
                    <a:pt x="1197" y="39"/>
                    <a:pt x="1197" y="39"/>
                    <a:pt x="1197" y="39"/>
                  </a:cubicBezTo>
                  <a:lnTo>
                    <a:pt x="1197" y="2"/>
                  </a:lnTo>
                  <a:close/>
                  <a:moveTo>
                    <a:pt x="1155" y="2"/>
                  </a:moveTo>
                  <a:cubicBezTo>
                    <a:pt x="1196" y="2"/>
                    <a:pt x="1196" y="2"/>
                    <a:pt x="1196" y="2"/>
                  </a:cubicBezTo>
                  <a:cubicBezTo>
                    <a:pt x="1196" y="39"/>
                    <a:pt x="1196" y="39"/>
                    <a:pt x="1196" y="39"/>
                  </a:cubicBezTo>
                  <a:cubicBezTo>
                    <a:pt x="1155" y="39"/>
                    <a:pt x="1155" y="39"/>
                    <a:pt x="1155" y="39"/>
                  </a:cubicBezTo>
                  <a:lnTo>
                    <a:pt x="1155" y="2"/>
                  </a:lnTo>
                  <a:close/>
                  <a:moveTo>
                    <a:pt x="1117" y="2"/>
                  </a:moveTo>
                  <a:cubicBezTo>
                    <a:pt x="1153" y="2"/>
                    <a:pt x="1153" y="2"/>
                    <a:pt x="1153" y="2"/>
                  </a:cubicBezTo>
                  <a:cubicBezTo>
                    <a:pt x="1153" y="39"/>
                    <a:pt x="1153" y="39"/>
                    <a:pt x="1153" y="39"/>
                  </a:cubicBezTo>
                  <a:cubicBezTo>
                    <a:pt x="1117" y="39"/>
                    <a:pt x="1117" y="39"/>
                    <a:pt x="1117" y="39"/>
                  </a:cubicBezTo>
                  <a:lnTo>
                    <a:pt x="1117" y="2"/>
                  </a:lnTo>
                  <a:close/>
                  <a:moveTo>
                    <a:pt x="1075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39"/>
                    <a:pt x="1115" y="39"/>
                    <a:pt x="1115" y="39"/>
                  </a:cubicBezTo>
                  <a:cubicBezTo>
                    <a:pt x="1075" y="39"/>
                    <a:pt x="1075" y="39"/>
                    <a:pt x="1075" y="39"/>
                  </a:cubicBezTo>
                  <a:lnTo>
                    <a:pt x="1075" y="2"/>
                  </a:lnTo>
                  <a:close/>
                  <a:moveTo>
                    <a:pt x="1031" y="21"/>
                  </a:moveTo>
                  <a:cubicBezTo>
                    <a:pt x="1031" y="10"/>
                    <a:pt x="1039" y="2"/>
                    <a:pt x="1049" y="2"/>
                  </a:cubicBezTo>
                  <a:cubicBezTo>
                    <a:pt x="1073" y="2"/>
                    <a:pt x="1073" y="2"/>
                    <a:pt x="1073" y="2"/>
                  </a:cubicBezTo>
                  <a:cubicBezTo>
                    <a:pt x="1073" y="39"/>
                    <a:pt x="1073" y="39"/>
                    <a:pt x="1073" y="39"/>
                  </a:cubicBezTo>
                  <a:cubicBezTo>
                    <a:pt x="1031" y="39"/>
                    <a:pt x="1031" y="39"/>
                    <a:pt x="1031" y="39"/>
                  </a:cubicBezTo>
                  <a:lnTo>
                    <a:pt x="1031" y="21"/>
                  </a:lnTo>
                  <a:close/>
                </a:path>
              </a:pathLst>
            </a:custGeom>
            <a:solidFill>
              <a:schemeClr val="tx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2346;p39">
              <a:extLst>
                <a:ext uri="{FF2B5EF4-FFF2-40B4-BE49-F238E27FC236}">
                  <a16:creationId xmlns:a16="http://schemas.microsoft.com/office/drawing/2014/main" id="{69215315-87AF-C861-0EB5-90597834CDE6}"/>
                </a:ext>
              </a:extLst>
            </p:cNvPr>
            <p:cNvSpPr/>
            <p:nvPr/>
          </p:nvSpPr>
          <p:spPr>
            <a:xfrm>
              <a:off x="0" y="4601525"/>
              <a:ext cx="297900" cy="6861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386" name="Google Shape;2347;p39">
              <a:extLst>
                <a:ext uri="{FF2B5EF4-FFF2-40B4-BE49-F238E27FC236}">
                  <a16:creationId xmlns:a16="http://schemas.microsoft.com/office/drawing/2014/main" id="{73C3CFCE-4A12-E58F-E231-1AAE6E6FD7C7}"/>
                </a:ext>
              </a:extLst>
            </p:cNvPr>
            <p:cNvSpPr/>
            <p:nvPr/>
          </p:nvSpPr>
          <p:spPr>
            <a:xfrm>
              <a:off x="3867063" y="4630500"/>
              <a:ext cx="14316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grpSp>
          <p:nvGrpSpPr>
            <p:cNvPr id="387" name="Google Shape;2348;p39">
              <a:extLst>
                <a:ext uri="{FF2B5EF4-FFF2-40B4-BE49-F238E27FC236}">
                  <a16:creationId xmlns:a16="http://schemas.microsoft.com/office/drawing/2014/main" id="{3A45929C-E8C5-EDCE-E7A5-2483502A01DD}"/>
                </a:ext>
              </a:extLst>
            </p:cNvPr>
            <p:cNvGrpSpPr/>
            <p:nvPr/>
          </p:nvGrpSpPr>
          <p:grpSpPr>
            <a:xfrm>
              <a:off x="109020" y="4065169"/>
              <a:ext cx="8197094" cy="1044961"/>
              <a:chOff x="69670" y="3912769"/>
              <a:chExt cx="8197094" cy="1044961"/>
            </a:xfrm>
          </p:grpSpPr>
          <p:sp>
            <p:nvSpPr>
              <p:cNvPr id="389" name="Google Shape;2349;p39">
                <a:extLst>
                  <a:ext uri="{FF2B5EF4-FFF2-40B4-BE49-F238E27FC236}">
                    <a16:creationId xmlns:a16="http://schemas.microsoft.com/office/drawing/2014/main" id="{C8C41584-29FC-527D-33D3-B8B82B929F6C}"/>
                  </a:ext>
                </a:extLst>
              </p:cNvPr>
              <p:cNvSpPr/>
              <p:nvPr/>
            </p:nvSpPr>
            <p:spPr>
              <a:xfrm>
                <a:off x="3676701" y="3933410"/>
                <a:ext cx="10578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2350;p39">
                <a:extLst>
                  <a:ext uri="{FF2B5EF4-FFF2-40B4-BE49-F238E27FC236}">
                    <a16:creationId xmlns:a16="http://schemas.microsoft.com/office/drawing/2014/main" id="{18F5B71A-2D42-AC7A-2FB6-7A1D201B8B1E}"/>
                  </a:ext>
                </a:extLst>
              </p:cNvPr>
              <p:cNvSpPr/>
              <p:nvPr/>
            </p:nvSpPr>
            <p:spPr>
              <a:xfrm>
                <a:off x="105792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2351;p39">
                <a:extLst>
                  <a:ext uri="{FF2B5EF4-FFF2-40B4-BE49-F238E27FC236}">
                    <a16:creationId xmlns:a16="http://schemas.microsoft.com/office/drawing/2014/main" id="{B561D68D-B11F-8CD3-D425-A5F13CCDC6F1}"/>
                  </a:ext>
                </a:extLst>
              </p:cNvPr>
              <p:cNvSpPr/>
              <p:nvPr/>
            </p:nvSpPr>
            <p:spPr>
              <a:xfrm>
                <a:off x="229639" y="404177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2352;p39">
                <a:extLst>
                  <a:ext uri="{FF2B5EF4-FFF2-40B4-BE49-F238E27FC236}">
                    <a16:creationId xmlns:a16="http://schemas.microsoft.com/office/drawing/2014/main" id="{EC0EFF39-AFC1-1569-C76B-A6CDAD88B17F}"/>
                  </a:ext>
                </a:extLst>
              </p:cNvPr>
              <p:cNvSpPr/>
              <p:nvPr/>
            </p:nvSpPr>
            <p:spPr>
              <a:xfrm>
                <a:off x="69670" y="416820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2353;p39">
                <a:extLst>
                  <a:ext uri="{FF2B5EF4-FFF2-40B4-BE49-F238E27FC236}">
                    <a16:creationId xmlns:a16="http://schemas.microsoft.com/office/drawing/2014/main" id="{09000582-9D7F-D298-B1D7-6C58C688C244}"/>
                  </a:ext>
                </a:extLst>
              </p:cNvPr>
              <p:cNvSpPr/>
              <p:nvPr/>
            </p:nvSpPr>
            <p:spPr>
              <a:xfrm>
                <a:off x="3914073" y="4018556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2354;p39">
                <a:extLst>
                  <a:ext uri="{FF2B5EF4-FFF2-40B4-BE49-F238E27FC236}">
                    <a16:creationId xmlns:a16="http://schemas.microsoft.com/office/drawing/2014/main" id="{E7D4B588-DF53-5A13-0C5B-3F5E254EA3C9}"/>
                  </a:ext>
                </a:extLst>
              </p:cNvPr>
              <p:cNvSpPr/>
              <p:nvPr/>
            </p:nvSpPr>
            <p:spPr>
              <a:xfrm>
                <a:off x="3343864" y="4064998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2355;p39">
                <a:extLst>
                  <a:ext uri="{FF2B5EF4-FFF2-40B4-BE49-F238E27FC236}">
                    <a16:creationId xmlns:a16="http://schemas.microsoft.com/office/drawing/2014/main" id="{3F90AC7F-367C-158D-C2C5-BDDE3276CEA5}"/>
                  </a:ext>
                </a:extLst>
              </p:cNvPr>
              <p:cNvSpPr/>
              <p:nvPr/>
            </p:nvSpPr>
            <p:spPr>
              <a:xfrm>
                <a:off x="3952776" y="4591349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2356;p39">
                <a:extLst>
                  <a:ext uri="{FF2B5EF4-FFF2-40B4-BE49-F238E27FC236}">
                    <a16:creationId xmlns:a16="http://schemas.microsoft.com/office/drawing/2014/main" id="{1ACD98AE-FDC1-F777-CB62-C2A981262684}"/>
                  </a:ext>
                </a:extLst>
              </p:cNvPr>
              <p:cNvSpPr/>
              <p:nvPr/>
            </p:nvSpPr>
            <p:spPr>
              <a:xfrm>
                <a:off x="395277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2357;p39">
                <a:extLst>
                  <a:ext uri="{FF2B5EF4-FFF2-40B4-BE49-F238E27FC236}">
                    <a16:creationId xmlns:a16="http://schemas.microsoft.com/office/drawing/2014/main" id="{1762FAA2-BEC7-72EC-EABE-38C05A47889F}"/>
                  </a:ext>
                </a:extLst>
              </p:cNvPr>
              <p:cNvSpPr/>
              <p:nvPr/>
            </p:nvSpPr>
            <p:spPr>
              <a:xfrm>
                <a:off x="4112745" y="464811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2358;p39">
                <a:extLst>
                  <a:ext uri="{FF2B5EF4-FFF2-40B4-BE49-F238E27FC236}">
                    <a16:creationId xmlns:a16="http://schemas.microsoft.com/office/drawing/2014/main" id="{A60EAD33-8DD3-6036-0426-7E502ACCF851}"/>
                  </a:ext>
                </a:extLst>
              </p:cNvPr>
              <p:cNvSpPr/>
              <p:nvPr/>
            </p:nvSpPr>
            <p:spPr>
              <a:xfrm>
                <a:off x="5255744" y="3982434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8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3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8" y="18"/>
                      <a:pt x="48" y="15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2359;p39">
                <a:extLst>
                  <a:ext uri="{FF2B5EF4-FFF2-40B4-BE49-F238E27FC236}">
                    <a16:creationId xmlns:a16="http://schemas.microsoft.com/office/drawing/2014/main" id="{F6EE7073-CC85-E297-7020-F255393F6285}"/>
                  </a:ext>
                </a:extLst>
              </p:cNvPr>
              <p:cNvSpPr/>
              <p:nvPr/>
            </p:nvSpPr>
            <p:spPr>
              <a:xfrm>
                <a:off x="8163558" y="391276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2360;p39">
                <a:extLst>
                  <a:ext uri="{FF2B5EF4-FFF2-40B4-BE49-F238E27FC236}">
                    <a16:creationId xmlns:a16="http://schemas.microsoft.com/office/drawing/2014/main" id="{4CA188EF-4013-4347-1B37-86CDCDB01FB3}"/>
                  </a:ext>
                </a:extLst>
              </p:cNvPr>
              <p:cNvSpPr/>
              <p:nvPr/>
            </p:nvSpPr>
            <p:spPr>
              <a:xfrm>
                <a:off x="4868724" y="479001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2361;p39">
                <a:extLst>
                  <a:ext uri="{FF2B5EF4-FFF2-40B4-BE49-F238E27FC236}">
                    <a16:creationId xmlns:a16="http://schemas.microsoft.com/office/drawing/2014/main" id="{36DB6467-D595-0D44-5996-DB039C6D85FE}"/>
                  </a:ext>
                </a:extLst>
              </p:cNvPr>
              <p:cNvSpPr/>
              <p:nvPr/>
            </p:nvSpPr>
            <p:spPr>
              <a:xfrm>
                <a:off x="4572009" y="4578447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2362;p39">
                <a:extLst>
                  <a:ext uri="{FF2B5EF4-FFF2-40B4-BE49-F238E27FC236}">
                    <a16:creationId xmlns:a16="http://schemas.microsoft.com/office/drawing/2014/main" id="{DA37BED8-6338-1ADE-52B4-A84E60CDA531}"/>
                  </a:ext>
                </a:extLst>
              </p:cNvPr>
              <p:cNvSpPr/>
              <p:nvPr/>
            </p:nvSpPr>
            <p:spPr>
              <a:xfrm>
                <a:off x="4270132" y="4294631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2363;p39">
                <a:extLst>
                  <a:ext uri="{FF2B5EF4-FFF2-40B4-BE49-F238E27FC236}">
                    <a16:creationId xmlns:a16="http://schemas.microsoft.com/office/drawing/2014/main" id="{AF8AB789-676C-F5C7-E52D-A3786AFBFB98}"/>
                  </a:ext>
                </a:extLst>
              </p:cNvPr>
              <p:cNvSpPr/>
              <p:nvPr/>
            </p:nvSpPr>
            <p:spPr>
              <a:xfrm>
                <a:off x="471133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2364;p39">
                <a:extLst>
                  <a:ext uri="{FF2B5EF4-FFF2-40B4-BE49-F238E27FC236}">
                    <a16:creationId xmlns:a16="http://schemas.microsoft.com/office/drawing/2014/main" id="{BB96D606-865F-4CCD-9D2F-1B08325EEF09}"/>
                  </a:ext>
                </a:extLst>
              </p:cNvPr>
              <p:cNvSpPr/>
              <p:nvPr/>
            </p:nvSpPr>
            <p:spPr>
              <a:xfrm>
                <a:off x="4316574" y="4911287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2365;p39">
                <a:extLst>
                  <a:ext uri="{FF2B5EF4-FFF2-40B4-BE49-F238E27FC236}">
                    <a16:creationId xmlns:a16="http://schemas.microsoft.com/office/drawing/2014/main" id="{E7439254-9FAD-37B3-399E-F29DF009E2F1}"/>
                  </a:ext>
                </a:extLst>
              </p:cNvPr>
              <p:cNvSpPr/>
              <p:nvPr/>
            </p:nvSpPr>
            <p:spPr>
              <a:xfrm>
                <a:off x="4572009" y="483130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2366;p39">
                <a:extLst>
                  <a:ext uri="{FF2B5EF4-FFF2-40B4-BE49-F238E27FC236}">
                    <a16:creationId xmlns:a16="http://schemas.microsoft.com/office/drawing/2014/main" id="{AC66D9BC-3B8A-E875-B385-77908859E492}"/>
                  </a:ext>
                </a:extLst>
              </p:cNvPr>
              <p:cNvSpPr/>
              <p:nvPr/>
            </p:nvSpPr>
            <p:spPr>
              <a:xfrm>
                <a:off x="4711336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2367;p39">
                <a:extLst>
                  <a:ext uri="{FF2B5EF4-FFF2-40B4-BE49-F238E27FC236}">
                    <a16:creationId xmlns:a16="http://schemas.microsoft.com/office/drawing/2014/main" id="{21E04C2C-885C-FFDD-3049-B6ADE6D7907A}"/>
                  </a:ext>
                </a:extLst>
              </p:cNvPr>
              <p:cNvSpPr/>
              <p:nvPr/>
            </p:nvSpPr>
            <p:spPr>
              <a:xfrm>
                <a:off x="5000311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2368;p39">
                <a:extLst>
                  <a:ext uri="{FF2B5EF4-FFF2-40B4-BE49-F238E27FC236}">
                    <a16:creationId xmlns:a16="http://schemas.microsoft.com/office/drawing/2014/main" id="{73773B39-4F4D-340B-567A-6BAEDD68E9EC}"/>
                  </a:ext>
                </a:extLst>
              </p:cNvPr>
              <p:cNvSpPr/>
              <p:nvPr/>
            </p:nvSpPr>
            <p:spPr>
              <a:xfrm>
                <a:off x="5000311" y="437461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2369;p39">
                <a:extLst>
                  <a:ext uri="{FF2B5EF4-FFF2-40B4-BE49-F238E27FC236}">
                    <a16:creationId xmlns:a16="http://schemas.microsoft.com/office/drawing/2014/main" id="{E9CDD537-7883-BBEF-7F6F-22C13FE46213}"/>
                  </a:ext>
                </a:extLst>
              </p:cNvPr>
              <p:cNvSpPr/>
              <p:nvPr/>
            </p:nvSpPr>
            <p:spPr>
              <a:xfrm>
                <a:off x="3795387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8" name="Google Shape;2370;p39">
              <a:extLst>
                <a:ext uri="{FF2B5EF4-FFF2-40B4-BE49-F238E27FC236}">
                  <a16:creationId xmlns:a16="http://schemas.microsoft.com/office/drawing/2014/main" id="{2E96836D-9C37-A41C-001A-EBE8AC4CDF75}"/>
                </a:ext>
              </a:extLst>
            </p:cNvPr>
            <p:cNvSpPr/>
            <p:nvPr/>
          </p:nvSpPr>
          <p:spPr>
            <a:xfrm>
              <a:off x="8865900" y="4630500"/>
              <a:ext cx="3210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10" name="Google Shape;246;p34">
            <a:extLst>
              <a:ext uri="{FF2B5EF4-FFF2-40B4-BE49-F238E27FC236}">
                <a16:creationId xmlns:a16="http://schemas.microsoft.com/office/drawing/2014/main" id="{A359F372-4384-EA51-4DA9-83C693F78D9F}"/>
              </a:ext>
            </a:extLst>
          </p:cNvPr>
          <p:cNvSpPr txBox="1">
            <a:spLocks/>
          </p:cNvSpPr>
          <p:nvPr/>
        </p:nvSpPr>
        <p:spPr>
          <a:xfrm>
            <a:off x="1299620" y="1036850"/>
            <a:ext cx="6544761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1800" dirty="0">
                <a:solidFill>
                  <a:schemeClr val="accent2">
                    <a:lumMod val="20000"/>
                    <a:lumOff val="80000"/>
                  </a:schemeClr>
                </a:solidFill>
                <a:latin typeface="Montserrat ExtraBold" panose="00000900000000000000" pitchFamily="2" charset="0"/>
              </a:rPr>
              <a:t>Uni-directional LSTM (64 hidden; 1 layer) to MLP </a:t>
            </a:r>
          </a:p>
        </p:txBody>
      </p:sp>
      <p:sp>
        <p:nvSpPr>
          <p:cNvPr id="411" name="Google Shape;246;p34">
            <a:extLst>
              <a:ext uri="{FF2B5EF4-FFF2-40B4-BE49-F238E27FC236}">
                <a16:creationId xmlns:a16="http://schemas.microsoft.com/office/drawing/2014/main" id="{8C4362A3-535C-F143-C4A2-2040883C495B}"/>
              </a:ext>
            </a:extLst>
          </p:cNvPr>
          <p:cNvSpPr txBox="1">
            <a:spLocks/>
          </p:cNvSpPr>
          <p:nvPr/>
        </p:nvSpPr>
        <p:spPr>
          <a:xfrm>
            <a:off x="619126" y="1579682"/>
            <a:ext cx="790575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Raleway" pitchFamily="2" charset="0"/>
              </a:rPr>
              <a:t>Simplest baseline, establishes performance floor, low parameter count</a:t>
            </a:r>
          </a:p>
        </p:txBody>
      </p:sp>
      <p:sp>
        <p:nvSpPr>
          <p:cNvPr id="412" name="Google Shape;246;p34">
            <a:extLst>
              <a:ext uri="{FF2B5EF4-FFF2-40B4-BE49-F238E27FC236}">
                <a16:creationId xmlns:a16="http://schemas.microsoft.com/office/drawing/2014/main" id="{3D296E4E-64E5-7E93-F494-3A717F564915}"/>
              </a:ext>
            </a:extLst>
          </p:cNvPr>
          <p:cNvSpPr txBox="1">
            <a:spLocks/>
          </p:cNvSpPr>
          <p:nvPr/>
        </p:nvSpPr>
        <p:spPr>
          <a:xfrm>
            <a:off x="619124" y="2180675"/>
            <a:ext cx="7905750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1600" dirty="0">
                <a:solidFill>
                  <a:schemeClr val="tx2"/>
                </a:solidFill>
                <a:latin typeface="Raleway" pitchFamily="2" charset="0"/>
              </a:rPr>
              <a:t>Single hidden vector at T is information bottleneck; no mechanism to identify which timesteps or features drive forecast</a:t>
            </a:r>
          </a:p>
        </p:txBody>
      </p:sp>
    </p:spTree>
    <p:extLst>
      <p:ext uri="{BB962C8B-B14F-4D97-AF65-F5344CB8AC3E}">
        <p14:creationId xmlns:p14="http://schemas.microsoft.com/office/powerpoint/2010/main" val="32438440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40"/>
          <p:cNvSpPr txBox="1">
            <a:spLocks noGrp="1"/>
          </p:cNvSpPr>
          <p:nvPr>
            <p:ph type="title"/>
          </p:nvPr>
        </p:nvSpPr>
        <p:spPr>
          <a:xfrm>
            <a:off x="0" y="986344"/>
            <a:ext cx="9143998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 ExtraBold" panose="00000900000000000000" pitchFamily="2" charset="0"/>
              </a:rPr>
              <a:t>75%</a:t>
            </a:r>
            <a:r>
              <a:rPr lang="en" sz="3200" dirty="0">
                <a:solidFill>
                  <a:schemeClr val="tx2"/>
                </a:solidFill>
                <a:latin typeface="Montserrat ExtraBold" panose="00000900000000000000" pitchFamily="2" charset="0"/>
              </a:rPr>
              <a:t> </a:t>
            </a:r>
            <a:r>
              <a:rPr lang="en" sz="3200" dirty="0">
                <a:solidFill>
                  <a:schemeClr val="tx1"/>
                </a:solidFill>
                <a:latin typeface="Montserrat ExtraBold" panose="00000900000000000000" pitchFamily="2" charset="0"/>
              </a:rPr>
              <a:t>Combined Accuracy (CA) + </a:t>
            </a:r>
            <a:r>
              <a:rPr lang="en" sz="3200" dirty="0">
                <a:solidFill>
                  <a:schemeClr val="accent1">
                    <a:lumMod val="60000"/>
                    <a:lumOff val="40000"/>
                  </a:schemeClr>
                </a:solidFill>
                <a:latin typeface="Montserrat ExtraBold" panose="00000900000000000000" pitchFamily="2" charset="0"/>
              </a:rPr>
              <a:t>0.7</a:t>
            </a:r>
            <a:r>
              <a:rPr lang="en" sz="3200" dirty="0">
                <a:solidFill>
                  <a:schemeClr val="tx1"/>
                </a:solidFill>
                <a:latin typeface="Montserrat ExtraBold" panose="00000900000000000000" pitchFamily="2" charset="0"/>
              </a:rPr>
              <a:t> </a:t>
            </a:r>
            <a:r>
              <a:rPr lang="en-MY" sz="32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R</a:t>
            </a:r>
            <a:r>
              <a:rPr lang="en-MY" sz="3200" b="1" baseline="30000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2</a:t>
            </a:r>
            <a:endParaRPr sz="3200" dirty="0">
              <a:solidFill>
                <a:schemeClr val="tx1"/>
              </a:solidFill>
              <a:latin typeface="Montserrat ExtraBold" panose="00000900000000000000" pitchFamily="2" charset="0"/>
            </a:endParaRPr>
          </a:p>
        </p:txBody>
      </p:sp>
      <p:grpSp>
        <p:nvGrpSpPr>
          <p:cNvPr id="2" name="Google Shape;2280;p39">
            <a:extLst>
              <a:ext uri="{FF2B5EF4-FFF2-40B4-BE49-F238E27FC236}">
                <a16:creationId xmlns:a16="http://schemas.microsoft.com/office/drawing/2014/main" id="{842D7079-7F52-489F-F4C0-FC846E230327}"/>
              </a:ext>
            </a:extLst>
          </p:cNvPr>
          <p:cNvGrpSpPr/>
          <p:nvPr/>
        </p:nvGrpSpPr>
        <p:grpSpPr>
          <a:xfrm>
            <a:off x="0" y="3014572"/>
            <a:ext cx="6203950" cy="565150"/>
            <a:chOff x="1168401" y="2498362"/>
            <a:chExt cx="6203950" cy="565150"/>
          </a:xfrm>
        </p:grpSpPr>
        <p:sp>
          <p:nvSpPr>
            <p:cNvPr id="3" name="Google Shape;2281;p39">
              <a:extLst>
                <a:ext uri="{FF2B5EF4-FFF2-40B4-BE49-F238E27FC236}">
                  <a16:creationId xmlns:a16="http://schemas.microsoft.com/office/drawing/2014/main" id="{653C1816-75A7-7954-4762-0C374E7156D0}"/>
                </a:ext>
              </a:extLst>
            </p:cNvPr>
            <p:cNvSpPr/>
            <p:nvPr/>
          </p:nvSpPr>
          <p:spPr>
            <a:xfrm>
              <a:off x="3708401" y="2534875"/>
              <a:ext cx="127000" cy="528637"/>
            </a:xfrm>
            <a:custGeom>
              <a:avLst/>
              <a:gdLst/>
              <a:ahLst/>
              <a:cxnLst/>
              <a:rect l="l" t="t" r="r" b="b"/>
              <a:pathLst>
                <a:path w="69" h="289" extrusionOk="0">
                  <a:moveTo>
                    <a:pt x="69" y="268"/>
                  </a:moveTo>
                  <a:cubicBezTo>
                    <a:pt x="69" y="279"/>
                    <a:pt x="60" y="289"/>
                    <a:pt x="48" y="289"/>
                  </a:cubicBezTo>
                  <a:cubicBezTo>
                    <a:pt x="21" y="289"/>
                    <a:pt x="21" y="289"/>
                    <a:pt x="21" y="289"/>
                  </a:cubicBezTo>
                  <a:cubicBezTo>
                    <a:pt x="10" y="289"/>
                    <a:pt x="0" y="279"/>
                    <a:pt x="0" y="268"/>
                  </a:cubicBezTo>
                  <a:cubicBezTo>
                    <a:pt x="0" y="21"/>
                    <a:pt x="0" y="21"/>
                    <a:pt x="0" y="21"/>
                  </a:cubicBezTo>
                  <a:cubicBezTo>
                    <a:pt x="0" y="9"/>
                    <a:pt x="10" y="0"/>
                    <a:pt x="21" y="0"/>
                  </a:cubicBezTo>
                  <a:cubicBezTo>
                    <a:pt x="48" y="0"/>
                    <a:pt x="48" y="0"/>
                    <a:pt x="48" y="0"/>
                  </a:cubicBezTo>
                  <a:cubicBezTo>
                    <a:pt x="60" y="0"/>
                    <a:pt x="69" y="9"/>
                    <a:pt x="69" y="21"/>
                  </a:cubicBezTo>
                  <a:cubicBezTo>
                    <a:pt x="69" y="268"/>
                    <a:pt x="69" y="268"/>
                    <a:pt x="69" y="268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" name="Google Shape;2282;p39">
              <a:extLst>
                <a:ext uri="{FF2B5EF4-FFF2-40B4-BE49-F238E27FC236}">
                  <a16:creationId xmlns:a16="http://schemas.microsoft.com/office/drawing/2014/main" id="{33522AC7-E4C8-B076-AAA6-5D7152206EAC}"/>
                </a:ext>
              </a:extLst>
            </p:cNvPr>
            <p:cNvSpPr/>
            <p:nvPr/>
          </p:nvSpPr>
          <p:spPr>
            <a:xfrm>
              <a:off x="1168401" y="2534875"/>
              <a:ext cx="80963" cy="528637"/>
            </a:xfrm>
            <a:custGeom>
              <a:avLst/>
              <a:gdLst/>
              <a:ahLst/>
              <a:cxnLst/>
              <a:rect l="l" t="t" r="r" b="b"/>
              <a:pathLst>
                <a:path w="44" h="289" extrusionOk="0">
                  <a:moveTo>
                    <a:pt x="2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89"/>
                    <a:pt x="0" y="289"/>
                    <a:pt x="0" y="289"/>
                  </a:cubicBezTo>
                  <a:cubicBezTo>
                    <a:pt x="23" y="289"/>
                    <a:pt x="23" y="289"/>
                    <a:pt x="23" y="289"/>
                  </a:cubicBezTo>
                  <a:cubicBezTo>
                    <a:pt x="34" y="289"/>
                    <a:pt x="44" y="279"/>
                    <a:pt x="44" y="268"/>
                  </a:cubicBezTo>
                  <a:cubicBezTo>
                    <a:pt x="44" y="21"/>
                    <a:pt x="44" y="21"/>
                    <a:pt x="44" y="21"/>
                  </a:cubicBezTo>
                  <a:cubicBezTo>
                    <a:pt x="44" y="9"/>
                    <a:pt x="34" y="0"/>
                    <a:pt x="23" y="0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" name="Google Shape;2283;p39">
              <a:extLst>
                <a:ext uri="{FF2B5EF4-FFF2-40B4-BE49-F238E27FC236}">
                  <a16:creationId xmlns:a16="http://schemas.microsoft.com/office/drawing/2014/main" id="{D4F3F622-26CA-12D4-F685-E05351F795B8}"/>
                </a:ext>
              </a:extLst>
            </p:cNvPr>
            <p:cNvSpPr/>
            <p:nvPr/>
          </p:nvSpPr>
          <p:spPr>
            <a:xfrm>
              <a:off x="1208088" y="2498362"/>
              <a:ext cx="2532063" cy="565150"/>
            </a:xfrm>
            <a:custGeom>
              <a:avLst/>
              <a:gdLst/>
              <a:ahLst/>
              <a:cxnLst/>
              <a:rect l="l" t="t" r="r" b="b"/>
              <a:pathLst>
                <a:path w="1384" h="309" extrusionOk="0">
                  <a:moveTo>
                    <a:pt x="1366" y="0"/>
                  </a:moveTo>
                  <a:cubicBezTo>
                    <a:pt x="17" y="0"/>
                    <a:pt x="17" y="0"/>
                    <a:pt x="17" y="0"/>
                  </a:cubicBezTo>
                  <a:cubicBezTo>
                    <a:pt x="8" y="0"/>
                    <a:pt x="0" y="8"/>
                    <a:pt x="0" y="17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0" y="301"/>
                    <a:pt x="8" y="309"/>
                    <a:pt x="17" y="309"/>
                  </a:cubicBezTo>
                  <a:cubicBezTo>
                    <a:pt x="1366" y="309"/>
                    <a:pt x="1366" y="309"/>
                    <a:pt x="1366" y="309"/>
                  </a:cubicBezTo>
                  <a:cubicBezTo>
                    <a:pt x="1376" y="309"/>
                    <a:pt x="1384" y="301"/>
                    <a:pt x="1384" y="291"/>
                  </a:cubicBezTo>
                  <a:cubicBezTo>
                    <a:pt x="1384" y="17"/>
                    <a:pt x="1384" y="17"/>
                    <a:pt x="1384" y="17"/>
                  </a:cubicBezTo>
                  <a:cubicBezTo>
                    <a:pt x="1384" y="8"/>
                    <a:pt x="1376" y="0"/>
                    <a:pt x="1366" y="0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" name="Google Shape;2284;p39">
              <a:extLst>
                <a:ext uri="{FF2B5EF4-FFF2-40B4-BE49-F238E27FC236}">
                  <a16:creationId xmlns:a16="http://schemas.microsoft.com/office/drawing/2014/main" id="{F97FFAF9-7DCE-28CA-F7DB-9BE2FEDB055B}"/>
                </a:ext>
              </a:extLst>
            </p:cNvPr>
            <p:cNvSpPr/>
            <p:nvPr/>
          </p:nvSpPr>
          <p:spPr>
            <a:xfrm>
              <a:off x="1787526" y="2990487"/>
              <a:ext cx="1371600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0" y="0"/>
                    <a:pt x="729" y="0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9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" name="Google Shape;2285;p39">
              <a:extLst>
                <a:ext uri="{FF2B5EF4-FFF2-40B4-BE49-F238E27FC236}">
                  <a16:creationId xmlns:a16="http://schemas.microsoft.com/office/drawing/2014/main" id="{32BBBA31-93D5-C93C-B1D4-514B1EE07FC0}"/>
                </a:ext>
              </a:extLst>
            </p:cNvPr>
            <p:cNvSpPr/>
            <p:nvPr/>
          </p:nvSpPr>
          <p:spPr>
            <a:xfrm>
              <a:off x="1208088" y="2814275"/>
              <a:ext cx="2532063" cy="68262"/>
            </a:xfrm>
            <a:custGeom>
              <a:avLst/>
              <a:gdLst/>
              <a:ahLst/>
              <a:cxnLst/>
              <a:rect l="l" t="t" r="r" b="b"/>
              <a:pathLst>
                <a:path w="1384" h="37" extrusionOk="0">
                  <a:moveTo>
                    <a:pt x="1384" y="37"/>
                  </a:moveTo>
                  <a:cubicBezTo>
                    <a:pt x="1384" y="0"/>
                    <a:pt x="1384" y="0"/>
                    <a:pt x="1384" y="0"/>
                  </a:cubicBezTo>
                  <a:cubicBezTo>
                    <a:pt x="1377" y="0"/>
                    <a:pt x="1370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370" y="37"/>
                    <a:pt x="1377" y="37"/>
                    <a:pt x="1384" y="37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" name="Google Shape;2286;p39">
              <a:extLst>
                <a:ext uri="{FF2B5EF4-FFF2-40B4-BE49-F238E27FC236}">
                  <a16:creationId xmlns:a16="http://schemas.microsoft.com/office/drawing/2014/main" id="{0B8FA220-4280-430E-5452-706921A3658B}"/>
                </a:ext>
              </a:extLst>
            </p:cNvPr>
            <p:cNvSpPr/>
            <p:nvPr/>
          </p:nvSpPr>
          <p:spPr>
            <a:xfrm>
              <a:off x="1208088" y="2969962"/>
              <a:ext cx="2532000" cy="33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" name="Google Shape;2287;p39">
              <a:extLst>
                <a:ext uri="{FF2B5EF4-FFF2-40B4-BE49-F238E27FC236}">
                  <a16:creationId xmlns:a16="http://schemas.microsoft.com/office/drawing/2014/main" id="{AEF60C2A-B947-0FC7-BCF1-8ECA74EE2B20}"/>
                </a:ext>
              </a:extLst>
            </p:cNvPr>
            <p:cNvSpPr/>
            <p:nvPr/>
          </p:nvSpPr>
          <p:spPr>
            <a:xfrm>
              <a:off x="3368676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" name="Google Shape;2288;p39">
              <a:extLst>
                <a:ext uri="{FF2B5EF4-FFF2-40B4-BE49-F238E27FC236}">
                  <a16:creationId xmlns:a16="http://schemas.microsoft.com/office/drawing/2014/main" id="{A3821A69-A54A-208E-7300-84F71370C8C0}"/>
                </a:ext>
              </a:extLst>
            </p:cNvPr>
            <p:cNvSpPr/>
            <p:nvPr/>
          </p:nvSpPr>
          <p:spPr>
            <a:xfrm>
              <a:off x="3368676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" name="Google Shape;2289;p39">
              <a:extLst>
                <a:ext uri="{FF2B5EF4-FFF2-40B4-BE49-F238E27FC236}">
                  <a16:creationId xmlns:a16="http://schemas.microsoft.com/office/drawing/2014/main" id="{12F8523F-630E-EE0F-5C75-B5F39E891B8C}"/>
                </a:ext>
              </a:extLst>
            </p:cNvPr>
            <p:cNvSpPr/>
            <p:nvPr/>
          </p:nvSpPr>
          <p:spPr>
            <a:xfrm>
              <a:off x="1379538" y="2530112"/>
              <a:ext cx="196850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6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3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6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3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" name="Google Shape;2290;p39">
              <a:extLst>
                <a:ext uri="{FF2B5EF4-FFF2-40B4-BE49-F238E27FC236}">
                  <a16:creationId xmlns:a16="http://schemas.microsoft.com/office/drawing/2014/main" id="{DEADA511-042E-D969-DF1A-2F008DAF7BF2}"/>
                </a:ext>
              </a:extLst>
            </p:cNvPr>
            <p:cNvSpPr/>
            <p:nvPr/>
          </p:nvSpPr>
          <p:spPr>
            <a:xfrm>
              <a:off x="1379538" y="2814275"/>
              <a:ext cx="196850" cy="68262"/>
            </a:xfrm>
            <a:custGeom>
              <a:avLst/>
              <a:gdLst/>
              <a:ahLst/>
              <a:cxnLst/>
              <a:rect l="l" t="t" r="r" b="b"/>
              <a:pathLst>
                <a:path w="124" h="43" extrusionOk="0">
                  <a:moveTo>
                    <a:pt x="2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2" y="43"/>
                  </a:lnTo>
                  <a:lnTo>
                    <a:pt x="2" y="0"/>
                  </a:lnTo>
                  <a:close/>
                  <a:moveTo>
                    <a:pt x="124" y="0"/>
                  </a:moveTo>
                  <a:lnTo>
                    <a:pt x="122" y="0"/>
                  </a:lnTo>
                  <a:lnTo>
                    <a:pt x="122" y="43"/>
                  </a:lnTo>
                  <a:lnTo>
                    <a:pt x="124" y="43"/>
                  </a:lnTo>
                  <a:lnTo>
                    <a:pt x="124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" name="Google Shape;2291;p39">
              <a:extLst>
                <a:ext uri="{FF2B5EF4-FFF2-40B4-BE49-F238E27FC236}">
                  <a16:creationId xmlns:a16="http://schemas.microsoft.com/office/drawing/2014/main" id="{ABB78717-8D7B-BB38-ACFA-367E7A85B1B7}"/>
                </a:ext>
              </a:extLst>
            </p:cNvPr>
            <p:cNvSpPr/>
            <p:nvPr/>
          </p:nvSpPr>
          <p:spPr>
            <a:xfrm>
              <a:off x="3416301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" name="Google Shape;2292;p39">
              <a:extLst>
                <a:ext uri="{FF2B5EF4-FFF2-40B4-BE49-F238E27FC236}">
                  <a16:creationId xmlns:a16="http://schemas.microsoft.com/office/drawing/2014/main" id="{D1AB4E43-BB0D-51B9-5065-F6954A80717C}"/>
                </a:ext>
              </a:extLst>
            </p:cNvPr>
            <p:cNvSpPr/>
            <p:nvPr/>
          </p:nvSpPr>
          <p:spPr>
            <a:xfrm>
              <a:off x="1427163" y="2606312"/>
              <a:ext cx="101600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5" y="97"/>
                    <a:pt x="31" y="97"/>
                  </a:cubicBezTo>
                  <a:cubicBezTo>
                    <a:pt x="26" y="97"/>
                    <a:pt x="26" y="97"/>
                    <a:pt x="26" y="97"/>
                  </a:cubicBezTo>
                  <a:cubicBezTo>
                    <a:pt x="12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2" y="0"/>
                    <a:pt x="26" y="0"/>
                  </a:cubicBezTo>
                  <a:cubicBezTo>
                    <a:pt x="31" y="0"/>
                    <a:pt x="31" y="0"/>
                    <a:pt x="31" y="0"/>
                  </a:cubicBezTo>
                  <a:cubicBezTo>
                    <a:pt x="45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" name="Google Shape;2293;p39">
              <a:extLst>
                <a:ext uri="{FF2B5EF4-FFF2-40B4-BE49-F238E27FC236}">
                  <a16:creationId xmlns:a16="http://schemas.microsoft.com/office/drawing/2014/main" id="{5A25091C-DC8A-A7B6-D078-40EA1F3C02B2}"/>
                </a:ext>
              </a:extLst>
            </p:cNvPr>
            <p:cNvSpPr/>
            <p:nvPr/>
          </p:nvSpPr>
          <p:spPr>
            <a:xfrm>
              <a:off x="1241426" y="2652350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2294;p39">
              <a:extLst>
                <a:ext uri="{FF2B5EF4-FFF2-40B4-BE49-F238E27FC236}">
                  <a16:creationId xmlns:a16="http://schemas.microsoft.com/office/drawing/2014/main" id="{23EDBA42-F1D2-EAA9-57FA-BA0B5108A955}"/>
                </a:ext>
              </a:extLst>
            </p:cNvPr>
            <p:cNvSpPr/>
            <p:nvPr/>
          </p:nvSpPr>
          <p:spPr>
            <a:xfrm>
              <a:off x="1241426" y="2677750"/>
              <a:ext cx="111125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60" y="4"/>
                    <a:pt x="59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" name="Google Shape;2295;p39">
              <a:extLst>
                <a:ext uri="{FF2B5EF4-FFF2-40B4-BE49-F238E27FC236}">
                  <a16:creationId xmlns:a16="http://schemas.microsoft.com/office/drawing/2014/main" id="{5578AB38-2BE0-28AA-8EE3-9577D59B16E3}"/>
                </a:ext>
              </a:extLst>
            </p:cNvPr>
            <p:cNvSpPr/>
            <p:nvPr/>
          </p:nvSpPr>
          <p:spPr>
            <a:xfrm>
              <a:off x="1241426" y="27047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2296;p39">
              <a:extLst>
                <a:ext uri="{FF2B5EF4-FFF2-40B4-BE49-F238E27FC236}">
                  <a16:creationId xmlns:a16="http://schemas.microsoft.com/office/drawing/2014/main" id="{F0082D17-7792-FDAE-665D-7696F077E38E}"/>
                </a:ext>
              </a:extLst>
            </p:cNvPr>
            <p:cNvSpPr/>
            <p:nvPr/>
          </p:nvSpPr>
          <p:spPr>
            <a:xfrm>
              <a:off x="1241426" y="2730137"/>
              <a:ext cx="111125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60" y="3"/>
                    <a:pt x="59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9" y="0"/>
                    <a:pt x="59" y="0"/>
                    <a:pt x="59" y="0"/>
                  </a:cubicBezTo>
                  <a:cubicBezTo>
                    <a:pt x="60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" name="Google Shape;2297;p39">
              <a:extLst>
                <a:ext uri="{FF2B5EF4-FFF2-40B4-BE49-F238E27FC236}">
                  <a16:creationId xmlns:a16="http://schemas.microsoft.com/office/drawing/2014/main" id="{9D3D5075-543E-A02D-36F7-62E6545A0758}"/>
                </a:ext>
              </a:extLst>
            </p:cNvPr>
            <p:cNvSpPr/>
            <p:nvPr/>
          </p:nvSpPr>
          <p:spPr>
            <a:xfrm>
              <a:off x="1671638" y="2622187"/>
              <a:ext cx="1601788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6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70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70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6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" name="Google Shape;2298;p39">
              <a:extLst>
                <a:ext uri="{FF2B5EF4-FFF2-40B4-BE49-F238E27FC236}">
                  <a16:creationId xmlns:a16="http://schemas.microsoft.com/office/drawing/2014/main" id="{BC5965BC-BF36-5D4C-FB13-DF8C3EAC53A0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" name="Google Shape;2299;p39">
              <a:extLst>
                <a:ext uri="{FF2B5EF4-FFF2-40B4-BE49-F238E27FC236}">
                  <a16:creationId xmlns:a16="http://schemas.microsoft.com/office/drawing/2014/main" id="{199D9ACE-A4B8-F75B-D579-F26183F8E391}"/>
                </a:ext>
              </a:extLst>
            </p:cNvPr>
            <p:cNvSpPr/>
            <p:nvPr/>
          </p:nvSpPr>
          <p:spPr>
            <a:xfrm>
              <a:off x="189230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300;p39">
              <a:extLst>
                <a:ext uri="{FF2B5EF4-FFF2-40B4-BE49-F238E27FC236}">
                  <a16:creationId xmlns:a16="http://schemas.microsoft.com/office/drawing/2014/main" id="{06140B0C-4392-4627-AB51-B4736414E5F0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" name="Google Shape;2301;p39">
              <a:extLst>
                <a:ext uri="{FF2B5EF4-FFF2-40B4-BE49-F238E27FC236}">
                  <a16:creationId xmlns:a16="http://schemas.microsoft.com/office/drawing/2014/main" id="{F7B2F0EF-1CF3-ACC0-7E95-D0E8FF70E1FD}"/>
                </a:ext>
              </a:extLst>
            </p:cNvPr>
            <p:cNvSpPr/>
            <p:nvPr/>
          </p:nvSpPr>
          <p:spPr>
            <a:xfrm>
              <a:off x="212249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" name="Google Shape;2302;p39">
              <a:extLst>
                <a:ext uri="{FF2B5EF4-FFF2-40B4-BE49-F238E27FC236}">
                  <a16:creationId xmlns:a16="http://schemas.microsoft.com/office/drawing/2014/main" id="{6DEDC4D4-F51D-E0D2-5A7A-CF55A9427C1D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" name="Google Shape;2303;p39">
              <a:extLst>
                <a:ext uri="{FF2B5EF4-FFF2-40B4-BE49-F238E27FC236}">
                  <a16:creationId xmlns:a16="http://schemas.microsoft.com/office/drawing/2014/main" id="{D1638CDA-D6FE-4F32-1115-7B0286A189FB}"/>
                </a:ext>
              </a:extLst>
            </p:cNvPr>
            <p:cNvSpPr/>
            <p:nvPr/>
          </p:nvSpPr>
          <p:spPr>
            <a:xfrm>
              <a:off x="2351092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" name="Google Shape;2304;p39">
              <a:extLst>
                <a:ext uri="{FF2B5EF4-FFF2-40B4-BE49-F238E27FC236}">
                  <a16:creationId xmlns:a16="http://schemas.microsoft.com/office/drawing/2014/main" id="{482E3737-B283-E085-BDE7-6DBA2EE88C0C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7" name="Google Shape;2305;p39">
              <a:extLst>
                <a:ext uri="{FF2B5EF4-FFF2-40B4-BE49-F238E27FC236}">
                  <a16:creationId xmlns:a16="http://schemas.microsoft.com/office/drawing/2014/main" id="{C1E758A1-0B56-EDEA-8D64-231EECAAF14A}"/>
                </a:ext>
              </a:extLst>
            </p:cNvPr>
            <p:cNvSpPr/>
            <p:nvPr/>
          </p:nvSpPr>
          <p:spPr>
            <a:xfrm>
              <a:off x="2581283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8" name="Google Shape;2306;p39">
              <a:extLst>
                <a:ext uri="{FF2B5EF4-FFF2-40B4-BE49-F238E27FC236}">
                  <a16:creationId xmlns:a16="http://schemas.microsoft.com/office/drawing/2014/main" id="{75ED0EBF-AB11-5FB2-6BC4-62D40980EEB2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" name="Google Shape;2307;p39">
              <a:extLst>
                <a:ext uri="{FF2B5EF4-FFF2-40B4-BE49-F238E27FC236}">
                  <a16:creationId xmlns:a16="http://schemas.microsoft.com/office/drawing/2014/main" id="{1DCA8276-EEF0-6231-ED79-E34057632E9E}"/>
                </a:ext>
              </a:extLst>
            </p:cNvPr>
            <p:cNvSpPr/>
            <p:nvPr/>
          </p:nvSpPr>
          <p:spPr>
            <a:xfrm>
              <a:off x="2811472" y="2622288"/>
              <a:ext cx="144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0" name="Google Shape;2308;p39">
              <a:extLst>
                <a:ext uri="{FF2B5EF4-FFF2-40B4-BE49-F238E27FC236}">
                  <a16:creationId xmlns:a16="http://schemas.microsoft.com/office/drawing/2014/main" id="{3BF7CA4F-D76B-B05D-52A3-E72C92833B6B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" name="Google Shape;2309;p39">
              <a:extLst>
                <a:ext uri="{FF2B5EF4-FFF2-40B4-BE49-F238E27FC236}">
                  <a16:creationId xmlns:a16="http://schemas.microsoft.com/office/drawing/2014/main" id="{C2A1505E-FD7F-77EE-8F10-D87B23B25939}"/>
                </a:ext>
              </a:extLst>
            </p:cNvPr>
            <p:cNvSpPr/>
            <p:nvPr/>
          </p:nvSpPr>
          <p:spPr>
            <a:xfrm>
              <a:off x="3043250" y="2622288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2" name="Google Shape;2310;p39">
              <a:extLst>
                <a:ext uri="{FF2B5EF4-FFF2-40B4-BE49-F238E27FC236}">
                  <a16:creationId xmlns:a16="http://schemas.microsoft.com/office/drawing/2014/main" id="{E86BB7C6-68C1-9B84-0F2D-707C918D8804}"/>
                </a:ext>
              </a:extLst>
            </p:cNvPr>
            <p:cNvSpPr/>
            <p:nvPr/>
          </p:nvSpPr>
          <p:spPr>
            <a:xfrm>
              <a:off x="3587751" y="2630125"/>
              <a:ext cx="57300" cy="84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" name="Google Shape;2311;p39">
              <a:extLst>
                <a:ext uri="{FF2B5EF4-FFF2-40B4-BE49-F238E27FC236}">
                  <a16:creationId xmlns:a16="http://schemas.microsoft.com/office/drawing/2014/main" id="{B04046C4-58B0-B044-D411-4E7393BC3746}"/>
                </a:ext>
              </a:extLst>
            </p:cNvPr>
            <p:cNvSpPr/>
            <p:nvPr/>
          </p:nvSpPr>
          <p:spPr>
            <a:xfrm>
              <a:off x="3789363" y="2498362"/>
              <a:ext cx="3582988" cy="565150"/>
            </a:xfrm>
            <a:custGeom>
              <a:avLst/>
              <a:gdLst/>
              <a:ahLst/>
              <a:cxnLst/>
              <a:rect l="l" t="t" r="r" b="b"/>
              <a:pathLst>
                <a:path w="1958" h="309" extrusionOk="0">
                  <a:moveTo>
                    <a:pt x="1801" y="309"/>
                  </a:moveTo>
                  <a:cubicBezTo>
                    <a:pt x="18" y="309"/>
                    <a:pt x="18" y="309"/>
                    <a:pt x="18" y="309"/>
                  </a:cubicBezTo>
                  <a:cubicBezTo>
                    <a:pt x="8" y="309"/>
                    <a:pt x="0" y="301"/>
                    <a:pt x="0" y="291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0" y="8"/>
                    <a:pt x="8" y="0"/>
                    <a:pt x="18" y="0"/>
                  </a:cubicBezTo>
                  <a:cubicBezTo>
                    <a:pt x="1376" y="0"/>
                    <a:pt x="1376" y="0"/>
                    <a:pt x="1376" y="0"/>
                  </a:cubicBezTo>
                  <a:cubicBezTo>
                    <a:pt x="1528" y="0"/>
                    <a:pt x="1706" y="45"/>
                    <a:pt x="1811" y="115"/>
                  </a:cubicBezTo>
                  <a:cubicBezTo>
                    <a:pt x="1916" y="184"/>
                    <a:pt x="1955" y="230"/>
                    <a:pt x="1955" y="240"/>
                  </a:cubicBezTo>
                  <a:cubicBezTo>
                    <a:pt x="1955" y="249"/>
                    <a:pt x="1958" y="264"/>
                    <a:pt x="1930" y="276"/>
                  </a:cubicBezTo>
                  <a:cubicBezTo>
                    <a:pt x="1903" y="288"/>
                    <a:pt x="1885" y="290"/>
                    <a:pt x="1885" y="290"/>
                  </a:cubicBezTo>
                  <a:cubicBezTo>
                    <a:pt x="1885" y="309"/>
                    <a:pt x="1885" y="309"/>
                    <a:pt x="1885" y="309"/>
                  </a:cubicBezTo>
                  <a:cubicBezTo>
                    <a:pt x="1801" y="309"/>
                    <a:pt x="1801" y="309"/>
                    <a:pt x="1801" y="309"/>
                  </a:cubicBezTo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4" name="Google Shape;2312;p39">
              <a:extLst>
                <a:ext uri="{FF2B5EF4-FFF2-40B4-BE49-F238E27FC236}">
                  <a16:creationId xmlns:a16="http://schemas.microsoft.com/office/drawing/2014/main" id="{630CF968-8612-A525-144B-9E7FADD7912C}"/>
                </a:ext>
              </a:extLst>
            </p:cNvPr>
            <p:cNvSpPr/>
            <p:nvPr/>
          </p:nvSpPr>
          <p:spPr>
            <a:xfrm>
              <a:off x="4368801" y="2990487"/>
              <a:ext cx="1373188" cy="73025"/>
            </a:xfrm>
            <a:custGeom>
              <a:avLst/>
              <a:gdLst/>
              <a:ahLst/>
              <a:cxnLst/>
              <a:rect l="l" t="t" r="r" b="b"/>
              <a:pathLst>
                <a:path w="750" h="40" extrusionOk="0">
                  <a:moveTo>
                    <a:pt x="750" y="40"/>
                  </a:moveTo>
                  <a:cubicBezTo>
                    <a:pt x="750" y="20"/>
                    <a:pt x="750" y="20"/>
                    <a:pt x="750" y="20"/>
                  </a:cubicBezTo>
                  <a:cubicBezTo>
                    <a:pt x="750" y="9"/>
                    <a:pt x="741" y="0"/>
                    <a:pt x="730" y="0"/>
                  </a:cubicBezTo>
                  <a:cubicBezTo>
                    <a:pt x="21" y="0"/>
                    <a:pt x="21" y="0"/>
                    <a:pt x="21" y="0"/>
                  </a:cubicBezTo>
                  <a:cubicBezTo>
                    <a:pt x="10" y="0"/>
                    <a:pt x="0" y="9"/>
                    <a:pt x="0" y="20"/>
                  </a:cubicBezTo>
                  <a:cubicBezTo>
                    <a:pt x="0" y="40"/>
                    <a:pt x="0" y="40"/>
                    <a:pt x="0" y="40"/>
                  </a:cubicBezTo>
                  <a:lnTo>
                    <a:pt x="750" y="4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5" name="Google Shape;2313;p39">
              <a:extLst>
                <a:ext uri="{FF2B5EF4-FFF2-40B4-BE49-F238E27FC236}">
                  <a16:creationId xmlns:a16="http://schemas.microsoft.com/office/drawing/2014/main" id="{E6CC7003-7F12-4B75-F77A-5EE14AEE0B35}"/>
                </a:ext>
              </a:extLst>
            </p:cNvPr>
            <p:cNvSpPr/>
            <p:nvPr/>
          </p:nvSpPr>
          <p:spPr>
            <a:xfrm>
              <a:off x="3789363" y="2814275"/>
              <a:ext cx="3581398" cy="176212"/>
            </a:xfrm>
            <a:custGeom>
              <a:avLst/>
              <a:gdLst/>
              <a:ahLst/>
              <a:cxnLst/>
              <a:rect l="l" t="t" r="r" b="b"/>
              <a:pathLst>
                <a:path w="1957" h="96" extrusionOk="0">
                  <a:moveTo>
                    <a:pt x="0" y="0"/>
                  </a:moveTo>
                  <a:cubicBezTo>
                    <a:pt x="0" y="37"/>
                    <a:pt x="0" y="37"/>
                    <a:pt x="0" y="37"/>
                  </a:cubicBezTo>
                  <a:cubicBezTo>
                    <a:pt x="1363" y="37"/>
                    <a:pt x="1363" y="37"/>
                    <a:pt x="1363" y="37"/>
                  </a:cubicBezTo>
                  <a:cubicBezTo>
                    <a:pt x="1536" y="37"/>
                    <a:pt x="1714" y="37"/>
                    <a:pt x="1943" y="96"/>
                  </a:cubicBezTo>
                  <a:cubicBezTo>
                    <a:pt x="1957" y="86"/>
                    <a:pt x="1955" y="74"/>
                    <a:pt x="1955" y="67"/>
                  </a:cubicBezTo>
                  <a:cubicBezTo>
                    <a:pt x="1955" y="66"/>
                    <a:pt x="1955" y="64"/>
                    <a:pt x="1953" y="61"/>
                  </a:cubicBezTo>
                  <a:cubicBezTo>
                    <a:pt x="1719" y="0"/>
                    <a:pt x="1538" y="0"/>
                    <a:pt x="1363" y="0"/>
                  </a:cubicBezTo>
                  <a:cubicBezTo>
                    <a:pt x="0" y="0"/>
                    <a:pt x="0" y="0"/>
                    <a:pt x="0" y="0"/>
                  </a:cubicBezTo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6" name="Google Shape;2314;p39">
              <a:extLst>
                <a:ext uri="{FF2B5EF4-FFF2-40B4-BE49-F238E27FC236}">
                  <a16:creationId xmlns:a16="http://schemas.microsoft.com/office/drawing/2014/main" id="{545D27A1-9C0A-0F12-CB05-CCEDFE6A745D}"/>
                </a:ext>
              </a:extLst>
            </p:cNvPr>
            <p:cNvSpPr/>
            <p:nvPr/>
          </p:nvSpPr>
          <p:spPr>
            <a:xfrm>
              <a:off x="6218238" y="2626950"/>
              <a:ext cx="869950" cy="193675"/>
            </a:xfrm>
            <a:custGeom>
              <a:avLst/>
              <a:gdLst/>
              <a:ahLst/>
              <a:cxnLst/>
              <a:rect l="l" t="t" r="r" b="b"/>
              <a:pathLst>
                <a:path w="476" h="106" extrusionOk="0">
                  <a:moveTo>
                    <a:pt x="0" y="6"/>
                  </a:moveTo>
                  <a:cubicBezTo>
                    <a:pt x="0" y="79"/>
                    <a:pt x="0" y="79"/>
                    <a:pt x="0" y="79"/>
                  </a:cubicBezTo>
                  <a:cubicBezTo>
                    <a:pt x="0" y="79"/>
                    <a:pt x="194" y="79"/>
                    <a:pt x="260" y="79"/>
                  </a:cubicBezTo>
                  <a:cubicBezTo>
                    <a:pt x="326" y="79"/>
                    <a:pt x="476" y="106"/>
                    <a:pt x="476" y="101"/>
                  </a:cubicBezTo>
                  <a:cubicBezTo>
                    <a:pt x="475" y="97"/>
                    <a:pt x="362" y="36"/>
                    <a:pt x="265" y="16"/>
                  </a:cubicBezTo>
                  <a:cubicBezTo>
                    <a:pt x="189" y="0"/>
                    <a:pt x="42" y="6"/>
                    <a:pt x="0" y="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7" name="Google Shape;2315;p39">
              <a:extLst>
                <a:ext uri="{FF2B5EF4-FFF2-40B4-BE49-F238E27FC236}">
                  <a16:creationId xmlns:a16="http://schemas.microsoft.com/office/drawing/2014/main" id="{B08EE62D-39BD-8024-CD96-106359EFD273}"/>
                </a:ext>
              </a:extLst>
            </p:cNvPr>
            <p:cNvSpPr/>
            <p:nvPr/>
          </p:nvSpPr>
          <p:spPr>
            <a:xfrm>
              <a:off x="6799263" y="2572975"/>
              <a:ext cx="382588" cy="193675"/>
            </a:xfrm>
            <a:custGeom>
              <a:avLst/>
              <a:gdLst/>
              <a:ahLst/>
              <a:cxnLst/>
              <a:rect l="l" t="t" r="r" b="b"/>
              <a:pathLst>
                <a:path w="209" h="106" extrusionOk="0">
                  <a:moveTo>
                    <a:pt x="166" y="74"/>
                  </a:moveTo>
                  <a:cubicBezTo>
                    <a:pt x="121" y="44"/>
                    <a:pt x="63" y="19"/>
                    <a:pt x="0" y="0"/>
                  </a:cubicBezTo>
                  <a:cubicBezTo>
                    <a:pt x="7" y="13"/>
                    <a:pt x="23" y="36"/>
                    <a:pt x="52" y="51"/>
                  </a:cubicBezTo>
                  <a:cubicBezTo>
                    <a:pt x="93" y="71"/>
                    <a:pt x="145" y="97"/>
                    <a:pt x="159" y="102"/>
                  </a:cubicBezTo>
                  <a:cubicBezTo>
                    <a:pt x="168" y="106"/>
                    <a:pt x="193" y="105"/>
                    <a:pt x="209" y="104"/>
                  </a:cubicBezTo>
                  <a:cubicBezTo>
                    <a:pt x="196" y="94"/>
                    <a:pt x="182" y="84"/>
                    <a:pt x="166" y="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" name="Google Shape;2316;p39">
              <a:extLst>
                <a:ext uri="{FF2B5EF4-FFF2-40B4-BE49-F238E27FC236}">
                  <a16:creationId xmlns:a16="http://schemas.microsoft.com/office/drawing/2014/main" id="{7B90AF37-C2C1-EEA1-8028-D180CD98E8E4}"/>
                </a:ext>
              </a:extLst>
            </p:cNvPr>
            <p:cNvSpPr/>
            <p:nvPr/>
          </p:nvSpPr>
          <p:spPr>
            <a:xfrm>
              <a:off x="7240588" y="3028587"/>
              <a:ext cx="1588" cy="0"/>
            </a:xfrm>
            <a:custGeom>
              <a:avLst/>
              <a:gdLst/>
              <a:ahLst/>
              <a:cxnLst/>
              <a:rect l="l" t="t" r="r" b="b"/>
              <a:pathLst>
                <a:path w="1" h="120000" extrusionOk="0">
                  <a:moveTo>
                    <a:pt x="1" y="0"/>
                  </a:moveTo>
                  <a:cubicBezTo>
                    <a:pt x="1" y="0"/>
                    <a:pt x="1" y="0"/>
                    <a:pt x="0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</a:path>
              </a:pathLst>
            </a:custGeom>
            <a:solidFill>
              <a:srgbClr val="8C9295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9" name="Google Shape;2317;p39">
              <a:extLst>
                <a:ext uri="{FF2B5EF4-FFF2-40B4-BE49-F238E27FC236}">
                  <a16:creationId xmlns:a16="http://schemas.microsoft.com/office/drawing/2014/main" id="{D31686F5-5D16-5A0C-9083-6D0A71BBAB6C}"/>
                </a:ext>
              </a:extLst>
            </p:cNvPr>
            <p:cNvSpPr/>
            <p:nvPr/>
          </p:nvSpPr>
          <p:spPr>
            <a:xfrm>
              <a:off x="3789363" y="2969962"/>
              <a:ext cx="3452814" cy="71437"/>
            </a:xfrm>
            <a:custGeom>
              <a:avLst/>
              <a:gdLst/>
              <a:ahLst/>
              <a:cxnLst/>
              <a:rect l="l" t="t" r="r" b="b"/>
              <a:pathLst>
                <a:path w="1887" h="39" extrusionOk="0">
                  <a:moveTo>
                    <a:pt x="1815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815" y="2"/>
                    <a:pt x="1815" y="2"/>
                    <a:pt x="1815" y="2"/>
                  </a:cubicBezTo>
                  <a:cubicBezTo>
                    <a:pt x="1885" y="38"/>
                    <a:pt x="1885" y="38"/>
                    <a:pt x="1885" y="38"/>
                  </a:cubicBezTo>
                  <a:cubicBezTo>
                    <a:pt x="1885" y="39"/>
                    <a:pt x="1885" y="39"/>
                    <a:pt x="1885" y="39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5" y="37"/>
                    <a:pt x="1885" y="37"/>
                  </a:cubicBezTo>
                  <a:cubicBezTo>
                    <a:pt x="1885" y="37"/>
                    <a:pt x="1886" y="37"/>
                    <a:pt x="1886" y="37"/>
                  </a:cubicBezTo>
                  <a:cubicBezTo>
                    <a:pt x="1887" y="37"/>
                    <a:pt x="1887" y="37"/>
                    <a:pt x="1887" y="37"/>
                  </a:cubicBezTo>
                  <a:cubicBezTo>
                    <a:pt x="1886" y="36"/>
                    <a:pt x="1886" y="36"/>
                    <a:pt x="1886" y="36"/>
                  </a:cubicBezTo>
                  <a:cubicBezTo>
                    <a:pt x="1815" y="0"/>
                    <a:pt x="1815" y="0"/>
                    <a:pt x="1815" y="0"/>
                  </a:cubicBezTo>
                  <a:cubicBezTo>
                    <a:pt x="1815" y="0"/>
                    <a:pt x="1815" y="0"/>
                    <a:pt x="181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0" name="Google Shape;2318;p39">
              <a:extLst>
                <a:ext uri="{FF2B5EF4-FFF2-40B4-BE49-F238E27FC236}">
                  <a16:creationId xmlns:a16="http://schemas.microsoft.com/office/drawing/2014/main" id="{74DC19A6-8C35-E17F-98B4-C45EE2DD77B4}"/>
                </a:ext>
              </a:extLst>
            </p:cNvPr>
            <p:cNvSpPr/>
            <p:nvPr/>
          </p:nvSpPr>
          <p:spPr>
            <a:xfrm>
              <a:off x="5951538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1" name="Google Shape;2319;p39">
              <a:extLst>
                <a:ext uri="{FF2B5EF4-FFF2-40B4-BE49-F238E27FC236}">
                  <a16:creationId xmlns:a16="http://schemas.microsoft.com/office/drawing/2014/main" id="{A7A6314C-D7ED-E8B7-EA0A-B2940AD14D5F}"/>
                </a:ext>
              </a:extLst>
            </p:cNvPr>
            <p:cNvSpPr/>
            <p:nvPr/>
          </p:nvSpPr>
          <p:spPr>
            <a:xfrm>
              <a:off x="5951538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2" name="Google Shape;2320;p39">
              <a:extLst>
                <a:ext uri="{FF2B5EF4-FFF2-40B4-BE49-F238E27FC236}">
                  <a16:creationId xmlns:a16="http://schemas.microsoft.com/office/drawing/2014/main" id="{51AC9A94-0EC7-9E45-8214-5B3F5D85852F}"/>
                </a:ext>
              </a:extLst>
            </p:cNvPr>
            <p:cNvSpPr/>
            <p:nvPr/>
          </p:nvSpPr>
          <p:spPr>
            <a:xfrm>
              <a:off x="3962401" y="2530112"/>
              <a:ext cx="198438" cy="427037"/>
            </a:xfrm>
            <a:custGeom>
              <a:avLst/>
              <a:gdLst/>
              <a:ahLst/>
              <a:cxnLst/>
              <a:rect l="l" t="t" r="r" b="b"/>
              <a:pathLst>
                <a:path w="108" h="234" extrusionOk="0">
                  <a:moveTo>
                    <a:pt x="108" y="193"/>
                  </a:moveTo>
                  <a:cubicBezTo>
                    <a:pt x="106" y="193"/>
                    <a:pt x="106" y="193"/>
                    <a:pt x="106" y="193"/>
                  </a:cubicBezTo>
                  <a:cubicBezTo>
                    <a:pt x="106" y="221"/>
                    <a:pt x="106" y="221"/>
                    <a:pt x="106" y="221"/>
                  </a:cubicBezTo>
                  <a:cubicBezTo>
                    <a:pt x="106" y="227"/>
                    <a:pt x="101" y="232"/>
                    <a:pt x="95" y="232"/>
                  </a:cubicBezTo>
                  <a:cubicBezTo>
                    <a:pt x="13" y="232"/>
                    <a:pt x="13" y="232"/>
                    <a:pt x="13" y="232"/>
                  </a:cubicBezTo>
                  <a:cubicBezTo>
                    <a:pt x="7" y="232"/>
                    <a:pt x="2" y="227"/>
                    <a:pt x="2" y="221"/>
                  </a:cubicBezTo>
                  <a:cubicBezTo>
                    <a:pt x="2" y="193"/>
                    <a:pt x="2" y="193"/>
                    <a:pt x="2" y="193"/>
                  </a:cubicBezTo>
                  <a:cubicBezTo>
                    <a:pt x="0" y="193"/>
                    <a:pt x="0" y="193"/>
                    <a:pt x="0" y="193"/>
                  </a:cubicBezTo>
                  <a:cubicBezTo>
                    <a:pt x="0" y="221"/>
                    <a:pt x="0" y="221"/>
                    <a:pt x="0" y="221"/>
                  </a:cubicBezTo>
                  <a:cubicBezTo>
                    <a:pt x="0" y="228"/>
                    <a:pt x="5" y="234"/>
                    <a:pt x="13" y="234"/>
                  </a:cubicBezTo>
                  <a:cubicBezTo>
                    <a:pt x="95" y="234"/>
                    <a:pt x="95" y="234"/>
                    <a:pt x="95" y="234"/>
                  </a:cubicBezTo>
                  <a:cubicBezTo>
                    <a:pt x="102" y="234"/>
                    <a:pt x="108" y="228"/>
                    <a:pt x="108" y="221"/>
                  </a:cubicBezTo>
                  <a:cubicBezTo>
                    <a:pt x="108" y="193"/>
                    <a:pt x="108" y="193"/>
                    <a:pt x="108" y="193"/>
                  </a:cubicBezTo>
                  <a:moveTo>
                    <a:pt x="95" y="0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5" y="0"/>
                    <a:pt x="0" y="6"/>
                    <a:pt x="0" y="13"/>
                  </a:cubicBezTo>
                  <a:cubicBezTo>
                    <a:pt x="0" y="156"/>
                    <a:pt x="0" y="156"/>
                    <a:pt x="0" y="156"/>
                  </a:cubicBezTo>
                  <a:cubicBezTo>
                    <a:pt x="2" y="156"/>
                    <a:pt x="2" y="156"/>
                    <a:pt x="2" y="156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2" y="7"/>
                    <a:pt x="7" y="2"/>
                    <a:pt x="13" y="2"/>
                  </a:cubicBezTo>
                  <a:cubicBezTo>
                    <a:pt x="95" y="2"/>
                    <a:pt x="95" y="2"/>
                    <a:pt x="95" y="2"/>
                  </a:cubicBezTo>
                  <a:cubicBezTo>
                    <a:pt x="101" y="2"/>
                    <a:pt x="106" y="7"/>
                    <a:pt x="106" y="13"/>
                  </a:cubicBezTo>
                  <a:cubicBezTo>
                    <a:pt x="106" y="156"/>
                    <a:pt x="106" y="156"/>
                    <a:pt x="106" y="156"/>
                  </a:cubicBezTo>
                  <a:cubicBezTo>
                    <a:pt x="108" y="156"/>
                    <a:pt x="108" y="156"/>
                    <a:pt x="108" y="156"/>
                  </a:cubicBezTo>
                  <a:cubicBezTo>
                    <a:pt x="108" y="13"/>
                    <a:pt x="108" y="13"/>
                    <a:pt x="108" y="13"/>
                  </a:cubicBezTo>
                  <a:cubicBezTo>
                    <a:pt x="108" y="6"/>
                    <a:pt x="102" y="0"/>
                    <a:pt x="95" y="0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3" name="Google Shape;2321;p39">
              <a:extLst>
                <a:ext uri="{FF2B5EF4-FFF2-40B4-BE49-F238E27FC236}">
                  <a16:creationId xmlns:a16="http://schemas.microsoft.com/office/drawing/2014/main" id="{27EDB43E-026C-46DC-AD8B-6EDF8BE0EBD1}"/>
                </a:ext>
              </a:extLst>
            </p:cNvPr>
            <p:cNvSpPr/>
            <p:nvPr/>
          </p:nvSpPr>
          <p:spPr>
            <a:xfrm>
              <a:off x="3962400" y="2814275"/>
              <a:ext cx="198438" cy="68262"/>
            </a:xfrm>
            <a:custGeom>
              <a:avLst/>
              <a:gdLst/>
              <a:ahLst/>
              <a:cxnLst/>
              <a:rect l="l" t="t" r="r" b="b"/>
              <a:pathLst>
                <a:path w="125" h="43" extrusionOk="0">
                  <a:moveTo>
                    <a:pt x="3" y="0"/>
                  </a:moveTo>
                  <a:lnTo>
                    <a:pt x="0" y="0"/>
                  </a:lnTo>
                  <a:lnTo>
                    <a:pt x="0" y="43"/>
                  </a:lnTo>
                  <a:lnTo>
                    <a:pt x="3" y="43"/>
                  </a:lnTo>
                  <a:lnTo>
                    <a:pt x="3" y="0"/>
                  </a:lnTo>
                  <a:close/>
                  <a:moveTo>
                    <a:pt x="125" y="0"/>
                  </a:moveTo>
                  <a:lnTo>
                    <a:pt x="123" y="0"/>
                  </a:lnTo>
                  <a:lnTo>
                    <a:pt x="123" y="43"/>
                  </a:lnTo>
                  <a:lnTo>
                    <a:pt x="125" y="43"/>
                  </a:lnTo>
                  <a:lnTo>
                    <a:pt x="125" y="0"/>
                  </a:lnTo>
                  <a:close/>
                </a:path>
              </a:pathLst>
            </a:custGeom>
            <a:solidFill>
              <a:srgbClr val="BC4540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4" name="Google Shape;2322;p39">
              <a:extLst>
                <a:ext uri="{FF2B5EF4-FFF2-40B4-BE49-F238E27FC236}">
                  <a16:creationId xmlns:a16="http://schemas.microsoft.com/office/drawing/2014/main" id="{C92DA911-173A-B72D-2D41-16AACEF88E71}"/>
                </a:ext>
              </a:extLst>
            </p:cNvPr>
            <p:cNvSpPr/>
            <p:nvPr/>
          </p:nvSpPr>
          <p:spPr>
            <a:xfrm>
              <a:off x="5999163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5" name="Google Shape;2323;p39">
              <a:extLst>
                <a:ext uri="{FF2B5EF4-FFF2-40B4-BE49-F238E27FC236}">
                  <a16:creationId xmlns:a16="http://schemas.microsoft.com/office/drawing/2014/main" id="{9796D3CA-A1D5-DFEA-B000-DC6FAE943362}"/>
                </a:ext>
              </a:extLst>
            </p:cNvPr>
            <p:cNvSpPr/>
            <p:nvPr/>
          </p:nvSpPr>
          <p:spPr>
            <a:xfrm>
              <a:off x="4010025" y="2606313"/>
              <a:ext cx="103188" cy="177800"/>
            </a:xfrm>
            <a:custGeom>
              <a:avLst/>
              <a:gdLst/>
              <a:ahLst/>
              <a:cxnLst/>
              <a:rect l="l" t="t" r="r" b="b"/>
              <a:pathLst>
                <a:path w="56" h="97" extrusionOk="0">
                  <a:moveTo>
                    <a:pt x="56" y="71"/>
                  </a:moveTo>
                  <a:cubicBezTo>
                    <a:pt x="56" y="86"/>
                    <a:pt x="44" y="97"/>
                    <a:pt x="30" y="97"/>
                  </a:cubicBezTo>
                  <a:cubicBezTo>
                    <a:pt x="25" y="97"/>
                    <a:pt x="25" y="97"/>
                    <a:pt x="25" y="97"/>
                  </a:cubicBezTo>
                  <a:cubicBezTo>
                    <a:pt x="11" y="97"/>
                    <a:pt x="0" y="86"/>
                    <a:pt x="0" y="71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0" y="11"/>
                    <a:pt x="11" y="0"/>
                    <a:pt x="25" y="0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44" y="0"/>
                    <a:pt x="56" y="11"/>
                    <a:pt x="56" y="25"/>
                  </a:cubicBezTo>
                  <a:lnTo>
                    <a:pt x="56" y="7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6" name="Google Shape;2324;p39">
              <a:extLst>
                <a:ext uri="{FF2B5EF4-FFF2-40B4-BE49-F238E27FC236}">
                  <a16:creationId xmlns:a16="http://schemas.microsoft.com/office/drawing/2014/main" id="{53687420-204F-1F45-72F9-BBF98D776271}"/>
                </a:ext>
              </a:extLst>
            </p:cNvPr>
            <p:cNvSpPr/>
            <p:nvPr/>
          </p:nvSpPr>
          <p:spPr>
            <a:xfrm>
              <a:off x="3825875" y="2652350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7" name="Google Shape;2325;p39">
              <a:extLst>
                <a:ext uri="{FF2B5EF4-FFF2-40B4-BE49-F238E27FC236}">
                  <a16:creationId xmlns:a16="http://schemas.microsoft.com/office/drawing/2014/main" id="{CA8ABB33-DC2E-EBDD-4098-E39482EEEBEA}"/>
                </a:ext>
              </a:extLst>
            </p:cNvPr>
            <p:cNvSpPr/>
            <p:nvPr/>
          </p:nvSpPr>
          <p:spPr>
            <a:xfrm>
              <a:off x="3825875" y="2677750"/>
              <a:ext cx="109538" cy="7937"/>
            </a:xfrm>
            <a:custGeom>
              <a:avLst/>
              <a:gdLst/>
              <a:ahLst/>
              <a:cxnLst/>
              <a:rect l="l" t="t" r="r" b="b"/>
              <a:pathLst>
                <a:path w="60" h="4" extrusionOk="0">
                  <a:moveTo>
                    <a:pt x="60" y="2"/>
                  </a:moveTo>
                  <a:cubicBezTo>
                    <a:pt x="60" y="3"/>
                    <a:pt x="59" y="4"/>
                    <a:pt x="58" y="4"/>
                  </a:cubicBezTo>
                  <a:cubicBezTo>
                    <a:pt x="2" y="4"/>
                    <a:pt x="2" y="4"/>
                    <a:pt x="2" y="4"/>
                  </a:cubicBezTo>
                  <a:cubicBezTo>
                    <a:pt x="1" y="4"/>
                    <a:pt x="0" y="3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8" name="Google Shape;2326;p39">
              <a:extLst>
                <a:ext uri="{FF2B5EF4-FFF2-40B4-BE49-F238E27FC236}">
                  <a16:creationId xmlns:a16="http://schemas.microsoft.com/office/drawing/2014/main" id="{B193E7BC-7B60-561C-EEF1-73554DE90AFA}"/>
                </a:ext>
              </a:extLst>
            </p:cNvPr>
            <p:cNvSpPr/>
            <p:nvPr/>
          </p:nvSpPr>
          <p:spPr>
            <a:xfrm>
              <a:off x="3825875" y="27047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1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1"/>
                  </a:cubicBezTo>
                  <a:cubicBezTo>
                    <a:pt x="0" y="0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0"/>
                    <a:pt x="6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49" name="Google Shape;2327;p39">
              <a:extLst>
                <a:ext uri="{FF2B5EF4-FFF2-40B4-BE49-F238E27FC236}">
                  <a16:creationId xmlns:a16="http://schemas.microsoft.com/office/drawing/2014/main" id="{1E77DA97-2C10-D9C0-25D7-7E66207F104B}"/>
                </a:ext>
              </a:extLst>
            </p:cNvPr>
            <p:cNvSpPr/>
            <p:nvPr/>
          </p:nvSpPr>
          <p:spPr>
            <a:xfrm>
              <a:off x="3825875" y="2730138"/>
              <a:ext cx="109538" cy="6350"/>
            </a:xfrm>
            <a:custGeom>
              <a:avLst/>
              <a:gdLst/>
              <a:ahLst/>
              <a:cxnLst/>
              <a:rect l="l" t="t" r="r" b="b"/>
              <a:pathLst>
                <a:path w="60" h="3" extrusionOk="0">
                  <a:moveTo>
                    <a:pt x="60" y="2"/>
                  </a:moveTo>
                  <a:cubicBezTo>
                    <a:pt x="60" y="2"/>
                    <a:pt x="59" y="3"/>
                    <a:pt x="58" y="3"/>
                  </a:cubicBezTo>
                  <a:cubicBezTo>
                    <a:pt x="2" y="3"/>
                    <a:pt x="2" y="3"/>
                    <a:pt x="2" y="3"/>
                  </a:cubicBezTo>
                  <a:cubicBezTo>
                    <a:pt x="1" y="3"/>
                    <a:pt x="0" y="2"/>
                    <a:pt x="0" y="2"/>
                  </a:cubicBezTo>
                  <a:cubicBezTo>
                    <a:pt x="0" y="1"/>
                    <a:pt x="1" y="0"/>
                    <a:pt x="2" y="0"/>
                  </a:cubicBezTo>
                  <a:cubicBezTo>
                    <a:pt x="58" y="0"/>
                    <a:pt x="58" y="0"/>
                    <a:pt x="58" y="0"/>
                  </a:cubicBezTo>
                  <a:cubicBezTo>
                    <a:pt x="59" y="0"/>
                    <a:pt x="60" y="1"/>
                    <a:pt x="60" y="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" name="Google Shape;2328;p39">
              <a:extLst>
                <a:ext uri="{FF2B5EF4-FFF2-40B4-BE49-F238E27FC236}">
                  <a16:creationId xmlns:a16="http://schemas.microsoft.com/office/drawing/2014/main" id="{3F63D18E-0259-9778-3355-F39100C9777A}"/>
                </a:ext>
              </a:extLst>
            </p:cNvPr>
            <p:cNvSpPr/>
            <p:nvPr/>
          </p:nvSpPr>
          <p:spPr>
            <a:xfrm>
              <a:off x="4256088" y="2622188"/>
              <a:ext cx="1600200" cy="161925"/>
            </a:xfrm>
            <a:custGeom>
              <a:avLst/>
              <a:gdLst/>
              <a:ahLst/>
              <a:cxnLst/>
              <a:rect l="l" t="t" r="r" b="b"/>
              <a:pathLst>
                <a:path w="875" h="88" extrusionOk="0">
                  <a:moveTo>
                    <a:pt x="0" y="76"/>
                  </a:moveTo>
                  <a:cubicBezTo>
                    <a:pt x="0" y="83"/>
                    <a:pt x="5" y="88"/>
                    <a:pt x="12" y="88"/>
                  </a:cubicBezTo>
                  <a:cubicBezTo>
                    <a:pt x="863" y="88"/>
                    <a:pt x="863" y="88"/>
                    <a:pt x="863" y="88"/>
                  </a:cubicBezTo>
                  <a:cubicBezTo>
                    <a:pt x="869" y="88"/>
                    <a:pt x="875" y="83"/>
                    <a:pt x="875" y="76"/>
                  </a:cubicBezTo>
                  <a:cubicBezTo>
                    <a:pt x="875" y="12"/>
                    <a:pt x="875" y="12"/>
                    <a:pt x="875" y="12"/>
                  </a:cubicBezTo>
                  <a:cubicBezTo>
                    <a:pt x="875" y="5"/>
                    <a:pt x="869" y="0"/>
                    <a:pt x="863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0"/>
                    <a:pt x="0" y="5"/>
                    <a:pt x="0" y="12"/>
                  </a:cubicBezTo>
                  <a:cubicBezTo>
                    <a:pt x="0" y="76"/>
                    <a:pt x="0" y="76"/>
                    <a:pt x="0" y="76"/>
                  </a:cubicBezTo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" name="Google Shape;2329;p39">
              <a:extLst>
                <a:ext uri="{FF2B5EF4-FFF2-40B4-BE49-F238E27FC236}">
                  <a16:creationId xmlns:a16="http://schemas.microsoft.com/office/drawing/2014/main" id="{4DC43FF2-E342-218C-4470-12A75C8BD50E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2" name="Google Shape;2330;p39">
              <a:extLst>
                <a:ext uri="{FF2B5EF4-FFF2-40B4-BE49-F238E27FC236}">
                  <a16:creationId xmlns:a16="http://schemas.microsoft.com/office/drawing/2014/main" id="{8B2D725E-16CB-9584-7E0F-2AC2B651D71D}"/>
                </a:ext>
              </a:extLst>
            </p:cNvPr>
            <p:cNvSpPr/>
            <p:nvPr/>
          </p:nvSpPr>
          <p:spPr>
            <a:xfrm>
              <a:off x="447357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2331;p39">
              <a:extLst>
                <a:ext uri="{FF2B5EF4-FFF2-40B4-BE49-F238E27FC236}">
                  <a16:creationId xmlns:a16="http://schemas.microsoft.com/office/drawing/2014/main" id="{A4BD0B6B-D4E4-4DF7-03FB-BF160142155D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2332;p39">
              <a:extLst>
                <a:ext uri="{FF2B5EF4-FFF2-40B4-BE49-F238E27FC236}">
                  <a16:creationId xmlns:a16="http://schemas.microsoft.com/office/drawing/2014/main" id="{E71A11B3-63A5-4BBC-5498-54288E434513}"/>
                </a:ext>
              </a:extLst>
            </p:cNvPr>
            <p:cNvSpPr/>
            <p:nvPr/>
          </p:nvSpPr>
          <p:spPr>
            <a:xfrm>
              <a:off x="470376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" name="Google Shape;2333;p39">
              <a:extLst>
                <a:ext uri="{FF2B5EF4-FFF2-40B4-BE49-F238E27FC236}">
                  <a16:creationId xmlns:a16="http://schemas.microsoft.com/office/drawing/2014/main" id="{70EFEFB3-5F6A-5589-5C54-A5C1239ECC6C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" name="Google Shape;2334;p39">
              <a:extLst>
                <a:ext uri="{FF2B5EF4-FFF2-40B4-BE49-F238E27FC236}">
                  <a16:creationId xmlns:a16="http://schemas.microsoft.com/office/drawing/2014/main" id="{9F98305E-9995-BEDD-F9FF-80A1B8481B61}"/>
                </a:ext>
              </a:extLst>
            </p:cNvPr>
            <p:cNvSpPr/>
            <p:nvPr/>
          </p:nvSpPr>
          <p:spPr>
            <a:xfrm>
              <a:off x="4935543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7" name="Google Shape;2335;p39">
              <a:extLst>
                <a:ext uri="{FF2B5EF4-FFF2-40B4-BE49-F238E27FC236}">
                  <a16:creationId xmlns:a16="http://schemas.microsoft.com/office/drawing/2014/main" id="{095EA96B-4173-E20A-F75F-7F70C069F561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" name="Google Shape;2336;p39">
              <a:extLst>
                <a:ext uri="{FF2B5EF4-FFF2-40B4-BE49-F238E27FC236}">
                  <a16:creationId xmlns:a16="http://schemas.microsoft.com/office/drawing/2014/main" id="{85BBDC83-2012-0509-40BE-E6B2EB9B3EFA}"/>
                </a:ext>
              </a:extLst>
            </p:cNvPr>
            <p:cNvSpPr/>
            <p:nvPr/>
          </p:nvSpPr>
          <p:spPr>
            <a:xfrm>
              <a:off x="5165732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" name="Google Shape;2337;p39">
              <a:extLst>
                <a:ext uri="{FF2B5EF4-FFF2-40B4-BE49-F238E27FC236}">
                  <a16:creationId xmlns:a16="http://schemas.microsoft.com/office/drawing/2014/main" id="{0A258478-47C1-6FC6-1CE8-69F353D5557E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" name="Google Shape;2338;p39">
              <a:extLst>
                <a:ext uri="{FF2B5EF4-FFF2-40B4-BE49-F238E27FC236}">
                  <a16:creationId xmlns:a16="http://schemas.microsoft.com/office/drawing/2014/main" id="{65C49641-4BDA-C2D5-3925-E402293AF7F2}"/>
                </a:ext>
              </a:extLst>
            </p:cNvPr>
            <p:cNvSpPr/>
            <p:nvPr/>
          </p:nvSpPr>
          <p:spPr>
            <a:xfrm>
              <a:off x="5394334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1" name="Google Shape;2339;p39">
              <a:extLst>
                <a:ext uri="{FF2B5EF4-FFF2-40B4-BE49-F238E27FC236}">
                  <a16:creationId xmlns:a16="http://schemas.microsoft.com/office/drawing/2014/main" id="{D7C3FCB1-B8C2-C81C-02C6-AF72D068521D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2" name="Google Shape;2340;p39">
              <a:extLst>
                <a:ext uri="{FF2B5EF4-FFF2-40B4-BE49-F238E27FC236}">
                  <a16:creationId xmlns:a16="http://schemas.microsoft.com/office/drawing/2014/main" id="{E7C34349-2B51-C9AF-C81B-2AC9466FF6B3}"/>
                </a:ext>
              </a:extLst>
            </p:cNvPr>
            <p:cNvSpPr/>
            <p:nvPr/>
          </p:nvSpPr>
          <p:spPr>
            <a:xfrm>
              <a:off x="5624525" y="2622337"/>
              <a:ext cx="12600" cy="162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3" name="Google Shape;2344;p39">
            <a:extLst>
              <a:ext uri="{FF2B5EF4-FFF2-40B4-BE49-F238E27FC236}">
                <a16:creationId xmlns:a16="http://schemas.microsoft.com/office/drawing/2014/main" id="{20482CE1-3A1E-FBE1-FAD4-28700D9347EE}"/>
              </a:ext>
            </a:extLst>
          </p:cNvPr>
          <p:cNvGrpSpPr/>
          <p:nvPr/>
        </p:nvGrpSpPr>
        <p:grpSpPr>
          <a:xfrm>
            <a:off x="0" y="3440300"/>
            <a:ext cx="9144000" cy="1703200"/>
            <a:chOff x="0" y="3593000"/>
            <a:chExt cx="9186902" cy="1703200"/>
          </a:xfrm>
        </p:grpSpPr>
        <p:sp>
          <p:nvSpPr>
            <p:cNvPr id="384" name="Google Shape;2345;p39">
              <a:extLst>
                <a:ext uri="{FF2B5EF4-FFF2-40B4-BE49-F238E27FC236}">
                  <a16:creationId xmlns:a16="http://schemas.microsoft.com/office/drawing/2014/main" id="{FD3E4C49-337B-D891-5CFC-EA0F3176AB59}"/>
                </a:ext>
              </a:extLst>
            </p:cNvPr>
            <p:cNvSpPr/>
            <p:nvPr/>
          </p:nvSpPr>
          <p:spPr>
            <a:xfrm>
              <a:off x="0" y="3593000"/>
              <a:ext cx="9186902" cy="1702900"/>
            </a:xfrm>
            <a:custGeom>
              <a:avLst/>
              <a:gdLst/>
              <a:ahLst/>
              <a:cxnLst/>
              <a:rect l="l" t="t" r="r" b="b"/>
              <a:pathLst>
                <a:path w="4160" h="775" extrusionOk="0">
                  <a:moveTo>
                    <a:pt x="1292" y="51"/>
                  </a:moveTo>
                  <a:cubicBezTo>
                    <a:pt x="1292" y="39"/>
                    <a:pt x="1292" y="39"/>
                    <a:pt x="1292" y="39"/>
                  </a:cubicBezTo>
                  <a:cubicBezTo>
                    <a:pt x="1283" y="39"/>
                    <a:pt x="1283" y="39"/>
                    <a:pt x="1283" y="39"/>
                  </a:cubicBezTo>
                  <a:cubicBezTo>
                    <a:pt x="1283" y="21"/>
                    <a:pt x="1283" y="21"/>
                    <a:pt x="1283" y="21"/>
                  </a:cubicBezTo>
                  <a:cubicBezTo>
                    <a:pt x="1283" y="9"/>
                    <a:pt x="1274" y="0"/>
                    <a:pt x="1262" y="0"/>
                  </a:cubicBezTo>
                  <a:cubicBezTo>
                    <a:pt x="1049" y="0"/>
                    <a:pt x="1049" y="0"/>
                    <a:pt x="1049" y="0"/>
                  </a:cubicBezTo>
                  <a:cubicBezTo>
                    <a:pt x="1038" y="0"/>
                    <a:pt x="1029" y="9"/>
                    <a:pt x="1029" y="21"/>
                  </a:cubicBezTo>
                  <a:cubicBezTo>
                    <a:pt x="1029" y="39"/>
                    <a:pt x="1029" y="39"/>
                    <a:pt x="1029" y="39"/>
                  </a:cubicBezTo>
                  <a:cubicBezTo>
                    <a:pt x="1020" y="39"/>
                    <a:pt x="1020" y="39"/>
                    <a:pt x="1020" y="39"/>
                  </a:cubicBezTo>
                  <a:cubicBezTo>
                    <a:pt x="1020" y="51"/>
                    <a:pt x="1020" y="51"/>
                    <a:pt x="1020" y="51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55"/>
                    <a:pt x="0" y="55"/>
                    <a:pt x="0" y="55"/>
                  </a:cubicBezTo>
                  <a:cubicBezTo>
                    <a:pt x="0" y="475"/>
                    <a:pt x="0" y="475"/>
                    <a:pt x="0" y="475"/>
                  </a:cubicBezTo>
                  <a:cubicBezTo>
                    <a:pt x="27" y="475"/>
                    <a:pt x="27" y="475"/>
                    <a:pt x="27" y="475"/>
                  </a:cubicBezTo>
                  <a:cubicBezTo>
                    <a:pt x="110" y="475"/>
                    <a:pt x="110" y="475"/>
                    <a:pt x="110" y="475"/>
                  </a:cubicBezTo>
                  <a:cubicBezTo>
                    <a:pt x="136" y="475"/>
                    <a:pt x="136" y="475"/>
                    <a:pt x="136" y="475"/>
                  </a:cubicBezTo>
                  <a:cubicBezTo>
                    <a:pt x="136" y="340"/>
                    <a:pt x="469" y="230"/>
                    <a:pt x="882" y="229"/>
                  </a:cubicBezTo>
                  <a:cubicBezTo>
                    <a:pt x="1301" y="230"/>
                    <a:pt x="1638" y="340"/>
                    <a:pt x="1638" y="475"/>
                  </a:cubicBezTo>
                  <a:cubicBezTo>
                    <a:pt x="1644" y="475"/>
                    <a:pt x="1644" y="475"/>
                    <a:pt x="1644" y="475"/>
                  </a:cubicBezTo>
                  <a:cubicBezTo>
                    <a:pt x="1759" y="475"/>
                    <a:pt x="1759" y="475"/>
                    <a:pt x="1759" y="475"/>
                  </a:cubicBezTo>
                  <a:cubicBezTo>
                    <a:pt x="1759" y="775"/>
                    <a:pt x="1759" y="775"/>
                    <a:pt x="1759" y="775"/>
                  </a:cubicBezTo>
                  <a:cubicBezTo>
                    <a:pt x="1763" y="775"/>
                    <a:pt x="1763" y="775"/>
                    <a:pt x="1763" y="775"/>
                  </a:cubicBezTo>
                  <a:cubicBezTo>
                    <a:pt x="2386" y="775"/>
                    <a:pt x="2386" y="775"/>
                    <a:pt x="2386" y="775"/>
                  </a:cubicBezTo>
                  <a:cubicBezTo>
                    <a:pt x="2390" y="775"/>
                    <a:pt x="2390" y="775"/>
                    <a:pt x="2390" y="775"/>
                  </a:cubicBezTo>
                  <a:cubicBezTo>
                    <a:pt x="2390" y="475"/>
                    <a:pt x="2390" y="475"/>
                    <a:pt x="2390" y="475"/>
                  </a:cubicBezTo>
                  <a:cubicBezTo>
                    <a:pt x="2505" y="475"/>
                    <a:pt x="2505" y="475"/>
                    <a:pt x="2505" y="475"/>
                  </a:cubicBezTo>
                  <a:cubicBezTo>
                    <a:pt x="2511" y="475"/>
                    <a:pt x="2511" y="475"/>
                    <a:pt x="2511" y="475"/>
                  </a:cubicBezTo>
                  <a:cubicBezTo>
                    <a:pt x="2511" y="340"/>
                    <a:pt x="2849" y="230"/>
                    <a:pt x="3267" y="229"/>
                  </a:cubicBezTo>
                  <a:cubicBezTo>
                    <a:pt x="3680" y="230"/>
                    <a:pt x="4014" y="340"/>
                    <a:pt x="4014" y="475"/>
                  </a:cubicBezTo>
                  <a:cubicBezTo>
                    <a:pt x="4039" y="475"/>
                    <a:pt x="4039" y="475"/>
                    <a:pt x="4039" y="475"/>
                  </a:cubicBezTo>
                  <a:cubicBezTo>
                    <a:pt x="4133" y="475"/>
                    <a:pt x="4133" y="475"/>
                    <a:pt x="4133" y="475"/>
                  </a:cubicBezTo>
                  <a:cubicBezTo>
                    <a:pt x="4160" y="475"/>
                    <a:pt x="4160" y="475"/>
                    <a:pt x="4160" y="475"/>
                  </a:cubicBezTo>
                  <a:cubicBezTo>
                    <a:pt x="4160" y="184"/>
                    <a:pt x="4160" y="184"/>
                    <a:pt x="4160" y="184"/>
                  </a:cubicBezTo>
                  <a:cubicBezTo>
                    <a:pt x="4160" y="175"/>
                    <a:pt x="4160" y="175"/>
                    <a:pt x="4160" y="175"/>
                  </a:cubicBezTo>
                  <a:cubicBezTo>
                    <a:pt x="4160" y="173"/>
                    <a:pt x="4160" y="173"/>
                    <a:pt x="4160" y="173"/>
                  </a:cubicBezTo>
                  <a:cubicBezTo>
                    <a:pt x="4160" y="137"/>
                    <a:pt x="4160" y="137"/>
                    <a:pt x="4160" y="137"/>
                  </a:cubicBezTo>
                  <a:cubicBezTo>
                    <a:pt x="4160" y="129"/>
                    <a:pt x="4160" y="129"/>
                    <a:pt x="4160" y="129"/>
                  </a:cubicBezTo>
                  <a:cubicBezTo>
                    <a:pt x="4160" y="121"/>
                    <a:pt x="4160" y="121"/>
                    <a:pt x="4160" y="121"/>
                  </a:cubicBezTo>
                  <a:cubicBezTo>
                    <a:pt x="4160" y="60"/>
                    <a:pt x="4160" y="60"/>
                    <a:pt x="4160" y="60"/>
                  </a:cubicBezTo>
                  <a:cubicBezTo>
                    <a:pt x="4160" y="55"/>
                    <a:pt x="4160" y="55"/>
                    <a:pt x="4160" y="55"/>
                  </a:cubicBezTo>
                  <a:cubicBezTo>
                    <a:pt x="4160" y="51"/>
                    <a:pt x="4160" y="51"/>
                    <a:pt x="4160" y="51"/>
                  </a:cubicBezTo>
                  <a:lnTo>
                    <a:pt x="1292" y="51"/>
                  </a:lnTo>
                  <a:close/>
                  <a:moveTo>
                    <a:pt x="1239" y="2"/>
                  </a:moveTo>
                  <a:cubicBezTo>
                    <a:pt x="1262" y="2"/>
                    <a:pt x="1262" y="2"/>
                    <a:pt x="1262" y="2"/>
                  </a:cubicBezTo>
                  <a:cubicBezTo>
                    <a:pt x="1272" y="2"/>
                    <a:pt x="1281" y="10"/>
                    <a:pt x="1281" y="21"/>
                  </a:cubicBezTo>
                  <a:cubicBezTo>
                    <a:pt x="1281" y="39"/>
                    <a:pt x="1281" y="39"/>
                    <a:pt x="1281" y="39"/>
                  </a:cubicBezTo>
                  <a:cubicBezTo>
                    <a:pt x="1239" y="39"/>
                    <a:pt x="1239" y="39"/>
                    <a:pt x="1239" y="39"/>
                  </a:cubicBezTo>
                  <a:lnTo>
                    <a:pt x="1239" y="2"/>
                  </a:lnTo>
                  <a:close/>
                  <a:moveTo>
                    <a:pt x="1197" y="2"/>
                  </a:moveTo>
                  <a:cubicBezTo>
                    <a:pt x="1237" y="2"/>
                    <a:pt x="1237" y="2"/>
                    <a:pt x="1237" y="2"/>
                  </a:cubicBezTo>
                  <a:cubicBezTo>
                    <a:pt x="1237" y="39"/>
                    <a:pt x="1237" y="39"/>
                    <a:pt x="1237" y="39"/>
                  </a:cubicBezTo>
                  <a:cubicBezTo>
                    <a:pt x="1197" y="39"/>
                    <a:pt x="1197" y="39"/>
                    <a:pt x="1197" y="39"/>
                  </a:cubicBezTo>
                  <a:lnTo>
                    <a:pt x="1197" y="2"/>
                  </a:lnTo>
                  <a:close/>
                  <a:moveTo>
                    <a:pt x="1155" y="2"/>
                  </a:moveTo>
                  <a:cubicBezTo>
                    <a:pt x="1196" y="2"/>
                    <a:pt x="1196" y="2"/>
                    <a:pt x="1196" y="2"/>
                  </a:cubicBezTo>
                  <a:cubicBezTo>
                    <a:pt x="1196" y="39"/>
                    <a:pt x="1196" y="39"/>
                    <a:pt x="1196" y="39"/>
                  </a:cubicBezTo>
                  <a:cubicBezTo>
                    <a:pt x="1155" y="39"/>
                    <a:pt x="1155" y="39"/>
                    <a:pt x="1155" y="39"/>
                  </a:cubicBezTo>
                  <a:lnTo>
                    <a:pt x="1155" y="2"/>
                  </a:lnTo>
                  <a:close/>
                  <a:moveTo>
                    <a:pt x="1117" y="2"/>
                  </a:moveTo>
                  <a:cubicBezTo>
                    <a:pt x="1153" y="2"/>
                    <a:pt x="1153" y="2"/>
                    <a:pt x="1153" y="2"/>
                  </a:cubicBezTo>
                  <a:cubicBezTo>
                    <a:pt x="1153" y="39"/>
                    <a:pt x="1153" y="39"/>
                    <a:pt x="1153" y="39"/>
                  </a:cubicBezTo>
                  <a:cubicBezTo>
                    <a:pt x="1117" y="39"/>
                    <a:pt x="1117" y="39"/>
                    <a:pt x="1117" y="39"/>
                  </a:cubicBezTo>
                  <a:lnTo>
                    <a:pt x="1117" y="2"/>
                  </a:lnTo>
                  <a:close/>
                  <a:moveTo>
                    <a:pt x="1075" y="2"/>
                  </a:moveTo>
                  <a:cubicBezTo>
                    <a:pt x="1115" y="2"/>
                    <a:pt x="1115" y="2"/>
                    <a:pt x="1115" y="2"/>
                  </a:cubicBezTo>
                  <a:cubicBezTo>
                    <a:pt x="1115" y="39"/>
                    <a:pt x="1115" y="39"/>
                    <a:pt x="1115" y="39"/>
                  </a:cubicBezTo>
                  <a:cubicBezTo>
                    <a:pt x="1075" y="39"/>
                    <a:pt x="1075" y="39"/>
                    <a:pt x="1075" y="39"/>
                  </a:cubicBezTo>
                  <a:lnTo>
                    <a:pt x="1075" y="2"/>
                  </a:lnTo>
                  <a:close/>
                  <a:moveTo>
                    <a:pt x="1031" y="21"/>
                  </a:moveTo>
                  <a:cubicBezTo>
                    <a:pt x="1031" y="10"/>
                    <a:pt x="1039" y="2"/>
                    <a:pt x="1049" y="2"/>
                  </a:cubicBezTo>
                  <a:cubicBezTo>
                    <a:pt x="1073" y="2"/>
                    <a:pt x="1073" y="2"/>
                    <a:pt x="1073" y="2"/>
                  </a:cubicBezTo>
                  <a:cubicBezTo>
                    <a:pt x="1073" y="39"/>
                    <a:pt x="1073" y="39"/>
                    <a:pt x="1073" y="39"/>
                  </a:cubicBezTo>
                  <a:cubicBezTo>
                    <a:pt x="1031" y="39"/>
                    <a:pt x="1031" y="39"/>
                    <a:pt x="1031" y="39"/>
                  </a:cubicBezTo>
                  <a:lnTo>
                    <a:pt x="1031" y="21"/>
                  </a:lnTo>
                  <a:close/>
                </a:path>
              </a:pathLst>
            </a:custGeom>
            <a:solidFill>
              <a:schemeClr val="tx1">
                <a:lumMod val="25000"/>
              </a:schemeClr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5" name="Google Shape;2346;p39">
              <a:extLst>
                <a:ext uri="{FF2B5EF4-FFF2-40B4-BE49-F238E27FC236}">
                  <a16:creationId xmlns:a16="http://schemas.microsoft.com/office/drawing/2014/main" id="{635C72A4-D34C-8317-5867-9298100A175C}"/>
                </a:ext>
              </a:extLst>
            </p:cNvPr>
            <p:cNvSpPr/>
            <p:nvPr/>
          </p:nvSpPr>
          <p:spPr>
            <a:xfrm>
              <a:off x="0" y="4601525"/>
              <a:ext cx="297900" cy="6861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sp>
          <p:nvSpPr>
            <p:cNvPr id="386" name="Google Shape;2347;p39">
              <a:extLst>
                <a:ext uri="{FF2B5EF4-FFF2-40B4-BE49-F238E27FC236}">
                  <a16:creationId xmlns:a16="http://schemas.microsoft.com/office/drawing/2014/main" id="{027C7143-A006-9186-3FE5-B3384ABA3EB2}"/>
                </a:ext>
              </a:extLst>
            </p:cNvPr>
            <p:cNvSpPr/>
            <p:nvPr/>
          </p:nvSpPr>
          <p:spPr>
            <a:xfrm>
              <a:off x="3867063" y="4630500"/>
              <a:ext cx="14316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  <p:grpSp>
          <p:nvGrpSpPr>
            <p:cNvPr id="387" name="Google Shape;2348;p39">
              <a:extLst>
                <a:ext uri="{FF2B5EF4-FFF2-40B4-BE49-F238E27FC236}">
                  <a16:creationId xmlns:a16="http://schemas.microsoft.com/office/drawing/2014/main" id="{ECDA039D-3C65-7C92-6E7F-85C6ACB22FC5}"/>
                </a:ext>
              </a:extLst>
            </p:cNvPr>
            <p:cNvGrpSpPr/>
            <p:nvPr/>
          </p:nvGrpSpPr>
          <p:grpSpPr>
            <a:xfrm>
              <a:off x="109020" y="4065169"/>
              <a:ext cx="8197094" cy="1044961"/>
              <a:chOff x="69670" y="3912769"/>
              <a:chExt cx="8197094" cy="1044961"/>
            </a:xfrm>
          </p:grpSpPr>
          <p:sp>
            <p:nvSpPr>
              <p:cNvPr id="389" name="Google Shape;2349;p39">
                <a:extLst>
                  <a:ext uri="{FF2B5EF4-FFF2-40B4-BE49-F238E27FC236}">
                    <a16:creationId xmlns:a16="http://schemas.microsoft.com/office/drawing/2014/main" id="{EE49C479-E463-F3DB-7FF1-E264658E0366}"/>
                  </a:ext>
                </a:extLst>
              </p:cNvPr>
              <p:cNvSpPr/>
              <p:nvPr/>
            </p:nvSpPr>
            <p:spPr>
              <a:xfrm>
                <a:off x="3676701" y="3933410"/>
                <a:ext cx="10578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0" name="Google Shape;2350;p39">
                <a:extLst>
                  <a:ext uri="{FF2B5EF4-FFF2-40B4-BE49-F238E27FC236}">
                    <a16:creationId xmlns:a16="http://schemas.microsoft.com/office/drawing/2014/main" id="{EF24707B-A579-A270-BEB6-0CCB8986DAD4}"/>
                  </a:ext>
                </a:extLst>
              </p:cNvPr>
              <p:cNvSpPr/>
              <p:nvPr/>
            </p:nvSpPr>
            <p:spPr>
              <a:xfrm>
                <a:off x="105792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1" name="Google Shape;2351;p39">
                <a:extLst>
                  <a:ext uri="{FF2B5EF4-FFF2-40B4-BE49-F238E27FC236}">
                    <a16:creationId xmlns:a16="http://schemas.microsoft.com/office/drawing/2014/main" id="{446809F1-865A-C8FA-4FEC-6CC2D18E230E}"/>
                  </a:ext>
                </a:extLst>
              </p:cNvPr>
              <p:cNvSpPr/>
              <p:nvPr/>
            </p:nvSpPr>
            <p:spPr>
              <a:xfrm>
                <a:off x="229639" y="404177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2" name="Google Shape;2352;p39">
                <a:extLst>
                  <a:ext uri="{FF2B5EF4-FFF2-40B4-BE49-F238E27FC236}">
                    <a16:creationId xmlns:a16="http://schemas.microsoft.com/office/drawing/2014/main" id="{CE1E8825-0EB4-02F2-E108-3C7D52CD650E}"/>
                  </a:ext>
                </a:extLst>
              </p:cNvPr>
              <p:cNvSpPr/>
              <p:nvPr/>
            </p:nvSpPr>
            <p:spPr>
              <a:xfrm>
                <a:off x="69670" y="416820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3" name="Google Shape;2353;p39">
                <a:extLst>
                  <a:ext uri="{FF2B5EF4-FFF2-40B4-BE49-F238E27FC236}">
                    <a16:creationId xmlns:a16="http://schemas.microsoft.com/office/drawing/2014/main" id="{0A2A348D-F306-C6D2-FC5F-9D6FE0DD419F}"/>
                  </a:ext>
                </a:extLst>
              </p:cNvPr>
              <p:cNvSpPr/>
              <p:nvPr/>
            </p:nvSpPr>
            <p:spPr>
              <a:xfrm>
                <a:off x="3914073" y="4018556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4" name="Google Shape;2354;p39">
                <a:extLst>
                  <a:ext uri="{FF2B5EF4-FFF2-40B4-BE49-F238E27FC236}">
                    <a16:creationId xmlns:a16="http://schemas.microsoft.com/office/drawing/2014/main" id="{944B167F-DF09-DC91-5ABC-1450DA1BBF21}"/>
                  </a:ext>
                </a:extLst>
              </p:cNvPr>
              <p:cNvSpPr/>
              <p:nvPr/>
            </p:nvSpPr>
            <p:spPr>
              <a:xfrm>
                <a:off x="3343864" y="4064998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5" name="Google Shape;2355;p39">
                <a:extLst>
                  <a:ext uri="{FF2B5EF4-FFF2-40B4-BE49-F238E27FC236}">
                    <a16:creationId xmlns:a16="http://schemas.microsoft.com/office/drawing/2014/main" id="{1D235445-C105-328F-5F09-893EC27C004A}"/>
                  </a:ext>
                </a:extLst>
              </p:cNvPr>
              <p:cNvSpPr/>
              <p:nvPr/>
            </p:nvSpPr>
            <p:spPr>
              <a:xfrm>
                <a:off x="3952776" y="4591349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6" name="Google Shape;2356;p39">
                <a:extLst>
                  <a:ext uri="{FF2B5EF4-FFF2-40B4-BE49-F238E27FC236}">
                    <a16:creationId xmlns:a16="http://schemas.microsoft.com/office/drawing/2014/main" id="{2960C7E1-DF51-DBB8-CCEF-7CDED83CD1FC}"/>
                  </a:ext>
                </a:extLst>
              </p:cNvPr>
              <p:cNvSpPr/>
              <p:nvPr/>
            </p:nvSpPr>
            <p:spPr>
              <a:xfrm>
                <a:off x="395277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7" name="Google Shape;2357;p39">
                <a:extLst>
                  <a:ext uri="{FF2B5EF4-FFF2-40B4-BE49-F238E27FC236}">
                    <a16:creationId xmlns:a16="http://schemas.microsoft.com/office/drawing/2014/main" id="{A67834A7-B0AA-1926-3BB0-40DB5B8926C9}"/>
                  </a:ext>
                </a:extLst>
              </p:cNvPr>
              <p:cNvSpPr/>
              <p:nvPr/>
            </p:nvSpPr>
            <p:spPr>
              <a:xfrm>
                <a:off x="4112745" y="464811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5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8" name="Google Shape;2358;p39">
                <a:extLst>
                  <a:ext uri="{FF2B5EF4-FFF2-40B4-BE49-F238E27FC236}">
                    <a16:creationId xmlns:a16="http://schemas.microsoft.com/office/drawing/2014/main" id="{6DB07BB9-58EE-1AF7-95CB-BD2A4204A5C9}"/>
                  </a:ext>
                </a:extLst>
              </p:cNvPr>
              <p:cNvSpPr/>
              <p:nvPr/>
            </p:nvSpPr>
            <p:spPr>
              <a:xfrm>
                <a:off x="5255744" y="3982434"/>
                <a:ext cx="10578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8" h="20" extrusionOk="0">
                    <a:moveTo>
                      <a:pt x="43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3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3" y="20"/>
                      <a:pt x="5" y="20"/>
                    </a:cubicBezTo>
                    <a:cubicBezTo>
                      <a:pt x="43" y="20"/>
                      <a:pt x="43" y="20"/>
                      <a:pt x="43" y="20"/>
                    </a:cubicBezTo>
                    <a:cubicBezTo>
                      <a:pt x="45" y="20"/>
                      <a:pt x="48" y="18"/>
                      <a:pt x="48" y="15"/>
                    </a:cubicBezTo>
                    <a:cubicBezTo>
                      <a:pt x="48" y="4"/>
                      <a:pt x="48" y="4"/>
                      <a:pt x="48" y="4"/>
                    </a:cubicBezTo>
                    <a:cubicBezTo>
                      <a:pt x="48" y="2"/>
                      <a:pt x="45" y="0"/>
                      <a:pt x="4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99" name="Google Shape;2359;p39">
                <a:extLst>
                  <a:ext uri="{FF2B5EF4-FFF2-40B4-BE49-F238E27FC236}">
                    <a16:creationId xmlns:a16="http://schemas.microsoft.com/office/drawing/2014/main" id="{1D667EDD-4F79-F76E-77C9-26902070B100}"/>
                  </a:ext>
                </a:extLst>
              </p:cNvPr>
              <p:cNvSpPr/>
              <p:nvPr/>
            </p:nvSpPr>
            <p:spPr>
              <a:xfrm>
                <a:off x="8163558" y="391276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0" name="Google Shape;2360;p39">
                <a:extLst>
                  <a:ext uri="{FF2B5EF4-FFF2-40B4-BE49-F238E27FC236}">
                    <a16:creationId xmlns:a16="http://schemas.microsoft.com/office/drawing/2014/main" id="{78FF63FA-CDC7-DBC8-F88B-6BA64328A706}"/>
                  </a:ext>
                </a:extLst>
              </p:cNvPr>
              <p:cNvSpPr/>
              <p:nvPr/>
            </p:nvSpPr>
            <p:spPr>
              <a:xfrm>
                <a:off x="4868724" y="4790019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1" name="Google Shape;2361;p39">
                <a:extLst>
                  <a:ext uri="{FF2B5EF4-FFF2-40B4-BE49-F238E27FC236}">
                    <a16:creationId xmlns:a16="http://schemas.microsoft.com/office/drawing/2014/main" id="{C514D9A3-679A-2E3C-C45F-A9F035C867FE}"/>
                  </a:ext>
                </a:extLst>
              </p:cNvPr>
              <p:cNvSpPr/>
              <p:nvPr/>
            </p:nvSpPr>
            <p:spPr>
              <a:xfrm>
                <a:off x="4572009" y="4578447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4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4"/>
                      <a:pt x="47" y="4"/>
                      <a:pt x="47" y="4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2" name="Google Shape;2362;p39">
                <a:extLst>
                  <a:ext uri="{FF2B5EF4-FFF2-40B4-BE49-F238E27FC236}">
                    <a16:creationId xmlns:a16="http://schemas.microsoft.com/office/drawing/2014/main" id="{9E60C958-689D-F502-41C6-A95DAD17FB8C}"/>
                  </a:ext>
                </a:extLst>
              </p:cNvPr>
              <p:cNvSpPr/>
              <p:nvPr/>
            </p:nvSpPr>
            <p:spPr>
              <a:xfrm>
                <a:off x="4270132" y="4294631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7" y="15"/>
                    </a:move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3" name="Google Shape;2363;p39">
                <a:extLst>
                  <a:ext uri="{FF2B5EF4-FFF2-40B4-BE49-F238E27FC236}">
                    <a16:creationId xmlns:a16="http://schemas.microsoft.com/office/drawing/2014/main" id="{53846E4E-55CC-4446-AB43-7C1C9CA29C59}"/>
                  </a:ext>
                </a:extLst>
              </p:cNvPr>
              <p:cNvSpPr/>
              <p:nvPr/>
            </p:nvSpPr>
            <p:spPr>
              <a:xfrm>
                <a:off x="4711336" y="4694554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4" name="Google Shape;2364;p39">
                <a:extLst>
                  <a:ext uri="{FF2B5EF4-FFF2-40B4-BE49-F238E27FC236}">
                    <a16:creationId xmlns:a16="http://schemas.microsoft.com/office/drawing/2014/main" id="{2F260DF6-E724-89BF-AD56-C41A6AA870A8}"/>
                  </a:ext>
                </a:extLst>
              </p:cNvPr>
              <p:cNvSpPr/>
              <p:nvPr/>
            </p:nvSpPr>
            <p:spPr>
              <a:xfrm>
                <a:off x="4316574" y="4911287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5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5" name="Google Shape;2365;p39">
                <a:extLst>
                  <a:ext uri="{FF2B5EF4-FFF2-40B4-BE49-F238E27FC236}">
                    <a16:creationId xmlns:a16="http://schemas.microsoft.com/office/drawing/2014/main" id="{CBF0BE5E-DF77-AA5F-B330-9F0C2332AB14}"/>
                  </a:ext>
                </a:extLst>
              </p:cNvPr>
              <p:cNvSpPr/>
              <p:nvPr/>
            </p:nvSpPr>
            <p:spPr>
              <a:xfrm>
                <a:off x="4572009" y="4831302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1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3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9"/>
                      <a:pt x="2" y="21"/>
                      <a:pt x="4" y="21"/>
                    </a:cubicBezTo>
                    <a:cubicBezTo>
                      <a:pt x="42" y="21"/>
                      <a:pt x="42" y="21"/>
                      <a:pt x="42" y="21"/>
                    </a:cubicBezTo>
                    <a:cubicBezTo>
                      <a:pt x="44" y="21"/>
                      <a:pt x="47" y="19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3"/>
                      <a:pt x="44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6" name="Google Shape;2366;p39">
                <a:extLst>
                  <a:ext uri="{FF2B5EF4-FFF2-40B4-BE49-F238E27FC236}">
                    <a16:creationId xmlns:a16="http://schemas.microsoft.com/office/drawing/2014/main" id="{E764F2D4-D490-03F2-9DC9-2F8C2F311653}"/>
                  </a:ext>
                </a:extLst>
              </p:cNvPr>
              <p:cNvSpPr/>
              <p:nvPr/>
            </p:nvSpPr>
            <p:spPr>
              <a:xfrm>
                <a:off x="4711336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7" name="Google Shape;2367;p39">
                <a:extLst>
                  <a:ext uri="{FF2B5EF4-FFF2-40B4-BE49-F238E27FC236}">
                    <a16:creationId xmlns:a16="http://schemas.microsoft.com/office/drawing/2014/main" id="{BC3377A5-ED57-AFAE-4B7D-84138841ACAA}"/>
                  </a:ext>
                </a:extLst>
              </p:cNvPr>
              <p:cNvSpPr/>
              <p:nvPr/>
            </p:nvSpPr>
            <p:spPr>
              <a:xfrm>
                <a:off x="5000311" y="4178525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8" name="Google Shape;2368;p39">
                <a:extLst>
                  <a:ext uri="{FF2B5EF4-FFF2-40B4-BE49-F238E27FC236}">
                    <a16:creationId xmlns:a16="http://schemas.microsoft.com/office/drawing/2014/main" id="{13855A85-ADE8-328D-5350-DDFA5B94C4CD}"/>
                  </a:ext>
                </a:extLst>
              </p:cNvPr>
              <p:cNvSpPr/>
              <p:nvPr/>
            </p:nvSpPr>
            <p:spPr>
              <a:xfrm>
                <a:off x="5000311" y="4374616"/>
                <a:ext cx="103206" cy="4386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4" y="0"/>
                      <a:pt x="4" y="0"/>
                      <a:pt x="4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5"/>
                      <a:pt x="0" y="15"/>
                      <a:pt x="0" y="15"/>
                    </a:cubicBezTo>
                    <a:cubicBezTo>
                      <a:pt x="0" y="18"/>
                      <a:pt x="2" y="20"/>
                      <a:pt x="4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5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09" name="Google Shape;2369;p39">
                <a:extLst>
                  <a:ext uri="{FF2B5EF4-FFF2-40B4-BE49-F238E27FC236}">
                    <a16:creationId xmlns:a16="http://schemas.microsoft.com/office/drawing/2014/main" id="{773842ED-1331-8A91-2C4E-50A8F3FE1940}"/>
                  </a:ext>
                </a:extLst>
              </p:cNvPr>
              <p:cNvSpPr/>
              <p:nvPr/>
            </p:nvSpPr>
            <p:spPr>
              <a:xfrm>
                <a:off x="3795387" y="3933410"/>
                <a:ext cx="103206" cy="46443"/>
              </a:xfrm>
              <a:custGeom>
                <a:avLst/>
                <a:gdLst/>
                <a:ahLst/>
                <a:cxnLst/>
                <a:rect l="l" t="t" r="r" b="b"/>
                <a:pathLst>
                  <a:path w="47" h="20" extrusionOk="0">
                    <a:moveTo>
                      <a:pt x="42" y="0"/>
                    </a:moveTo>
                    <a:cubicBezTo>
                      <a:pt x="5" y="0"/>
                      <a:pt x="5" y="0"/>
                      <a:pt x="5" y="0"/>
                    </a:cubicBezTo>
                    <a:cubicBezTo>
                      <a:pt x="2" y="0"/>
                      <a:pt x="0" y="2"/>
                      <a:pt x="0" y="5"/>
                    </a:cubicBezTo>
                    <a:cubicBezTo>
                      <a:pt x="0" y="16"/>
                      <a:pt x="0" y="16"/>
                      <a:pt x="0" y="16"/>
                    </a:cubicBezTo>
                    <a:cubicBezTo>
                      <a:pt x="0" y="18"/>
                      <a:pt x="2" y="20"/>
                      <a:pt x="5" y="20"/>
                    </a:cubicBezTo>
                    <a:cubicBezTo>
                      <a:pt x="42" y="20"/>
                      <a:pt x="42" y="20"/>
                      <a:pt x="42" y="20"/>
                    </a:cubicBezTo>
                    <a:cubicBezTo>
                      <a:pt x="45" y="20"/>
                      <a:pt x="47" y="18"/>
                      <a:pt x="47" y="16"/>
                    </a:cubicBezTo>
                    <a:cubicBezTo>
                      <a:pt x="47" y="5"/>
                      <a:pt x="47" y="5"/>
                      <a:pt x="47" y="5"/>
                    </a:cubicBezTo>
                    <a:cubicBezTo>
                      <a:pt x="47" y="2"/>
                      <a:pt x="45" y="0"/>
                      <a:pt x="4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88" name="Google Shape;2370;p39">
              <a:extLst>
                <a:ext uri="{FF2B5EF4-FFF2-40B4-BE49-F238E27FC236}">
                  <a16:creationId xmlns:a16="http://schemas.microsoft.com/office/drawing/2014/main" id="{1D51189B-2DC6-ECF9-E1D5-18BE2BE28715}"/>
                </a:ext>
              </a:extLst>
            </p:cNvPr>
            <p:cNvSpPr/>
            <p:nvPr/>
          </p:nvSpPr>
          <p:spPr>
            <a:xfrm>
              <a:off x="8865900" y="4630500"/>
              <a:ext cx="321000" cy="66570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Hanken Grotesk"/>
                <a:ea typeface="Hanken Grotesk"/>
                <a:cs typeface="Hanken Grotesk"/>
                <a:sym typeface="Hanken Grotesk"/>
              </a:endParaRPr>
            </a:p>
          </p:txBody>
        </p:sp>
      </p:grpSp>
      <p:sp>
        <p:nvSpPr>
          <p:cNvPr id="410" name="Google Shape;246;p34">
            <a:extLst>
              <a:ext uri="{FF2B5EF4-FFF2-40B4-BE49-F238E27FC236}">
                <a16:creationId xmlns:a16="http://schemas.microsoft.com/office/drawing/2014/main" id="{A37B99A1-3EB7-713D-9049-D3CED1D54209}"/>
              </a:ext>
            </a:extLst>
          </p:cNvPr>
          <p:cNvSpPr txBox="1">
            <a:spLocks/>
          </p:cNvSpPr>
          <p:nvPr/>
        </p:nvSpPr>
        <p:spPr>
          <a:xfrm>
            <a:off x="1299620" y="1637828"/>
            <a:ext cx="6544761" cy="491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2400" dirty="0">
                <a:solidFill>
                  <a:schemeClr val="bg2">
                    <a:lumMod val="40000"/>
                    <a:lumOff val="60000"/>
                  </a:schemeClr>
                </a:solidFill>
                <a:latin typeface="Montserrat ExtraBold" panose="00000900000000000000" pitchFamily="2" charset="0"/>
              </a:rPr>
              <a:t>CA % = MAE % + RMSE % + MAPE %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3FA011-B4D1-FDC5-3F52-4C21850A02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197;p31">
            <a:extLst>
              <a:ext uri="{FF2B5EF4-FFF2-40B4-BE49-F238E27FC236}">
                <a16:creationId xmlns:a16="http://schemas.microsoft.com/office/drawing/2014/main" id="{FAA8D09B-391D-75C8-0FA2-BA7EFDCE8085}"/>
              </a:ext>
            </a:extLst>
          </p:cNvPr>
          <p:cNvSpPr txBox="1">
            <a:spLocks/>
          </p:cNvSpPr>
          <p:nvPr/>
        </p:nvSpPr>
        <p:spPr>
          <a:xfrm>
            <a:off x="0" y="156120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Why These Metrics?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3633DAE-B14F-E53A-F3AC-D2A34FB66A4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9315027"/>
              </p:ext>
            </p:extLst>
          </p:nvPr>
        </p:nvGraphicFramePr>
        <p:xfrm>
          <a:off x="375139" y="807670"/>
          <a:ext cx="8370276" cy="3900810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055076">
                  <a:extLst>
                    <a:ext uri="{9D8B030D-6E8A-4147-A177-3AD203B41FA5}">
                      <a16:colId xmlns:a16="http://schemas.microsoft.com/office/drawing/2014/main" val="4159206892"/>
                    </a:ext>
                  </a:extLst>
                </a:gridCol>
                <a:gridCol w="3352800">
                  <a:extLst>
                    <a:ext uri="{9D8B030D-6E8A-4147-A177-3AD203B41FA5}">
                      <a16:colId xmlns:a16="http://schemas.microsoft.com/office/drawing/2014/main" val="1892022745"/>
                    </a:ext>
                  </a:extLst>
                </a:gridCol>
                <a:gridCol w="1869831">
                  <a:extLst>
                    <a:ext uri="{9D8B030D-6E8A-4147-A177-3AD203B41FA5}">
                      <a16:colId xmlns:a16="http://schemas.microsoft.com/office/drawing/2014/main" val="1033061141"/>
                    </a:ext>
                  </a:extLst>
                </a:gridCol>
                <a:gridCol w="2092569">
                  <a:extLst>
                    <a:ext uri="{9D8B030D-6E8A-4147-A177-3AD203B41FA5}">
                      <a16:colId xmlns:a16="http://schemas.microsoft.com/office/drawing/2014/main" val="1901108842"/>
                    </a:ext>
                  </a:extLst>
                </a:gridCol>
              </a:tblGrid>
              <a:tr h="68053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Metrics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Nova Square"/>
                        <a:cs typeface="Sora ExtraBold" panose="020B0604020202020204" charset="0"/>
                        <a:sym typeface="Nova Squar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MY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Role in Spatio-temporal Data</a:t>
                      </a: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Strength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Nova Square"/>
                        <a:cs typeface="Sora ExtraBold" panose="020B0604020202020204" charset="0"/>
                        <a:sym typeface="Nova Squar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Nova Square"/>
                          <a:cs typeface="Sora ExtraBold" panose="020B0604020202020204" charset="0"/>
                          <a:sym typeface="Nova Square"/>
                        </a:rPr>
                        <a:t>Limitations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Nova Square"/>
                        <a:cs typeface="Sora ExtraBold" panose="020B0604020202020204" charset="0"/>
                        <a:sym typeface="Nova Square"/>
                      </a:endParaRPr>
                    </a:p>
                  </a:txBody>
                  <a:tcPr marL="91425" marR="91425" marT="91425" marB="91425"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45876986"/>
                  </a:ext>
                </a:extLst>
              </a:tr>
              <a:tr h="680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MAE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Captures overall error across all locations and time steps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Simple, robust, same until as data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Does not emphasize large error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7112162"/>
                  </a:ext>
                </a:extLst>
              </a:tr>
              <a:tr h="79365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RMSE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Measure typical error magnitude while still penalizing spikes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Interpretable + sensitive to large deviations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Can still be dominated by others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6913807"/>
                  </a:ext>
                </a:extLst>
              </a:tr>
              <a:tr h="68053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1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MAPE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Compare errors across locations with different scales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Scale-independent, easy to interpret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Unstable when actual values = 0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7816812"/>
                  </a:ext>
                </a:extLst>
              </a:tr>
              <a:tr h="9994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1" i="0" u="none" strike="noStrike" cap="none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R</a:t>
                      </a:r>
                      <a:r>
                        <a:rPr lang="en-MY" sz="1400" b="1" i="0" u="none" strike="noStrike" cap="none" baseline="30000" dirty="0">
                          <a:solidFill>
                            <a:schemeClr val="tx1"/>
                          </a:solidFill>
                          <a:effectLst/>
                          <a:latin typeface="Raleway" pitchFamily="2" charset="0"/>
                          <a:ea typeface="Arial"/>
                          <a:cs typeface="Arial"/>
                          <a:sym typeface="Arial"/>
                        </a:rPr>
                        <a:t>2</a:t>
                      </a:r>
                      <a:endParaRPr sz="1400" b="1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Evaluates how well the model explains spatial and temporal variance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Normalized score (up to 1), easy to compare across datasets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MY" sz="1400" b="0" dirty="0">
                          <a:solidFill>
                            <a:schemeClr val="tx1"/>
                          </a:solidFill>
                          <a:latin typeface="Raleway" pitchFamily="2" charset="0"/>
                          <a:ea typeface="Arimo"/>
                          <a:cs typeface="Arimo"/>
                          <a:sym typeface="Arimo"/>
                        </a:rPr>
                        <a:t>Heavily influenced by outliers, doesn’t reflect granular local accuracy well</a:t>
                      </a:r>
                      <a:endParaRPr sz="1400" b="0" dirty="0">
                        <a:solidFill>
                          <a:schemeClr val="tx1"/>
                        </a:solidFill>
                        <a:latin typeface="Raleway" pitchFamily="2" charset="0"/>
                        <a:ea typeface="Arimo"/>
                        <a:cs typeface="Arimo"/>
                        <a:sym typeface="Arimo"/>
                      </a:endParaRPr>
                    </a:p>
                  </a:txBody>
                  <a:tcPr marL="91425" marR="91425" marT="91425" marB="91425" anchor="ctr"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861555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57892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4D17770F-40A2-0D94-33D0-704C2F371A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137E93D7-8387-3A4C-2F2A-23ADF961D979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104FA406-E4FF-CB43-5989-D5B34F2C901C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11DF5DA4-030A-FA58-5520-7A50EBBAF76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Comparatives &amp; Proposed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D8D42BEF-C2BA-1F3F-9D06-6B0975539638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05c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28013CF4-4170-28C9-3BF3-DE7BB672AD95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408153698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E160D205-C776-E8C6-5426-75C153EE01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1B05C504-5EE1-4599-1664-05B2B4259D8F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Spatio-temporal-Based Models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87AAFDD-F881-315E-7139-E40AB107C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40766142"/>
              </p:ext>
            </p:extLst>
          </p:nvPr>
        </p:nvGraphicFramePr>
        <p:xfrm>
          <a:off x="279990" y="971940"/>
          <a:ext cx="8598196" cy="3995458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825796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2052084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828260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2892056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369723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Key Architecture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596571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BiLSTM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Bidirectional LSTM, concatenate forward + backward hidden states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Mid-window peaks and dips are visible from both temporal directions, richer positional context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No explicit attention/pattern extraction, already near capacity ceiling at base hyperparameters.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596571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TPA-LSTM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LSTM, Conv1d on hidden-state matrix, temporal pattern attention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Discover which recurring temporal shapes matter most, attention weights are semi-interpretable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 filters are fixed per training, architecture still depends on LSTM hidden vector quality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906382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Conv1d layers (local extraction), LSTM, three modes, sequential, parallel, augmented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Hierarchical feature extract, augmented model (CNN, LSTM + raw skip connection) generalises best by preserving direct access to input features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 flattens the spatial dimension of features, mode selection adds experimental complexity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596571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CNN-BiLSTM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Conv1d, BiLSTM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Two complementary inductive biases, strong on mid-window anomalies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Higher parameter count than CNN-LSTM, requires careful regularisation to avoid overfitting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1131"/>
                  </a:ext>
                </a:extLst>
              </a:tr>
              <a:tr h="906382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ST-LSTM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Parallel temporal stream (LSTM, spatial stream (weight-shared MLP across time),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Concat</a:t>
                      </a:r>
                      <a:endParaRPr lang="en-MY" sz="11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Clean conceptual separation of “when” from “which features co-activate”, spatial encoder is weight-shared across timesteps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Spatial encoder mean-pools across the time dimension, losing temporal order, spatial and temporal streams are fused late without interaction during encoding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832306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2F089FF6-439A-D77F-D6D5-B09B2C1109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501FB4DC-7D75-8E8E-C0AE-602CA39378E6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Graph-Based Models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5739A780-99A3-87CD-25CE-BAFC1719F4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0598181"/>
              </p:ext>
            </p:extLst>
          </p:nvPr>
        </p:nvGraphicFramePr>
        <p:xfrm>
          <a:off x="279990" y="971940"/>
          <a:ext cx="8598196" cy="403270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804531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3232298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445488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2115879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345057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Key Architecture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639652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Interleaved temporal gated convolutions (GLU) and Chebyshev graph convolutions, fixed pre-computed Laplacian, 2 ST-Conv blocks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Computationally efficient, well validated on traffic benchmarks, interpretable static adjacency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Static graph can’t adapt to changing future correlations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MTGNN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End-to-end learnable asymmetric adjacency from node embeddings, multi-scale inception blocks with dilated kernels, skip connections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No pre-computed correlation needed, asymmetric graph allows directional feature influence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Graph learning adds parameters, asymmetric adjacency can overfit the training-period topology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STSGCN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Block-tridiagonal 3N x 3N spatial-temporal synchronous graph (STSG)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ChebConv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+ GLU per layer, centre-node extraction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Unified single-pass encoding of spatial and temporal adjacency, avoids alternating ST modules, stable on long sequences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Each layer shrinks the temporal dimension by 2, limiting network depth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STFGNN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Dual static graph, spatial + temporal, per-layer learned gate blends spatial and temporal representations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Two complementary graph perspectives, gate is interpretable,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LayerNorm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+ residual stabilises deep stacks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Over-regularisation at high dropout, high dropout coefficient suppresses useful signal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171131"/>
                  </a:ext>
                </a:extLst>
              </a:tr>
              <a:tr h="736240"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PDR-STGCN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Two-channel input: original signal + weekly lag-difference, mixed adjacency, static </a:t>
                      </a:r>
                      <a:r>
                        <a:rPr lang="en-MY" sz="11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sym</a:t>
                      </a:r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-norm Pearson + per-sample dynamic attention, learn scalar balances static vs dynamic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Only model with explicit seasonal encoding via lag-difference channel, dynamic relational graph adapts per input sample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1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Most complex baseline, highest number of parameters, training can be unstable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62717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2232630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8">
          <a:extLst>
            <a:ext uri="{FF2B5EF4-FFF2-40B4-BE49-F238E27FC236}">
              <a16:creationId xmlns:a16="http://schemas.microsoft.com/office/drawing/2014/main" id="{9BCB09AF-0C66-1C60-DDC6-52E1F79184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197;p31">
            <a:extLst>
              <a:ext uri="{FF2B5EF4-FFF2-40B4-BE49-F238E27FC236}">
                <a16:creationId xmlns:a16="http://schemas.microsoft.com/office/drawing/2014/main" id="{1301D059-3AC4-3968-5BB6-EFDE9D3AC7E9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2400" dirty="0"/>
              <a:t>Attention-Based Models</a:t>
            </a:r>
          </a:p>
        </p:txBody>
      </p:sp>
      <p:graphicFrame>
        <p:nvGraphicFramePr>
          <p:cNvPr id="27" name="Table 26">
            <a:extLst>
              <a:ext uri="{FF2B5EF4-FFF2-40B4-BE49-F238E27FC236}">
                <a16:creationId xmlns:a16="http://schemas.microsoft.com/office/drawing/2014/main" id="{C297DE53-DCFF-B370-D6A4-1C9C9347E5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970494"/>
              </p:ext>
            </p:extLst>
          </p:nvPr>
        </p:nvGraphicFramePr>
        <p:xfrm>
          <a:off x="279990" y="971938"/>
          <a:ext cx="8598196" cy="4004099"/>
        </p:xfrm>
        <a:graphic>
          <a:graphicData uri="http://schemas.openxmlformats.org/drawingml/2006/table">
            <a:tbl>
              <a:tblPr firstRow="1" bandRow="1">
                <a:tableStyleId>{4C63983B-D583-44DE-A7DC-098A780426C1}</a:tableStyleId>
              </a:tblPr>
              <a:tblGrid>
                <a:gridCol w="1208568">
                  <a:extLst>
                    <a:ext uri="{9D8B030D-6E8A-4147-A177-3AD203B41FA5}">
                      <a16:colId xmlns:a16="http://schemas.microsoft.com/office/drawing/2014/main" val="3397323397"/>
                    </a:ext>
                  </a:extLst>
                </a:gridCol>
                <a:gridCol w="2700670">
                  <a:extLst>
                    <a:ext uri="{9D8B030D-6E8A-4147-A177-3AD203B41FA5}">
                      <a16:colId xmlns:a16="http://schemas.microsoft.com/office/drawing/2014/main" val="2929695068"/>
                    </a:ext>
                  </a:extLst>
                </a:gridCol>
                <a:gridCol w="2509284">
                  <a:extLst>
                    <a:ext uri="{9D8B030D-6E8A-4147-A177-3AD203B41FA5}">
                      <a16:colId xmlns:a16="http://schemas.microsoft.com/office/drawing/2014/main" val="685179856"/>
                    </a:ext>
                  </a:extLst>
                </a:gridCol>
                <a:gridCol w="2179674">
                  <a:extLst>
                    <a:ext uri="{9D8B030D-6E8A-4147-A177-3AD203B41FA5}">
                      <a16:colId xmlns:a16="http://schemas.microsoft.com/office/drawing/2014/main" val="1505086844"/>
                    </a:ext>
                  </a:extLst>
                </a:gridCol>
              </a:tblGrid>
              <a:tr h="313814"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Model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Key Architecture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Strengths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MY" b="1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Weakness</a:t>
                      </a:r>
                    </a:p>
                  </a:txBody>
                  <a:tcPr anchor="ctr"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3291019"/>
                  </a:ext>
                </a:extLst>
              </a:tr>
              <a:tr h="927848"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ASTGCN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Multi-head spatial attention, Chebyshev GCN, multi-head temporal attention, repeated across </a:t>
                      </a:r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n_blocks</a:t>
                      </a:r>
                      <a:endParaRPr lang="en-MY" sz="12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Dual attention re-weights both spatial node relevance and temporal step relevance, transparent attention maps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Graph adjacency is still static, high parameter count per block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7891608"/>
                  </a:ext>
                </a:extLst>
              </a:tr>
              <a:tr h="1281543"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Autoformer</a:t>
                      </a:r>
                      <a:endParaRPr lang="en-MY" sz="1200" dirty="0">
                        <a:solidFill>
                          <a:schemeClr val="tx1"/>
                        </a:solidFill>
                        <a:latin typeface="Raleway" pitchFamily="2" charset="0"/>
                      </a:endParaRP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FFT-based auto-correlation discover periodic lags, explicit trend/seasonal decomposition via moving-average sub-layer throughout encoder and decoder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Sub-linear complexity, trend/seasonal decomposition aligns naturally with transit periodicity, self-correlation selects dominant lag periods automatically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FFT amplifies noise at longer sequences, sensitive to decomposition kernel width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92223427"/>
                  </a:ext>
                </a:extLst>
              </a:tr>
              <a:tr h="1480894"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Informer</a:t>
                      </a:r>
                    </a:p>
                  </a:txBody>
                  <a:tcPr>
                    <a:solidFill>
                      <a:schemeClr val="bg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ProbSparse</a:t>
                      </a:r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self-attention, top-u queries selected by KL-divergence sparsity measure, others receive mean, sequence </a:t>
                      </a:r>
                      <a:r>
                        <a:rPr lang="en-MY" sz="1200" dirty="0" err="1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distlling</a:t>
                      </a:r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 halves T after each encoder layer, generative decoder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Graceful degradation to full attention for short sequences, generative decoder avoid autoregressive exposure bias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MY" sz="1200" dirty="0">
                          <a:solidFill>
                            <a:schemeClr val="tx1"/>
                          </a:solidFill>
                          <a:latin typeface="Raleway" pitchFamily="2" charset="0"/>
                        </a:rPr>
                        <a:t>Sequence distilling discards some temporal resolution, many interacting hyperparameters, limited upside</a:t>
                      </a:r>
                    </a:p>
                  </a:txBody>
                  <a:tcPr>
                    <a:solidFill>
                      <a:schemeClr val="bg1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6171831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960682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97;p31">
            <a:extLst>
              <a:ext uri="{FF2B5EF4-FFF2-40B4-BE49-F238E27FC236}">
                <a16:creationId xmlns:a16="http://schemas.microsoft.com/office/drawing/2014/main" id="{BCE47BAE-F15D-F82E-185C-CC55204C55C5}"/>
              </a:ext>
            </a:extLst>
          </p:cNvPr>
          <p:cNvSpPr txBox="1">
            <a:spLocks/>
          </p:cNvSpPr>
          <p:nvPr/>
        </p:nvSpPr>
        <p:spPr>
          <a:xfrm>
            <a:off x="0" y="369776"/>
            <a:ext cx="9144000" cy="6021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Montserrat ExtraBold"/>
              <a:buNone/>
              <a:defRPr sz="5000" b="0" i="0" u="none" strike="noStrike" cap="none">
                <a:solidFill>
                  <a:schemeClr val="dk1"/>
                </a:solidFill>
                <a:latin typeface="Montserrat ExtraBold"/>
                <a:ea typeface="Montserrat ExtraBold"/>
                <a:cs typeface="Montserrat ExtraBold"/>
                <a:sym typeface="Montserrat ExtraBold"/>
              </a:defRPr>
            </a:lvl1pPr>
            <a:lvl2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marR="0"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marR="0"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marR="0"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marR="0"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marR="0"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marR="0"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marR="0"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Raleway"/>
              <a:buNone/>
              <a:defRPr sz="3600" b="1" i="0" u="none" strike="noStrike" cap="non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pPr algn="ctr"/>
            <a:r>
              <a:rPr lang="en-MY" sz="1800" b="1" dirty="0">
                <a:solidFill>
                  <a:schemeClr val="tx1"/>
                </a:solidFill>
                <a:latin typeface="Montserrat ExtraBold" panose="00000900000000000000" pitchFamily="2" charset="0"/>
                <a:ea typeface="Arial"/>
                <a:cs typeface="Arial"/>
                <a:sym typeface="Arial"/>
              </a:rPr>
              <a:t>Hybrid Multi-scale Temporal Spatio-Feature (HMT-TSF) Forecaster </a:t>
            </a:r>
            <a:endParaRPr lang="en-MY" sz="1800" b="1" dirty="0">
              <a:latin typeface="Montserrat ExtraBold" panose="00000900000000000000" pitchFamily="2" charset="0"/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38527BAD-158A-F49E-2B17-374303EB2F3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1338" r="72114" b="26740"/>
          <a:stretch>
            <a:fillRect/>
          </a:stretch>
        </p:blipFill>
        <p:spPr>
          <a:xfrm>
            <a:off x="0" y="1147372"/>
            <a:ext cx="4955698" cy="1170295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E225509-BF94-DA75-DBB9-9DD5C9C1B05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3821" t="38976" r="20956" b="25556"/>
          <a:stretch>
            <a:fillRect/>
          </a:stretch>
        </p:blipFill>
        <p:spPr>
          <a:xfrm>
            <a:off x="4955698" y="2247900"/>
            <a:ext cx="4203144" cy="20203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DC2A402-5938-349C-EBEB-B251E66492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7642" r="36179"/>
          <a:stretch>
            <a:fillRect/>
          </a:stretch>
        </p:blipFill>
        <p:spPr>
          <a:xfrm>
            <a:off x="0" y="2317667"/>
            <a:ext cx="4955698" cy="282583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2CE7299A-152A-2A66-A764-7D6D01B6234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8744" t="45947" b="32521"/>
          <a:stretch>
            <a:fillRect/>
          </a:stretch>
        </p:blipFill>
        <p:spPr>
          <a:xfrm>
            <a:off x="4955698" y="4268228"/>
            <a:ext cx="4203144" cy="875271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7A083F7F-A92E-F7B5-CE45-B535CBFFF570}"/>
              </a:ext>
            </a:extLst>
          </p:cNvPr>
          <p:cNvSpPr txBox="1"/>
          <p:nvPr/>
        </p:nvSpPr>
        <p:spPr>
          <a:xfrm>
            <a:off x="121920" y="885392"/>
            <a:ext cx="5886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4000" dirty="0">
                <a:solidFill>
                  <a:schemeClr val="bg2"/>
                </a:solidFill>
                <a:latin typeface="Montserrat ExtraBold" panose="00000900000000000000" pitchFamily="2" charset="0"/>
              </a:rPr>
              <a:t>A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D77CBBC-7945-63C2-8F61-E5BE4169CF65}"/>
              </a:ext>
            </a:extLst>
          </p:cNvPr>
          <p:cNvSpPr txBox="1"/>
          <p:nvPr/>
        </p:nvSpPr>
        <p:spPr>
          <a:xfrm>
            <a:off x="1051560" y="2099289"/>
            <a:ext cx="58862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4000" dirty="0">
                <a:solidFill>
                  <a:schemeClr val="bg2"/>
                </a:solidFill>
                <a:latin typeface="Montserrat ExtraBold" panose="00000900000000000000" pitchFamily="2" charset="0"/>
              </a:rPr>
              <a:t>B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CDED327-D646-5D49-F378-D2D27CE3F03C}"/>
              </a:ext>
            </a:extLst>
          </p:cNvPr>
          <p:cNvSpPr txBox="1"/>
          <p:nvPr/>
        </p:nvSpPr>
        <p:spPr>
          <a:xfrm>
            <a:off x="4572000" y="2217807"/>
            <a:ext cx="56297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Y" sz="4000" dirty="0">
                <a:solidFill>
                  <a:schemeClr val="bg2"/>
                </a:solidFill>
                <a:latin typeface="Montserrat ExtraBold" panose="00000900000000000000" pitchFamily="2" charset="0"/>
              </a:rPr>
              <a:t>C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A99D582-493E-42A3-DA5F-ECD5FC76C3A6}"/>
              </a:ext>
            </a:extLst>
          </p:cNvPr>
          <p:cNvSpPr txBox="1"/>
          <p:nvPr/>
        </p:nvSpPr>
        <p:spPr>
          <a:xfrm>
            <a:off x="4422353" y="4338431"/>
            <a:ext cx="60785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MY" sz="4000" dirty="0">
                <a:solidFill>
                  <a:schemeClr val="bg2"/>
                </a:solidFill>
                <a:latin typeface="Montserrat ExtraBold" panose="00000900000000000000" pitchFamily="2" charset="0"/>
              </a:rPr>
              <a:t>D</a:t>
            </a:r>
          </a:p>
        </p:txBody>
      </p:sp>
    </p:spTree>
    <p:extLst>
      <p:ext uri="{BB962C8B-B14F-4D97-AF65-F5344CB8AC3E}">
        <p14:creationId xmlns:p14="http://schemas.microsoft.com/office/powerpoint/2010/main" val="195357059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3"/>
          <p:cNvSpPr txBox="1">
            <a:spLocks noGrp="1"/>
          </p:cNvSpPr>
          <p:nvPr>
            <p:ph type="title"/>
          </p:nvPr>
        </p:nvSpPr>
        <p:spPr>
          <a:xfrm>
            <a:off x="0" y="445025"/>
            <a:ext cx="914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Model Selection Chronologically</a:t>
            </a:r>
            <a:endParaRPr dirty="0"/>
          </a:p>
        </p:txBody>
      </p:sp>
      <p:sp>
        <p:nvSpPr>
          <p:cNvPr id="449" name="Google Shape;449;p43"/>
          <p:cNvSpPr txBox="1"/>
          <p:nvPr/>
        </p:nvSpPr>
        <p:spPr>
          <a:xfrm flipH="1">
            <a:off x="7131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LSTM &amp; BiLSTM &amp; TPA-LSTM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1" name="Google Shape;451;p43"/>
          <p:cNvSpPr txBox="1"/>
          <p:nvPr/>
        </p:nvSpPr>
        <p:spPr>
          <a:xfrm flipH="1">
            <a:off x="26770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CNN-LSTM &amp; CNN-BiLSTM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3" name="Google Shape;453;p43"/>
          <p:cNvSpPr txBox="1"/>
          <p:nvPr/>
        </p:nvSpPr>
        <p:spPr>
          <a:xfrm flipH="1">
            <a:off x="46409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ST-LSTM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5" name="Google Shape;455;p43"/>
          <p:cNvSpPr txBox="1"/>
          <p:nvPr/>
        </p:nvSpPr>
        <p:spPr>
          <a:xfrm flipH="1">
            <a:off x="6604825" y="2101875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STGCN &amp; ASTGCN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7" name="Google Shape;457;p43"/>
          <p:cNvSpPr txBox="1"/>
          <p:nvPr/>
        </p:nvSpPr>
        <p:spPr>
          <a:xfrm flipH="1">
            <a:off x="7131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STSGCN &amp; PDR-STGCN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59" name="Google Shape;459;p43"/>
          <p:cNvSpPr txBox="1"/>
          <p:nvPr/>
        </p:nvSpPr>
        <p:spPr>
          <a:xfrm flipH="1">
            <a:off x="26770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MTGNN &amp; STFGNN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1" name="Google Shape;461;p43"/>
          <p:cNvSpPr txBox="1"/>
          <p:nvPr/>
        </p:nvSpPr>
        <p:spPr>
          <a:xfrm flipH="1">
            <a:off x="46409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Autoformer &amp; Informer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463" name="Google Shape;463;p43"/>
          <p:cNvSpPr txBox="1"/>
          <p:nvPr/>
        </p:nvSpPr>
        <p:spPr>
          <a:xfrm flipH="1">
            <a:off x="6604825" y="3851550"/>
            <a:ext cx="1812300" cy="46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chemeClr val="dk1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HMT-TSF</a:t>
            </a:r>
            <a:endParaRPr dirty="0">
              <a:solidFill>
                <a:schemeClr val="dk1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grpSp>
        <p:nvGrpSpPr>
          <p:cNvPr id="465" name="Google Shape;465;p43"/>
          <p:cNvGrpSpPr/>
          <p:nvPr/>
        </p:nvGrpSpPr>
        <p:grpSpPr>
          <a:xfrm>
            <a:off x="1409425" y="1366263"/>
            <a:ext cx="419700" cy="419700"/>
            <a:chOff x="1409425" y="1366263"/>
            <a:chExt cx="419700" cy="419700"/>
          </a:xfrm>
        </p:grpSpPr>
        <p:sp>
          <p:nvSpPr>
            <p:cNvPr id="466" name="Google Shape;466;p43"/>
            <p:cNvSpPr/>
            <p:nvPr/>
          </p:nvSpPr>
          <p:spPr>
            <a:xfrm>
              <a:off x="140942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67" name="Google Shape;467;p43"/>
            <p:cNvGrpSpPr/>
            <p:nvPr/>
          </p:nvGrpSpPr>
          <p:grpSpPr>
            <a:xfrm>
              <a:off x="1459388" y="1366302"/>
              <a:ext cx="319874" cy="419623"/>
              <a:chOff x="-3365275" y="3253275"/>
              <a:chExt cx="222150" cy="291425"/>
            </a:xfrm>
          </p:grpSpPr>
          <p:sp>
            <p:nvSpPr>
              <p:cNvPr id="468" name="Google Shape;468;p43"/>
              <p:cNvSpPr/>
              <p:nvPr/>
            </p:nvSpPr>
            <p:spPr>
              <a:xfrm>
                <a:off x="-3365275" y="3253275"/>
                <a:ext cx="222150" cy="291425"/>
              </a:xfrm>
              <a:custGeom>
                <a:avLst/>
                <a:gdLst/>
                <a:ahLst/>
                <a:cxnLst/>
                <a:rect l="l" t="t" r="r" b="b"/>
                <a:pathLst>
                  <a:path w="8886" h="11657" extrusionOk="0">
                    <a:moveTo>
                      <a:pt x="5861" y="662"/>
                    </a:moveTo>
                    <a:cubicBezTo>
                      <a:pt x="6302" y="662"/>
                      <a:pt x="6302" y="1323"/>
                      <a:pt x="5861" y="1323"/>
                    </a:cubicBezTo>
                    <a:lnTo>
                      <a:pt x="3120" y="1323"/>
                    </a:lnTo>
                    <a:cubicBezTo>
                      <a:pt x="2647" y="1323"/>
                      <a:pt x="2647" y="662"/>
                      <a:pt x="3120" y="662"/>
                    </a:cubicBezTo>
                    <a:close/>
                    <a:moveTo>
                      <a:pt x="7215" y="3466"/>
                    </a:moveTo>
                    <a:cubicBezTo>
                      <a:pt x="7625" y="3466"/>
                      <a:pt x="7625" y="4127"/>
                      <a:pt x="7215" y="4127"/>
                    </a:cubicBezTo>
                    <a:lnTo>
                      <a:pt x="4443" y="4127"/>
                    </a:lnTo>
                    <a:cubicBezTo>
                      <a:pt x="4002" y="4127"/>
                      <a:pt x="3970" y="3466"/>
                      <a:pt x="4443" y="3466"/>
                    </a:cubicBezTo>
                    <a:close/>
                    <a:moveTo>
                      <a:pt x="3101" y="2795"/>
                    </a:moveTo>
                    <a:cubicBezTo>
                      <a:pt x="3360" y="2795"/>
                      <a:pt x="3582" y="3129"/>
                      <a:pt x="3340" y="3371"/>
                    </a:cubicBezTo>
                    <a:lnTo>
                      <a:pt x="2899" y="3812"/>
                    </a:lnTo>
                    <a:lnTo>
                      <a:pt x="3340" y="4253"/>
                    </a:lnTo>
                    <a:cubicBezTo>
                      <a:pt x="3582" y="4495"/>
                      <a:pt x="3360" y="4830"/>
                      <a:pt x="3101" y="4830"/>
                    </a:cubicBezTo>
                    <a:cubicBezTo>
                      <a:pt x="3023" y="4830"/>
                      <a:pt x="2941" y="4799"/>
                      <a:pt x="2868" y="4726"/>
                    </a:cubicBezTo>
                    <a:lnTo>
                      <a:pt x="2427" y="4285"/>
                    </a:lnTo>
                    <a:lnTo>
                      <a:pt x="2017" y="4726"/>
                    </a:lnTo>
                    <a:cubicBezTo>
                      <a:pt x="1944" y="4799"/>
                      <a:pt x="1862" y="4830"/>
                      <a:pt x="1784" y="4830"/>
                    </a:cubicBezTo>
                    <a:cubicBezTo>
                      <a:pt x="1525" y="4830"/>
                      <a:pt x="1303" y="4495"/>
                      <a:pt x="1545" y="4253"/>
                    </a:cubicBezTo>
                    <a:lnTo>
                      <a:pt x="1954" y="3812"/>
                    </a:lnTo>
                    <a:lnTo>
                      <a:pt x="1545" y="3371"/>
                    </a:lnTo>
                    <a:cubicBezTo>
                      <a:pt x="1303" y="3129"/>
                      <a:pt x="1525" y="2795"/>
                      <a:pt x="1784" y="2795"/>
                    </a:cubicBezTo>
                    <a:cubicBezTo>
                      <a:pt x="1862" y="2795"/>
                      <a:pt x="1944" y="2825"/>
                      <a:pt x="2017" y="2899"/>
                    </a:cubicBezTo>
                    <a:lnTo>
                      <a:pt x="2427" y="3340"/>
                    </a:lnTo>
                    <a:lnTo>
                      <a:pt x="2868" y="2899"/>
                    </a:lnTo>
                    <a:cubicBezTo>
                      <a:pt x="2941" y="2825"/>
                      <a:pt x="3023" y="2795"/>
                      <a:pt x="3101" y="2795"/>
                    </a:cubicBezTo>
                    <a:close/>
                    <a:moveTo>
                      <a:pt x="7242" y="6206"/>
                    </a:moveTo>
                    <a:cubicBezTo>
                      <a:pt x="7625" y="6206"/>
                      <a:pt x="7616" y="6868"/>
                      <a:pt x="7215" y="6868"/>
                    </a:cubicBezTo>
                    <a:lnTo>
                      <a:pt x="4443" y="6868"/>
                    </a:lnTo>
                    <a:cubicBezTo>
                      <a:pt x="4002" y="6868"/>
                      <a:pt x="3970" y="6207"/>
                      <a:pt x="4443" y="6207"/>
                    </a:cubicBezTo>
                    <a:lnTo>
                      <a:pt x="7215" y="6207"/>
                    </a:lnTo>
                    <a:cubicBezTo>
                      <a:pt x="7225" y="6206"/>
                      <a:pt x="7233" y="6206"/>
                      <a:pt x="7242" y="6206"/>
                    </a:cubicBezTo>
                    <a:close/>
                    <a:moveTo>
                      <a:pt x="3101" y="5504"/>
                    </a:moveTo>
                    <a:cubicBezTo>
                      <a:pt x="3360" y="5504"/>
                      <a:pt x="3582" y="5839"/>
                      <a:pt x="3340" y="6081"/>
                    </a:cubicBezTo>
                    <a:lnTo>
                      <a:pt x="2899" y="6522"/>
                    </a:lnTo>
                    <a:lnTo>
                      <a:pt x="3340" y="6963"/>
                    </a:lnTo>
                    <a:cubicBezTo>
                      <a:pt x="3582" y="7205"/>
                      <a:pt x="3360" y="7539"/>
                      <a:pt x="3101" y="7539"/>
                    </a:cubicBezTo>
                    <a:cubicBezTo>
                      <a:pt x="3023" y="7539"/>
                      <a:pt x="2941" y="7509"/>
                      <a:pt x="2868" y="7435"/>
                    </a:cubicBezTo>
                    <a:lnTo>
                      <a:pt x="2427" y="6994"/>
                    </a:lnTo>
                    <a:lnTo>
                      <a:pt x="2017" y="7435"/>
                    </a:lnTo>
                    <a:cubicBezTo>
                      <a:pt x="1944" y="7509"/>
                      <a:pt x="1862" y="7539"/>
                      <a:pt x="1784" y="7539"/>
                    </a:cubicBezTo>
                    <a:cubicBezTo>
                      <a:pt x="1525" y="7539"/>
                      <a:pt x="1303" y="7205"/>
                      <a:pt x="1545" y="6963"/>
                    </a:cubicBezTo>
                    <a:lnTo>
                      <a:pt x="1954" y="6522"/>
                    </a:lnTo>
                    <a:lnTo>
                      <a:pt x="1545" y="6081"/>
                    </a:lnTo>
                    <a:cubicBezTo>
                      <a:pt x="1303" y="5839"/>
                      <a:pt x="1525" y="5504"/>
                      <a:pt x="1784" y="5504"/>
                    </a:cubicBezTo>
                    <a:cubicBezTo>
                      <a:pt x="1862" y="5504"/>
                      <a:pt x="1944" y="5535"/>
                      <a:pt x="2017" y="5608"/>
                    </a:cubicBezTo>
                    <a:lnTo>
                      <a:pt x="2427" y="6049"/>
                    </a:lnTo>
                    <a:lnTo>
                      <a:pt x="2868" y="5608"/>
                    </a:lnTo>
                    <a:cubicBezTo>
                      <a:pt x="2941" y="5535"/>
                      <a:pt x="3023" y="5504"/>
                      <a:pt x="3101" y="5504"/>
                    </a:cubicBezTo>
                    <a:close/>
                    <a:moveTo>
                      <a:pt x="7215" y="8916"/>
                    </a:moveTo>
                    <a:cubicBezTo>
                      <a:pt x="7625" y="8916"/>
                      <a:pt x="7625" y="9609"/>
                      <a:pt x="7215" y="9609"/>
                    </a:cubicBezTo>
                    <a:lnTo>
                      <a:pt x="4443" y="9609"/>
                    </a:lnTo>
                    <a:cubicBezTo>
                      <a:pt x="4002" y="9609"/>
                      <a:pt x="3970" y="8916"/>
                      <a:pt x="4443" y="8916"/>
                    </a:cubicBezTo>
                    <a:close/>
                    <a:moveTo>
                      <a:pt x="2395" y="8254"/>
                    </a:moveTo>
                    <a:cubicBezTo>
                      <a:pt x="2962" y="8254"/>
                      <a:pt x="3435" y="8727"/>
                      <a:pt x="3435" y="9263"/>
                    </a:cubicBezTo>
                    <a:cubicBezTo>
                      <a:pt x="3435" y="9830"/>
                      <a:pt x="2994" y="10302"/>
                      <a:pt x="2395" y="10302"/>
                    </a:cubicBezTo>
                    <a:cubicBezTo>
                      <a:pt x="1860" y="10302"/>
                      <a:pt x="1387" y="9830"/>
                      <a:pt x="1387" y="9263"/>
                    </a:cubicBezTo>
                    <a:cubicBezTo>
                      <a:pt x="1387" y="8727"/>
                      <a:pt x="1860" y="8254"/>
                      <a:pt x="2395" y="8254"/>
                    </a:cubicBezTo>
                    <a:close/>
                    <a:moveTo>
                      <a:pt x="3057" y="0"/>
                    </a:moveTo>
                    <a:cubicBezTo>
                      <a:pt x="2647" y="0"/>
                      <a:pt x="2238" y="252"/>
                      <a:pt x="2112" y="662"/>
                    </a:cubicBezTo>
                    <a:lnTo>
                      <a:pt x="1009" y="662"/>
                    </a:lnTo>
                    <a:cubicBezTo>
                      <a:pt x="473" y="662"/>
                      <a:pt x="1" y="1134"/>
                      <a:pt x="1" y="1670"/>
                    </a:cubicBezTo>
                    <a:lnTo>
                      <a:pt x="1" y="10617"/>
                    </a:lnTo>
                    <a:cubicBezTo>
                      <a:pt x="1" y="11153"/>
                      <a:pt x="473" y="11657"/>
                      <a:pt x="1009" y="11657"/>
                    </a:cubicBezTo>
                    <a:lnTo>
                      <a:pt x="7877" y="11657"/>
                    </a:lnTo>
                    <a:cubicBezTo>
                      <a:pt x="8413" y="11657"/>
                      <a:pt x="8885" y="11184"/>
                      <a:pt x="8885" y="10617"/>
                    </a:cubicBezTo>
                    <a:lnTo>
                      <a:pt x="8885" y="1670"/>
                    </a:lnTo>
                    <a:cubicBezTo>
                      <a:pt x="8885" y="1134"/>
                      <a:pt x="8476" y="662"/>
                      <a:pt x="7877" y="662"/>
                    </a:cubicBezTo>
                    <a:lnTo>
                      <a:pt x="6774" y="662"/>
                    </a:lnTo>
                    <a:cubicBezTo>
                      <a:pt x="6617" y="252"/>
                      <a:pt x="6270" y="0"/>
                      <a:pt x="582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9" name="Google Shape;469;p43"/>
              <p:cNvSpPr/>
              <p:nvPr/>
            </p:nvSpPr>
            <p:spPr>
              <a:xfrm>
                <a:off x="-3314075" y="3476175"/>
                <a:ext cx="17350" cy="18125"/>
              </a:xfrm>
              <a:custGeom>
                <a:avLst/>
                <a:gdLst/>
                <a:ahLst/>
                <a:cxnLst/>
                <a:rect l="l" t="t" r="r" b="b"/>
                <a:pathLst>
                  <a:path w="694" h="725" extrusionOk="0">
                    <a:moveTo>
                      <a:pt x="347" y="0"/>
                    </a:moveTo>
                    <a:cubicBezTo>
                      <a:pt x="158" y="0"/>
                      <a:pt x="1" y="158"/>
                      <a:pt x="1" y="347"/>
                    </a:cubicBezTo>
                    <a:cubicBezTo>
                      <a:pt x="1" y="567"/>
                      <a:pt x="158" y="725"/>
                      <a:pt x="347" y="725"/>
                    </a:cubicBezTo>
                    <a:cubicBezTo>
                      <a:pt x="536" y="725"/>
                      <a:pt x="694" y="567"/>
                      <a:pt x="694" y="347"/>
                    </a:cubicBezTo>
                    <a:cubicBezTo>
                      <a:pt x="694" y="158"/>
                      <a:pt x="536" y="0"/>
                      <a:pt x="34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70" name="Google Shape;470;p43"/>
          <p:cNvCxnSpPr>
            <a:stCxn id="466" idx="4"/>
            <a:endCxn id="449" idx="0"/>
          </p:cNvCxnSpPr>
          <p:nvPr/>
        </p:nvCxnSpPr>
        <p:spPr>
          <a:xfrm>
            <a:off x="161927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71" name="Google Shape;471;p43"/>
          <p:cNvGrpSpPr/>
          <p:nvPr/>
        </p:nvGrpSpPr>
        <p:grpSpPr>
          <a:xfrm>
            <a:off x="5337312" y="1366263"/>
            <a:ext cx="419717" cy="419700"/>
            <a:chOff x="5337312" y="1366263"/>
            <a:chExt cx="419717" cy="419700"/>
          </a:xfrm>
        </p:grpSpPr>
        <p:sp>
          <p:nvSpPr>
            <p:cNvPr id="472" name="Google Shape;472;p43"/>
            <p:cNvSpPr/>
            <p:nvPr/>
          </p:nvSpPr>
          <p:spPr>
            <a:xfrm>
              <a:off x="533732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73" name="Google Shape;473;p43"/>
            <p:cNvGrpSpPr/>
            <p:nvPr/>
          </p:nvGrpSpPr>
          <p:grpSpPr>
            <a:xfrm>
              <a:off x="5337312" y="1391701"/>
              <a:ext cx="419717" cy="368844"/>
              <a:chOff x="238075" y="2137575"/>
              <a:chExt cx="341150" cy="299800"/>
            </a:xfrm>
          </p:grpSpPr>
          <p:sp>
            <p:nvSpPr>
              <p:cNvPr id="474" name="Google Shape;474;p43"/>
              <p:cNvSpPr/>
              <p:nvPr/>
            </p:nvSpPr>
            <p:spPr>
              <a:xfrm>
                <a:off x="418675" y="2137575"/>
                <a:ext cx="112175" cy="69975"/>
              </a:xfrm>
              <a:custGeom>
                <a:avLst/>
                <a:gdLst/>
                <a:ahLst/>
                <a:cxnLst/>
                <a:rect l="l" t="t" r="r" b="b"/>
                <a:pathLst>
                  <a:path w="4487" h="2799" extrusionOk="0">
                    <a:moveTo>
                      <a:pt x="0" y="0"/>
                    </a:moveTo>
                    <a:cubicBezTo>
                      <a:pt x="0" y="3"/>
                      <a:pt x="2" y="5"/>
                      <a:pt x="2" y="6"/>
                    </a:cubicBezTo>
                    <a:lnTo>
                      <a:pt x="2" y="801"/>
                    </a:lnTo>
                    <a:cubicBezTo>
                      <a:pt x="3" y="1904"/>
                      <a:pt x="896" y="2797"/>
                      <a:pt x="2000" y="2799"/>
                    </a:cubicBezTo>
                    <a:lnTo>
                      <a:pt x="4486" y="2799"/>
                    </a:lnTo>
                    <a:cubicBezTo>
                      <a:pt x="4467" y="2778"/>
                      <a:pt x="4452" y="2756"/>
                      <a:pt x="4432" y="2735"/>
                    </a:cubicBezTo>
                    <a:lnTo>
                      <a:pt x="2298" y="674"/>
                    </a:lnTo>
                    <a:cubicBezTo>
                      <a:pt x="1850" y="241"/>
                      <a:pt x="1252" y="0"/>
                      <a:pt x="63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5" name="Google Shape;475;p43"/>
              <p:cNvSpPr/>
              <p:nvPr/>
            </p:nvSpPr>
            <p:spPr>
              <a:xfrm>
                <a:off x="318100" y="218755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00" extrusionOk="0">
                    <a:moveTo>
                      <a:pt x="1" y="1"/>
                    </a:moveTo>
                    <a:lnTo>
                      <a:pt x="1" y="800"/>
                    </a:lnTo>
                    <a:lnTo>
                      <a:pt x="800" y="800"/>
                    </a:lnTo>
                    <a:lnTo>
                      <a:pt x="80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6" name="Google Shape;476;p43"/>
              <p:cNvSpPr/>
              <p:nvPr/>
            </p:nvSpPr>
            <p:spPr>
              <a:xfrm>
                <a:off x="238150" y="2187550"/>
                <a:ext cx="20000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00" extrusionOk="0">
                    <a:moveTo>
                      <a:pt x="0" y="1"/>
                    </a:moveTo>
                    <a:lnTo>
                      <a:pt x="0" y="800"/>
                    </a:lnTo>
                    <a:lnTo>
                      <a:pt x="799" y="800"/>
                    </a:lnTo>
                    <a:lnTo>
                      <a:pt x="799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7" name="Google Shape;477;p43"/>
              <p:cNvSpPr/>
              <p:nvPr/>
            </p:nvSpPr>
            <p:spPr>
              <a:xfrm>
                <a:off x="238150" y="2137575"/>
                <a:ext cx="300475" cy="119950"/>
              </a:xfrm>
              <a:custGeom>
                <a:avLst/>
                <a:gdLst/>
                <a:ahLst/>
                <a:cxnLst/>
                <a:rect l="l" t="t" r="r" b="b"/>
                <a:pathLst>
                  <a:path w="12019" h="4798" extrusionOk="0">
                    <a:moveTo>
                      <a:pt x="4401" y="1201"/>
                    </a:moveTo>
                    <a:cubicBezTo>
                      <a:pt x="4619" y="1201"/>
                      <a:pt x="4798" y="1380"/>
                      <a:pt x="4797" y="1601"/>
                    </a:cubicBezTo>
                    <a:lnTo>
                      <a:pt x="4797" y="3200"/>
                    </a:lnTo>
                    <a:cubicBezTo>
                      <a:pt x="4797" y="3420"/>
                      <a:pt x="4618" y="3599"/>
                      <a:pt x="4398" y="3599"/>
                    </a:cubicBezTo>
                    <a:lnTo>
                      <a:pt x="2799" y="3599"/>
                    </a:lnTo>
                    <a:cubicBezTo>
                      <a:pt x="2577" y="3599"/>
                      <a:pt x="2399" y="3420"/>
                      <a:pt x="2399" y="3200"/>
                    </a:cubicBezTo>
                    <a:lnTo>
                      <a:pt x="2399" y="1601"/>
                    </a:lnTo>
                    <a:cubicBezTo>
                      <a:pt x="2399" y="1380"/>
                      <a:pt x="2576" y="1201"/>
                      <a:pt x="2796" y="1201"/>
                    </a:cubicBezTo>
                    <a:cubicBezTo>
                      <a:pt x="2797" y="1201"/>
                      <a:pt x="2798" y="1201"/>
                      <a:pt x="2799" y="1201"/>
                    </a:cubicBezTo>
                    <a:lnTo>
                      <a:pt x="4398" y="1201"/>
                    </a:lnTo>
                    <a:cubicBezTo>
                      <a:pt x="4399" y="1201"/>
                      <a:pt x="4400" y="1201"/>
                      <a:pt x="4401" y="1201"/>
                    </a:cubicBezTo>
                    <a:close/>
                    <a:moveTo>
                      <a:pt x="401" y="0"/>
                    </a:moveTo>
                    <a:cubicBezTo>
                      <a:pt x="179" y="0"/>
                      <a:pt x="0" y="179"/>
                      <a:pt x="0" y="400"/>
                    </a:cubicBezTo>
                    <a:lnTo>
                      <a:pt x="0" y="1201"/>
                    </a:lnTo>
                    <a:lnTo>
                      <a:pt x="1199" y="1201"/>
                    </a:lnTo>
                    <a:cubicBezTo>
                      <a:pt x="1421" y="1201"/>
                      <a:pt x="1600" y="1379"/>
                      <a:pt x="1600" y="1601"/>
                    </a:cubicBezTo>
                    <a:lnTo>
                      <a:pt x="1600" y="3200"/>
                    </a:lnTo>
                    <a:cubicBezTo>
                      <a:pt x="1600" y="3420"/>
                      <a:pt x="1421" y="3599"/>
                      <a:pt x="1199" y="3599"/>
                    </a:cubicBezTo>
                    <a:lnTo>
                      <a:pt x="0" y="3599"/>
                    </a:lnTo>
                    <a:lnTo>
                      <a:pt x="0" y="4399"/>
                    </a:lnTo>
                    <a:cubicBezTo>
                      <a:pt x="0" y="4619"/>
                      <a:pt x="179" y="4798"/>
                      <a:pt x="401" y="4798"/>
                    </a:cubicBezTo>
                    <a:lnTo>
                      <a:pt x="10820" y="4798"/>
                    </a:lnTo>
                    <a:cubicBezTo>
                      <a:pt x="11483" y="4798"/>
                      <a:pt x="12019" y="4260"/>
                      <a:pt x="12019" y="3597"/>
                    </a:cubicBezTo>
                    <a:lnTo>
                      <a:pt x="9221" y="3597"/>
                    </a:lnTo>
                    <a:cubicBezTo>
                      <a:pt x="7674" y="3597"/>
                      <a:pt x="6422" y="2345"/>
                      <a:pt x="6422" y="799"/>
                    </a:cubicBezTo>
                    <a:lnTo>
                      <a:pt x="6422" y="6"/>
                    </a:lnTo>
                    <a:cubicBezTo>
                      <a:pt x="6422" y="3"/>
                      <a:pt x="6424" y="2"/>
                      <a:pt x="642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8" name="Google Shape;478;p43"/>
              <p:cNvSpPr/>
              <p:nvPr/>
            </p:nvSpPr>
            <p:spPr>
              <a:xfrm>
                <a:off x="238075" y="2377750"/>
                <a:ext cx="341150" cy="59625"/>
              </a:xfrm>
              <a:custGeom>
                <a:avLst/>
                <a:gdLst/>
                <a:ahLst/>
                <a:cxnLst/>
                <a:rect l="l" t="t" r="r" b="b"/>
                <a:pathLst>
                  <a:path w="13646" h="2385" extrusionOk="0">
                    <a:moveTo>
                      <a:pt x="11622" y="1"/>
                    </a:moveTo>
                    <a:cubicBezTo>
                      <a:pt x="11486" y="1"/>
                      <a:pt x="11350" y="62"/>
                      <a:pt x="11277" y="183"/>
                    </a:cubicBezTo>
                    <a:cubicBezTo>
                      <a:pt x="11275" y="189"/>
                      <a:pt x="10897" y="787"/>
                      <a:pt x="10022" y="787"/>
                    </a:cubicBezTo>
                    <a:cubicBezTo>
                      <a:pt x="9153" y="787"/>
                      <a:pt x="8781" y="205"/>
                      <a:pt x="8767" y="183"/>
                    </a:cubicBezTo>
                    <a:cubicBezTo>
                      <a:pt x="8694" y="62"/>
                      <a:pt x="8558" y="2"/>
                      <a:pt x="8423" y="2"/>
                    </a:cubicBezTo>
                    <a:cubicBezTo>
                      <a:pt x="8287" y="2"/>
                      <a:pt x="8151" y="62"/>
                      <a:pt x="8079" y="183"/>
                    </a:cubicBezTo>
                    <a:cubicBezTo>
                      <a:pt x="8075" y="189"/>
                      <a:pt x="7697" y="787"/>
                      <a:pt x="6824" y="787"/>
                    </a:cubicBezTo>
                    <a:cubicBezTo>
                      <a:pt x="5954" y="787"/>
                      <a:pt x="5556" y="205"/>
                      <a:pt x="5542" y="183"/>
                    </a:cubicBezTo>
                    <a:cubicBezTo>
                      <a:pt x="5470" y="62"/>
                      <a:pt x="5334" y="2"/>
                      <a:pt x="5198" y="2"/>
                    </a:cubicBezTo>
                    <a:cubicBezTo>
                      <a:pt x="5062" y="2"/>
                      <a:pt x="4926" y="62"/>
                      <a:pt x="4853" y="183"/>
                    </a:cubicBezTo>
                    <a:cubicBezTo>
                      <a:pt x="4850" y="189"/>
                      <a:pt x="4473" y="787"/>
                      <a:pt x="3598" y="787"/>
                    </a:cubicBezTo>
                    <a:cubicBezTo>
                      <a:pt x="2728" y="787"/>
                      <a:pt x="2357" y="205"/>
                      <a:pt x="2342" y="183"/>
                    </a:cubicBezTo>
                    <a:cubicBezTo>
                      <a:pt x="2270" y="62"/>
                      <a:pt x="2134" y="2"/>
                      <a:pt x="1998" y="2"/>
                    </a:cubicBezTo>
                    <a:cubicBezTo>
                      <a:pt x="1863" y="2"/>
                      <a:pt x="1727" y="62"/>
                      <a:pt x="1654" y="183"/>
                    </a:cubicBezTo>
                    <a:cubicBezTo>
                      <a:pt x="1651" y="189"/>
                      <a:pt x="1275" y="784"/>
                      <a:pt x="404" y="787"/>
                    </a:cubicBezTo>
                    <a:cubicBezTo>
                      <a:pt x="403" y="787"/>
                      <a:pt x="402" y="787"/>
                      <a:pt x="401" y="787"/>
                    </a:cubicBezTo>
                    <a:cubicBezTo>
                      <a:pt x="181" y="787"/>
                      <a:pt x="2" y="965"/>
                      <a:pt x="1" y="1186"/>
                    </a:cubicBezTo>
                    <a:lnTo>
                      <a:pt x="1" y="1986"/>
                    </a:lnTo>
                    <a:cubicBezTo>
                      <a:pt x="1" y="2207"/>
                      <a:pt x="179" y="2385"/>
                      <a:pt x="401" y="2385"/>
                    </a:cubicBezTo>
                    <a:cubicBezTo>
                      <a:pt x="402" y="2385"/>
                      <a:pt x="403" y="2385"/>
                      <a:pt x="404" y="2385"/>
                    </a:cubicBezTo>
                    <a:lnTo>
                      <a:pt x="13247" y="2385"/>
                    </a:lnTo>
                    <a:cubicBezTo>
                      <a:pt x="13467" y="2385"/>
                      <a:pt x="13646" y="2206"/>
                      <a:pt x="13646" y="1985"/>
                    </a:cubicBezTo>
                    <a:lnTo>
                      <a:pt x="13646" y="1186"/>
                    </a:lnTo>
                    <a:cubicBezTo>
                      <a:pt x="13646" y="966"/>
                      <a:pt x="13467" y="787"/>
                      <a:pt x="13247" y="787"/>
                    </a:cubicBezTo>
                    <a:cubicBezTo>
                      <a:pt x="12383" y="787"/>
                      <a:pt x="11983" y="213"/>
                      <a:pt x="11964" y="180"/>
                    </a:cubicBezTo>
                    <a:cubicBezTo>
                      <a:pt x="11891" y="61"/>
                      <a:pt x="11757" y="1"/>
                      <a:pt x="1162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9" name="Google Shape;479;p43"/>
              <p:cNvSpPr/>
              <p:nvPr/>
            </p:nvSpPr>
            <p:spPr>
              <a:xfrm>
                <a:off x="238150" y="2277475"/>
                <a:ext cx="341075" cy="99950"/>
              </a:xfrm>
              <a:custGeom>
                <a:avLst/>
                <a:gdLst/>
                <a:ahLst/>
                <a:cxnLst/>
                <a:rect l="l" t="t" r="r" b="b"/>
                <a:pathLst>
                  <a:path w="13643" h="3998" extrusionOk="0">
                    <a:moveTo>
                      <a:pt x="401" y="1"/>
                    </a:moveTo>
                    <a:cubicBezTo>
                      <a:pt x="179" y="1"/>
                      <a:pt x="0" y="179"/>
                      <a:pt x="0" y="401"/>
                    </a:cubicBezTo>
                    <a:lnTo>
                      <a:pt x="0" y="1200"/>
                    </a:lnTo>
                    <a:cubicBezTo>
                      <a:pt x="0" y="1421"/>
                      <a:pt x="179" y="1600"/>
                      <a:pt x="401" y="1600"/>
                    </a:cubicBezTo>
                    <a:lnTo>
                      <a:pt x="1998" y="1600"/>
                    </a:lnTo>
                    <a:lnTo>
                      <a:pt x="1998" y="3212"/>
                    </a:lnTo>
                    <a:cubicBezTo>
                      <a:pt x="2430" y="3212"/>
                      <a:pt x="2815" y="3426"/>
                      <a:pt x="3029" y="3784"/>
                    </a:cubicBezTo>
                    <a:cubicBezTo>
                      <a:pt x="3032" y="3784"/>
                      <a:pt x="3202" y="3998"/>
                      <a:pt x="3598" y="3998"/>
                    </a:cubicBezTo>
                    <a:lnTo>
                      <a:pt x="3598" y="1600"/>
                    </a:lnTo>
                    <a:lnTo>
                      <a:pt x="10019" y="1600"/>
                    </a:lnTo>
                    <a:lnTo>
                      <a:pt x="10019" y="3998"/>
                    </a:lnTo>
                    <a:cubicBezTo>
                      <a:pt x="10417" y="3998"/>
                      <a:pt x="10591" y="3776"/>
                      <a:pt x="10610" y="3751"/>
                    </a:cubicBezTo>
                    <a:lnTo>
                      <a:pt x="10613" y="3754"/>
                    </a:lnTo>
                    <a:cubicBezTo>
                      <a:pt x="10855" y="3401"/>
                      <a:pt x="11223" y="3212"/>
                      <a:pt x="11619" y="3212"/>
                    </a:cubicBezTo>
                    <a:lnTo>
                      <a:pt x="11619" y="1600"/>
                    </a:lnTo>
                    <a:lnTo>
                      <a:pt x="13244" y="1600"/>
                    </a:lnTo>
                    <a:cubicBezTo>
                      <a:pt x="13464" y="1600"/>
                      <a:pt x="13643" y="1421"/>
                      <a:pt x="13643" y="1200"/>
                    </a:cubicBezTo>
                    <a:lnTo>
                      <a:pt x="13643" y="401"/>
                    </a:lnTo>
                    <a:cubicBezTo>
                      <a:pt x="13643" y="179"/>
                      <a:pt x="13464" y="1"/>
                      <a:pt x="1324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80" name="Google Shape;480;p43"/>
          <p:cNvCxnSpPr>
            <a:stCxn id="472" idx="4"/>
            <a:endCxn id="453" idx="0"/>
          </p:cNvCxnSpPr>
          <p:nvPr/>
        </p:nvCxnSpPr>
        <p:spPr>
          <a:xfrm>
            <a:off x="554717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81" name="Google Shape;481;p43"/>
          <p:cNvGrpSpPr/>
          <p:nvPr/>
        </p:nvGrpSpPr>
        <p:grpSpPr>
          <a:xfrm>
            <a:off x="7301261" y="1366263"/>
            <a:ext cx="419714" cy="419700"/>
            <a:chOff x="7301261" y="1366263"/>
            <a:chExt cx="419714" cy="419700"/>
          </a:xfrm>
        </p:grpSpPr>
        <p:sp>
          <p:nvSpPr>
            <p:cNvPr id="482" name="Google Shape;482;p43"/>
            <p:cNvSpPr/>
            <p:nvPr/>
          </p:nvSpPr>
          <p:spPr>
            <a:xfrm>
              <a:off x="730127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83" name="Google Shape;483;p43"/>
            <p:cNvGrpSpPr/>
            <p:nvPr/>
          </p:nvGrpSpPr>
          <p:grpSpPr>
            <a:xfrm>
              <a:off x="7301261" y="1369067"/>
              <a:ext cx="419698" cy="414121"/>
              <a:chOff x="-1951475" y="3597450"/>
              <a:chExt cx="295375" cy="291450"/>
            </a:xfrm>
          </p:grpSpPr>
          <p:sp>
            <p:nvSpPr>
              <p:cNvPr id="484" name="Google Shape;484;p43"/>
              <p:cNvSpPr/>
              <p:nvPr/>
            </p:nvSpPr>
            <p:spPr>
              <a:xfrm>
                <a:off x="-1951475" y="3597450"/>
                <a:ext cx="170925" cy="34675"/>
              </a:xfrm>
              <a:custGeom>
                <a:avLst/>
                <a:gdLst/>
                <a:ahLst/>
                <a:cxnLst/>
                <a:rect l="l" t="t" r="r" b="b"/>
                <a:pathLst>
                  <a:path w="6837" h="1387" extrusionOk="0">
                    <a:moveTo>
                      <a:pt x="1008" y="1"/>
                    </a:moveTo>
                    <a:cubicBezTo>
                      <a:pt x="473" y="1"/>
                      <a:pt x="0" y="473"/>
                      <a:pt x="0" y="1040"/>
                    </a:cubicBezTo>
                    <a:lnTo>
                      <a:pt x="0" y="1387"/>
                    </a:lnTo>
                    <a:lnTo>
                      <a:pt x="6837" y="1387"/>
                    </a:lnTo>
                    <a:lnTo>
                      <a:pt x="6837" y="1040"/>
                    </a:lnTo>
                    <a:cubicBezTo>
                      <a:pt x="6837" y="473"/>
                      <a:pt x="6364" y="1"/>
                      <a:pt x="582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5" name="Google Shape;485;p43"/>
              <p:cNvSpPr/>
              <p:nvPr/>
            </p:nvSpPr>
            <p:spPr>
              <a:xfrm>
                <a:off x="-1949900" y="3648650"/>
                <a:ext cx="171725" cy="173300"/>
              </a:xfrm>
              <a:custGeom>
                <a:avLst/>
                <a:gdLst/>
                <a:ahLst/>
                <a:cxnLst/>
                <a:rect l="l" t="t" r="r" b="b"/>
                <a:pathLst>
                  <a:path w="6869" h="6932" extrusionOk="0">
                    <a:moveTo>
                      <a:pt x="0" y="1"/>
                    </a:moveTo>
                    <a:lnTo>
                      <a:pt x="0" y="6932"/>
                    </a:lnTo>
                    <a:lnTo>
                      <a:pt x="2426" y="6932"/>
                    </a:lnTo>
                    <a:cubicBezTo>
                      <a:pt x="2521" y="6585"/>
                      <a:pt x="2836" y="6333"/>
                      <a:pt x="3245" y="6270"/>
                    </a:cubicBezTo>
                    <a:lnTo>
                      <a:pt x="1166" y="4191"/>
                    </a:lnTo>
                    <a:cubicBezTo>
                      <a:pt x="693" y="3718"/>
                      <a:pt x="693" y="2962"/>
                      <a:pt x="1166" y="2489"/>
                    </a:cubicBezTo>
                    <a:cubicBezTo>
                      <a:pt x="1386" y="2237"/>
                      <a:pt x="1670" y="2143"/>
                      <a:pt x="2017" y="2143"/>
                    </a:cubicBezTo>
                    <a:cubicBezTo>
                      <a:pt x="2363" y="2143"/>
                      <a:pt x="2647" y="2237"/>
                      <a:pt x="2899" y="2489"/>
                    </a:cubicBezTo>
                    <a:lnTo>
                      <a:pt x="3560" y="3151"/>
                    </a:lnTo>
                    <a:cubicBezTo>
                      <a:pt x="3592" y="2994"/>
                      <a:pt x="3718" y="2836"/>
                      <a:pt x="3844" y="2710"/>
                    </a:cubicBezTo>
                    <a:cubicBezTo>
                      <a:pt x="4064" y="2489"/>
                      <a:pt x="4348" y="2363"/>
                      <a:pt x="4694" y="2363"/>
                    </a:cubicBezTo>
                    <a:cubicBezTo>
                      <a:pt x="4694" y="2048"/>
                      <a:pt x="4820" y="1733"/>
                      <a:pt x="5041" y="1513"/>
                    </a:cubicBezTo>
                    <a:cubicBezTo>
                      <a:pt x="5293" y="1261"/>
                      <a:pt x="5577" y="1135"/>
                      <a:pt x="5923" y="1135"/>
                    </a:cubicBezTo>
                    <a:cubicBezTo>
                      <a:pt x="6112" y="1135"/>
                      <a:pt x="6301" y="1198"/>
                      <a:pt x="6459" y="1261"/>
                    </a:cubicBezTo>
                    <a:cubicBezTo>
                      <a:pt x="6522" y="1072"/>
                      <a:pt x="6616" y="914"/>
                      <a:pt x="6774" y="757"/>
                    </a:cubicBezTo>
                    <a:lnTo>
                      <a:pt x="6868" y="662"/>
                    </a:lnTo>
                    <a:lnTo>
                      <a:pt x="686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6" name="Google Shape;486;p43"/>
              <p:cNvSpPr/>
              <p:nvPr/>
            </p:nvSpPr>
            <p:spPr>
              <a:xfrm>
                <a:off x="-1951475" y="3838475"/>
                <a:ext cx="170925" cy="50425"/>
              </a:xfrm>
              <a:custGeom>
                <a:avLst/>
                <a:gdLst/>
                <a:ahLst/>
                <a:cxnLst/>
                <a:rect l="l" t="t" r="r" b="b"/>
                <a:pathLst>
                  <a:path w="6837" h="2017" extrusionOk="0">
                    <a:moveTo>
                      <a:pt x="0" y="0"/>
                    </a:moveTo>
                    <a:lnTo>
                      <a:pt x="0" y="1008"/>
                    </a:lnTo>
                    <a:cubicBezTo>
                      <a:pt x="0" y="1544"/>
                      <a:pt x="473" y="2017"/>
                      <a:pt x="1008" y="2017"/>
                    </a:cubicBezTo>
                    <a:lnTo>
                      <a:pt x="5829" y="2017"/>
                    </a:lnTo>
                    <a:cubicBezTo>
                      <a:pt x="6333" y="2017"/>
                      <a:pt x="6774" y="1670"/>
                      <a:pt x="6837" y="1166"/>
                    </a:cubicBezTo>
                    <a:lnTo>
                      <a:pt x="6679" y="1071"/>
                    </a:lnTo>
                    <a:lnTo>
                      <a:pt x="3466" y="1071"/>
                    </a:lnTo>
                    <a:cubicBezTo>
                      <a:pt x="2867" y="1071"/>
                      <a:pt x="2363" y="599"/>
                      <a:pt x="226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7" name="Google Shape;487;p43"/>
              <p:cNvSpPr/>
              <p:nvPr/>
            </p:nvSpPr>
            <p:spPr>
              <a:xfrm>
                <a:off x="-1912900" y="3675825"/>
                <a:ext cx="256800" cy="202825"/>
              </a:xfrm>
              <a:custGeom>
                <a:avLst/>
                <a:gdLst/>
                <a:ahLst/>
                <a:cxnLst/>
                <a:rect l="l" t="t" r="r" b="b"/>
                <a:pathLst>
                  <a:path w="10272" h="8113" extrusionOk="0">
                    <a:moveTo>
                      <a:pt x="6085" y="0"/>
                    </a:moveTo>
                    <a:cubicBezTo>
                      <a:pt x="5955" y="0"/>
                      <a:pt x="5829" y="48"/>
                      <a:pt x="5735" y="142"/>
                    </a:cubicBezTo>
                    <a:cubicBezTo>
                      <a:pt x="5546" y="331"/>
                      <a:pt x="5546" y="646"/>
                      <a:pt x="5735" y="835"/>
                    </a:cubicBezTo>
                    <a:lnTo>
                      <a:pt x="6081" y="1213"/>
                    </a:lnTo>
                    <a:cubicBezTo>
                      <a:pt x="6207" y="1308"/>
                      <a:pt x="6207" y="1560"/>
                      <a:pt x="6081" y="1655"/>
                    </a:cubicBezTo>
                    <a:cubicBezTo>
                      <a:pt x="6034" y="1718"/>
                      <a:pt x="5948" y="1749"/>
                      <a:pt x="5857" y="1749"/>
                    </a:cubicBezTo>
                    <a:cubicBezTo>
                      <a:pt x="5766" y="1749"/>
                      <a:pt x="5672" y="1718"/>
                      <a:pt x="5609" y="1655"/>
                    </a:cubicBezTo>
                    <a:lnTo>
                      <a:pt x="4758" y="804"/>
                    </a:lnTo>
                    <a:cubicBezTo>
                      <a:pt x="4664" y="709"/>
                      <a:pt x="4538" y="662"/>
                      <a:pt x="4408" y="662"/>
                    </a:cubicBezTo>
                    <a:cubicBezTo>
                      <a:pt x="4278" y="662"/>
                      <a:pt x="4144" y="709"/>
                      <a:pt x="4034" y="804"/>
                    </a:cubicBezTo>
                    <a:cubicBezTo>
                      <a:pt x="3845" y="993"/>
                      <a:pt x="3845" y="1308"/>
                      <a:pt x="4034" y="1528"/>
                    </a:cubicBezTo>
                    <a:cubicBezTo>
                      <a:pt x="4034" y="1655"/>
                      <a:pt x="4884" y="2505"/>
                      <a:pt x="4821" y="2505"/>
                    </a:cubicBezTo>
                    <a:cubicBezTo>
                      <a:pt x="4947" y="2631"/>
                      <a:pt x="4947" y="2852"/>
                      <a:pt x="4821" y="2978"/>
                    </a:cubicBezTo>
                    <a:cubicBezTo>
                      <a:pt x="4774" y="3041"/>
                      <a:pt x="4687" y="3072"/>
                      <a:pt x="4601" y="3072"/>
                    </a:cubicBezTo>
                    <a:cubicBezTo>
                      <a:pt x="4514" y="3072"/>
                      <a:pt x="4427" y="3041"/>
                      <a:pt x="4380" y="2978"/>
                    </a:cubicBezTo>
                    <a:lnTo>
                      <a:pt x="3498" y="2096"/>
                    </a:lnTo>
                    <a:cubicBezTo>
                      <a:pt x="3403" y="2001"/>
                      <a:pt x="3277" y="1954"/>
                      <a:pt x="3151" y="1954"/>
                    </a:cubicBezTo>
                    <a:cubicBezTo>
                      <a:pt x="3025" y="1954"/>
                      <a:pt x="2899" y="2001"/>
                      <a:pt x="2805" y="2096"/>
                    </a:cubicBezTo>
                    <a:cubicBezTo>
                      <a:pt x="2584" y="2316"/>
                      <a:pt x="2584" y="2631"/>
                      <a:pt x="2805" y="2820"/>
                    </a:cubicBezTo>
                    <a:lnTo>
                      <a:pt x="3656" y="3671"/>
                    </a:lnTo>
                    <a:cubicBezTo>
                      <a:pt x="3782" y="3797"/>
                      <a:pt x="3782" y="4017"/>
                      <a:pt x="3656" y="4143"/>
                    </a:cubicBezTo>
                    <a:cubicBezTo>
                      <a:pt x="3593" y="4206"/>
                      <a:pt x="3506" y="4238"/>
                      <a:pt x="3419" y="4238"/>
                    </a:cubicBezTo>
                    <a:cubicBezTo>
                      <a:pt x="3333" y="4238"/>
                      <a:pt x="3246" y="4206"/>
                      <a:pt x="3183" y="4143"/>
                    </a:cubicBezTo>
                    <a:lnTo>
                      <a:pt x="883" y="1875"/>
                    </a:lnTo>
                    <a:cubicBezTo>
                      <a:pt x="789" y="1765"/>
                      <a:pt x="663" y="1710"/>
                      <a:pt x="537" y="1710"/>
                    </a:cubicBezTo>
                    <a:cubicBezTo>
                      <a:pt x="411" y="1710"/>
                      <a:pt x="284" y="1765"/>
                      <a:pt x="190" y="1875"/>
                    </a:cubicBezTo>
                    <a:cubicBezTo>
                      <a:pt x="1" y="2064"/>
                      <a:pt x="1" y="2379"/>
                      <a:pt x="190" y="2568"/>
                    </a:cubicBezTo>
                    <a:lnTo>
                      <a:pt x="1797" y="4206"/>
                    </a:lnTo>
                    <a:lnTo>
                      <a:pt x="3403" y="5845"/>
                    </a:lnTo>
                    <a:lnTo>
                      <a:pt x="1954" y="5845"/>
                    </a:lnTo>
                    <a:cubicBezTo>
                      <a:pt x="1671" y="5845"/>
                      <a:pt x="1450" y="6097"/>
                      <a:pt x="1450" y="6349"/>
                    </a:cubicBezTo>
                    <a:cubicBezTo>
                      <a:pt x="1450" y="6632"/>
                      <a:pt x="1671" y="6884"/>
                      <a:pt x="1954" y="6884"/>
                    </a:cubicBezTo>
                    <a:lnTo>
                      <a:pt x="5451" y="6884"/>
                    </a:lnTo>
                    <a:cubicBezTo>
                      <a:pt x="5514" y="6916"/>
                      <a:pt x="6491" y="7829"/>
                      <a:pt x="6491" y="7829"/>
                    </a:cubicBezTo>
                    <a:cubicBezTo>
                      <a:pt x="6680" y="8018"/>
                      <a:pt x="6948" y="8113"/>
                      <a:pt x="7216" y="8113"/>
                    </a:cubicBezTo>
                    <a:cubicBezTo>
                      <a:pt x="7483" y="8113"/>
                      <a:pt x="7751" y="8018"/>
                      <a:pt x="7940" y="7829"/>
                    </a:cubicBezTo>
                    <a:lnTo>
                      <a:pt x="9862" y="5876"/>
                    </a:lnTo>
                    <a:cubicBezTo>
                      <a:pt x="10272" y="5498"/>
                      <a:pt x="10272" y="4836"/>
                      <a:pt x="9862" y="4427"/>
                    </a:cubicBezTo>
                    <a:lnTo>
                      <a:pt x="9452" y="3986"/>
                    </a:lnTo>
                    <a:cubicBezTo>
                      <a:pt x="9326" y="3608"/>
                      <a:pt x="9043" y="3198"/>
                      <a:pt x="8822" y="2820"/>
                    </a:cubicBezTo>
                    <a:cubicBezTo>
                      <a:pt x="8570" y="2411"/>
                      <a:pt x="8350" y="2064"/>
                      <a:pt x="8035" y="1718"/>
                    </a:cubicBezTo>
                    <a:lnTo>
                      <a:pt x="6459" y="142"/>
                    </a:lnTo>
                    <a:cubicBezTo>
                      <a:pt x="6349" y="48"/>
                      <a:pt x="6215" y="0"/>
                      <a:pt x="6085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88" name="Google Shape;488;p43"/>
          <p:cNvCxnSpPr>
            <a:stCxn id="482" idx="4"/>
            <a:endCxn id="455" idx="0"/>
          </p:cNvCxnSpPr>
          <p:nvPr/>
        </p:nvCxnSpPr>
        <p:spPr>
          <a:xfrm>
            <a:off x="751112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89" name="Google Shape;489;p43"/>
          <p:cNvGrpSpPr/>
          <p:nvPr/>
        </p:nvGrpSpPr>
        <p:grpSpPr>
          <a:xfrm>
            <a:off x="1409425" y="3099981"/>
            <a:ext cx="419710" cy="441156"/>
            <a:chOff x="1409425" y="3099981"/>
            <a:chExt cx="419710" cy="441156"/>
          </a:xfrm>
        </p:grpSpPr>
        <p:sp>
          <p:nvSpPr>
            <p:cNvPr id="490" name="Google Shape;490;p43"/>
            <p:cNvSpPr/>
            <p:nvPr/>
          </p:nvSpPr>
          <p:spPr>
            <a:xfrm>
              <a:off x="1409425" y="31214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491" name="Google Shape;491;p43"/>
            <p:cNvGrpSpPr/>
            <p:nvPr/>
          </p:nvGrpSpPr>
          <p:grpSpPr>
            <a:xfrm>
              <a:off x="1409425" y="3099981"/>
              <a:ext cx="419710" cy="419038"/>
              <a:chOff x="1753950" y="2118150"/>
              <a:chExt cx="341700" cy="341125"/>
            </a:xfrm>
          </p:grpSpPr>
          <p:sp>
            <p:nvSpPr>
              <p:cNvPr id="492" name="Google Shape;492;p43"/>
              <p:cNvSpPr/>
              <p:nvPr/>
            </p:nvSpPr>
            <p:spPr>
              <a:xfrm>
                <a:off x="1794500" y="2238725"/>
                <a:ext cx="60025" cy="60000"/>
              </a:xfrm>
              <a:custGeom>
                <a:avLst/>
                <a:gdLst/>
                <a:ahLst/>
                <a:cxnLst/>
                <a:rect l="l" t="t" r="r" b="b"/>
                <a:pathLst>
                  <a:path w="2401" h="2400" extrusionOk="0">
                    <a:moveTo>
                      <a:pt x="1201" y="0"/>
                    </a:moveTo>
                    <a:cubicBezTo>
                      <a:pt x="538" y="0"/>
                      <a:pt x="1" y="538"/>
                      <a:pt x="1" y="1201"/>
                    </a:cubicBezTo>
                    <a:cubicBezTo>
                      <a:pt x="1" y="1862"/>
                      <a:pt x="538" y="2400"/>
                      <a:pt x="1201" y="2400"/>
                    </a:cubicBezTo>
                    <a:cubicBezTo>
                      <a:pt x="1863" y="2400"/>
                      <a:pt x="2400" y="1862"/>
                      <a:pt x="2400" y="1201"/>
                    </a:cubicBezTo>
                    <a:cubicBezTo>
                      <a:pt x="2400" y="538"/>
                      <a:pt x="1863" y="0"/>
                      <a:pt x="12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3" name="Google Shape;493;p43"/>
              <p:cNvSpPr/>
              <p:nvPr/>
            </p:nvSpPr>
            <p:spPr>
              <a:xfrm>
                <a:off x="1753950" y="2331675"/>
                <a:ext cx="341700" cy="127600"/>
              </a:xfrm>
              <a:custGeom>
                <a:avLst/>
                <a:gdLst/>
                <a:ahLst/>
                <a:cxnLst/>
                <a:rect l="l" t="t" r="r" b="b"/>
                <a:pathLst>
                  <a:path w="13668" h="5104" extrusionOk="0">
                    <a:moveTo>
                      <a:pt x="11095" y="2680"/>
                    </a:moveTo>
                    <a:lnTo>
                      <a:pt x="11825" y="4305"/>
                    </a:lnTo>
                    <a:lnTo>
                      <a:pt x="6637" y="4305"/>
                    </a:lnTo>
                    <a:lnTo>
                      <a:pt x="7368" y="2680"/>
                    </a:lnTo>
                    <a:cubicBezTo>
                      <a:pt x="7453" y="2688"/>
                      <a:pt x="7534" y="2704"/>
                      <a:pt x="7619" y="2704"/>
                    </a:cubicBezTo>
                    <a:lnTo>
                      <a:pt x="10844" y="2704"/>
                    </a:lnTo>
                    <a:cubicBezTo>
                      <a:pt x="10930" y="2704"/>
                      <a:pt x="11011" y="2688"/>
                      <a:pt x="11095" y="2680"/>
                    </a:cubicBezTo>
                    <a:close/>
                    <a:moveTo>
                      <a:pt x="13634" y="0"/>
                    </a:moveTo>
                    <a:lnTo>
                      <a:pt x="13634" y="0"/>
                    </a:lnTo>
                    <a:cubicBezTo>
                      <a:pt x="13031" y="687"/>
                      <a:pt x="12162" y="1080"/>
                      <a:pt x="11250" y="1080"/>
                    </a:cubicBezTo>
                    <a:cubicBezTo>
                      <a:pt x="11248" y="1080"/>
                      <a:pt x="11246" y="1080"/>
                      <a:pt x="11245" y="1080"/>
                    </a:cubicBezTo>
                    <a:lnTo>
                      <a:pt x="7221" y="1080"/>
                    </a:lnTo>
                    <a:cubicBezTo>
                      <a:pt x="7219" y="1080"/>
                      <a:pt x="7217" y="1080"/>
                      <a:pt x="7216" y="1080"/>
                    </a:cubicBezTo>
                    <a:cubicBezTo>
                      <a:pt x="6302" y="1080"/>
                      <a:pt x="5431" y="687"/>
                      <a:pt x="4829" y="2"/>
                    </a:cubicBezTo>
                    <a:lnTo>
                      <a:pt x="4829" y="2"/>
                    </a:lnTo>
                    <a:cubicBezTo>
                      <a:pt x="4871" y="1123"/>
                      <a:pt x="5582" y="2100"/>
                      <a:pt x="6573" y="2502"/>
                    </a:cubicBezTo>
                    <a:lnTo>
                      <a:pt x="5762" y="4305"/>
                    </a:lnTo>
                    <a:lnTo>
                      <a:pt x="4823" y="4305"/>
                    </a:lnTo>
                    <a:lnTo>
                      <a:pt x="4823" y="3905"/>
                    </a:lnTo>
                    <a:cubicBezTo>
                      <a:pt x="4823" y="3685"/>
                      <a:pt x="4644" y="3504"/>
                      <a:pt x="4423" y="3504"/>
                    </a:cubicBezTo>
                    <a:lnTo>
                      <a:pt x="399" y="3504"/>
                    </a:lnTo>
                    <a:cubicBezTo>
                      <a:pt x="179" y="3504"/>
                      <a:pt x="0" y="3683"/>
                      <a:pt x="0" y="3905"/>
                    </a:cubicBezTo>
                    <a:lnTo>
                      <a:pt x="0" y="4703"/>
                    </a:lnTo>
                    <a:cubicBezTo>
                      <a:pt x="0" y="4925"/>
                      <a:pt x="179" y="5104"/>
                      <a:pt x="399" y="5104"/>
                    </a:cubicBezTo>
                    <a:lnTo>
                      <a:pt x="13234" y="5104"/>
                    </a:lnTo>
                    <a:cubicBezTo>
                      <a:pt x="13439" y="5104"/>
                      <a:pt x="13619" y="4953"/>
                      <a:pt x="13641" y="4749"/>
                    </a:cubicBezTo>
                    <a:cubicBezTo>
                      <a:pt x="13668" y="4512"/>
                      <a:pt x="13484" y="4305"/>
                      <a:pt x="13246" y="4305"/>
                    </a:cubicBezTo>
                    <a:cubicBezTo>
                      <a:pt x="13246" y="4305"/>
                      <a:pt x="13245" y="4305"/>
                      <a:pt x="13244" y="4305"/>
                    </a:cubicBezTo>
                    <a:lnTo>
                      <a:pt x="12702" y="4305"/>
                    </a:lnTo>
                    <a:lnTo>
                      <a:pt x="11891" y="2500"/>
                    </a:lnTo>
                    <a:cubicBezTo>
                      <a:pt x="12882" y="2099"/>
                      <a:pt x="13592" y="1121"/>
                      <a:pt x="1363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4" name="Google Shape;494;p43"/>
              <p:cNvSpPr/>
              <p:nvPr/>
            </p:nvSpPr>
            <p:spPr>
              <a:xfrm>
                <a:off x="1934450" y="2208750"/>
                <a:ext cx="100625" cy="59975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2399" extrusionOk="0">
                    <a:moveTo>
                      <a:pt x="1" y="0"/>
                    </a:moveTo>
                    <a:lnTo>
                      <a:pt x="1" y="1784"/>
                    </a:lnTo>
                    <a:cubicBezTo>
                      <a:pt x="327" y="1985"/>
                      <a:pt x="1108" y="2398"/>
                      <a:pt x="2000" y="2398"/>
                    </a:cubicBezTo>
                    <a:cubicBezTo>
                      <a:pt x="2898" y="2398"/>
                      <a:pt x="3701" y="1986"/>
                      <a:pt x="4025" y="1785"/>
                    </a:cubicBezTo>
                    <a:lnTo>
                      <a:pt x="4025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5" name="Google Shape;495;p43"/>
              <p:cNvSpPr/>
              <p:nvPr/>
            </p:nvSpPr>
            <p:spPr>
              <a:xfrm>
                <a:off x="1874500" y="2118150"/>
                <a:ext cx="220575" cy="220550"/>
              </a:xfrm>
              <a:custGeom>
                <a:avLst/>
                <a:gdLst/>
                <a:ahLst/>
                <a:cxnLst/>
                <a:rect l="l" t="t" r="r" b="b"/>
                <a:pathLst>
                  <a:path w="8823" h="8822" extrusionOk="0">
                    <a:moveTo>
                      <a:pt x="5230" y="1226"/>
                    </a:moveTo>
                    <a:cubicBezTo>
                      <a:pt x="5451" y="1226"/>
                      <a:pt x="5631" y="1405"/>
                      <a:pt x="5631" y="1626"/>
                    </a:cubicBezTo>
                    <a:cubicBezTo>
                      <a:pt x="5631" y="1847"/>
                      <a:pt x="5452" y="2025"/>
                      <a:pt x="5233" y="2025"/>
                    </a:cubicBezTo>
                    <a:cubicBezTo>
                      <a:pt x="5229" y="2025"/>
                      <a:pt x="5226" y="2025"/>
                      <a:pt x="5222" y="2025"/>
                    </a:cubicBezTo>
                    <a:lnTo>
                      <a:pt x="3598" y="2025"/>
                    </a:lnTo>
                    <a:cubicBezTo>
                      <a:pt x="3379" y="2021"/>
                      <a:pt x="3206" y="1843"/>
                      <a:pt x="3206" y="1626"/>
                    </a:cubicBezTo>
                    <a:cubicBezTo>
                      <a:pt x="3206" y="1409"/>
                      <a:pt x="3379" y="1231"/>
                      <a:pt x="3598" y="1226"/>
                    </a:cubicBezTo>
                    <a:lnTo>
                      <a:pt x="5222" y="1226"/>
                    </a:lnTo>
                    <a:cubicBezTo>
                      <a:pt x="5225" y="1226"/>
                      <a:pt x="5227" y="1226"/>
                      <a:pt x="5230" y="1226"/>
                    </a:cubicBezTo>
                    <a:close/>
                    <a:moveTo>
                      <a:pt x="6823" y="2825"/>
                    </a:moveTo>
                    <a:cubicBezTo>
                      <a:pt x="7044" y="2825"/>
                      <a:pt x="7223" y="3004"/>
                      <a:pt x="7223" y="3226"/>
                    </a:cubicBezTo>
                    <a:lnTo>
                      <a:pt x="7223" y="5624"/>
                    </a:lnTo>
                    <a:cubicBezTo>
                      <a:pt x="7223" y="5749"/>
                      <a:pt x="7164" y="5869"/>
                      <a:pt x="7062" y="5944"/>
                    </a:cubicBezTo>
                    <a:cubicBezTo>
                      <a:pt x="7013" y="5981"/>
                      <a:pt x="5838" y="6823"/>
                      <a:pt x="4398" y="6823"/>
                    </a:cubicBezTo>
                    <a:cubicBezTo>
                      <a:pt x="2958" y="6823"/>
                      <a:pt x="1810" y="5979"/>
                      <a:pt x="1761" y="5944"/>
                    </a:cubicBezTo>
                    <a:cubicBezTo>
                      <a:pt x="1659" y="5869"/>
                      <a:pt x="1600" y="5749"/>
                      <a:pt x="1600" y="5624"/>
                    </a:cubicBezTo>
                    <a:lnTo>
                      <a:pt x="1600" y="3226"/>
                    </a:lnTo>
                    <a:cubicBezTo>
                      <a:pt x="1600" y="3004"/>
                      <a:pt x="1779" y="2825"/>
                      <a:pt x="2000" y="2825"/>
                    </a:cubicBezTo>
                    <a:close/>
                    <a:moveTo>
                      <a:pt x="1995" y="6822"/>
                    </a:moveTo>
                    <a:cubicBezTo>
                      <a:pt x="2201" y="6822"/>
                      <a:pt x="2397" y="6981"/>
                      <a:pt x="2397" y="7223"/>
                    </a:cubicBezTo>
                    <a:cubicBezTo>
                      <a:pt x="2397" y="7443"/>
                      <a:pt x="2219" y="7621"/>
                      <a:pt x="1999" y="7621"/>
                    </a:cubicBezTo>
                    <a:cubicBezTo>
                      <a:pt x="1641" y="7621"/>
                      <a:pt x="1464" y="7192"/>
                      <a:pt x="1715" y="6939"/>
                    </a:cubicBezTo>
                    <a:cubicBezTo>
                      <a:pt x="1797" y="6858"/>
                      <a:pt x="1897" y="6822"/>
                      <a:pt x="1995" y="6822"/>
                    </a:cubicBezTo>
                    <a:close/>
                    <a:moveTo>
                      <a:pt x="6819" y="6822"/>
                    </a:moveTo>
                    <a:cubicBezTo>
                      <a:pt x="7024" y="6822"/>
                      <a:pt x="7221" y="6981"/>
                      <a:pt x="7221" y="7223"/>
                    </a:cubicBezTo>
                    <a:cubicBezTo>
                      <a:pt x="7221" y="7443"/>
                      <a:pt x="7043" y="7621"/>
                      <a:pt x="6821" y="7621"/>
                    </a:cubicBezTo>
                    <a:cubicBezTo>
                      <a:pt x="6465" y="7621"/>
                      <a:pt x="6287" y="7192"/>
                      <a:pt x="6539" y="6939"/>
                    </a:cubicBezTo>
                    <a:cubicBezTo>
                      <a:pt x="6620" y="6858"/>
                      <a:pt x="6720" y="6822"/>
                      <a:pt x="6819" y="6822"/>
                    </a:cubicBezTo>
                    <a:close/>
                    <a:moveTo>
                      <a:pt x="4398" y="1"/>
                    </a:moveTo>
                    <a:cubicBezTo>
                      <a:pt x="1960" y="1"/>
                      <a:pt x="1" y="2434"/>
                      <a:pt x="1" y="4425"/>
                    </a:cubicBezTo>
                    <a:lnTo>
                      <a:pt x="1" y="6422"/>
                    </a:lnTo>
                    <a:cubicBezTo>
                      <a:pt x="1" y="7743"/>
                      <a:pt x="1080" y="8822"/>
                      <a:pt x="2399" y="8822"/>
                    </a:cubicBezTo>
                    <a:lnTo>
                      <a:pt x="6423" y="8822"/>
                    </a:lnTo>
                    <a:cubicBezTo>
                      <a:pt x="7743" y="8822"/>
                      <a:pt x="8822" y="7743"/>
                      <a:pt x="8822" y="6422"/>
                    </a:cubicBezTo>
                    <a:lnTo>
                      <a:pt x="8822" y="4425"/>
                    </a:lnTo>
                    <a:cubicBezTo>
                      <a:pt x="8822" y="2433"/>
                      <a:pt x="6836" y="1"/>
                      <a:pt x="439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96" name="Google Shape;496;p43"/>
              <p:cNvSpPr/>
              <p:nvPr/>
            </p:nvSpPr>
            <p:spPr>
              <a:xfrm>
                <a:off x="1794550" y="2298725"/>
                <a:ext cx="60000" cy="100600"/>
              </a:xfrm>
              <a:custGeom>
                <a:avLst/>
                <a:gdLst/>
                <a:ahLst/>
                <a:cxnLst/>
                <a:rect l="l" t="t" r="r" b="b"/>
                <a:pathLst>
                  <a:path w="2400" h="4024" extrusionOk="0">
                    <a:moveTo>
                      <a:pt x="1202" y="1"/>
                    </a:moveTo>
                    <a:cubicBezTo>
                      <a:pt x="1180" y="1"/>
                      <a:pt x="1157" y="1"/>
                      <a:pt x="1134" y="3"/>
                    </a:cubicBezTo>
                    <a:cubicBezTo>
                      <a:pt x="510" y="35"/>
                      <a:pt x="0" y="593"/>
                      <a:pt x="0" y="1218"/>
                    </a:cubicBezTo>
                    <a:lnTo>
                      <a:pt x="0" y="4024"/>
                    </a:lnTo>
                    <a:lnTo>
                      <a:pt x="2400" y="4024"/>
                    </a:lnTo>
                    <a:lnTo>
                      <a:pt x="2400" y="1200"/>
                    </a:lnTo>
                    <a:cubicBezTo>
                      <a:pt x="2398" y="535"/>
                      <a:pt x="1859" y="1"/>
                      <a:pt x="120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497" name="Google Shape;497;p43"/>
          <p:cNvCxnSpPr>
            <a:stCxn id="490" idx="4"/>
            <a:endCxn id="457" idx="0"/>
          </p:cNvCxnSpPr>
          <p:nvPr/>
        </p:nvCxnSpPr>
        <p:spPr>
          <a:xfrm>
            <a:off x="1619275" y="3541138"/>
            <a:ext cx="0" cy="310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498" name="Google Shape;498;p43"/>
          <p:cNvGrpSpPr/>
          <p:nvPr/>
        </p:nvGrpSpPr>
        <p:grpSpPr>
          <a:xfrm>
            <a:off x="3373375" y="1349956"/>
            <a:ext cx="419700" cy="436007"/>
            <a:chOff x="3373375" y="1349956"/>
            <a:chExt cx="419700" cy="436007"/>
          </a:xfrm>
        </p:grpSpPr>
        <p:sp>
          <p:nvSpPr>
            <p:cNvPr id="499" name="Google Shape;499;p43"/>
            <p:cNvSpPr/>
            <p:nvPr/>
          </p:nvSpPr>
          <p:spPr>
            <a:xfrm>
              <a:off x="3373375" y="1366263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0" name="Google Shape;500;p43"/>
            <p:cNvGrpSpPr/>
            <p:nvPr/>
          </p:nvGrpSpPr>
          <p:grpSpPr>
            <a:xfrm>
              <a:off x="3422233" y="1349956"/>
              <a:ext cx="321965" cy="419686"/>
              <a:chOff x="1791775" y="3235550"/>
              <a:chExt cx="261675" cy="341125"/>
            </a:xfrm>
          </p:grpSpPr>
          <p:sp>
            <p:nvSpPr>
              <p:cNvPr id="501" name="Google Shape;501;p43"/>
              <p:cNvSpPr/>
              <p:nvPr/>
            </p:nvSpPr>
            <p:spPr>
              <a:xfrm>
                <a:off x="1791775" y="3449050"/>
                <a:ext cx="261675" cy="127625"/>
              </a:xfrm>
              <a:custGeom>
                <a:avLst/>
                <a:gdLst/>
                <a:ahLst/>
                <a:cxnLst/>
                <a:rect l="l" t="t" r="r" b="b"/>
                <a:pathLst>
                  <a:path w="10467" h="5105" extrusionOk="0">
                    <a:moveTo>
                      <a:pt x="7407" y="2644"/>
                    </a:moveTo>
                    <a:lnTo>
                      <a:pt x="8268" y="3505"/>
                    </a:lnTo>
                    <a:lnTo>
                      <a:pt x="2204" y="3505"/>
                    </a:lnTo>
                    <a:lnTo>
                      <a:pt x="3065" y="2644"/>
                    </a:lnTo>
                    <a:cubicBezTo>
                      <a:pt x="3254" y="2684"/>
                      <a:pt x="3446" y="2705"/>
                      <a:pt x="3638" y="2706"/>
                    </a:cubicBezTo>
                    <a:lnTo>
                      <a:pt x="6836" y="2706"/>
                    </a:lnTo>
                    <a:cubicBezTo>
                      <a:pt x="7028" y="2705"/>
                      <a:pt x="7220" y="2684"/>
                      <a:pt x="7407" y="2644"/>
                    </a:cubicBezTo>
                    <a:close/>
                    <a:moveTo>
                      <a:pt x="847" y="1"/>
                    </a:moveTo>
                    <a:lnTo>
                      <a:pt x="847" y="1"/>
                    </a:lnTo>
                    <a:cubicBezTo>
                      <a:pt x="884" y="987"/>
                      <a:pt x="1445" y="1862"/>
                      <a:pt x="2252" y="2327"/>
                    </a:cubicBezTo>
                    <a:lnTo>
                      <a:pt x="157" y="4422"/>
                    </a:lnTo>
                    <a:cubicBezTo>
                      <a:pt x="1" y="4578"/>
                      <a:pt x="1" y="4831"/>
                      <a:pt x="157" y="4987"/>
                    </a:cubicBezTo>
                    <a:cubicBezTo>
                      <a:pt x="235" y="5066"/>
                      <a:pt x="338" y="5105"/>
                      <a:pt x="440" y="5105"/>
                    </a:cubicBezTo>
                    <a:cubicBezTo>
                      <a:pt x="542" y="5105"/>
                      <a:pt x="644" y="5066"/>
                      <a:pt x="723" y="4987"/>
                    </a:cubicBezTo>
                    <a:lnTo>
                      <a:pt x="1405" y="4304"/>
                    </a:lnTo>
                    <a:lnTo>
                      <a:pt x="9069" y="4304"/>
                    </a:lnTo>
                    <a:lnTo>
                      <a:pt x="9752" y="4987"/>
                    </a:lnTo>
                    <a:cubicBezTo>
                      <a:pt x="9829" y="5062"/>
                      <a:pt x="9929" y="5099"/>
                      <a:pt x="10028" y="5099"/>
                    </a:cubicBezTo>
                    <a:cubicBezTo>
                      <a:pt x="10130" y="5099"/>
                      <a:pt x="10232" y="5059"/>
                      <a:pt x="10310" y="4982"/>
                    </a:cubicBezTo>
                    <a:cubicBezTo>
                      <a:pt x="10464" y="4828"/>
                      <a:pt x="10467" y="4578"/>
                      <a:pt x="10316" y="4422"/>
                    </a:cubicBezTo>
                    <a:lnTo>
                      <a:pt x="8221" y="2327"/>
                    </a:lnTo>
                    <a:cubicBezTo>
                      <a:pt x="9029" y="1862"/>
                      <a:pt x="9590" y="987"/>
                      <a:pt x="9627" y="1"/>
                    </a:cubicBezTo>
                    <a:lnTo>
                      <a:pt x="9627" y="1"/>
                    </a:lnTo>
                    <a:cubicBezTo>
                      <a:pt x="9024" y="688"/>
                      <a:pt x="8155" y="1080"/>
                      <a:pt x="7241" y="1080"/>
                    </a:cubicBezTo>
                    <a:cubicBezTo>
                      <a:pt x="7239" y="1080"/>
                      <a:pt x="7238" y="1080"/>
                      <a:pt x="7236" y="1080"/>
                    </a:cubicBezTo>
                    <a:lnTo>
                      <a:pt x="3237" y="1080"/>
                    </a:lnTo>
                    <a:cubicBezTo>
                      <a:pt x="3236" y="1080"/>
                      <a:pt x="3234" y="1080"/>
                      <a:pt x="3232" y="1080"/>
                    </a:cubicBezTo>
                    <a:cubicBezTo>
                      <a:pt x="2319" y="1080"/>
                      <a:pt x="1450" y="688"/>
                      <a:pt x="84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2" name="Google Shape;502;p43"/>
              <p:cNvSpPr/>
              <p:nvPr/>
            </p:nvSpPr>
            <p:spPr>
              <a:xfrm>
                <a:off x="1872725" y="3326125"/>
                <a:ext cx="99975" cy="60025"/>
              </a:xfrm>
              <a:custGeom>
                <a:avLst/>
                <a:gdLst/>
                <a:ahLst/>
                <a:cxnLst/>
                <a:rect l="l" t="t" r="r" b="b"/>
                <a:pathLst>
                  <a:path w="3999" h="2401" extrusionOk="0">
                    <a:moveTo>
                      <a:pt x="1" y="1"/>
                    </a:moveTo>
                    <a:lnTo>
                      <a:pt x="1" y="1785"/>
                    </a:lnTo>
                    <a:cubicBezTo>
                      <a:pt x="327" y="1985"/>
                      <a:pt x="1108" y="2400"/>
                      <a:pt x="2000" y="2400"/>
                    </a:cubicBezTo>
                    <a:cubicBezTo>
                      <a:pt x="2898" y="2400"/>
                      <a:pt x="3675" y="1987"/>
                      <a:pt x="3998" y="1786"/>
                    </a:cubicBezTo>
                    <a:lnTo>
                      <a:pt x="39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3" name="Google Shape;503;p43"/>
              <p:cNvSpPr/>
              <p:nvPr/>
            </p:nvSpPr>
            <p:spPr>
              <a:xfrm>
                <a:off x="1812775" y="3235550"/>
                <a:ext cx="219875" cy="220550"/>
              </a:xfrm>
              <a:custGeom>
                <a:avLst/>
                <a:gdLst/>
                <a:ahLst/>
                <a:cxnLst/>
                <a:rect l="l" t="t" r="r" b="b"/>
                <a:pathLst>
                  <a:path w="8795" h="8822" extrusionOk="0">
                    <a:moveTo>
                      <a:pt x="5196" y="1226"/>
                    </a:moveTo>
                    <a:cubicBezTo>
                      <a:pt x="5417" y="1226"/>
                      <a:pt x="5596" y="1404"/>
                      <a:pt x="5596" y="1626"/>
                    </a:cubicBezTo>
                    <a:cubicBezTo>
                      <a:pt x="5596" y="1846"/>
                      <a:pt x="5417" y="2025"/>
                      <a:pt x="5196" y="2025"/>
                    </a:cubicBezTo>
                    <a:lnTo>
                      <a:pt x="3596" y="2025"/>
                    </a:lnTo>
                    <a:cubicBezTo>
                      <a:pt x="3376" y="2025"/>
                      <a:pt x="3198" y="1846"/>
                      <a:pt x="3198" y="1626"/>
                    </a:cubicBezTo>
                    <a:cubicBezTo>
                      <a:pt x="3198" y="1404"/>
                      <a:pt x="3376" y="1226"/>
                      <a:pt x="3596" y="1226"/>
                    </a:cubicBezTo>
                    <a:close/>
                    <a:moveTo>
                      <a:pt x="6795" y="2825"/>
                    </a:moveTo>
                    <a:cubicBezTo>
                      <a:pt x="7016" y="2825"/>
                      <a:pt x="7195" y="3004"/>
                      <a:pt x="7195" y="3224"/>
                    </a:cubicBezTo>
                    <a:lnTo>
                      <a:pt x="7195" y="5623"/>
                    </a:lnTo>
                    <a:cubicBezTo>
                      <a:pt x="7195" y="5749"/>
                      <a:pt x="7136" y="5868"/>
                      <a:pt x="7034" y="5944"/>
                    </a:cubicBezTo>
                    <a:cubicBezTo>
                      <a:pt x="6985" y="5979"/>
                      <a:pt x="5836" y="6822"/>
                      <a:pt x="4397" y="6822"/>
                    </a:cubicBezTo>
                    <a:cubicBezTo>
                      <a:pt x="2957" y="6822"/>
                      <a:pt x="1808" y="5979"/>
                      <a:pt x="1759" y="5944"/>
                    </a:cubicBezTo>
                    <a:cubicBezTo>
                      <a:pt x="1658" y="5868"/>
                      <a:pt x="1599" y="5749"/>
                      <a:pt x="1599" y="5623"/>
                    </a:cubicBezTo>
                    <a:lnTo>
                      <a:pt x="1599" y="3225"/>
                    </a:lnTo>
                    <a:cubicBezTo>
                      <a:pt x="1599" y="3004"/>
                      <a:pt x="1779" y="2825"/>
                      <a:pt x="1999" y="2825"/>
                    </a:cubicBezTo>
                    <a:close/>
                    <a:moveTo>
                      <a:pt x="6792" y="6821"/>
                    </a:moveTo>
                    <a:cubicBezTo>
                      <a:pt x="6998" y="6821"/>
                      <a:pt x="7195" y="6980"/>
                      <a:pt x="7195" y="7221"/>
                    </a:cubicBezTo>
                    <a:cubicBezTo>
                      <a:pt x="7195" y="7442"/>
                      <a:pt x="7016" y="7621"/>
                      <a:pt x="6795" y="7621"/>
                    </a:cubicBezTo>
                    <a:cubicBezTo>
                      <a:pt x="6439" y="7621"/>
                      <a:pt x="6260" y="7190"/>
                      <a:pt x="6511" y="6939"/>
                    </a:cubicBezTo>
                    <a:cubicBezTo>
                      <a:pt x="6593" y="6857"/>
                      <a:pt x="6693" y="6821"/>
                      <a:pt x="6792" y="6821"/>
                    </a:cubicBezTo>
                    <a:close/>
                    <a:moveTo>
                      <a:pt x="1999" y="6822"/>
                    </a:moveTo>
                    <a:cubicBezTo>
                      <a:pt x="2355" y="6822"/>
                      <a:pt x="2532" y="7252"/>
                      <a:pt x="2281" y="7504"/>
                    </a:cubicBezTo>
                    <a:cubicBezTo>
                      <a:pt x="2199" y="7586"/>
                      <a:pt x="2099" y="7622"/>
                      <a:pt x="2001" y="7622"/>
                    </a:cubicBezTo>
                    <a:cubicBezTo>
                      <a:pt x="1795" y="7622"/>
                      <a:pt x="1599" y="7463"/>
                      <a:pt x="1599" y="7221"/>
                    </a:cubicBezTo>
                    <a:cubicBezTo>
                      <a:pt x="1599" y="7001"/>
                      <a:pt x="1777" y="6822"/>
                      <a:pt x="1999" y="6822"/>
                    </a:cubicBezTo>
                    <a:close/>
                    <a:moveTo>
                      <a:pt x="4398" y="0"/>
                    </a:moveTo>
                    <a:cubicBezTo>
                      <a:pt x="1959" y="0"/>
                      <a:pt x="1" y="2434"/>
                      <a:pt x="1" y="4424"/>
                    </a:cubicBezTo>
                    <a:lnTo>
                      <a:pt x="1" y="6422"/>
                    </a:lnTo>
                    <a:cubicBezTo>
                      <a:pt x="1" y="7742"/>
                      <a:pt x="1080" y="8822"/>
                      <a:pt x="2399" y="8822"/>
                    </a:cubicBezTo>
                    <a:lnTo>
                      <a:pt x="6396" y="8822"/>
                    </a:lnTo>
                    <a:cubicBezTo>
                      <a:pt x="7715" y="8822"/>
                      <a:pt x="8794" y="7742"/>
                      <a:pt x="8794" y="6422"/>
                    </a:cubicBezTo>
                    <a:lnTo>
                      <a:pt x="8794" y="4424"/>
                    </a:lnTo>
                    <a:cubicBezTo>
                      <a:pt x="8794" y="2434"/>
                      <a:pt x="6836" y="0"/>
                      <a:pt x="43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04" name="Google Shape;504;p43"/>
          <p:cNvCxnSpPr>
            <a:stCxn id="499" idx="4"/>
            <a:endCxn id="451" idx="0"/>
          </p:cNvCxnSpPr>
          <p:nvPr/>
        </p:nvCxnSpPr>
        <p:spPr>
          <a:xfrm>
            <a:off x="3583225" y="1785963"/>
            <a:ext cx="0" cy="315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505" name="Google Shape;505;p43"/>
          <p:cNvGrpSpPr/>
          <p:nvPr/>
        </p:nvGrpSpPr>
        <p:grpSpPr>
          <a:xfrm>
            <a:off x="3373375" y="3099652"/>
            <a:ext cx="419700" cy="441486"/>
            <a:chOff x="3373375" y="3099652"/>
            <a:chExt cx="419700" cy="441486"/>
          </a:xfrm>
        </p:grpSpPr>
        <p:sp>
          <p:nvSpPr>
            <p:cNvPr id="506" name="Google Shape;506;p43"/>
            <p:cNvSpPr/>
            <p:nvPr/>
          </p:nvSpPr>
          <p:spPr>
            <a:xfrm>
              <a:off x="3373375" y="31214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07" name="Google Shape;507;p43"/>
            <p:cNvGrpSpPr/>
            <p:nvPr/>
          </p:nvGrpSpPr>
          <p:grpSpPr>
            <a:xfrm>
              <a:off x="3398743" y="3099652"/>
              <a:ext cx="368966" cy="419689"/>
              <a:chOff x="238125" y="1564325"/>
              <a:chExt cx="299875" cy="341100"/>
            </a:xfrm>
          </p:grpSpPr>
          <p:sp>
            <p:nvSpPr>
              <p:cNvPr id="508" name="Google Shape;508;p43"/>
              <p:cNvSpPr/>
              <p:nvPr/>
            </p:nvSpPr>
            <p:spPr>
              <a:xfrm>
                <a:off x="434700" y="1724850"/>
                <a:ext cx="4332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727" extrusionOk="0">
                    <a:moveTo>
                      <a:pt x="1094" y="1"/>
                    </a:moveTo>
                    <a:cubicBezTo>
                      <a:pt x="867" y="556"/>
                      <a:pt x="487" y="1037"/>
                      <a:pt x="0" y="1387"/>
                    </a:cubicBezTo>
                    <a:lnTo>
                      <a:pt x="1732" y="1727"/>
                    </a:lnTo>
                    <a:lnTo>
                      <a:pt x="173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09" name="Google Shape;509;p43"/>
              <p:cNvSpPr/>
              <p:nvPr/>
            </p:nvSpPr>
            <p:spPr>
              <a:xfrm>
                <a:off x="298100" y="1724850"/>
                <a:ext cx="43325" cy="43175"/>
              </a:xfrm>
              <a:custGeom>
                <a:avLst/>
                <a:gdLst/>
                <a:ahLst/>
                <a:cxnLst/>
                <a:rect l="l" t="t" r="r" b="b"/>
                <a:pathLst>
                  <a:path w="1733" h="1727" extrusionOk="0">
                    <a:moveTo>
                      <a:pt x="1" y="1"/>
                    </a:moveTo>
                    <a:lnTo>
                      <a:pt x="1" y="1727"/>
                    </a:lnTo>
                    <a:lnTo>
                      <a:pt x="1733" y="1387"/>
                    </a:lnTo>
                    <a:cubicBezTo>
                      <a:pt x="1245" y="1037"/>
                      <a:pt x="866" y="556"/>
                      <a:pt x="638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0" name="Google Shape;510;p43"/>
              <p:cNvSpPr/>
              <p:nvPr/>
            </p:nvSpPr>
            <p:spPr>
              <a:xfrm>
                <a:off x="298100" y="1784525"/>
                <a:ext cx="39850" cy="120900"/>
              </a:xfrm>
              <a:custGeom>
                <a:avLst/>
                <a:gdLst/>
                <a:ahLst/>
                <a:cxnLst/>
                <a:rect l="l" t="t" r="r" b="b"/>
                <a:pathLst>
                  <a:path w="1594" h="4836" extrusionOk="0">
                    <a:moveTo>
                      <a:pt x="793" y="0"/>
                    </a:moveTo>
                    <a:lnTo>
                      <a:pt x="1" y="155"/>
                    </a:lnTo>
                    <a:lnTo>
                      <a:pt x="1" y="4836"/>
                    </a:lnTo>
                    <a:lnTo>
                      <a:pt x="1594" y="4836"/>
                    </a:lnTo>
                    <a:lnTo>
                      <a:pt x="79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1" name="Google Shape;511;p43"/>
              <p:cNvSpPr/>
              <p:nvPr/>
            </p:nvSpPr>
            <p:spPr>
              <a:xfrm>
                <a:off x="438150" y="1784525"/>
                <a:ext cx="39875" cy="120900"/>
              </a:xfrm>
              <a:custGeom>
                <a:avLst/>
                <a:gdLst/>
                <a:ahLst/>
                <a:cxnLst/>
                <a:rect l="l" t="t" r="r" b="b"/>
                <a:pathLst>
                  <a:path w="1595" h="4836" extrusionOk="0">
                    <a:moveTo>
                      <a:pt x="803" y="0"/>
                    </a:moveTo>
                    <a:lnTo>
                      <a:pt x="1" y="4836"/>
                    </a:lnTo>
                    <a:lnTo>
                      <a:pt x="1594" y="4836"/>
                    </a:lnTo>
                    <a:lnTo>
                      <a:pt x="1594" y="155"/>
                    </a:lnTo>
                    <a:lnTo>
                      <a:pt x="803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2" name="Google Shape;512;p43"/>
              <p:cNvSpPr/>
              <p:nvPr/>
            </p:nvSpPr>
            <p:spPr>
              <a:xfrm>
                <a:off x="339075" y="1789975"/>
                <a:ext cx="97975" cy="115450"/>
              </a:xfrm>
              <a:custGeom>
                <a:avLst/>
                <a:gdLst/>
                <a:ahLst/>
                <a:cxnLst/>
                <a:rect l="l" t="t" r="r" b="b"/>
                <a:pathLst>
                  <a:path w="3919" h="4618" extrusionOk="0">
                    <a:moveTo>
                      <a:pt x="1" y="1"/>
                    </a:moveTo>
                    <a:lnTo>
                      <a:pt x="765" y="4618"/>
                    </a:lnTo>
                    <a:lnTo>
                      <a:pt x="3153" y="4618"/>
                    </a:lnTo>
                    <a:lnTo>
                      <a:pt x="3918" y="1"/>
                    </a:lnTo>
                    <a:lnTo>
                      <a:pt x="2359" y="1558"/>
                    </a:lnTo>
                    <a:lnTo>
                      <a:pt x="2359" y="2992"/>
                    </a:lnTo>
                    <a:cubicBezTo>
                      <a:pt x="2365" y="3217"/>
                      <a:pt x="2183" y="3401"/>
                      <a:pt x="1960" y="3401"/>
                    </a:cubicBezTo>
                    <a:cubicBezTo>
                      <a:pt x="1736" y="3401"/>
                      <a:pt x="1555" y="3217"/>
                      <a:pt x="1560" y="2992"/>
                    </a:cubicBezTo>
                    <a:lnTo>
                      <a:pt x="1560" y="155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3" name="Google Shape;513;p43"/>
              <p:cNvSpPr/>
              <p:nvPr/>
            </p:nvSpPr>
            <p:spPr>
              <a:xfrm>
                <a:off x="238125" y="1792300"/>
                <a:ext cx="40025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601" h="4525" extrusionOk="0">
                    <a:moveTo>
                      <a:pt x="1601" y="1"/>
                    </a:moveTo>
                    <a:lnTo>
                      <a:pt x="989" y="120"/>
                    </a:lnTo>
                    <a:cubicBezTo>
                      <a:pt x="416" y="221"/>
                      <a:pt x="0" y="720"/>
                      <a:pt x="0" y="1301"/>
                    </a:cubicBezTo>
                    <a:lnTo>
                      <a:pt x="0" y="4125"/>
                    </a:lnTo>
                    <a:cubicBezTo>
                      <a:pt x="0" y="4346"/>
                      <a:pt x="180" y="4525"/>
                      <a:pt x="402" y="4525"/>
                    </a:cubicBezTo>
                    <a:lnTo>
                      <a:pt x="1601" y="4525"/>
                    </a:lnTo>
                    <a:lnTo>
                      <a:pt x="160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4" name="Google Shape;514;p43"/>
              <p:cNvSpPr/>
              <p:nvPr/>
            </p:nvSpPr>
            <p:spPr>
              <a:xfrm>
                <a:off x="354650" y="1772000"/>
                <a:ext cx="66775" cy="38675"/>
              </a:xfrm>
              <a:custGeom>
                <a:avLst/>
                <a:gdLst/>
                <a:ahLst/>
                <a:cxnLst/>
                <a:rect l="l" t="t" r="r" b="b"/>
                <a:pathLst>
                  <a:path w="2671" h="1547" extrusionOk="0">
                    <a:moveTo>
                      <a:pt x="537" y="0"/>
                    </a:moveTo>
                    <a:lnTo>
                      <a:pt x="537" y="108"/>
                    </a:lnTo>
                    <a:lnTo>
                      <a:pt x="1" y="213"/>
                    </a:lnTo>
                    <a:lnTo>
                      <a:pt x="1336" y="1546"/>
                    </a:lnTo>
                    <a:lnTo>
                      <a:pt x="2670" y="213"/>
                    </a:lnTo>
                    <a:lnTo>
                      <a:pt x="2136" y="108"/>
                    </a:lnTo>
                    <a:lnTo>
                      <a:pt x="2136" y="0"/>
                    </a:lnTo>
                    <a:cubicBezTo>
                      <a:pt x="1879" y="67"/>
                      <a:pt x="1615" y="114"/>
                      <a:pt x="1337" y="114"/>
                    </a:cubicBezTo>
                    <a:cubicBezTo>
                      <a:pt x="1058" y="114"/>
                      <a:pt x="794" y="67"/>
                      <a:pt x="53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5" name="Google Shape;515;p43"/>
              <p:cNvSpPr/>
              <p:nvPr/>
            </p:nvSpPr>
            <p:spPr>
              <a:xfrm>
                <a:off x="497950" y="1792300"/>
                <a:ext cx="40050" cy="113125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4525" extrusionOk="0">
                    <a:moveTo>
                      <a:pt x="1" y="1"/>
                    </a:moveTo>
                    <a:lnTo>
                      <a:pt x="1" y="4525"/>
                    </a:lnTo>
                    <a:lnTo>
                      <a:pt x="1201" y="4525"/>
                    </a:lnTo>
                    <a:cubicBezTo>
                      <a:pt x="1421" y="4525"/>
                      <a:pt x="1602" y="4346"/>
                      <a:pt x="1600" y="4125"/>
                    </a:cubicBezTo>
                    <a:lnTo>
                      <a:pt x="1600" y="1301"/>
                    </a:lnTo>
                    <a:cubicBezTo>
                      <a:pt x="1599" y="718"/>
                      <a:pt x="1179" y="219"/>
                      <a:pt x="603" y="119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6" name="Google Shape;516;p43"/>
              <p:cNvSpPr/>
              <p:nvPr/>
            </p:nvSpPr>
            <p:spPr>
              <a:xfrm>
                <a:off x="467000" y="1644275"/>
                <a:ext cx="30975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239" h="2425" extrusionOk="0">
                    <a:moveTo>
                      <a:pt x="40" y="0"/>
                    </a:moveTo>
                    <a:lnTo>
                      <a:pt x="40" y="2026"/>
                    </a:lnTo>
                    <a:cubicBezTo>
                      <a:pt x="40" y="2162"/>
                      <a:pt x="16" y="2294"/>
                      <a:pt x="0" y="2425"/>
                    </a:cubicBezTo>
                    <a:lnTo>
                      <a:pt x="440" y="2425"/>
                    </a:lnTo>
                    <a:cubicBezTo>
                      <a:pt x="882" y="2425"/>
                      <a:pt x="1239" y="2068"/>
                      <a:pt x="1239" y="1625"/>
                    </a:cubicBezTo>
                    <a:lnTo>
                      <a:pt x="1239" y="799"/>
                    </a:lnTo>
                    <a:cubicBezTo>
                      <a:pt x="1239" y="358"/>
                      <a:pt x="882" y="0"/>
                      <a:pt x="44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7" name="Google Shape;517;p43"/>
              <p:cNvSpPr/>
              <p:nvPr/>
            </p:nvSpPr>
            <p:spPr>
              <a:xfrm>
                <a:off x="278125" y="1644275"/>
                <a:ext cx="31000" cy="60625"/>
              </a:xfrm>
              <a:custGeom>
                <a:avLst/>
                <a:gdLst/>
                <a:ahLst/>
                <a:cxnLst/>
                <a:rect l="l" t="t" r="r" b="b"/>
                <a:pathLst>
                  <a:path w="1240" h="2425" extrusionOk="0">
                    <a:moveTo>
                      <a:pt x="800" y="0"/>
                    </a:moveTo>
                    <a:cubicBezTo>
                      <a:pt x="358" y="0"/>
                      <a:pt x="1" y="358"/>
                      <a:pt x="1" y="799"/>
                    </a:cubicBezTo>
                    <a:lnTo>
                      <a:pt x="1" y="1625"/>
                    </a:lnTo>
                    <a:cubicBezTo>
                      <a:pt x="1" y="2066"/>
                      <a:pt x="358" y="2425"/>
                      <a:pt x="800" y="2425"/>
                    </a:cubicBezTo>
                    <a:lnTo>
                      <a:pt x="1240" y="2425"/>
                    </a:lnTo>
                    <a:cubicBezTo>
                      <a:pt x="1223" y="2292"/>
                      <a:pt x="1200" y="2162"/>
                      <a:pt x="1200" y="2025"/>
                    </a:cubicBezTo>
                    <a:lnTo>
                      <a:pt x="120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8" name="Google Shape;518;p43"/>
              <p:cNvSpPr/>
              <p:nvPr/>
            </p:nvSpPr>
            <p:spPr>
              <a:xfrm>
                <a:off x="310900" y="1564325"/>
                <a:ext cx="154300" cy="59975"/>
              </a:xfrm>
              <a:custGeom>
                <a:avLst/>
                <a:gdLst/>
                <a:ahLst/>
                <a:cxnLst/>
                <a:rect l="l" t="t" r="r" b="b"/>
                <a:pathLst>
                  <a:path w="6172" h="2399" extrusionOk="0">
                    <a:moveTo>
                      <a:pt x="3087" y="0"/>
                    </a:moveTo>
                    <a:cubicBezTo>
                      <a:pt x="1599" y="0"/>
                      <a:pt x="358" y="1022"/>
                      <a:pt x="1" y="2398"/>
                    </a:cubicBezTo>
                    <a:lnTo>
                      <a:pt x="1488" y="2398"/>
                    </a:lnTo>
                    <a:cubicBezTo>
                      <a:pt x="2149" y="2398"/>
                      <a:pt x="2687" y="1862"/>
                      <a:pt x="2687" y="1199"/>
                    </a:cubicBezTo>
                    <a:cubicBezTo>
                      <a:pt x="2682" y="975"/>
                      <a:pt x="2863" y="790"/>
                      <a:pt x="3087" y="790"/>
                    </a:cubicBezTo>
                    <a:cubicBezTo>
                      <a:pt x="3311" y="790"/>
                      <a:pt x="3492" y="975"/>
                      <a:pt x="3487" y="1199"/>
                    </a:cubicBezTo>
                    <a:cubicBezTo>
                      <a:pt x="3487" y="1862"/>
                      <a:pt x="4023" y="2398"/>
                      <a:pt x="4686" y="2398"/>
                    </a:cubicBezTo>
                    <a:lnTo>
                      <a:pt x="6172" y="2398"/>
                    </a:lnTo>
                    <a:cubicBezTo>
                      <a:pt x="5814" y="1022"/>
                      <a:pt x="4575" y="0"/>
                      <a:pt x="3087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19" name="Google Shape;519;p43"/>
              <p:cNvSpPr/>
              <p:nvPr/>
            </p:nvSpPr>
            <p:spPr>
              <a:xfrm>
                <a:off x="328075" y="1624275"/>
                <a:ext cx="120000" cy="130625"/>
              </a:xfrm>
              <a:custGeom>
                <a:avLst/>
                <a:gdLst/>
                <a:ahLst/>
                <a:cxnLst/>
                <a:rect l="l" t="t" r="r" b="b"/>
                <a:pathLst>
                  <a:path w="4800" h="5225" extrusionOk="0">
                    <a:moveTo>
                      <a:pt x="2400" y="0"/>
                    </a:moveTo>
                    <a:cubicBezTo>
                      <a:pt x="2056" y="467"/>
                      <a:pt x="1409" y="800"/>
                      <a:pt x="801" y="800"/>
                    </a:cubicBezTo>
                    <a:lnTo>
                      <a:pt x="1" y="800"/>
                    </a:lnTo>
                    <a:lnTo>
                      <a:pt x="1" y="2826"/>
                    </a:lnTo>
                    <a:cubicBezTo>
                      <a:pt x="3" y="2959"/>
                      <a:pt x="17" y="3094"/>
                      <a:pt x="40" y="3225"/>
                    </a:cubicBezTo>
                    <a:lnTo>
                      <a:pt x="2400" y="3225"/>
                    </a:lnTo>
                    <a:cubicBezTo>
                      <a:pt x="2617" y="3229"/>
                      <a:pt x="2790" y="3408"/>
                      <a:pt x="2790" y="3625"/>
                    </a:cubicBezTo>
                    <a:cubicBezTo>
                      <a:pt x="2790" y="3842"/>
                      <a:pt x="2617" y="4019"/>
                      <a:pt x="2400" y="4025"/>
                    </a:cubicBezTo>
                    <a:lnTo>
                      <a:pt x="333" y="4025"/>
                    </a:lnTo>
                    <a:cubicBezTo>
                      <a:pt x="746" y="4740"/>
                      <a:pt x="1511" y="5224"/>
                      <a:pt x="2400" y="5224"/>
                    </a:cubicBezTo>
                    <a:cubicBezTo>
                      <a:pt x="2401" y="5224"/>
                      <a:pt x="2402" y="5224"/>
                      <a:pt x="2403" y="5224"/>
                    </a:cubicBezTo>
                    <a:cubicBezTo>
                      <a:pt x="3726" y="5224"/>
                      <a:pt x="4800" y="4150"/>
                      <a:pt x="4798" y="2826"/>
                    </a:cubicBezTo>
                    <a:lnTo>
                      <a:pt x="4798" y="800"/>
                    </a:lnTo>
                    <a:lnTo>
                      <a:pt x="3999" y="800"/>
                    </a:lnTo>
                    <a:cubicBezTo>
                      <a:pt x="3335" y="800"/>
                      <a:pt x="2722" y="439"/>
                      <a:pt x="2400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20" name="Google Shape;520;p43"/>
          <p:cNvCxnSpPr>
            <a:stCxn id="506" idx="4"/>
            <a:endCxn id="459" idx="0"/>
          </p:cNvCxnSpPr>
          <p:nvPr/>
        </p:nvCxnSpPr>
        <p:spPr>
          <a:xfrm>
            <a:off x="3583225" y="3541138"/>
            <a:ext cx="0" cy="310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521" name="Google Shape;521;p43"/>
          <p:cNvGrpSpPr/>
          <p:nvPr/>
        </p:nvGrpSpPr>
        <p:grpSpPr>
          <a:xfrm>
            <a:off x="5337323" y="3121438"/>
            <a:ext cx="419713" cy="419700"/>
            <a:chOff x="5337323" y="3121438"/>
            <a:chExt cx="419713" cy="419700"/>
          </a:xfrm>
        </p:grpSpPr>
        <p:sp>
          <p:nvSpPr>
            <p:cNvPr id="522" name="Google Shape;522;p43"/>
            <p:cNvSpPr/>
            <p:nvPr/>
          </p:nvSpPr>
          <p:spPr>
            <a:xfrm>
              <a:off x="5337325" y="31214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23" name="Google Shape;523;p43"/>
            <p:cNvGrpSpPr/>
            <p:nvPr/>
          </p:nvGrpSpPr>
          <p:grpSpPr>
            <a:xfrm>
              <a:off x="5337323" y="3125104"/>
              <a:ext cx="419713" cy="368783"/>
              <a:chOff x="6281775" y="1593475"/>
              <a:chExt cx="341175" cy="299775"/>
            </a:xfrm>
          </p:grpSpPr>
          <p:sp>
            <p:nvSpPr>
              <p:cNvPr id="524" name="Google Shape;524;p43"/>
              <p:cNvSpPr/>
              <p:nvPr/>
            </p:nvSpPr>
            <p:spPr>
              <a:xfrm>
                <a:off x="6502325" y="1673475"/>
                <a:ext cx="19975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799" h="801" extrusionOk="0">
                    <a:moveTo>
                      <a:pt x="399" y="0"/>
                    </a:moveTo>
                    <a:cubicBezTo>
                      <a:pt x="179" y="0"/>
                      <a:pt x="0" y="180"/>
                      <a:pt x="0" y="401"/>
                    </a:cubicBezTo>
                    <a:cubicBezTo>
                      <a:pt x="0" y="622"/>
                      <a:pt x="179" y="801"/>
                      <a:pt x="399" y="801"/>
                    </a:cubicBezTo>
                    <a:cubicBezTo>
                      <a:pt x="620" y="801"/>
                      <a:pt x="799" y="622"/>
                      <a:pt x="799" y="401"/>
                    </a:cubicBezTo>
                    <a:cubicBezTo>
                      <a:pt x="799" y="180"/>
                      <a:pt x="620" y="0"/>
                      <a:pt x="39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5" name="Google Shape;525;p43"/>
              <p:cNvSpPr/>
              <p:nvPr/>
            </p:nvSpPr>
            <p:spPr>
              <a:xfrm>
                <a:off x="6342400" y="1653500"/>
                <a:ext cx="20025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400" y="1"/>
                    </a:moveTo>
                    <a:cubicBezTo>
                      <a:pt x="180" y="1"/>
                      <a:pt x="0" y="179"/>
                      <a:pt x="0" y="401"/>
                    </a:cubicBezTo>
                    <a:cubicBezTo>
                      <a:pt x="0" y="621"/>
                      <a:pt x="180" y="801"/>
                      <a:pt x="400" y="801"/>
                    </a:cubicBezTo>
                    <a:cubicBezTo>
                      <a:pt x="622" y="801"/>
                      <a:pt x="801" y="621"/>
                      <a:pt x="801" y="401"/>
                    </a:cubicBezTo>
                    <a:cubicBezTo>
                      <a:pt x="801" y="179"/>
                      <a:pt x="622" y="1"/>
                      <a:pt x="400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6" name="Google Shape;526;p43"/>
              <p:cNvSpPr/>
              <p:nvPr/>
            </p:nvSpPr>
            <p:spPr>
              <a:xfrm>
                <a:off x="6281825" y="1673400"/>
                <a:ext cx="140600" cy="13992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5597" extrusionOk="0">
                    <a:moveTo>
                      <a:pt x="3613" y="1600"/>
                    </a:moveTo>
                    <a:cubicBezTo>
                      <a:pt x="3819" y="1600"/>
                      <a:pt x="3999" y="1750"/>
                      <a:pt x="4021" y="1954"/>
                    </a:cubicBezTo>
                    <a:cubicBezTo>
                      <a:pt x="4048" y="2190"/>
                      <a:pt x="3862" y="2398"/>
                      <a:pt x="3624" y="2398"/>
                    </a:cubicBezTo>
                    <a:lnTo>
                      <a:pt x="2025" y="2398"/>
                    </a:lnTo>
                    <a:cubicBezTo>
                      <a:pt x="1785" y="2398"/>
                      <a:pt x="1599" y="2190"/>
                      <a:pt x="1627" y="1954"/>
                    </a:cubicBezTo>
                    <a:cubicBezTo>
                      <a:pt x="1650" y="1750"/>
                      <a:pt x="1830" y="1600"/>
                      <a:pt x="2035" y="1600"/>
                    </a:cubicBezTo>
                    <a:close/>
                    <a:moveTo>
                      <a:pt x="0" y="0"/>
                    </a:moveTo>
                    <a:lnTo>
                      <a:pt x="0" y="5597"/>
                    </a:lnTo>
                    <a:lnTo>
                      <a:pt x="2499" y="5597"/>
                    </a:lnTo>
                    <a:cubicBezTo>
                      <a:pt x="2667" y="5120"/>
                      <a:pt x="3117" y="4799"/>
                      <a:pt x="3624" y="4798"/>
                    </a:cubicBezTo>
                    <a:lnTo>
                      <a:pt x="3625" y="4798"/>
                    </a:lnTo>
                    <a:cubicBezTo>
                      <a:pt x="3802" y="4798"/>
                      <a:pt x="3978" y="4839"/>
                      <a:pt x="4139" y="4918"/>
                    </a:cubicBezTo>
                    <a:lnTo>
                      <a:pt x="4944" y="4113"/>
                    </a:lnTo>
                    <a:cubicBezTo>
                      <a:pt x="4631" y="3472"/>
                      <a:pt x="4950" y="2704"/>
                      <a:pt x="5623" y="2472"/>
                    </a:cubicBezTo>
                    <a:lnTo>
                      <a:pt x="5623" y="727"/>
                    </a:lnTo>
                    <a:cubicBezTo>
                      <a:pt x="5285" y="606"/>
                      <a:pt x="5018" y="340"/>
                      <a:pt x="4897" y="0"/>
                    </a:cubicBezTo>
                    <a:lnTo>
                      <a:pt x="3950" y="0"/>
                    </a:lnTo>
                    <a:cubicBezTo>
                      <a:pt x="3785" y="480"/>
                      <a:pt x="3333" y="801"/>
                      <a:pt x="2825" y="801"/>
                    </a:cubicBezTo>
                    <a:cubicBezTo>
                      <a:pt x="2317" y="801"/>
                      <a:pt x="1865" y="480"/>
                      <a:pt x="16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7" name="Google Shape;527;p43"/>
              <p:cNvSpPr/>
              <p:nvPr/>
            </p:nvSpPr>
            <p:spPr>
              <a:xfrm>
                <a:off x="6459350" y="1693400"/>
                <a:ext cx="163600" cy="99925"/>
              </a:xfrm>
              <a:custGeom>
                <a:avLst/>
                <a:gdLst/>
                <a:ahLst/>
                <a:cxnLst/>
                <a:rect l="l" t="t" r="r" b="b"/>
                <a:pathLst>
                  <a:path w="6544" h="3997" extrusionOk="0">
                    <a:moveTo>
                      <a:pt x="4517" y="1598"/>
                    </a:moveTo>
                    <a:cubicBezTo>
                      <a:pt x="4755" y="1598"/>
                      <a:pt x="4941" y="1807"/>
                      <a:pt x="4914" y="2043"/>
                    </a:cubicBezTo>
                    <a:cubicBezTo>
                      <a:pt x="4892" y="2248"/>
                      <a:pt x="4712" y="2399"/>
                      <a:pt x="4507" y="2399"/>
                    </a:cubicBezTo>
                    <a:lnTo>
                      <a:pt x="4507" y="2397"/>
                    </a:lnTo>
                    <a:lnTo>
                      <a:pt x="2928" y="2397"/>
                    </a:lnTo>
                    <a:cubicBezTo>
                      <a:pt x="2723" y="2397"/>
                      <a:pt x="2543" y="2247"/>
                      <a:pt x="2521" y="2043"/>
                    </a:cubicBezTo>
                    <a:cubicBezTo>
                      <a:pt x="2494" y="1807"/>
                      <a:pt x="2679" y="1598"/>
                      <a:pt x="2918" y="1598"/>
                    </a:cubicBezTo>
                    <a:close/>
                    <a:moveTo>
                      <a:pt x="3246" y="1"/>
                    </a:moveTo>
                    <a:cubicBezTo>
                      <a:pt x="3078" y="478"/>
                      <a:pt x="2626" y="798"/>
                      <a:pt x="2119" y="800"/>
                    </a:cubicBezTo>
                    <a:cubicBezTo>
                      <a:pt x="1942" y="798"/>
                      <a:pt x="1766" y="757"/>
                      <a:pt x="1607" y="678"/>
                    </a:cubicBezTo>
                    <a:lnTo>
                      <a:pt x="0" y="2285"/>
                    </a:lnTo>
                    <a:cubicBezTo>
                      <a:pt x="78" y="2445"/>
                      <a:pt x="120" y="2620"/>
                      <a:pt x="120" y="2799"/>
                    </a:cubicBezTo>
                    <a:cubicBezTo>
                      <a:pt x="118" y="2848"/>
                      <a:pt x="114" y="2895"/>
                      <a:pt x="107" y="2944"/>
                    </a:cubicBezTo>
                    <a:lnTo>
                      <a:pt x="1289" y="3534"/>
                    </a:lnTo>
                    <a:cubicBezTo>
                      <a:pt x="1526" y="3304"/>
                      <a:pt x="1823" y="3197"/>
                      <a:pt x="2116" y="3197"/>
                    </a:cubicBezTo>
                    <a:cubicBezTo>
                      <a:pt x="2596" y="3197"/>
                      <a:pt x="3066" y="3486"/>
                      <a:pt x="3244" y="3996"/>
                    </a:cubicBezTo>
                    <a:lnTo>
                      <a:pt x="6543" y="3996"/>
                    </a:lnTo>
                    <a:lnTo>
                      <a:pt x="654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43"/>
              <p:cNvSpPr/>
              <p:nvPr/>
            </p:nvSpPr>
            <p:spPr>
              <a:xfrm>
                <a:off x="6502325" y="1793400"/>
                <a:ext cx="19975" cy="20000"/>
              </a:xfrm>
              <a:custGeom>
                <a:avLst/>
                <a:gdLst/>
                <a:ahLst/>
                <a:cxnLst/>
                <a:rect l="l" t="t" r="r" b="b"/>
                <a:pathLst>
                  <a:path w="799" h="800" extrusionOk="0">
                    <a:moveTo>
                      <a:pt x="399" y="1"/>
                    </a:moveTo>
                    <a:cubicBezTo>
                      <a:pt x="179" y="1"/>
                      <a:pt x="0" y="180"/>
                      <a:pt x="0" y="401"/>
                    </a:cubicBezTo>
                    <a:cubicBezTo>
                      <a:pt x="0" y="621"/>
                      <a:pt x="179" y="800"/>
                      <a:pt x="399" y="800"/>
                    </a:cubicBezTo>
                    <a:cubicBezTo>
                      <a:pt x="620" y="800"/>
                      <a:pt x="799" y="621"/>
                      <a:pt x="799" y="401"/>
                    </a:cubicBezTo>
                    <a:cubicBezTo>
                      <a:pt x="799" y="180"/>
                      <a:pt x="620" y="1"/>
                      <a:pt x="39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43"/>
              <p:cNvSpPr/>
              <p:nvPr/>
            </p:nvSpPr>
            <p:spPr>
              <a:xfrm>
                <a:off x="6362400" y="1813375"/>
                <a:ext cx="20000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800" h="802" extrusionOk="0">
                    <a:moveTo>
                      <a:pt x="401" y="1"/>
                    </a:moveTo>
                    <a:cubicBezTo>
                      <a:pt x="179" y="1"/>
                      <a:pt x="1" y="179"/>
                      <a:pt x="1" y="401"/>
                    </a:cubicBezTo>
                    <a:cubicBezTo>
                      <a:pt x="1" y="622"/>
                      <a:pt x="179" y="801"/>
                      <a:pt x="401" y="801"/>
                    </a:cubicBezTo>
                    <a:cubicBezTo>
                      <a:pt x="621" y="801"/>
                      <a:pt x="799" y="622"/>
                      <a:pt x="799" y="401"/>
                    </a:cubicBezTo>
                    <a:cubicBezTo>
                      <a:pt x="799" y="179"/>
                      <a:pt x="621" y="1"/>
                      <a:pt x="4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43"/>
              <p:cNvSpPr/>
              <p:nvPr/>
            </p:nvSpPr>
            <p:spPr>
              <a:xfrm>
                <a:off x="6422350" y="1653500"/>
                <a:ext cx="20025" cy="20025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1" extrusionOk="0">
                    <a:moveTo>
                      <a:pt x="401" y="1"/>
                    </a:moveTo>
                    <a:cubicBezTo>
                      <a:pt x="179" y="1"/>
                      <a:pt x="1" y="179"/>
                      <a:pt x="1" y="401"/>
                    </a:cubicBezTo>
                    <a:cubicBezTo>
                      <a:pt x="1" y="621"/>
                      <a:pt x="179" y="801"/>
                      <a:pt x="401" y="801"/>
                    </a:cubicBezTo>
                    <a:cubicBezTo>
                      <a:pt x="621" y="801"/>
                      <a:pt x="801" y="621"/>
                      <a:pt x="801" y="401"/>
                    </a:cubicBezTo>
                    <a:cubicBezTo>
                      <a:pt x="801" y="179"/>
                      <a:pt x="621" y="1"/>
                      <a:pt x="4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43"/>
              <p:cNvSpPr/>
              <p:nvPr/>
            </p:nvSpPr>
            <p:spPr>
              <a:xfrm>
                <a:off x="6281825" y="1593475"/>
                <a:ext cx="140600" cy="59975"/>
              </a:xfrm>
              <a:custGeom>
                <a:avLst/>
                <a:gdLst/>
                <a:ahLst/>
                <a:cxnLst/>
                <a:rect l="l" t="t" r="r" b="b"/>
                <a:pathLst>
                  <a:path w="5624" h="2399" extrusionOk="0">
                    <a:moveTo>
                      <a:pt x="400" y="1"/>
                    </a:moveTo>
                    <a:cubicBezTo>
                      <a:pt x="179" y="1"/>
                      <a:pt x="0" y="179"/>
                      <a:pt x="0" y="399"/>
                    </a:cubicBezTo>
                    <a:lnTo>
                      <a:pt x="0" y="2399"/>
                    </a:lnTo>
                    <a:lnTo>
                      <a:pt x="1700" y="2399"/>
                    </a:lnTo>
                    <a:cubicBezTo>
                      <a:pt x="1868" y="1920"/>
                      <a:pt x="2318" y="1600"/>
                      <a:pt x="2825" y="1598"/>
                    </a:cubicBezTo>
                    <a:cubicBezTo>
                      <a:pt x="3331" y="1600"/>
                      <a:pt x="3783" y="1920"/>
                      <a:pt x="3952" y="2399"/>
                    </a:cubicBezTo>
                    <a:lnTo>
                      <a:pt x="4898" y="2399"/>
                    </a:lnTo>
                    <a:cubicBezTo>
                      <a:pt x="5019" y="2060"/>
                      <a:pt x="5285" y="1793"/>
                      <a:pt x="5623" y="1672"/>
                    </a:cubicBezTo>
                    <a:lnTo>
                      <a:pt x="562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43"/>
              <p:cNvSpPr/>
              <p:nvPr/>
            </p:nvSpPr>
            <p:spPr>
              <a:xfrm>
                <a:off x="6281775" y="1784875"/>
                <a:ext cx="341125" cy="108375"/>
              </a:xfrm>
              <a:custGeom>
                <a:avLst/>
                <a:gdLst/>
                <a:ahLst/>
                <a:cxnLst/>
                <a:rect l="l" t="t" r="r" b="b"/>
                <a:pathLst>
                  <a:path w="13645" h="4335" extrusionOk="0">
                    <a:moveTo>
                      <a:pt x="6812" y="1937"/>
                    </a:moveTo>
                    <a:cubicBezTo>
                      <a:pt x="7019" y="1937"/>
                      <a:pt x="7198" y="2087"/>
                      <a:pt x="7221" y="2292"/>
                    </a:cubicBezTo>
                    <a:cubicBezTo>
                      <a:pt x="7248" y="2529"/>
                      <a:pt x="7062" y="2737"/>
                      <a:pt x="6823" y="2737"/>
                    </a:cubicBezTo>
                    <a:lnTo>
                      <a:pt x="6034" y="2737"/>
                    </a:lnTo>
                    <a:cubicBezTo>
                      <a:pt x="5829" y="2737"/>
                      <a:pt x="5649" y="2586"/>
                      <a:pt x="5627" y="2383"/>
                    </a:cubicBezTo>
                    <a:cubicBezTo>
                      <a:pt x="5600" y="2145"/>
                      <a:pt x="5785" y="1937"/>
                      <a:pt x="6024" y="1937"/>
                    </a:cubicBezTo>
                    <a:close/>
                    <a:moveTo>
                      <a:pt x="6854" y="1"/>
                    </a:moveTo>
                    <a:cubicBezTo>
                      <a:pt x="6629" y="222"/>
                      <a:pt x="6331" y="338"/>
                      <a:pt x="6029" y="338"/>
                    </a:cubicBezTo>
                    <a:cubicBezTo>
                      <a:pt x="5853" y="338"/>
                      <a:pt x="5676" y="299"/>
                      <a:pt x="5511" y="218"/>
                    </a:cubicBezTo>
                    <a:lnTo>
                      <a:pt x="4705" y="1023"/>
                    </a:lnTo>
                    <a:cubicBezTo>
                      <a:pt x="4783" y="1184"/>
                      <a:pt x="4825" y="1359"/>
                      <a:pt x="4825" y="1536"/>
                    </a:cubicBezTo>
                    <a:cubicBezTo>
                      <a:pt x="4828" y="2121"/>
                      <a:pt x="4408" y="2623"/>
                      <a:pt x="3831" y="2722"/>
                    </a:cubicBezTo>
                    <a:cubicBezTo>
                      <a:pt x="3763" y="2734"/>
                      <a:pt x="3695" y="2740"/>
                      <a:pt x="3628" y="2740"/>
                    </a:cubicBezTo>
                    <a:cubicBezTo>
                      <a:pt x="3127" y="2740"/>
                      <a:pt x="2670" y="2424"/>
                      <a:pt x="2499" y="1937"/>
                    </a:cubicBezTo>
                    <a:lnTo>
                      <a:pt x="1" y="1937"/>
                    </a:lnTo>
                    <a:lnTo>
                      <a:pt x="1" y="3936"/>
                    </a:lnTo>
                    <a:cubicBezTo>
                      <a:pt x="1" y="4156"/>
                      <a:pt x="179" y="4335"/>
                      <a:pt x="401" y="4335"/>
                    </a:cubicBezTo>
                    <a:lnTo>
                      <a:pt x="13245" y="4335"/>
                    </a:lnTo>
                    <a:cubicBezTo>
                      <a:pt x="13466" y="4335"/>
                      <a:pt x="13645" y="4156"/>
                      <a:pt x="13645" y="3936"/>
                    </a:cubicBezTo>
                    <a:lnTo>
                      <a:pt x="13645" y="1138"/>
                    </a:lnTo>
                    <a:lnTo>
                      <a:pt x="10347" y="1138"/>
                    </a:lnTo>
                    <a:cubicBezTo>
                      <a:pt x="10179" y="1616"/>
                      <a:pt x="9728" y="1936"/>
                      <a:pt x="9221" y="1937"/>
                    </a:cubicBezTo>
                    <a:lnTo>
                      <a:pt x="9221" y="1937"/>
                    </a:lnTo>
                    <a:cubicBezTo>
                      <a:pt x="8560" y="1936"/>
                      <a:pt x="8023" y="1400"/>
                      <a:pt x="8023" y="738"/>
                    </a:cubicBezTo>
                    <a:cubicBezTo>
                      <a:pt x="8025" y="689"/>
                      <a:pt x="8031" y="640"/>
                      <a:pt x="8038" y="593"/>
                    </a:cubicBezTo>
                    <a:lnTo>
                      <a:pt x="685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43"/>
              <p:cNvSpPr/>
              <p:nvPr/>
            </p:nvSpPr>
            <p:spPr>
              <a:xfrm>
                <a:off x="6422350" y="1753425"/>
                <a:ext cx="20025" cy="20050"/>
              </a:xfrm>
              <a:custGeom>
                <a:avLst/>
                <a:gdLst/>
                <a:ahLst/>
                <a:cxnLst/>
                <a:rect l="l" t="t" r="r" b="b"/>
                <a:pathLst>
                  <a:path w="801" h="802" extrusionOk="0">
                    <a:moveTo>
                      <a:pt x="401" y="1"/>
                    </a:moveTo>
                    <a:cubicBezTo>
                      <a:pt x="179" y="1"/>
                      <a:pt x="1" y="179"/>
                      <a:pt x="1" y="401"/>
                    </a:cubicBezTo>
                    <a:cubicBezTo>
                      <a:pt x="1" y="621"/>
                      <a:pt x="179" y="801"/>
                      <a:pt x="401" y="801"/>
                    </a:cubicBezTo>
                    <a:cubicBezTo>
                      <a:pt x="621" y="801"/>
                      <a:pt x="801" y="621"/>
                      <a:pt x="801" y="401"/>
                    </a:cubicBezTo>
                    <a:cubicBezTo>
                      <a:pt x="801" y="179"/>
                      <a:pt x="621" y="1"/>
                      <a:pt x="40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4" name="Google Shape;534;p43"/>
              <p:cNvSpPr/>
              <p:nvPr/>
            </p:nvSpPr>
            <p:spPr>
              <a:xfrm>
                <a:off x="6522325" y="1593475"/>
                <a:ext cx="100625" cy="79950"/>
              </a:xfrm>
              <a:custGeom>
                <a:avLst/>
                <a:gdLst/>
                <a:ahLst/>
                <a:cxnLst/>
                <a:rect l="l" t="t" r="r" b="b"/>
                <a:pathLst>
                  <a:path w="4025" h="3198" extrusionOk="0">
                    <a:moveTo>
                      <a:pt x="0" y="1"/>
                    </a:moveTo>
                    <a:lnTo>
                      <a:pt x="0" y="2472"/>
                    </a:lnTo>
                    <a:cubicBezTo>
                      <a:pt x="340" y="2592"/>
                      <a:pt x="606" y="2859"/>
                      <a:pt x="727" y="3197"/>
                    </a:cubicBezTo>
                    <a:lnTo>
                      <a:pt x="4024" y="3197"/>
                    </a:lnTo>
                    <a:lnTo>
                      <a:pt x="4024" y="399"/>
                    </a:lnTo>
                    <a:cubicBezTo>
                      <a:pt x="4024" y="179"/>
                      <a:pt x="3845" y="1"/>
                      <a:pt x="362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5" name="Google Shape;535;p43"/>
              <p:cNvSpPr/>
              <p:nvPr/>
            </p:nvSpPr>
            <p:spPr>
              <a:xfrm>
                <a:off x="6442400" y="1593475"/>
                <a:ext cx="59975" cy="14292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5717" extrusionOk="0">
                    <a:moveTo>
                      <a:pt x="0" y="1"/>
                    </a:moveTo>
                    <a:lnTo>
                      <a:pt x="0" y="1672"/>
                    </a:lnTo>
                    <a:cubicBezTo>
                      <a:pt x="479" y="1839"/>
                      <a:pt x="801" y="2291"/>
                      <a:pt x="801" y="2799"/>
                    </a:cubicBezTo>
                    <a:cubicBezTo>
                      <a:pt x="801" y="3305"/>
                      <a:pt x="479" y="3757"/>
                      <a:pt x="0" y="3924"/>
                    </a:cubicBezTo>
                    <a:lnTo>
                      <a:pt x="0" y="5671"/>
                    </a:lnTo>
                    <a:cubicBezTo>
                      <a:pt x="39" y="5684"/>
                      <a:pt x="77" y="5700"/>
                      <a:pt x="114" y="5716"/>
                    </a:cubicBezTo>
                    <a:lnTo>
                      <a:pt x="1719" y="4111"/>
                    </a:lnTo>
                    <a:cubicBezTo>
                      <a:pt x="1408" y="3472"/>
                      <a:pt x="1725" y="2703"/>
                      <a:pt x="2398" y="2472"/>
                    </a:cubicBezTo>
                    <a:lnTo>
                      <a:pt x="2398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36" name="Google Shape;536;p43"/>
          <p:cNvCxnSpPr>
            <a:stCxn id="522" idx="4"/>
            <a:endCxn id="461" idx="0"/>
          </p:cNvCxnSpPr>
          <p:nvPr/>
        </p:nvCxnSpPr>
        <p:spPr>
          <a:xfrm>
            <a:off x="5547175" y="3541138"/>
            <a:ext cx="0" cy="3105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grpSp>
        <p:nvGrpSpPr>
          <p:cNvPr id="537" name="Google Shape;537;p43"/>
          <p:cNvGrpSpPr/>
          <p:nvPr/>
        </p:nvGrpSpPr>
        <p:grpSpPr>
          <a:xfrm>
            <a:off x="7301275" y="3099638"/>
            <a:ext cx="419700" cy="419700"/>
            <a:chOff x="7301275" y="3099638"/>
            <a:chExt cx="419700" cy="419700"/>
          </a:xfrm>
        </p:grpSpPr>
        <p:sp>
          <p:nvSpPr>
            <p:cNvPr id="538" name="Google Shape;538;p43"/>
            <p:cNvSpPr/>
            <p:nvPr/>
          </p:nvSpPr>
          <p:spPr>
            <a:xfrm>
              <a:off x="7301275" y="3099638"/>
              <a:ext cx="419700" cy="419700"/>
            </a:xfrm>
            <a:prstGeom prst="ellipse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39" name="Google Shape;539;p43"/>
            <p:cNvGrpSpPr/>
            <p:nvPr/>
          </p:nvGrpSpPr>
          <p:grpSpPr>
            <a:xfrm>
              <a:off x="7301286" y="3125057"/>
              <a:ext cx="419686" cy="368875"/>
              <a:chOff x="4017850" y="3264700"/>
              <a:chExt cx="341125" cy="299825"/>
            </a:xfrm>
          </p:grpSpPr>
          <p:sp>
            <p:nvSpPr>
              <p:cNvPr id="540" name="Google Shape;540;p43"/>
              <p:cNvSpPr/>
              <p:nvPr/>
            </p:nvSpPr>
            <p:spPr>
              <a:xfrm>
                <a:off x="4047825" y="3424550"/>
                <a:ext cx="281175" cy="139975"/>
              </a:xfrm>
              <a:custGeom>
                <a:avLst/>
                <a:gdLst/>
                <a:ahLst/>
                <a:cxnLst/>
                <a:rect l="l" t="t" r="r" b="b"/>
                <a:pathLst>
                  <a:path w="11247" h="5599" extrusionOk="0">
                    <a:moveTo>
                      <a:pt x="1600" y="832"/>
                    </a:moveTo>
                    <a:lnTo>
                      <a:pt x="4549" y="2000"/>
                    </a:lnTo>
                    <a:lnTo>
                      <a:pt x="1600" y="3169"/>
                    </a:lnTo>
                    <a:lnTo>
                      <a:pt x="1600" y="832"/>
                    </a:lnTo>
                    <a:close/>
                    <a:moveTo>
                      <a:pt x="9648" y="832"/>
                    </a:moveTo>
                    <a:lnTo>
                      <a:pt x="9648" y="3169"/>
                    </a:lnTo>
                    <a:lnTo>
                      <a:pt x="6700" y="2000"/>
                    </a:lnTo>
                    <a:lnTo>
                      <a:pt x="9648" y="832"/>
                    </a:lnTo>
                    <a:close/>
                    <a:moveTo>
                      <a:pt x="1" y="1"/>
                    </a:moveTo>
                    <a:lnTo>
                      <a:pt x="1" y="5200"/>
                    </a:lnTo>
                    <a:cubicBezTo>
                      <a:pt x="1" y="5420"/>
                      <a:pt x="181" y="5598"/>
                      <a:pt x="401" y="5598"/>
                    </a:cubicBezTo>
                    <a:lnTo>
                      <a:pt x="1201" y="5598"/>
                    </a:lnTo>
                    <a:cubicBezTo>
                      <a:pt x="1421" y="5598"/>
                      <a:pt x="1600" y="5420"/>
                      <a:pt x="1600" y="5200"/>
                    </a:cubicBezTo>
                    <a:lnTo>
                      <a:pt x="1600" y="4030"/>
                    </a:lnTo>
                    <a:lnTo>
                      <a:pt x="5624" y="2432"/>
                    </a:lnTo>
                    <a:lnTo>
                      <a:pt x="9648" y="4030"/>
                    </a:lnTo>
                    <a:lnTo>
                      <a:pt x="9648" y="5200"/>
                    </a:lnTo>
                    <a:cubicBezTo>
                      <a:pt x="9648" y="5420"/>
                      <a:pt x="9826" y="5598"/>
                      <a:pt x="10048" y="5598"/>
                    </a:cubicBezTo>
                    <a:lnTo>
                      <a:pt x="10847" y="5598"/>
                    </a:lnTo>
                    <a:cubicBezTo>
                      <a:pt x="10848" y="5598"/>
                      <a:pt x="10848" y="5598"/>
                      <a:pt x="10849" y="5598"/>
                    </a:cubicBezTo>
                    <a:cubicBezTo>
                      <a:pt x="11070" y="5598"/>
                      <a:pt x="11247" y="5419"/>
                      <a:pt x="11247" y="5200"/>
                    </a:cubicBezTo>
                    <a:lnTo>
                      <a:pt x="11247" y="2"/>
                    </a:lnTo>
                    <a:lnTo>
                      <a:pt x="9571" y="2"/>
                    </a:lnTo>
                    <a:lnTo>
                      <a:pt x="5624" y="1570"/>
                    </a:lnTo>
                    <a:lnTo>
                      <a:pt x="1677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43"/>
              <p:cNvSpPr/>
              <p:nvPr/>
            </p:nvSpPr>
            <p:spPr>
              <a:xfrm>
                <a:off x="4037875" y="3264700"/>
                <a:ext cx="59975" cy="40000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1600" extrusionOk="0">
                    <a:moveTo>
                      <a:pt x="1198" y="0"/>
                    </a:moveTo>
                    <a:cubicBezTo>
                      <a:pt x="1177" y="0"/>
                      <a:pt x="1155" y="1"/>
                      <a:pt x="1133" y="2"/>
                    </a:cubicBezTo>
                    <a:cubicBezTo>
                      <a:pt x="508" y="36"/>
                      <a:pt x="0" y="594"/>
                      <a:pt x="0" y="1220"/>
                    </a:cubicBezTo>
                    <a:lnTo>
                      <a:pt x="0" y="1600"/>
                    </a:lnTo>
                    <a:lnTo>
                      <a:pt x="2398" y="1600"/>
                    </a:lnTo>
                    <a:lnTo>
                      <a:pt x="2398" y="1200"/>
                    </a:lnTo>
                    <a:cubicBezTo>
                      <a:pt x="2398" y="534"/>
                      <a:pt x="1856" y="0"/>
                      <a:pt x="119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2" name="Google Shape;542;p43"/>
              <p:cNvSpPr/>
              <p:nvPr/>
            </p:nvSpPr>
            <p:spPr>
              <a:xfrm>
                <a:off x="4279025" y="3264700"/>
                <a:ext cx="59975" cy="399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1599" extrusionOk="0">
                    <a:moveTo>
                      <a:pt x="1201" y="0"/>
                    </a:moveTo>
                    <a:cubicBezTo>
                      <a:pt x="1179" y="0"/>
                      <a:pt x="1156" y="1"/>
                      <a:pt x="1134" y="2"/>
                    </a:cubicBezTo>
                    <a:cubicBezTo>
                      <a:pt x="510" y="36"/>
                      <a:pt x="1" y="594"/>
                      <a:pt x="1" y="1219"/>
                    </a:cubicBezTo>
                    <a:lnTo>
                      <a:pt x="1" y="1598"/>
                    </a:lnTo>
                    <a:lnTo>
                      <a:pt x="2399" y="1598"/>
                    </a:lnTo>
                    <a:lnTo>
                      <a:pt x="2399" y="1200"/>
                    </a:lnTo>
                    <a:cubicBezTo>
                      <a:pt x="2399" y="534"/>
                      <a:pt x="1858" y="0"/>
                      <a:pt x="120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3" name="Google Shape;543;p43"/>
              <p:cNvSpPr/>
              <p:nvPr/>
            </p:nvSpPr>
            <p:spPr>
              <a:xfrm>
                <a:off x="4202500" y="3324650"/>
                <a:ext cx="132350" cy="80000"/>
              </a:xfrm>
              <a:custGeom>
                <a:avLst/>
                <a:gdLst/>
                <a:ahLst/>
                <a:cxnLst/>
                <a:rect l="l" t="t" r="r" b="b"/>
                <a:pathLst>
                  <a:path w="5294" h="3200" extrusionOk="0">
                    <a:moveTo>
                      <a:pt x="3226" y="1"/>
                    </a:moveTo>
                    <a:lnTo>
                      <a:pt x="1" y="3199"/>
                    </a:lnTo>
                    <a:lnTo>
                      <a:pt x="2095" y="3199"/>
                    </a:lnTo>
                    <a:lnTo>
                      <a:pt x="5293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4" name="Google Shape;544;p43"/>
              <p:cNvSpPr/>
              <p:nvPr/>
            </p:nvSpPr>
            <p:spPr>
              <a:xfrm>
                <a:off x="4121875" y="3324650"/>
                <a:ext cx="133000" cy="80000"/>
              </a:xfrm>
              <a:custGeom>
                <a:avLst/>
                <a:gdLst/>
                <a:ahLst/>
                <a:cxnLst/>
                <a:rect l="l" t="t" r="r" b="b"/>
                <a:pathLst>
                  <a:path w="5320" h="3200" extrusionOk="0">
                    <a:moveTo>
                      <a:pt x="3226" y="1"/>
                    </a:moveTo>
                    <a:lnTo>
                      <a:pt x="1" y="3199"/>
                    </a:lnTo>
                    <a:lnTo>
                      <a:pt x="2095" y="3199"/>
                    </a:lnTo>
                    <a:lnTo>
                      <a:pt x="5320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5" name="Google Shape;545;p43"/>
              <p:cNvSpPr/>
              <p:nvPr/>
            </p:nvSpPr>
            <p:spPr>
              <a:xfrm>
                <a:off x="4041975" y="3324650"/>
                <a:ext cx="132325" cy="80000"/>
              </a:xfrm>
              <a:custGeom>
                <a:avLst/>
                <a:gdLst/>
                <a:ahLst/>
                <a:cxnLst/>
                <a:rect l="l" t="t" r="r" b="b"/>
                <a:pathLst>
                  <a:path w="5293" h="3200" extrusionOk="0">
                    <a:moveTo>
                      <a:pt x="3197" y="1"/>
                    </a:moveTo>
                    <a:lnTo>
                      <a:pt x="0" y="3199"/>
                    </a:lnTo>
                    <a:lnTo>
                      <a:pt x="2067" y="3199"/>
                    </a:lnTo>
                    <a:lnTo>
                      <a:pt x="529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43"/>
              <p:cNvSpPr/>
              <p:nvPr/>
            </p:nvSpPr>
            <p:spPr>
              <a:xfrm>
                <a:off x="4017850" y="3324650"/>
                <a:ext cx="7585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3034" h="2984" extrusionOk="0">
                    <a:moveTo>
                      <a:pt x="401" y="1"/>
                    </a:moveTo>
                    <a:cubicBezTo>
                      <a:pt x="181" y="1"/>
                      <a:pt x="1" y="179"/>
                      <a:pt x="1" y="401"/>
                    </a:cubicBezTo>
                    <a:lnTo>
                      <a:pt x="1" y="2799"/>
                    </a:lnTo>
                    <a:cubicBezTo>
                      <a:pt x="2" y="2864"/>
                      <a:pt x="20" y="2927"/>
                      <a:pt x="51" y="2984"/>
                    </a:cubicBezTo>
                    <a:lnTo>
                      <a:pt x="3034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43"/>
              <p:cNvSpPr/>
              <p:nvPr/>
            </p:nvSpPr>
            <p:spPr>
              <a:xfrm>
                <a:off x="4283175" y="3330050"/>
                <a:ext cx="75800" cy="74600"/>
              </a:xfrm>
              <a:custGeom>
                <a:avLst/>
                <a:gdLst/>
                <a:ahLst/>
                <a:cxnLst/>
                <a:rect l="l" t="t" r="r" b="b"/>
                <a:pathLst>
                  <a:path w="3032" h="2984" extrusionOk="0">
                    <a:moveTo>
                      <a:pt x="2982" y="0"/>
                    </a:moveTo>
                    <a:lnTo>
                      <a:pt x="0" y="2983"/>
                    </a:lnTo>
                    <a:lnTo>
                      <a:pt x="2633" y="2983"/>
                    </a:lnTo>
                    <a:cubicBezTo>
                      <a:pt x="2853" y="2983"/>
                      <a:pt x="3032" y="2803"/>
                      <a:pt x="3032" y="2583"/>
                    </a:cubicBezTo>
                    <a:lnTo>
                      <a:pt x="3032" y="185"/>
                    </a:lnTo>
                    <a:cubicBezTo>
                      <a:pt x="3032" y="120"/>
                      <a:pt x="3014" y="56"/>
                      <a:pt x="2982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548" name="Google Shape;548;p43"/>
          <p:cNvCxnSpPr>
            <a:stCxn id="538" idx="4"/>
            <a:endCxn id="463" idx="0"/>
          </p:cNvCxnSpPr>
          <p:nvPr/>
        </p:nvCxnSpPr>
        <p:spPr>
          <a:xfrm>
            <a:off x="7511125" y="3519338"/>
            <a:ext cx="0" cy="332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diamond" w="med" len="med"/>
          </a:ln>
        </p:spPr>
      </p:cxnSp>
      <p:cxnSp>
        <p:nvCxnSpPr>
          <p:cNvPr id="549" name="Google Shape;549;p43"/>
          <p:cNvCxnSpPr>
            <a:stCxn id="466" idx="6"/>
            <a:endCxn id="499" idx="2"/>
          </p:cNvCxnSpPr>
          <p:nvPr/>
        </p:nvCxnSpPr>
        <p:spPr>
          <a:xfrm>
            <a:off x="1829125" y="1576113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0" name="Google Shape;550;p43"/>
          <p:cNvCxnSpPr>
            <a:stCxn id="499" idx="6"/>
            <a:endCxn id="472" idx="2"/>
          </p:cNvCxnSpPr>
          <p:nvPr/>
        </p:nvCxnSpPr>
        <p:spPr>
          <a:xfrm>
            <a:off x="3793075" y="1576113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1" name="Google Shape;551;p43"/>
          <p:cNvCxnSpPr>
            <a:stCxn id="472" idx="6"/>
            <a:endCxn id="482" idx="2"/>
          </p:cNvCxnSpPr>
          <p:nvPr/>
        </p:nvCxnSpPr>
        <p:spPr>
          <a:xfrm>
            <a:off x="5757025" y="1576113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2" name="Google Shape;552;p43"/>
          <p:cNvCxnSpPr>
            <a:stCxn id="482" idx="6"/>
          </p:cNvCxnSpPr>
          <p:nvPr/>
        </p:nvCxnSpPr>
        <p:spPr>
          <a:xfrm>
            <a:off x="7720975" y="1576113"/>
            <a:ext cx="14343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3" name="Google Shape;553;p43"/>
          <p:cNvCxnSpPr>
            <a:stCxn id="466" idx="2"/>
          </p:cNvCxnSpPr>
          <p:nvPr/>
        </p:nvCxnSpPr>
        <p:spPr>
          <a:xfrm rot="10800000">
            <a:off x="835825" y="1576113"/>
            <a:ext cx="5736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diamond" w="med" len="med"/>
          </a:ln>
        </p:spPr>
      </p:cxnSp>
      <p:cxnSp>
        <p:nvCxnSpPr>
          <p:cNvPr id="554" name="Google Shape;554;p43"/>
          <p:cNvCxnSpPr>
            <a:stCxn id="490" idx="2"/>
          </p:cNvCxnSpPr>
          <p:nvPr/>
        </p:nvCxnSpPr>
        <p:spPr>
          <a:xfrm rot="10800000">
            <a:off x="-16775" y="3331288"/>
            <a:ext cx="1426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5" name="Google Shape;555;p43"/>
          <p:cNvCxnSpPr>
            <a:stCxn id="490" idx="6"/>
            <a:endCxn id="506" idx="2"/>
          </p:cNvCxnSpPr>
          <p:nvPr/>
        </p:nvCxnSpPr>
        <p:spPr>
          <a:xfrm>
            <a:off x="1829125" y="3331288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6" name="Google Shape;556;p43"/>
          <p:cNvCxnSpPr>
            <a:stCxn id="506" idx="6"/>
            <a:endCxn id="522" idx="2"/>
          </p:cNvCxnSpPr>
          <p:nvPr/>
        </p:nvCxnSpPr>
        <p:spPr>
          <a:xfrm>
            <a:off x="3793075" y="3331288"/>
            <a:ext cx="1544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7" name="Google Shape;557;p43"/>
          <p:cNvCxnSpPr>
            <a:endCxn id="538" idx="2"/>
          </p:cNvCxnSpPr>
          <p:nvPr/>
        </p:nvCxnSpPr>
        <p:spPr>
          <a:xfrm rot="10800000" flipH="1">
            <a:off x="5756875" y="3309488"/>
            <a:ext cx="1544400" cy="21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  <p:cxnSp>
        <p:nvCxnSpPr>
          <p:cNvPr id="558" name="Google Shape;558;p43"/>
          <p:cNvCxnSpPr>
            <a:stCxn id="538" idx="6"/>
          </p:cNvCxnSpPr>
          <p:nvPr/>
        </p:nvCxnSpPr>
        <p:spPr>
          <a:xfrm>
            <a:off x="7720975" y="3309488"/>
            <a:ext cx="5331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diamond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9">
          <a:extLst>
            <a:ext uri="{FF2B5EF4-FFF2-40B4-BE49-F238E27FC236}">
              <a16:creationId xmlns:a16="http://schemas.microsoft.com/office/drawing/2014/main" id="{2B52F62C-FFA9-0BC7-2044-1806363316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" name="Google Shape;230;p33">
            <a:extLst>
              <a:ext uri="{FF2B5EF4-FFF2-40B4-BE49-F238E27FC236}">
                <a16:creationId xmlns:a16="http://schemas.microsoft.com/office/drawing/2014/main" id="{A9E1DE10-2C79-61C4-7A91-B4B04EE45BF3}"/>
              </a:ext>
            </a:extLst>
          </p:cNvPr>
          <p:cNvPicPr preferRelativeResize="0">
            <a:picLocks noGrp="1"/>
          </p:cNvPicPr>
          <p:nvPr>
            <p:ph type="pic" idx="3"/>
          </p:nvPr>
        </p:nvPicPr>
        <p:blipFill rotWithShape="1">
          <a:blip r:embed="rId3">
            <a:alphaModFix/>
          </a:blip>
          <a:srcRect l="12150"/>
          <a:stretch/>
        </p:blipFill>
        <p:spPr>
          <a:xfrm>
            <a:off x="0" y="0"/>
            <a:ext cx="3014375" cy="5143502"/>
          </a:xfrm>
          <a:prstGeom prst="rect">
            <a:avLst/>
          </a:prstGeom>
        </p:spPr>
      </p:pic>
      <p:sp>
        <p:nvSpPr>
          <p:cNvPr id="231" name="Google Shape;231;p33">
            <a:extLst>
              <a:ext uri="{FF2B5EF4-FFF2-40B4-BE49-F238E27FC236}">
                <a16:creationId xmlns:a16="http://schemas.microsoft.com/office/drawing/2014/main" id="{DF34EBD0-3ABD-A3DB-9911-B1A2E8EE23B7}"/>
              </a:ext>
            </a:extLst>
          </p:cNvPr>
          <p:cNvSpPr/>
          <p:nvPr/>
        </p:nvSpPr>
        <p:spPr>
          <a:xfrm flipH="1">
            <a:off x="2369025" y="-3675"/>
            <a:ext cx="11577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33">
            <a:extLst>
              <a:ext uri="{FF2B5EF4-FFF2-40B4-BE49-F238E27FC236}">
                <a16:creationId xmlns:a16="http://schemas.microsoft.com/office/drawing/2014/main" id="{2008D960-ECE9-1B46-D1F8-EB2EFF436B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763024" y="2438649"/>
            <a:ext cx="5076175" cy="171610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MY" dirty="0"/>
              <a:t>What I Contribute</a:t>
            </a:r>
            <a:endParaRPr dirty="0"/>
          </a:p>
        </p:txBody>
      </p:sp>
      <p:sp>
        <p:nvSpPr>
          <p:cNvPr id="234" name="Google Shape;234;p33">
            <a:extLst>
              <a:ext uri="{FF2B5EF4-FFF2-40B4-BE49-F238E27FC236}">
                <a16:creationId xmlns:a16="http://schemas.microsoft.com/office/drawing/2014/main" id="{9B80BD79-C8AD-DAD0-E31D-FEC7D9DFB5F2}"/>
              </a:ext>
            </a:extLst>
          </p:cNvPr>
          <p:cNvSpPr txBox="1">
            <a:spLocks noGrp="1"/>
          </p:cNvSpPr>
          <p:nvPr>
            <p:ph type="title" idx="2"/>
          </p:nvPr>
        </p:nvSpPr>
        <p:spPr>
          <a:xfrm>
            <a:off x="3763025" y="1188638"/>
            <a:ext cx="1854252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06</a:t>
            </a:r>
            <a:endParaRPr dirty="0"/>
          </a:p>
        </p:txBody>
      </p:sp>
      <p:cxnSp>
        <p:nvCxnSpPr>
          <p:cNvPr id="237" name="Google Shape;237;p33">
            <a:extLst>
              <a:ext uri="{FF2B5EF4-FFF2-40B4-BE49-F238E27FC236}">
                <a16:creationId xmlns:a16="http://schemas.microsoft.com/office/drawing/2014/main" id="{B1A7AB0C-2968-5D07-1450-B503AE9A4F41}"/>
              </a:ext>
            </a:extLst>
          </p:cNvPr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  <p:extLst>
      <p:ext uri="{BB962C8B-B14F-4D97-AF65-F5344CB8AC3E}">
        <p14:creationId xmlns:p14="http://schemas.microsoft.com/office/powerpoint/2010/main" val="33934338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2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4412100" cy="103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dirty="0"/>
              <a:t>Expected Outcomes</a:t>
            </a:r>
            <a:endParaRPr sz="2800" dirty="0"/>
          </a:p>
        </p:txBody>
      </p:sp>
      <p:sp>
        <p:nvSpPr>
          <p:cNvPr id="436" name="Google Shape;436;p42"/>
          <p:cNvSpPr txBox="1">
            <a:spLocks noGrp="1"/>
          </p:cNvSpPr>
          <p:nvPr>
            <p:ph type="subTitle" idx="1"/>
          </p:nvPr>
        </p:nvSpPr>
        <p:spPr>
          <a:xfrm>
            <a:off x="260195" y="1175876"/>
            <a:ext cx="6385932" cy="321447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ts val="2200"/>
              </a:lnSpc>
            </a:pPr>
            <a:r>
              <a:rPr lang="en-MY" sz="1200" dirty="0"/>
              <a:t>Provide a </a:t>
            </a:r>
            <a:r>
              <a:rPr lang="en-MY" sz="1200" u="sng" dirty="0"/>
              <a:t>detailed comparative analysis </a:t>
            </a:r>
            <a:r>
              <a:rPr lang="en-MY" sz="1200" dirty="0"/>
              <a:t>evaluating </a:t>
            </a:r>
            <a:r>
              <a:rPr lang="en-MY" sz="1200" u="sng" dirty="0"/>
              <a:t>multiple deep learning models</a:t>
            </a:r>
            <a:r>
              <a:rPr lang="en-MY" sz="1200" dirty="0"/>
              <a:t> across </a:t>
            </a:r>
            <a:r>
              <a:rPr lang="en-MY" sz="1200" u="sng" dirty="0"/>
              <a:t>distinct lookback windows</a:t>
            </a:r>
            <a:r>
              <a:rPr lang="en-MY" sz="1200" dirty="0"/>
              <a:t>, explicitly segmented by </a:t>
            </a:r>
            <a:r>
              <a:rPr lang="en-MY" sz="1200" u="sng" dirty="0"/>
              <a:t>MCO periods</a:t>
            </a:r>
            <a:r>
              <a:rPr lang="en-MY" sz="1200" dirty="0"/>
              <a:t>.</a:t>
            </a:r>
          </a:p>
          <a:p>
            <a:pPr lvl="0">
              <a:lnSpc>
                <a:spcPts val="2200"/>
              </a:lnSpc>
            </a:pPr>
            <a:r>
              <a:rPr lang="en-MY" sz="1200" dirty="0"/>
              <a:t>Introduce a </a:t>
            </a:r>
            <a:r>
              <a:rPr lang="en-MY" sz="1200" u="sng" dirty="0"/>
              <a:t>superior forecasting model</a:t>
            </a:r>
            <a:r>
              <a:rPr lang="en-MY" sz="1200" dirty="0"/>
              <a:t> that </a:t>
            </a:r>
            <a:r>
              <a:rPr lang="en-MY" sz="1200" u="sng" dirty="0"/>
              <a:t>outperforms</a:t>
            </a:r>
            <a:r>
              <a:rPr lang="en-MY" sz="1200" dirty="0"/>
              <a:t> existing SOTA baselines across </a:t>
            </a:r>
            <a:r>
              <a:rPr lang="en-MY" sz="1200" u="sng" dirty="0"/>
              <a:t>all lookback windows and MCO phases</a:t>
            </a:r>
            <a:r>
              <a:rPr lang="en-MY" sz="1200" dirty="0"/>
              <a:t>, accompanied by a </a:t>
            </a:r>
            <a:r>
              <a:rPr lang="en-MY" sz="1200" u="sng" dirty="0"/>
              <a:t>reduced feature variant</a:t>
            </a:r>
            <a:r>
              <a:rPr lang="en-MY" sz="1200" dirty="0"/>
              <a:t> according to SHAP-based feature importance ranking, to determine the effect of the removal of near-zero important spatial and temporal features toward ridership prediction.</a:t>
            </a:r>
          </a:p>
          <a:p>
            <a:pPr lvl="0">
              <a:lnSpc>
                <a:spcPts val="2200"/>
              </a:lnSpc>
            </a:pPr>
            <a:r>
              <a:rPr lang="en-MY" sz="1200" dirty="0"/>
              <a:t>Develop a </a:t>
            </a:r>
            <a:r>
              <a:rPr lang="en-MY" sz="1200" u="sng" dirty="0"/>
              <a:t>functional command-line interface (CLI) inference</a:t>
            </a:r>
            <a:r>
              <a:rPr lang="en-MY" sz="1200" dirty="0"/>
              <a:t> tool capable of predicting a </a:t>
            </a:r>
            <a:r>
              <a:rPr lang="en-MY" sz="1200" u="sng" dirty="0"/>
              <a:t>7-day ridership</a:t>
            </a:r>
            <a:r>
              <a:rPr lang="en-MY" sz="1200" dirty="0"/>
              <a:t> distribution horizon across </a:t>
            </a:r>
            <a:r>
              <a:rPr lang="en-MY" sz="1200" u="sng" dirty="0"/>
              <a:t>all 12 distinct transit networks</a:t>
            </a:r>
            <a:r>
              <a:rPr lang="en-MY" sz="1200" dirty="0"/>
              <a:t> utilizing historical distribution percentages using the proposed model.	</a:t>
            </a:r>
          </a:p>
        </p:txBody>
      </p:sp>
      <p:grpSp>
        <p:nvGrpSpPr>
          <p:cNvPr id="438" name="Google Shape;438;p42"/>
          <p:cNvGrpSpPr/>
          <p:nvPr/>
        </p:nvGrpSpPr>
        <p:grpSpPr>
          <a:xfrm>
            <a:off x="6827643" y="753150"/>
            <a:ext cx="1974849" cy="3637200"/>
            <a:chOff x="1205036" y="905625"/>
            <a:chExt cx="1974849" cy="3637200"/>
          </a:xfrm>
        </p:grpSpPr>
        <p:sp>
          <p:nvSpPr>
            <p:cNvPr id="439" name="Google Shape;439;p42"/>
            <p:cNvSpPr/>
            <p:nvPr/>
          </p:nvSpPr>
          <p:spPr>
            <a:xfrm>
              <a:off x="1232600" y="905625"/>
              <a:ext cx="1919700" cy="3637200"/>
            </a:xfrm>
            <a:prstGeom prst="roundRect">
              <a:avLst>
                <a:gd name="adj" fmla="val 15789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0" name="Google Shape;440;p42"/>
            <p:cNvSpPr/>
            <p:nvPr/>
          </p:nvSpPr>
          <p:spPr>
            <a:xfrm>
              <a:off x="3106385" y="1385675"/>
              <a:ext cx="73500" cy="4593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42"/>
            <p:cNvSpPr/>
            <p:nvPr/>
          </p:nvSpPr>
          <p:spPr>
            <a:xfrm>
              <a:off x="1205036" y="130599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42"/>
            <p:cNvSpPr/>
            <p:nvPr/>
          </p:nvSpPr>
          <p:spPr>
            <a:xfrm>
              <a:off x="1205036" y="1713947"/>
              <a:ext cx="73500" cy="3621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443" name="Google Shape;443;p42"/>
          <p:cNvPicPr preferRelativeResize="0"/>
          <p:nvPr/>
        </p:nvPicPr>
        <p:blipFill rotWithShape="1">
          <a:blip r:embed="rId3">
            <a:alphaModFix/>
          </a:blip>
          <a:srcRect l="33187" r="33187"/>
          <a:stretch/>
        </p:blipFill>
        <p:spPr>
          <a:xfrm>
            <a:off x="6939057" y="828750"/>
            <a:ext cx="1752000" cy="3486000"/>
          </a:xfrm>
          <a:prstGeom prst="roundRect">
            <a:avLst>
              <a:gd name="adj" fmla="val 13315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56DD23-8447-B8D9-F842-025AC135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MY" dirty="0"/>
              <a:t>Project Timeline</a:t>
            </a:r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3997EA1D-F9CA-6F67-64E9-56A602DA73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69031055"/>
              </p:ext>
            </p:extLst>
          </p:nvPr>
        </p:nvGraphicFramePr>
        <p:xfrm>
          <a:off x="289931" y="1048214"/>
          <a:ext cx="8452625" cy="34420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211444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9" name="Google Shape;659;p48"/>
          <p:cNvSpPr txBox="1">
            <a:spLocks noGrp="1"/>
          </p:cNvSpPr>
          <p:nvPr>
            <p:ph type="title"/>
          </p:nvPr>
        </p:nvSpPr>
        <p:spPr>
          <a:xfrm>
            <a:off x="713368" y="645071"/>
            <a:ext cx="4554900" cy="286595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THANK YOU!</a:t>
            </a:r>
            <a:endParaRPr dirty="0"/>
          </a:p>
        </p:txBody>
      </p:sp>
      <p:pic>
        <p:nvPicPr>
          <p:cNvPr id="681" name="Google Shape;681;p48"/>
          <p:cNvPicPr preferRelativeResize="0">
            <a:picLocks noGrp="1"/>
          </p:cNvPicPr>
          <p:nvPr>
            <p:ph type="pic" idx="2"/>
          </p:nvPr>
        </p:nvPicPr>
        <p:blipFill rotWithShape="1">
          <a:blip r:embed="rId3">
            <a:alphaModFix/>
          </a:blip>
          <a:srcRect l="27473" r="4170"/>
          <a:stretch/>
        </p:blipFill>
        <p:spPr>
          <a:xfrm>
            <a:off x="6798600" y="0"/>
            <a:ext cx="2345401" cy="5143498"/>
          </a:xfrm>
          <a:prstGeom prst="rect">
            <a:avLst/>
          </a:prstGeom>
        </p:spPr>
      </p:pic>
      <p:sp>
        <p:nvSpPr>
          <p:cNvPr id="682" name="Google Shape;682;p48"/>
          <p:cNvSpPr/>
          <p:nvPr/>
        </p:nvSpPr>
        <p:spPr>
          <a:xfrm>
            <a:off x="6583550" y="-3675"/>
            <a:ext cx="702000" cy="5143500"/>
          </a:xfrm>
          <a:prstGeom prst="rect">
            <a:avLst/>
          </a:prstGeom>
          <a:gradFill>
            <a:gsLst>
              <a:gs pos="0">
                <a:schemeClr val="lt1"/>
              </a:gs>
              <a:gs pos="53000">
                <a:schemeClr val="lt1"/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83" name="Google Shape;683;p48"/>
          <p:cNvCxnSpPr/>
          <p:nvPr/>
        </p:nvCxnSpPr>
        <p:spPr>
          <a:xfrm>
            <a:off x="1825" y="4741150"/>
            <a:ext cx="91572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84" name="Google Shape;684;p48"/>
          <p:cNvCxnSpPr/>
          <p:nvPr/>
        </p:nvCxnSpPr>
        <p:spPr>
          <a:xfrm>
            <a:off x="-6600" y="322535"/>
            <a:ext cx="91572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lgDash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Metro Railway System Project Proposal by Slidesgo">
  <a:themeElements>
    <a:clrScheme name="Simple Light">
      <a:dk1>
        <a:srgbClr val="FCFAF8"/>
      </a:dk1>
      <a:lt1>
        <a:srgbClr val="27242E"/>
      </a:lt1>
      <a:dk2>
        <a:srgbClr val="F0B205"/>
      </a:dk2>
      <a:lt2>
        <a:srgbClr val="D85821"/>
      </a:lt2>
      <a:accent1>
        <a:srgbClr val="387E68"/>
      </a:accent1>
      <a:accent2>
        <a:srgbClr val="153369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CFA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687</TotalTime>
  <Words>3146</Words>
  <Application>Microsoft Office PowerPoint</Application>
  <PresentationFormat>On-screen Show (16:9)</PresentationFormat>
  <Paragraphs>410</Paragraphs>
  <Slides>35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47" baseType="lpstr">
      <vt:lpstr>PT Sans</vt:lpstr>
      <vt:lpstr>Calibri</vt:lpstr>
      <vt:lpstr>Bebas Neue</vt:lpstr>
      <vt:lpstr>Hanken Grotesk</vt:lpstr>
      <vt:lpstr>Anaheim</vt:lpstr>
      <vt:lpstr>Montserrat</vt:lpstr>
      <vt:lpstr>Nunito Light</vt:lpstr>
      <vt:lpstr>Arial</vt:lpstr>
      <vt:lpstr>Montserrat ExtraBold</vt:lpstr>
      <vt:lpstr>Raleway</vt:lpstr>
      <vt:lpstr>Montserrat SemiBold</vt:lpstr>
      <vt:lpstr>Metro Railway System Project Proposal by Slidesgo</vt:lpstr>
      <vt:lpstr>P1 – Mitigating Public Transit Unreliability in Malaysia through Deep Learning Analytics and Ridership Forecasting</vt:lpstr>
      <vt:lpstr>Research Background</vt:lpstr>
      <vt:lpstr>Contents of the Session</vt:lpstr>
      <vt:lpstr>Literature Review</vt:lpstr>
      <vt:lpstr>PowerPoint Presentation</vt:lpstr>
      <vt:lpstr>PowerPoint Presentation</vt:lpstr>
      <vt:lpstr>PowerPoint Presentation</vt:lpstr>
      <vt:lpstr>PowerPoint Presentation</vt:lpstr>
      <vt:lpstr>Gapping the Problem</vt:lpstr>
      <vt:lpstr>Inadequate Quantification and Mitigation of Extreme Anomaly Bias</vt:lpstr>
      <vt:lpstr>PowerPoint Presentation</vt:lpstr>
      <vt:lpstr>Questioning Objectives</vt:lpstr>
      <vt:lpstr>PowerPoint Presentation</vt:lpstr>
      <vt:lpstr>Scoping Down</vt:lpstr>
      <vt:lpstr>PowerPoint Presentation</vt:lpstr>
      <vt:lpstr>How I Execute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Benchmark &amp; Evaluation</vt:lpstr>
      <vt:lpstr>Baseline LSTM</vt:lpstr>
      <vt:lpstr>75% Combined Accuracy (CA) + 0.7 R2</vt:lpstr>
      <vt:lpstr>PowerPoint Presentation</vt:lpstr>
      <vt:lpstr>Comparatives &amp; Proposed</vt:lpstr>
      <vt:lpstr>PowerPoint Presentation</vt:lpstr>
      <vt:lpstr>PowerPoint Presentation</vt:lpstr>
      <vt:lpstr>PowerPoint Presentation</vt:lpstr>
      <vt:lpstr>PowerPoint Presentation</vt:lpstr>
      <vt:lpstr>Model Selection Chronologically</vt:lpstr>
      <vt:lpstr>What I Contribute</vt:lpstr>
      <vt:lpstr>Expected Outcomes</vt:lpstr>
      <vt:lpstr>Project Timeline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YIP ZI XIAN</cp:lastModifiedBy>
  <cp:revision>16</cp:revision>
  <dcterms:modified xsi:type="dcterms:W3CDTF">2026-06-04T10:18:44Z</dcterms:modified>
</cp:coreProperties>
</file>