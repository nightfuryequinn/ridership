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30"/>
  </p:notesMasterIdLst>
  <p:sldIdLst>
    <p:sldId id="256" r:id="rId2"/>
    <p:sldId id="259" r:id="rId3"/>
    <p:sldId id="258" r:id="rId4"/>
    <p:sldId id="260" r:id="rId5"/>
    <p:sldId id="268" r:id="rId6"/>
    <p:sldId id="281" r:id="rId7"/>
    <p:sldId id="282" r:id="rId8"/>
    <p:sldId id="283" r:id="rId9"/>
    <p:sldId id="284" r:id="rId10"/>
    <p:sldId id="265" r:id="rId11"/>
    <p:sldId id="266" r:id="rId12"/>
    <p:sldId id="285" r:id="rId13"/>
    <p:sldId id="261" r:id="rId14"/>
    <p:sldId id="286" r:id="rId15"/>
    <p:sldId id="262" r:id="rId16"/>
    <p:sldId id="287" r:id="rId17"/>
    <p:sldId id="264" r:id="rId18"/>
    <p:sldId id="289" r:id="rId19"/>
    <p:sldId id="298" r:id="rId20"/>
    <p:sldId id="291" r:id="rId21"/>
    <p:sldId id="293" r:id="rId22"/>
    <p:sldId id="294" r:id="rId23"/>
    <p:sldId id="292" r:id="rId24"/>
    <p:sldId id="296" r:id="rId25"/>
    <p:sldId id="295" r:id="rId26"/>
    <p:sldId id="288" r:id="rId27"/>
    <p:sldId id="274" r:id="rId28"/>
    <p:sldId id="275" r:id="rId29"/>
  </p:sldIdLst>
  <p:sldSz cx="9144000" cy="5143500" type="screen16x9"/>
  <p:notesSz cx="6858000" cy="9144000"/>
  <p:embeddedFontLst>
    <p:embeddedFont>
      <p:font typeface="Hanken Grotesk" panose="020B0604020202020204" charset="0"/>
      <p:regular r:id="rId31"/>
      <p:bold r:id="rId32"/>
      <p:italic r:id="rId33"/>
      <p:boldItalic r:id="rId34"/>
    </p:embeddedFont>
    <p:embeddedFont>
      <p:font typeface="Hanken Grotesk Light" panose="020B0604020202020204" charset="0"/>
      <p:regular r:id="rId35"/>
      <p:bold r:id="rId36"/>
      <p:italic r:id="rId37"/>
      <p:boldItalic r:id="rId38"/>
    </p:embeddedFont>
    <p:embeddedFont>
      <p:font typeface="Nova Square" panose="020B0604020202020204" charset="0"/>
      <p:regular r:id="rId39"/>
    </p:embeddedFont>
    <p:embeddedFont>
      <p:font typeface="Sora ExtraBold" panose="020B0604020202020204" charset="0"/>
      <p:bold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B3B1ED-3CF2-4860-8837-93895991FFBA}" v="302" dt="2026-04-24T07:15:09.518"/>
  </p1510:revLst>
</p1510:revInfo>
</file>

<file path=ppt/tableStyles.xml><?xml version="1.0" encoding="utf-8"?>
<a:tblStyleLst xmlns:a="http://schemas.openxmlformats.org/drawingml/2006/main" def="{92F8C996-9A32-4F43-8522-F46CFDD1C4B2}">
  <a:tblStyle styleId="{92F8C996-9A32-4F43-8522-F46CFDD1C4B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F8300EF-6D59-4F88-A054-7639B1576F20}"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11134" autoAdjust="0"/>
    <p:restoredTop sz="86536" autoAdjust="0"/>
  </p:normalViewPr>
  <p:slideViewPr>
    <p:cSldViewPr snapToGrid="0">
      <p:cViewPr varScale="1">
        <p:scale>
          <a:sx n="65" d="100"/>
          <a:sy n="65" d="100"/>
        </p:scale>
        <p:origin x="43" y="48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IP ZI XIAN" userId="0f458c74-3ffc-4cbd-a0c6-235759c7e482" providerId="ADAL" clId="{9A576F4A-D4D3-43AF-989A-4B78C931C165}"/>
    <pc:docChg chg="undo custSel addSld delSld modSld sldOrd delMainMaster">
      <pc:chgData name="YIP ZI XIAN" userId="0f458c74-3ffc-4cbd-a0c6-235759c7e482" providerId="ADAL" clId="{9A576F4A-D4D3-43AF-989A-4B78C931C165}" dt="2026-04-27T08:35:59.436" v="5932" actId="20577"/>
      <pc:docMkLst>
        <pc:docMk/>
      </pc:docMkLst>
      <pc:sldChg chg="addSp delSp modSp mod modNotes">
        <pc:chgData name="YIP ZI XIAN" userId="0f458c74-3ffc-4cbd-a0c6-235759c7e482" providerId="ADAL" clId="{9A576F4A-D4D3-43AF-989A-4B78C931C165}" dt="2026-04-14T09:09:43.133" v="653" actId="20577"/>
        <pc:sldMkLst>
          <pc:docMk/>
          <pc:sldMk cId="0" sldId="256"/>
        </pc:sldMkLst>
        <pc:spChg chg="mod">
          <ac:chgData name="YIP ZI XIAN" userId="0f458c74-3ffc-4cbd-a0c6-235759c7e482" providerId="ADAL" clId="{9A576F4A-D4D3-43AF-989A-4B78C931C165}" dt="2026-04-14T08:54:46.798" v="24" actId="14100"/>
          <ac:spMkLst>
            <pc:docMk/>
            <pc:sldMk cId="0" sldId="256"/>
            <ac:spMk id="1694" creationId="{00000000-0000-0000-0000-000000000000}"/>
          </ac:spMkLst>
        </pc:spChg>
        <pc:spChg chg="mod">
          <ac:chgData name="YIP ZI XIAN" userId="0f458c74-3ffc-4cbd-a0c6-235759c7e482" providerId="ADAL" clId="{9A576F4A-D4D3-43AF-989A-4B78C931C165}" dt="2026-04-14T09:09:43.133" v="653" actId="20577"/>
          <ac:spMkLst>
            <pc:docMk/>
            <pc:sldMk cId="0" sldId="256"/>
            <ac:spMk id="1695" creationId="{00000000-0000-0000-0000-000000000000}"/>
          </ac:spMkLst>
        </pc:spChg>
        <pc:picChg chg="add mod">
          <ac:chgData name="YIP ZI XIAN" userId="0f458c74-3ffc-4cbd-a0c6-235759c7e482" providerId="ADAL" clId="{9A576F4A-D4D3-43AF-989A-4B78C931C165}" dt="2026-04-14T08:54:16.858" v="18"/>
          <ac:picMkLst>
            <pc:docMk/>
            <pc:sldMk cId="0" sldId="256"/>
            <ac:picMk id="2" creationId="{81322E0C-E63F-5A77-F388-294825A522A2}"/>
          </ac:picMkLst>
        </pc:picChg>
        <pc:picChg chg="add mod">
          <ac:chgData name="YIP ZI XIAN" userId="0f458c74-3ffc-4cbd-a0c6-235759c7e482" providerId="ADAL" clId="{9A576F4A-D4D3-43AF-989A-4B78C931C165}" dt="2026-04-14T08:54:19.082" v="19"/>
          <ac:picMkLst>
            <pc:docMk/>
            <pc:sldMk cId="0" sldId="256"/>
            <ac:picMk id="3" creationId="{37BD80A3-A53D-5FF6-BA50-308DEC925ECA}"/>
          </ac:picMkLst>
        </pc:picChg>
      </pc:sldChg>
      <pc:sldChg chg="modSp mod">
        <pc:chgData name="YIP ZI XIAN" userId="0f458c74-3ffc-4cbd-a0c6-235759c7e482" providerId="ADAL" clId="{9A576F4A-D4D3-43AF-989A-4B78C931C165}" dt="2026-04-14T09:18:20.247" v="703" actId="1076"/>
        <pc:sldMkLst>
          <pc:docMk/>
          <pc:sldMk cId="0" sldId="258"/>
        </pc:sldMkLst>
        <pc:spChg chg="mod">
          <ac:chgData name="YIP ZI XIAN" userId="0f458c74-3ffc-4cbd-a0c6-235759c7e482" providerId="ADAL" clId="{9A576F4A-D4D3-43AF-989A-4B78C931C165}" dt="2026-04-14T08:59:29.160" v="388" actId="20577"/>
          <ac:spMkLst>
            <pc:docMk/>
            <pc:sldMk cId="0" sldId="258"/>
            <ac:spMk id="1770" creationId="{00000000-0000-0000-0000-000000000000}"/>
          </ac:spMkLst>
        </pc:spChg>
        <pc:spChg chg="mod">
          <ac:chgData name="YIP ZI XIAN" userId="0f458c74-3ffc-4cbd-a0c6-235759c7e482" providerId="ADAL" clId="{9A576F4A-D4D3-43AF-989A-4B78C931C165}" dt="2026-04-14T09:17:56.857" v="700" actId="1076"/>
          <ac:spMkLst>
            <pc:docMk/>
            <pc:sldMk cId="0" sldId="258"/>
            <ac:spMk id="1771" creationId="{00000000-0000-0000-0000-000000000000}"/>
          </ac:spMkLst>
        </pc:spChg>
        <pc:spChg chg="mod">
          <ac:chgData name="YIP ZI XIAN" userId="0f458c74-3ffc-4cbd-a0c6-235759c7e482" providerId="ADAL" clId="{9A576F4A-D4D3-43AF-989A-4B78C931C165}" dt="2026-04-14T09:18:20.247" v="703" actId="1076"/>
          <ac:spMkLst>
            <pc:docMk/>
            <pc:sldMk cId="0" sldId="258"/>
            <ac:spMk id="1772" creationId="{00000000-0000-0000-0000-000000000000}"/>
          </ac:spMkLst>
        </pc:spChg>
        <pc:spChg chg="mod">
          <ac:chgData name="YIP ZI XIAN" userId="0f458c74-3ffc-4cbd-a0c6-235759c7e482" providerId="ADAL" clId="{9A576F4A-D4D3-43AF-989A-4B78C931C165}" dt="2026-04-14T09:17:56.857" v="700" actId="1076"/>
          <ac:spMkLst>
            <pc:docMk/>
            <pc:sldMk cId="0" sldId="258"/>
            <ac:spMk id="1773" creationId="{00000000-0000-0000-0000-000000000000}"/>
          </ac:spMkLst>
        </pc:spChg>
        <pc:spChg chg="mod">
          <ac:chgData name="YIP ZI XIAN" userId="0f458c74-3ffc-4cbd-a0c6-235759c7e482" providerId="ADAL" clId="{9A576F4A-D4D3-43AF-989A-4B78C931C165}" dt="2026-04-14T09:18:20.247" v="703" actId="1076"/>
          <ac:spMkLst>
            <pc:docMk/>
            <pc:sldMk cId="0" sldId="258"/>
            <ac:spMk id="1774" creationId="{00000000-0000-0000-0000-000000000000}"/>
          </ac:spMkLst>
        </pc:spChg>
        <pc:spChg chg="mod">
          <ac:chgData name="YIP ZI XIAN" userId="0f458c74-3ffc-4cbd-a0c6-235759c7e482" providerId="ADAL" clId="{9A576F4A-D4D3-43AF-989A-4B78C931C165}" dt="2026-04-14T09:17:56.857" v="700" actId="1076"/>
          <ac:spMkLst>
            <pc:docMk/>
            <pc:sldMk cId="0" sldId="258"/>
            <ac:spMk id="1775" creationId="{00000000-0000-0000-0000-000000000000}"/>
          </ac:spMkLst>
        </pc:spChg>
        <pc:spChg chg="mod">
          <ac:chgData name="YIP ZI XIAN" userId="0f458c74-3ffc-4cbd-a0c6-235759c7e482" providerId="ADAL" clId="{9A576F4A-D4D3-43AF-989A-4B78C931C165}" dt="2026-04-14T09:18:20.247" v="703" actId="1076"/>
          <ac:spMkLst>
            <pc:docMk/>
            <pc:sldMk cId="0" sldId="258"/>
            <ac:spMk id="1776" creationId="{00000000-0000-0000-0000-000000000000}"/>
          </ac:spMkLst>
        </pc:spChg>
        <pc:spChg chg="mod">
          <ac:chgData name="YIP ZI XIAN" userId="0f458c74-3ffc-4cbd-a0c6-235759c7e482" providerId="ADAL" clId="{9A576F4A-D4D3-43AF-989A-4B78C931C165}" dt="2026-04-14T09:17:56.857" v="700" actId="1076"/>
          <ac:spMkLst>
            <pc:docMk/>
            <pc:sldMk cId="0" sldId="258"/>
            <ac:spMk id="1777" creationId="{00000000-0000-0000-0000-000000000000}"/>
          </ac:spMkLst>
        </pc:spChg>
        <pc:spChg chg="mod">
          <ac:chgData name="YIP ZI XIAN" userId="0f458c74-3ffc-4cbd-a0c6-235759c7e482" providerId="ADAL" clId="{9A576F4A-D4D3-43AF-989A-4B78C931C165}" dt="2026-04-14T09:18:10.056" v="702" actId="14100"/>
          <ac:spMkLst>
            <pc:docMk/>
            <pc:sldMk cId="0" sldId="258"/>
            <ac:spMk id="1778" creationId="{00000000-0000-0000-0000-000000000000}"/>
          </ac:spMkLst>
        </pc:spChg>
        <pc:spChg chg="mod">
          <ac:chgData name="YIP ZI XIAN" userId="0f458c74-3ffc-4cbd-a0c6-235759c7e482" providerId="ADAL" clId="{9A576F4A-D4D3-43AF-989A-4B78C931C165}" dt="2026-04-14T09:17:56.857" v="700" actId="1076"/>
          <ac:spMkLst>
            <pc:docMk/>
            <pc:sldMk cId="0" sldId="258"/>
            <ac:spMk id="1779" creationId="{00000000-0000-0000-0000-000000000000}"/>
          </ac:spMkLst>
        </pc:spChg>
        <pc:spChg chg="mod">
          <ac:chgData name="YIP ZI XIAN" userId="0f458c74-3ffc-4cbd-a0c6-235759c7e482" providerId="ADAL" clId="{9A576F4A-D4D3-43AF-989A-4B78C931C165}" dt="2026-04-14T09:18:20.247" v="703" actId="1076"/>
          <ac:spMkLst>
            <pc:docMk/>
            <pc:sldMk cId="0" sldId="258"/>
            <ac:spMk id="1780" creationId="{00000000-0000-0000-0000-000000000000}"/>
          </ac:spMkLst>
        </pc:spChg>
        <pc:spChg chg="mod">
          <ac:chgData name="YIP ZI XIAN" userId="0f458c74-3ffc-4cbd-a0c6-235759c7e482" providerId="ADAL" clId="{9A576F4A-D4D3-43AF-989A-4B78C931C165}" dt="2026-04-14T09:18:20.247" v="703" actId="1076"/>
          <ac:spMkLst>
            <pc:docMk/>
            <pc:sldMk cId="0" sldId="258"/>
            <ac:spMk id="1781" creationId="{00000000-0000-0000-0000-000000000000}"/>
          </ac:spMkLst>
        </pc:spChg>
        <pc:spChg chg="mod">
          <ac:chgData name="YIP ZI XIAN" userId="0f458c74-3ffc-4cbd-a0c6-235759c7e482" providerId="ADAL" clId="{9A576F4A-D4D3-43AF-989A-4B78C931C165}" dt="2026-04-14T09:18:20.247" v="703" actId="1076"/>
          <ac:spMkLst>
            <pc:docMk/>
            <pc:sldMk cId="0" sldId="258"/>
            <ac:spMk id="1782" creationId="{00000000-0000-0000-0000-000000000000}"/>
          </ac:spMkLst>
        </pc:spChg>
      </pc:sldChg>
      <pc:sldChg chg="addSp modSp mod ord">
        <pc:chgData name="YIP ZI XIAN" userId="0f458c74-3ffc-4cbd-a0c6-235759c7e482" providerId="ADAL" clId="{9A576F4A-D4D3-43AF-989A-4B78C931C165}" dt="2026-04-14T09:17:34.077" v="698" actId="113"/>
        <pc:sldMkLst>
          <pc:docMk/>
          <pc:sldMk cId="0" sldId="259"/>
        </pc:sldMkLst>
        <pc:spChg chg="mod">
          <ac:chgData name="YIP ZI XIAN" userId="0f458c74-3ffc-4cbd-a0c6-235759c7e482" providerId="ADAL" clId="{9A576F4A-D4D3-43AF-989A-4B78C931C165}" dt="2026-04-14T09:10:57.807" v="670" actId="1076"/>
          <ac:spMkLst>
            <pc:docMk/>
            <pc:sldMk cId="0" sldId="259"/>
            <ac:spMk id="1787" creationId="{00000000-0000-0000-0000-000000000000}"/>
          </ac:spMkLst>
        </pc:spChg>
        <pc:spChg chg="mod">
          <ac:chgData name="YIP ZI XIAN" userId="0f458c74-3ffc-4cbd-a0c6-235759c7e482" providerId="ADAL" clId="{9A576F4A-D4D3-43AF-989A-4B78C931C165}" dt="2026-04-14T09:17:34.077" v="698" actId="113"/>
          <ac:spMkLst>
            <pc:docMk/>
            <pc:sldMk cId="0" sldId="259"/>
            <ac:spMk id="1788" creationId="{00000000-0000-0000-0000-000000000000}"/>
          </ac:spMkLst>
        </pc:spChg>
        <pc:cxnChg chg="mod">
          <ac:chgData name="YIP ZI XIAN" userId="0f458c74-3ffc-4cbd-a0c6-235759c7e482" providerId="ADAL" clId="{9A576F4A-D4D3-43AF-989A-4B78C931C165}" dt="2026-04-14T09:10:45.727" v="668" actId="1076"/>
          <ac:cxnSpMkLst>
            <pc:docMk/>
            <pc:sldMk cId="0" sldId="259"/>
            <ac:cxnSpMk id="1790" creationId="{00000000-0000-0000-0000-000000000000}"/>
          </ac:cxnSpMkLst>
        </pc:cxnChg>
      </pc:sldChg>
      <pc:sldChg chg="modSp mod">
        <pc:chgData name="YIP ZI XIAN" userId="0f458c74-3ffc-4cbd-a0c6-235759c7e482" providerId="ADAL" clId="{9A576F4A-D4D3-43AF-989A-4B78C931C165}" dt="2026-04-14T09:03:47.460" v="614" actId="122"/>
        <pc:sldMkLst>
          <pc:docMk/>
          <pc:sldMk cId="0" sldId="260"/>
        </pc:sldMkLst>
        <pc:spChg chg="mod">
          <ac:chgData name="YIP ZI XIAN" userId="0f458c74-3ffc-4cbd-a0c6-235759c7e482" providerId="ADAL" clId="{9A576F4A-D4D3-43AF-989A-4B78C931C165}" dt="2026-04-14T09:03:47.460" v="614" actId="122"/>
          <ac:spMkLst>
            <pc:docMk/>
            <pc:sldMk cId="0" sldId="260"/>
            <ac:spMk id="1795" creationId="{00000000-0000-0000-0000-000000000000}"/>
          </ac:spMkLst>
        </pc:spChg>
      </pc:sldChg>
      <pc:sldChg chg="addSp delSp modSp mod">
        <pc:chgData name="YIP ZI XIAN" userId="0f458c74-3ffc-4cbd-a0c6-235759c7e482" providerId="ADAL" clId="{9A576F4A-D4D3-43AF-989A-4B78C931C165}" dt="2026-04-24T07:14:57.723" v="5614" actId="2711"/>
        <pc:sldMkLst>
          <pc:docMk/>
          <pc:sldMk cId="0" sldId="261"/>
        </pc:sldMkLst>
        <pc:spChg chg="mod">
          <ac:chgData name="YIP ZI XIAN" userId="0f458c74-3ffc-4cbd-a0c6-235759c7e482" providerId="ADAL" clId="{9A576F4A-D4D3-43AF-989A-4B78C931C165}" dt="2026-04-15T12:36:20.943" v="1403" actId="20577"/>
          <ac:spMkLst>
            <pc:docMk/>
            <pc:sldMk cId="0" sldId="261"/>
            <ac:spMk id="1863" creationId="{00000000-0000-0000-0000-000000000000}"/>
          </ac:spMkLst>
        </pc:spChg>
        <pc:grpChg chg="mod">
          <ac:chgData name="YIP ZI XIAN" userId="0f458c74-3ffc-4cbd-a0c6-235759c7e482" providerId="ADAL" clId="{9A576F4A-D4D3-43AF-989A-4B78C931C165}" dt="2026-04-15T12:38:48.349" v="1491" actId="1076"/>
          <ac:grpSpMkLst>
            <pc:docMk/>
            <pc:sldMk cId="0" sldId="261"/>
            <ac:grpSpMk id="1868" creationId="{00000000-0000-0000-0000-000000000000}"/>
          </ac:grpSpMkLst>
        </pc:grpChg>
        <pc:grpChg chg="mod">
          <ac:chgData name="YIP ZI XIAN" userId="0f458c74-3ffc-4cbd-a0c6-235759c7e482" providerId="ADAL" clId="{9A576F4A-D4D3-43AF-989A-4B78C931C165}" dt="2026-04-15T12:39:08.092" v="1493" actId="1076"/>
          <ac:grpSpMkLst>
            <pc:docMk/>
            <pc:sldMk cId="0" sldId="261"/>
            <ac:grpSpMk id="1873" creationId="{00000000-0000-0000-0000-000000000000}"/>
          </ac:grpSpMkLst>
        </pc:grpChg>
        <pc:graphicFrameChg chg="add mod modGraphic">
          <ac:chgData name="YIP ZI XIAN" userId="0f458c74-3ffc-4cbd-a0c6-235759c7e482" providerId="ADAL" clId="{9A576F4A-D4D3-43AF-989A-4B78C931C165}" dt="2026-04-24T07:14:57.723" v="5614" actId="2711"/>
          <ac:graphicFrameMkLst>
            <pc:docMk/>
            <pc:sldMk cId="0" sldId="261"/>
            <ac:graphicFrameMk id="11" creationId="{68C0F810-A573-A1DE-6482-8D94813F8E24}"/>
          </ac:graphicFrameMkLst>
        </pc:graphicFrameChg>
      </pc:sldChg>
      <pc:sldChg chg="addSp delSp modSp mod ord">
        <pc:chgData name="YIP ZI XIAN" userId="0f458c74-3ffc-4cbd-a0c6-235759c7e482" providerId="ADAL" clId="{9A576F4A-D4D3-43AF-989A-4B78C931C165}" dt="2026-04-24T07:14:04.901" v="5608" actId="1076"/>
        <pc:sldMkLst>
          <pc:docMk/>
          <pc:sldMk cId="0" sldId="262"/>
        </pc:sldMkLst>
        <pc:spChg chg="add mod">
          <ac:chgData name="YIP ZI XIAN" userId="0f458c74-3ffc-4cbd-a0c6-235759c7e482" providerId="ADAL" clId="{9A576F4A-D4D3-43AF-989A-4B78C931C165}" dt="2026-04-24T07:14:04.901" v="5608" actId="1076"/>
          <ac:spMkLst>
            <pc:docMk/>
            <pc:sldMk cId="0" sldId="262"/>
            <ac:spMk id="4" creationId="{645E3749-3EC8-9013-1EF0-9437C80A4F43}"/>
          </ac:spMkLst>
        </pc:spChg>
        <pc:spChg chg="mod">
          <ac:chgData name="YIP ZI XIAN" userId="0f458c74-3ffc-4cbd-a0c6-235759c7e482" providerId="ADAL" clId="{9A576F4A-D4D3-43AF-989A-4B78C931C165}" dt="2026-04-15T12:35:50.455" v="1361" actId="20577"/>
          <ac:spMkLst>
            <pc:docMk/>
            <pc:sldMk cId="0" sldId="262"/>
            <ac:spMk id="1911" creationId="{00000000-0000-0000-0000-000000000000}"/>
          </ac:spMkLst>
        </pc:spChg>
        <pc:spChg chg="mod">
          <ac:chgData name="YIP ZI XIAN" userId="0f458c74-3ffc-4cbd-a0c6-235759c7e482" providerId="ADAL" clId="{9A576F4A-D4D3-43AF-989A-4B78C931C165}" dt="2026-04-24T07:14:04.901" v="5608" actId="1076"/>
          <ac:spMkLst>
            <pc:docMk/>
            <pc:sldMk cId="0" sldId="262"/>
            <ac:spMk id="1912" creationId="{00000000-0000-0000-0000-000000000000}"/>
          </ac:spMkLst>
        </pc:spChg>
        <pc:grpChg chg="mod">
          <ac:chgData name="YIP ZI XIAN" userId="0f458c74-3ffc-4cbd-a0c6-235759c7e482" providerId="ADAL" clId="{9A576F4A-D4D3-43AF-989A-4B78C931C165}" dt="2026-04-24T07:14:04.901" v="5608" actId="1076"/>
          <ac:grpSpMkLst>
            <pc:docMk/>
            <pc:sldMk cId="0" sldId="262"/>
            <ac:grpSpMk id="1915" creationId="{00000000-0000-0000-0000-000000000000}"/>
          </ac:grpSpMkLst>
        </pc:grpChg>
        <pc:grpChg chg="mod">
          <ac:chgData name="YIP ZI XIAN" userId="0f458c74-3ffc-4cbd-a0c6-235759c7e482" providerId="ADAL" clId="{9A576F4A-D4D3-43AF-989A-4B78C931C165}" dt="2026-04-24T07:14:04.901" v="5608" actId="1076"/>
          <ac:grpSpMkLst>
            <pc:docMk/>
            <pc:sldMk cId="0" sldId="262"/>
            <ac:grpSpMk id="1943" creationId="{00000000-0000-0000-0000-000000000000}"/>
          </ac:grpSpMkLst>
        </pc:grpChg>
      </pc:sldChg>
      <pc:sldChg chg="addSp delSp modSp mod ord">
        <pc:chgData name="YIP ZI XIAN" userId="0f458c74-3ffc-4cbd-a0c6-235759c7e482" providerId="ADAL" clId="{9A576F4A-D4D3-43AF-989A-4B78C931C165}" dt="2026-04-27T08:35:59.436" v="5932" actId="20577"/>
        <pc:sldMkLst>
          <pc:docMk/>
          <pc:sldMk cId="0" sldId="264"/>
        </pc:sldMkLst>
        <pc:spChg chg="mod">
          <ac:chgData name="YIP ZI XIAN" userId="0f458c74-3ffc-4cbd-a0c6-235759c7e482" providerId="ADAL" clId="{9A576F4A-D4D3-43AF-989A-4B78C931C165}" dt="2026-04-16T04:57:59.618" v="3504" actId="1036"/>
          <ac:spMkLst>
            <pc:docMk/>
            <pc:sldMk cId="0" sldId="264"/>
            <ac:spMk id="2073" creationId="{00000000-0000-0000-0000-000000000000}"/>
          </ac:spMkLst>
        </pc:spChg>
        <pc:spChg chg="mod">
          <ac:chgData name="YIP ZI XIAN" userId="0f458c74-3ffc-4cbd-a0c6-235759c7e482" providerId="ADAL" clId="{9A576F4A-D4D3-43AF-989A-4B78C931C165}" dt="2026-04-16T04:57:59.618" v="3504" actId="1036"/>
          <ac:spMkLst>
            <pc:docMk/>
            <pc:sldMk cId="0" sldId="264"/>
            <ac:spMk id="2074" creationId="{00000000-0000-0000-0000-000000000000}"/>
          </ac:spMkLst>
        </pc:spChg>
        <pc:spChg chg="mod">
          <ac:chgData name="YIP ZI XIAN" userId="0f458c74-3ffc-4cbd-a0c6-235759c7e482" providerId="ADAL" clId="{9A576F4A-D4D3-43AF-989A-4B78C931C165}" dt="2026-04-16T04:57:59.618" v="3504" actId="1036"/>
          <ac:spMkLst>
            <pc:docMk/>
            <pc:sldMk cId="0" sldId="264"/>
            <ac:spMk id="2075" creationId="{00000000-0000-0000-0000-000000000000}"/>
          </ac:spMkLst>
        </pc:spChg>
        <pc:spChg chg="mod">
          <ac:chgData name="YIP ZI XIAN" userId="0f458c74-3ffc-4cbd-a0c6-235759c7e482" providerId="ADAL" clId="{9A576F4A-D4D3-43AF-989A-4B78C931C165}" dt="2026-04-16T04:56:12.142" v="3297" actId="20577"/>
          <ac:spMkLst>
            <pc:docMk/>
            <pc:sldMk cId="0" sldId="264"/>
            <ac:spMk id="2076" creationId="{00000000-0000-0000-0000-000000000000}"/>
          </ac:spMkLst>
        </pc:spChg>
        <pc:spChg chg="mod">
          <ac:chgData name="YIP ZI XIAN" userId="0f458c74-3ffc-4cbd-a0c6-235759c7e482" providerId="ADAL" clId="{9A576F4A-D4D3-43AF-989A-4B78C931C165}" dt="2026-04-16T04:56:05.748" v="3294" actId="20577"/>
          <ac:spMkLst>
            <pc:docMk/>
            <pc:sldMk cId="0" sldId="264"/>
            <ac:spMk id="2077" creationId="{00000000-0000-0000-0000-000000000000}"/>
          </ac:spMkLst>
        </pc:spChg>
        <pc:spChg chg="mod">
          <ac:chgData name="YIP ZI XIAN" userId="0f458c74-3ffc-4cbd-a0c6-235759c7e482" providerId="ADAL" clId="{9A576F4A-D4D3-43AF-989A-4B78C931C165}" dt="2026-04-16T04:57:45.467" v="3477" actId="20577"/>
          <ac:spMkLst>
            <pc:docMk/>
            <pc:sldMk cId="0" sldId="264"/>
            <ac:spMk id="2078" creationId="{00000000-0000-0000-0000-000000000000}"/>
          </ac:spMkLst>
        </pc:spChg>
        <pc:spChg chg="mod">
          <ac:chgData name="YIP ZI XIAN" userId="0f458c74-3ffc-4cbd-a0c6-235759c7e482" providerId="ADAL" clId="{9A576F4A-D4D3-43AF-989A-4B78C931C165}" dt="2026-04-16T04:17:37.474" v="2222" actId="20577"/>
          <ac:spMkLst>
            <pc:docMk/>
            <pc:sldMk cId="0" sldId="264"/>
            <ac:spMk id="2079" creationId="{00000000-0000-0000-0000-000000000000}"/>
          </ac:spMkLst>
        </pc:spChg>
        <pc:spChg chg="mod">
          <ac:chgData name="YIP ZI XIAN" userId="0f458c74-3ffc-4cbd-a0c6-235759c7e482" providerId="ADAL" clId="{9A576F4A-D4D3-43AF-989A-4B78C931C165}" dt="2026-04-27T08:35:59.436" v="5932" actId="20577"/>
          <ac:spMkLst>
            <pc:docMk/>
            <pc:sldMk cId="0" sldId="264"/>
            <ac:spMk id="2085" creationId="{00000000-0000-0000-0000-000000000000}"/>
          </ac:spMkLst>
        </pc:spChg>
        <pc:grpChg chg="mod">
          <ac:chgData name="YIP ZI XIAN" userId="0f458c74-3ffc-4cbd-a0c6-235759c7e482" providerId="ADAL" clId="{9A576F4A-D4D3-43AF-989A-4B78C931C165}" dt="2026-04-16T04:57:59.618" v="3504" actId="1036"/>
          <ac:grpSpMkLst>
            <pc:docMk/>
            <pc:sldMk cId="0" sldId="264"/>
            <ac:grpSpMk id="2086" creationId="{00000000-0000-0000-0000-000000000000}"/>
          </ac:grpSpMkLst>
        </pc:grpChg>
        <pc:grpChg chg="mod">
          <ac:chgData name="YIP ZI XIAN" userId="0f458c74-3ffc-4cbd-a0c6-235759c7e482" providerId="ADAL" clId="{9A576F4A-D4D3-43AF-989A-4B78C931C165}" dt="2026-04-16T04:57:59.618" v="3504" actId="1036"/>
          <ac:grpSpMkLst>
            <pc:docMk/>
            <pc:sldMk cId="0" sldId="264"/>
            <ac:grpSpMk id="2170" creationId="{00000000-0000-0000-0000-000000000000}"/>
          </ac:grpSpMkLst>
        </pc:grpChg>
        <pc:grpChg chg="mod">
          <ac:chgData name="YIP ZI XIAN" userId="0f458c74-3ffc-4cbd-a0c6-235759c7e482" providerId="ADAL" clId="{9A576F4A-D4D3-43AF-989A-4B78C931C165}" dt="2026-04-16T04:57:59.618" v="3504" actId="1036"/>
          <ac:grpSpMkLst>
            <pc:docMk/>
            <pc:sldMk cId="0" sldId="264"/>
            <ac:grpSpMk id="2190" creationId="{00000000-0000-0000-0000-000000000000}"/>
          </ac:grpSpMkLst>
        </pc:grpChg>
      </pc:sldChg>
      <pc:sldChg chg="addSp delSp modSp mod ord">
        <pc:chgData name="YIP ZI XIAN" userId="0f458c74-3ffc-4cbd-a0c6-235759c7e482" providerId="ADAL" clId="{9A576F4A-D4D3-43AF-989A-4B78C931C165}" dt="2026-04-15T12:23:17.314" v="1271" actId="1076"/>
        <pc:sldMkLst>
          <pc:docMk/>
          <pc:sldMk cId="0" sldId="265"/>
        </pc:sldMkLst>
        <pc:spChg chg="add mod">
          <ac:chgData name="YIP ZI XIAN" userId="0f458c74-3ffc-4cbd-a0c6-235759c7e482" providerId="ADAL" clId="{9A576F4A-D4D3-43AF-989A-4B78C931C165}" dt="2026-04-15T12:23:17.314" v="1271" actId="1076"/>
          <ac:spMkLst>
            <pc:docMk/>
            <pc:sldMk cId="0" sldId="265"/>
            <ac:spMk id="19" creationId="{518FC7C9-191A-7137-3D0A-CCC2F136D8F9}"/>
          </ac:spMkLst>
        </pc:spChg>
        <pc:spChg chg="mod">
          <ac:chgData name="YIP ZI XIAN" userId="0f458c74-3ffc-4cbd-a0c6-235759c7e482" providerId="ADAL" clId="{9A576F4A-D4D3-43AF-989A-4B78C931C165}" dt="2026-04-15T12:21:57.746" v="1194" actId="403"/>
          <ac:spMkLst>
            <pc:docMk/>
            <pc:sldMk cId="0" sldId="265"/>
            <ac:spMk id="2211" creationId="{00000000-0000-0000-0000-000000000000}"/>
          </ac:spMkLst>
        </pc:spChg>
        <pc:spChg chg="mod">
          <ac:chgData name="YIP ZI XIAN" userId="0f458c74-3ffc-4cbd-a0c6-235759c7e482" providerId="ADAL" clId="{9A576F4A-D4D3-43AF-989A-4B78C931C165}" dt="2026-04-15T12:22:12.549" v="1198" actId="1076"/>
          <ac:spMkLst>
            <pc:docMk/>
            <pc:sldMk cId="0" sldId="265"/>
            <ac:spMk id="2215" creationId="{00000000-0000-0000-0000-000000000000}"/>
          </ac:spMkLst>
        </pc:spChg>
        <pc:spChg chg="mod">
          <ac:chgData name="YIP ZI XIAN" userId="0f458c74-3ffc-4cbd-a0c6-235759c7e482" providerId="ADAL" clId="{9A576F4A-D4D3-43AF-989A-4B78C931C165}" dt="2026-04-15T12:21:25.531" v="1185" actId="14100"/>
          <ac:spMkLst>
            <pc:docMk/>
            <pc:sldMk cId="0" sldId="265"/>
            <ac:spMk id="2216" creationId="{00000000-0000-0000-0000-000000000000}"/>
          </ac:spMkLst>
        </pc:spChg>
        <pc:cxnChg chg="mod">
          <ac:chgData name="YIP ZI XIAN" userId="0f458c74-3ffc-4cbd-a0c6-235759c7e482" providerId="ADAL" clId="{9A576F4A-D4D3-43AF-989A-4B78C931C165}" dt="2026-04-15T12:22:24.871" v="1201" actId="14100"/>
          <ac:cxnSpMkLst>
            <pc:docMk/>
            <pc:sldMk cId="0" sldId="265"/>
            <ac:cxnSpMk id="2217" creationId="{00000000-0000-0000-0000-000000000000}"/>
          </ac:cxnSpMkLst>
        </pc:cxnChg>
        <pc:cxnChg chg="mod">
          <ac:chgData name="YIP ZI XIAN" userId="0f458c74-3ffc-4cbd-a0c6-235759c7e482" providerId="ADAL" clId="{9A576F4A-D4D3-43AF-989A-4B78C931C165}" dt="2026-04-15T12:22:22.337" v="1200" actId="14100"/>
          <ac:cxnSpMkLst>
            <pc:docMk/>
            <pc:sldMk cId="0" sldId="265"/>
            <ac:cxnSpMk id="2218" creationId="{00000000-0000-0000-0000-000000000000}"/>
          </ac:cxnSpMkLst>
        </pc:cxnChg>
        <pc:cxnChg chg="mod">
          <ac:chgData name="YIP ZI XIAN" userId="0f458c74-3ffc-4cbd-a0c6-235759c7e482" providerId="ADAL" clId="{9A576F4A-D4D3-43AF-989A-4B78C931C165}" dt="2026-04-15T12:22:27.291" v="1202" actId="14100"/>
          <ac:cxnSpMkLst>
            <pc:docMk/>
            <pc:sldMk cId="0" sldId="265"/>
            <ac:cxnSpMk id="2219" creationId="{00000000-0000-0000-0000-000000000000}"/>
          </ac:cxnSpMkLst>
        </pc:cxnChg>
      </pc:sldChg>
      <pc:sldChg chg="modSp mod ord">
        <pc:chgData name="YIP ZI XIAN" userId="0f458c74-3ffc-4cbd-a0c6-235759c7e482" providerId="ADAL" clId="{9A576F4A-D4D3-43AF-989A-4B78C931C165}" dt="2026-04-15T12:38:36.075" v="1490" actId="123"/>
        <pc:sldMkLst>
          <pc:docMk/>
          <pc:sldMk cId="0" sldId="266"/>
        </pc:sldMkLst>
        <pc:spChg chg="mod">
          <ac:chgData name="YIP ZI XIAN" userId="0f458c74-3ffc-4cbd-a0c6-235759c7e482" providerId="ADAL" clId="{9A576F4A-D4D3-43AF-989A-4B78C931C165}" dt="2026-04-15T12:23:45.746" v="1323" actId="1076"/>
          <ac:spMkLst>
            <pc:docMk/>
            <pc:sldMk cId="0" sldId="266"/>
            <ac:spMk id="2341" creationId="{00000000-0000-0000-0000-000000000000}"/>
          </ac:spMkLst>
        </pc:spChg>
        <pc:spChg chg="mod">
          <ac:chgData name="YIP ZI XIAN" userId="0f458c74-3ffc-4cbd-a0c6-235759c7e482" providerId="ADAL" clId="{9A576F4A-D4D3-43AF-989A-4B78C931C165}" dt="2026-04-15T12:38:36.075" v="1490" actId="123"/>
          <ac:spMkLst>
            <pc:docMk/>
            <pc:sldMk cId="0" sldId="266"/>
            <ac:spMk id="2342" creationId="{00000000-0000-0000-0000-000000000000}"/>
          </ac:spMkLst>
        </pc:spChg>
        <pc:cxnChg chg="mod">
          <ac:chgData name="YIP ZI XIAN" userId="0f458c74-3ffc-4cbd-a0c6-235759c7e482" providerId="ADAL" clId="{9A576F4A-D4D3-43AF-989A-4B78C931C165}" dt="2026-04-15T12:23:45.746" v="1323" actId="1076"/>
          <ac:cxnSpMkLst>
            <pc:docMk/>
            <pc:sldMk cId="0" sldId="266"/>
            <ac:cxnSpMk id="2343" creationId="{00000000-0000-0000-0000-000000000000}"/>
          </ac:cxnSpMkLst>
        </pc:cxnChg>
      </pc:sldChg>
      <pc:sldChg chg="modSp mod ord modNotesTx">
        <pc:chgData name="YIP ZI XIAN" userId="0f458c74-3ffc-4cbd-a0c6-235759c7e482" providerId="ADAL" clId="{9A576F4A-D4D3-43AF-989A-4B78C931C165}" dt="2026-04-15T11:37:19.590" v="1026" actId="2711"/>
        <pc:sldMkLst>
          <pc:docMk/>
          <pc:sldMk cId="0" sldId="268"/>
        </pc:sldMkLst>
        <pc:spChg chg="mod">
          <ac:chgData name="YIP ZI XIAN" userId="0f458c74-3ffc-4cbd-a0c6-235759c7e482" providerId="ADAL" clId="{9A576F4A-D4D3-43AF-989A-4B78C931C165}" dt="2026-04-14T09:22:06.725" v="733" actId="20577"/>
          <ac:spMkLst>
            <pc:docMk/>
            <pc:sldMk cId="0" sldId="268"/>
            <ac:spMk id="2412" creationId="{00000000-0000-0000-0000-000000000000}"/>
          </ac:spMkLst>
        </pc:spChg>
        <pc:graphicFrameChg chg="mod modGraphic">
          <ac:chgData name="YIP ZI XIAN" userId="0f458c74-3ffc-4cbd-a0c6-235759c7e482" providerId="ADAL" clId="{9A576F4A-D4D3-43AF-989A-4B78C931C165}" dt="2026-04-15T11:37:19.590" v="1026" actId="2711"/>
          <ac:graphicFrameMkLst>
            <pc:docMk/>
            <pc:sldMk cId="0" sldId="268"/>
            <ac:graphicFrameMk id="2413" creationId="{00000000-0000-0000-0000-000000000000}"/>
          </ac:graphicFrameMkLst>
        </pc:graphicFrameChg>
      </pc:sldChg>
      <pc:sldChg chg="addSp delSp modSp mod ord">
        <pc:chgData name="YIP ZI XIAN" userId="0f458c74-3ffc-4cbd-a0c6-235759c7e482" providerId="ADAL" clId="{9A576F4A-D4D3-43AF-989A-4B78C931C165}" dt="2026-04-16T04:32:13.972" v="3018" actId="1076"/>
        <pc:sldMkLst>
          <pc:docMk/>
          <pc:sldMk cId="0" sldId="274"/>
        </pc:sldMkLst>
        <pc:spChg chg="mod">
          <ac:chgData name="YIP ZI XIAN" userId="0f458c74-3ffc-4cbd-a0c6-235759c7e482" providerId="ADAL" clId="{9A576F4A-D4D3-43AF-989A-4B78C931C165}" dt="2026-04-16T04:24:08.362" v="2575" actId="14100"/>
          <ac:spMkLst>
            <pc:docMk/>
            <pc:sldMk cId="0" sldId="274"/>
            <ac:spMk id="2" creationId="{0FC667B2-AD06-D874-0629-4766CE757B63}"/>
          </ac:spMkLst>
        </pc:spChg>
        <pc:spChg chg="add mod">
          <ac:chgData name="YIP ZI XIAN" userId="0f458c74-3ffc-4cbd-a0c6-235759c7e482" providerId="ADAL" clId="{9A576F4A-D4D3-43AF-989A-4B78C931C165}" dt="2026-04-16T04:25:24.193" v="2706" actId="20577"/>
          <ac:spMkLst>
            <pc:docMk/>
            <pc:sldMk cId="0" sldId="274"/>
            <ac:spMk id="22" creationId="{DAD19C19-A183-C848-921F-AF781CEED263}"/>
          </ac:spMkLst>
        </pc:spChg>
        <pc:spChg chg="mod">
          <ac:chgData name="YIP ZI XIAN" userId="0f458c74-3ffc-4cbd-a0c6-235759c7e482" providerId="ADAL" clId="{9A576F4A-D4D3-43AF-989A-4B78C931C165}" dt="2026-04-16T04:31:48.512" v="3002"/>
          <ac:spMkLst>
            <pc:docMk/>
            <pc:sldMk cId="0" sldId="274"/>
            <ac:spMk id="26" creationId="{693DABB9-05EA-50AF-AFFA-9D87B9DB4826}"/>
          </ac:spMkLst>
        </pc:spChg>
        <pc:spChg chg="mod">
          <ac:chgData name="YIP ZI XIAN" userId="0f458c74-3ffc-4cbd-a0c6-235759c7e482" providerId="ADAL" clId="{9A576F4A-D4D3-43AF-989A-4B78C931C165}" dt="2026-04-16T04:31:48.512" v="3002"/>
          <ac:spMkLst>
            <pc:docMk/>
            <pc:sldMk cId="0" sldId="274"/>
            <ac:spMk id="28" creationId="{6016BDDC-748A-F56A-CBE3-E7BBE73A0937}"/>
          </ac:spMkLst>
        </pc:spChg>
        <pc:spChg chg="mod">
          <ac:chgData name="YIP ZI XIAN" userId="0f458c74-3ffc-4cbd-a0c6-235759c7e482" providerId="ADAL" clId="{9A576F4A-D4D3-43AF-989A-4B78C931C165}" dt="2026-04-16T04:31:48.512" v="3002"/>
          <ac:spMkLst>
            <pc:docMk/>
            <pc:sldMk cId="0" sldId="274"/>
            <ac:spMk id="31" creationId="{074794F4-9B53-9F2B-ED08-1C406E11953B}"/>
          </ac:spMkLst>
        </pc:spChg>
        <pc:spChg chg="mod">
          <ac:chgData name="YIP ZI XIAN" userId="0f458c74-3ffc-4cbd-a0c6-235759c7e482" providerId="ADAL" clId="{9A576F4A-D4D3-43AF-989A-4B78C931C165}" dt="2026-04-16T04:31:48.512" v="3002"/>
          <ac:spMkLst>
            <pc:docMk/>
            <pc:sldMk cId="0" sldId="274"/>
            <ac:spMk id="35" creationId="{94A4E5CF-D73E-4130-B69F-48541F618D4F}"/>
          </ac:spMkLst>
        </pc:spChg>
        <pc:spChg chg="mod">
          <ac:chgData name="YIP ZI XIAN" userId="0f458c74-3ffc-4cbd-a0c6-235759c7e482" providerId="ADAL" clId="{9A576F4A-D4D3-43AF-989A-4B78C931C165}" dt="2026-04-16T04:31:48.512" v="3002"/>
          <ac:spMkLst>
            <pc:docMk/>
            <pc:sldMk cId="0" sldId="274"/>
            <ac:spMk id="39" creationId="{321689D3-F695-8B8A-D57C-6EA3A0CB4399}"/>
          </ac:spMkLst>
        </pc:spChg>
        <pc:spChg chg="mod">
          <ac:chgData name="YIP ZI XIAN" userId="0f458c74-3ffc-4cbd-a0c6-235759c7e482" providerId="ADAL" clId="{9A576F4A-D4D3-43AF-989A-4B78C931C165}" dt="2026-04-16T04:31:48.512" v="3002"/>
          <ac:spMkLst>
            <pc:docMk/>
            <pc:sldMk cId="0" sldId="274"/>
            <ac:spMk id="40" creationId="{EFC9ACB5-612F-F50A-434C-0C86AE9AC583}"/>
          </ac:spMkLst>
        </pc:spChg>
        <pc:spChg chg="mod">
          <ac:chgData name="YIP ZI XIAN" userId="0f458c74-3ffc-4cbd-a0c6-235759c7e482" providerId="ADAL" clId="{9A576F4A-D4D3-43AF-989A-4B78C931C165}" dt="2026-04-16T04:31:48.512" v="3002"/>
          <ac:spMkLst>
            <pc:docMk/>
            <pc:sldMk cId="0" sldId="274"/>
            <ac:spMk id="43" creationId="{BB570C6D-C734-5DBF-F4CA-0182EBB1DC6C}"/>
          </ac:spMkLst>
        </pc:spChg>
        <pc:spChg chg="mod">
          <ac:chgData name="YIP ZI XIAN" userId="0f458c74-3ffc-4cbd-a0c6-235759c7e482" providerId="ADAL" clId="{9A576F4A-D4D3-43AF-989A-4B78C931C165}" dt="2026-04-16T04:31:48.512" v="3002"/>
          <ac:spMkLst>
            <pc:docMk/>
            <pc:sldMk cId="0" sldId="274"/>
            <ac:spMk id="46" creationId="{F9FCBFD2-9151-C5E2-1486-176BF5FC6976}"/>
          </ac:spMkLst>
        </pc:spChg>
        <pc:spChg chg="mod">
          <ac:chgData name="YIP ZI XIAN" userId="0f458c74-3ffc-4cbd-a0c6-235759c7e482" providerId="ADAL" clId="{9A576F4A-D4D3-43AF-989A-4B78C931C165}" dt="2026-04-16T04:31:48.512" v="3002"/>
          <ac:spMkLst>
            <pc:docMk/>
            <pc:sldMk cId="0" sldId="274"/>
            <ac:spMk id="50" creationId="{2A79277D-86BA-ECC9-7A76-D7ABFA6B4E72}"/>
          </ac:spMkLst>
        </pc:spChg>
        <pc:spChg chg="mod">
          <ac:chgData name="YIP ZI XIAN" userId="0f458c74-3ffc-4cbd-a0c6-235759c7e482" providerId="ADAL" clId="{9A576F4A-D4D3-43AF-989A-4B78C931C165}" dt="2026-04-16T04:31:48.512" v="3002"/>
          <ac:spMkLst>
            <pc:docMk/>
            <pc:sldMk cId="0" sldId="274"/>
            <ac:spMk id="54" creationId="{8A57994B-195A-5EF2-99FF-A0260AC0C77D}"/>
          </ac:spMkLst>
        </pc:spChg>
        <pc:spChg chg="mod">
          <ac:chgData name="YIP ZI XIAN" userId="0f458c74-3ffc-4cbd-a0c6-235759c7e482" providerId="ADAL" clId="{9A576F4A-D4D3-43AF-989A-4B78C931C165}" dt="2026-04-15T13:26:29.706" v="2038" actId="20577"/>
          <ac:spMkLst>
            <pc:docMk/>
            <pc:sldMk cId="0" sldId="274"/>
            <ac:spMk id="2572" creationId="{00000000-0000-0000-0000-000000000000}"/>
          </ac:spMkLst>
        </pc:spChg>
        <pc:spChg chg="mod">
          <ac:chgData name="YIP ZI XIAN" userId="0f458c74-3ffc-4cbd-a0c6-235759c7e482" providerId="ADAL" clId="{9A576F4A-D4D3-43AF-989A-4B78C931C165}" dt="2026-04-16T04:23:39.979" v="2548" actId="404"/>
          <ac:spMkLst>
            <pc:docMk/>
            <pc:sldMk cId="0" sldId="274"/>
            <ac:spMk id="2573" creationId="{00000000-0000-0000-0000-000000000000}"/>
          </ac:spMkLst>
        </pc:spChg>
        <pc:spChg chg="mod">
          <ac:chgData name="YIP ZI XIAN" userId="0f458c74-3ffc-4cbd-a0c6-235759c7e482" providerId="ADAL" clId="{9A576F4A-D4D3-43AF-989A-4B78C931C165}" dt="2026-04-16T04:25:14.858" v="2701" actId="20577"/>
          <ac:spMkLst>
            <pc:docMk/>
            <pc:sldMk cId="0" sldId="274"/>
            <ac:spMk id="2574" creationId="{00000000-0000-0000-0000-000000000000}"/>
          </ac:spMkLst>
        </pc:spChg>
        <pc:grpChg chg="mod">
          <ac:chgData name="YIP ZI XIAN" userId="0f458c74-3ffc-4cbd-a0c6-235759c7e482" providerId="ADAL" clId="{9A576F4A-D4D3-43AF-989A-4B78C931C165}" dt="2026-04-16T04:32:10.008" v="3017" actId="1076"/>
          <ac:grpSpMkLst>
            <pc:docMk/>
            <pc:sldMk cId="0" sldId="274"/>
            <ac:grpSpMk id="23" creationId="{5C93E02D-DCF6-0559-4048-BC2DCAE8C9BD}"/>
          </ac:grpSpMkLst>
        </pc:grpChg>
        <pc:grpChg chg="mod">
          <ac:chgData name="YIP ZI XIAN" userId="0f458c74-3ffc-4cbd-a0c6-235759c7e482" providerId="ADAL" clId="{9A576F4A-D4D3-43AF-989A-4B78C931C165}" dt="2026-04-16T04:32:13.972" v="3018" actId="1076"/>
          <ac:grpSpMkLst>
            <pc:docMk/>
            <pc:sldMk cId="0" sldId="274"/>
            <ac:grpSpMk id="42" creationId="{4DDBB5FA-C2D8-1B69-5A1E-40BBC15BAC20}"/>
          </ac:grpSpMkLst>
        </pc:grpChg>
      </pc:sldChg>
      <pc:sldChg chg="addSp delSp modSp mod">
        <pc:chgData name="YIP ZI XIAN" userId="0f458c74-3ffc-4cbd-a0c6-235759c7e482" providerId="ADAL" clId="{9A576F4A-D4D3-43AF-989A-4B78C931C165}" dt="2026-04-14T09:05:04.057" v="638" actId="403"/>
        <pc:sldMkLst>
          <pc:docMk/>
          <pc:sldMk cId="0" sldId="275"/>
        </pc:sldMkLst>
        <pc:spChg chg="add del mod">
          <ac:chgData name="YIP ZI XIAN" userId="0f458c74-3ffc-4cbd-a0c6-235759c7e482" providerId="ADAL" clId="{9A576F4A-D4D3-43AF-989A-4B78C931C165}" dt="2026-04-14T09:05:04.057" v="638" actId="403"/>
          <ac:spMkLst>
            <pc:docMk/>
            <pc:sldMk cId="0" sldId="275"/>
            <ac:spMk id="3" creationId="{4172B56B-3A4E-B987-55D7-B959A3CD8CD7}"/>
          </ac:spMkLst>
        </pc:spChg>
      </pc:sldChg>
      <pc:sldChg chg="modSp add mod modNotesTx">
        <pc:chgData name="YIP ZI XIAN" userId="0f458c74-3ffc-4cbd-a0c6-235759c7e482" providerId="ADAL" clId="{9A576F4A-D4D3-43AF-989A-4B78C931C165}" dt="2026-04-15T11:42:16.082" v="1105"/>
        <pc:sldMkLst>
          <pc:docMk/>
          <pc:sldMk cId="2128507577" sldId="281"/>
        </pc:sldMkLst>
        <pc:spChg chg="mod">
          <ac:chgData name="YIP ZI XIAN" userId="0f458c74-3ffc-4cbd-a0c6-235759c7e482" providerId="ADAL" clId="{9A576F4A-D4D3-43AF-989A-4B78C931C165}" dt="2026-04-15T11:34:54.730" v="1009"/>
          <ac:spMkLst>
            <pc:docMk/>
            <pc:sldMk cId="2128507577" sldId="281"/>
            <ac:spMk id="2412" creationId="{BF214A61-B6D5-9BA3-4168-3AC0E51C8EBE}"/>
          </ac:spMkLst>
        </pc:spChg>
        <pc:graphicFrameChg chg="mod modGraphic">
          <ac:chgData name="YIP ZI XIAN" userId="0f458c74-3ffc-4cbd-a0c6-235759c7e482" providerId="ADAL" clId="{9A576F4A-D4D3-43AF-989A-4B78C931C165}" dt="2026-04-15T11:37:41.464" v="1028" actId="255"/>
          <ac:graphicFrameMkLst>
            <pc:docMk/>
            <pc:sldMk cId="2128507577" sldId="281"/>
            <ac:graphicFrameMk id="2413" creationId="{937CA2B9-2182-B850-EC8D-E271ACEE5FE3}"/>
          </ac:graphicFrameMkLst>
        </pc:graphicFrameChg>
      </pc:sldChg>
      <pc:sldChg chg="modSp add mod">
        <pc:chgData name="YIP ZI XIAN" userId="0f458c74-3ffc-4cbd-a0c6-235759c7e482" providerId="ADAL" clId="{9A576F4A-D4D3-43AF-989A-4B78C931C165}" dt="2026-04-15T11:45:17.661" v="1139" actId="255"/>
        <pc:sldMkLst>
          <pc:docMk/>
          <pc:sldMk cId="1451358524" sldId="282"/>
        </pc:sldMkLst>
        <pc:spChg chg="mod">
          <ac:chgData name="YIP ZI XIAN" userId="0f458c74-3ffc-4cbd-a0c6-235759c7e482" providerId="ADAL" clId="{9A576F4A-D4D3-43AF-989A-4B78C931C165}" dt="2026-04-15T11:35:21.643" v="1016"/>
          <ac:spMkLst>
            <pc:docMk/>
            <pc:sldMk cId="1451358524" sldId="282"/>
            <ac:spMk id="2412" creationId="{7B24CBF8-02CE-C96B-B44B-4FAB51205792}"/>
          </ac:spMkLst>
        </pc:spChg>
        <pc:graphicFrameChg chg="mod modGraphic">
          <ac:chgData name="YIP ZI XIAN" userId="0f458c74-3ffc-4cbd-a0c6-235759c7e482" providerId="ADAL" clId="{9A576F4A-D4D3-43AF-989A-4B78C931C165}" dt="2026-04-15T11:45:17.661" v="1139" actId="255"/>
          <ac:graphicFrameMkLst>
            <pc:docMk/>
            <pc:sldMk cId="1451358524" sldId="282"/>
            <ac:graphicFrameMk id="2413" creationId="{39CC3EBC-C29E-2CA2-008D-2C9EACF77C3E}"/>
          </ac:graphicFrameMkLst>
        </pc:graphicFrameChg>
      </pc:sldChg>
      <pc:sldChg chg="modSp add mod">
        <pc:chgData name="YIP ZI XIAN" userId="0f458c74-3ffc-4cbd-a0c6-235759c7e482" providerId="ADAL" clId="{9A576F4A-D4D3-43AF-989A-4B78C931C165}" dt="2026-04-15T11:45:08.412" v="1137" actId="255"/>
        <pc:sldMkLst>
          <pc:docMk/>
          <pc:sldMk cId="2277911573" sldId="283"/>
        </pc:sldMkLst>
        <pc:spChg chg="mod">
          <ac:chgData name="YIP ZI XIAN" userId="0f458c74-3ffc-4cbd-a0c6-235759c7e482" providerId="ADAL" clId="{9A576F4A-D4D3-43AF-989A-4B78C931C165}" dt="2026-04-15T11:35:26.986" v="1017"/>
          <ac:spMkLst>
            <pc:docMk/>
            <pc:sldMk cId="2277911573" sldId="283"/>
            <ac:spMk id="2412" creationId="{56A32733-E4C6-A295-7601-13BB868E311F}"/>
          </ac:spMkLst>
        </pc:spChg>
        <pc:graphicFrameChg chg="mod modGraphic">
          <ac:chgData name="YIP ZI XIAN" userId="0f458c74-3ffc-4cbd-a0c6-235759c7e482" providerId="ADAL" clId="{9A576F4A-D4D3-43AF-989A-4B78C931C165}" dt="2026-04-15T11:45:08.412" v="1137" actId="255"/>
          <ac:graphicFrameMkLst>
            <pc:docMk/>
            <pc:sldMk cId="2277911573" sldId="283"/>
            <ac:graphicFrameMk id="2413" creationId="{DAD0B23D-D074-33A6-347B-608145FC9A7A}"/>
          </ac:graphicFrameMkLst>
        </pc:graphicFrameChg>
      </pc:sldChg>
      <pc:sldChg chg="modSp add mod ord">
        <pc:chgData name="YIP ZI XIAN" userId="0f458c74-3ffc-4cbd-a0c6-235759c7e482" providerId="ADAL" clId="{9A576F4A-D4D3-43AF-989A-4B78C931C165}" dt="2026-04-15T11:45:55.550" v="1147" actId="122"/>
        <pc:sldMkLst>
          <pc:docMk/>
          <pc:sldMk cId="4285719918" sldId="284"/>
        </pc:sldMkLst>
        <pc:spChg chg="mod">
          <ac:chgData name="YIP ZI XIAN" userId="0f458c74-3ffc-4cbd-a0c6-235759c7e482" providerId="ADAL" clId="{9A576F4A-D4D3-43AF-989A-4B78C931C165}" dt="2026-04-15T11:45:55.550" v="1147" actId="122"/>
          <ac:spMkLst>
            <pc:docMk/>
            <pc:sldMk cId="4285719918" sldId="284"/>
            <ac:spMk id="1795" creationId="{DE37E879-82AC-A360-71B3-27B7F25D29E3}"/>
          </ac:spMkLst>
        </pc:spChg>
        <pc:spChg chg="mod">
          <ac:chgData name="YIP ZI XIAN" userId="0f458c74-3ffc-4cbd-a0c6-235759c7e482" providerId="ADAL" clId="{9A576F4A-D4D3-43AF-989A-4B78C931C165}" dt="2026-04-15T11:45:45.912" v="1144" actId="20577"/>
          <ac:spMkLst>
            <pc:docMk/>
            <pc:sldMk cId="4285719918" sldId="284"/>
            <ac:spMk id="1796" creationId="{CFC0BFD0-5792-2DBA-FB3E-D50ABDE1D83C}"/>
          </ac:spMkLst>
        </pc:spChg>
      </pc:sldChg>
      <pc:sldChg chg="modSp add mod ord">
        <pc:chgData name="YIP ZI XIAN" userId="0f458c74-3ffc-4cbd-a0c6-235759c7e482" providerId="ADAL" clId="{9A576F4A-D4D3-43AF-989A-4B78C931C165}" dt="2026-04-15T12:36:30.162" v="1409"/>
        <pc:sldMkLst>
          <pc:docMk/>
          <pc:sldMk cId="378714902" sldId="285"/>
        </pc:sldMkLst>
        <pc:spChg chg="mod">
          <ac:chgData name="YIP ZI XIAN" userId="0f458c74-3ffc-4cbd-a0c6-235759c7e482" providerId="ADAL" clId="{9A576F4A-D4D3-43AF-989A-4B78C931C165}" dt="2026-04-15T12:36:30.162" v="1409"/>
          <ac:spMkLst>
            <pc:docMk/>
            <pc:sldMk cId="378714902" sldId="285"/>
            <ac:spMk id="1795" creationId="{471C20CE-D72C-C26A-6581-5A0DD58519B4}"/>
          </ac:spMkLst>
        </pc:spChg>
        <pc:spChg chg="mod">
          <ac:chgData name="YIP ZI XIAN" userId="0f458c74-3ffc-4cbd-a0c6-235759c7e482" providerId="ADAL" clId="{9A576F4A-D4D3-43AF-989A-4B78C931C165}" dt="2026-04-15T12:36:26.575" v="1408" actId="20577"/>
          <ac:spMkLst>
            <pc:docMk/>
            <pc:sldMk cId="378714902" sldId="285"/>
            <ac:spMk id="1796" creationId="{26DD0449-0524-2BC3-ADA3-C8FCB910758F}"/>
          </ac:spMkLst>
        </pc:spChg>
      </pc:sldChg>
      <pc:sldChg chg="modSp add mod ord">
        <pc:chgData name="YIP ZI XIAN" userId="0f458c74-3ffc-4cbd-a0c6-235759c7e482" providerId="ADAL" clId="{9A576F4A-D4D3-43AF-989A-4B78C931C165}" dt="2026-04-15T12:36:47.552" v="1438" actId="20577"/>
        <pc:sldMkLst>
          <pc:docMk/>
          <pc:sldMk cId="4107114479" sldId="286"/>
        </pc:sldMkLst>
        <pc:spChg chg="mod">
          <ac:chgData name="YIP ZI XIAN" userId="0f458c74-3ffc-4cbd-a0c6-235759c7e482" providerId="ADAL" clId="{9A576F4A-D4D3-43AF-989A-4B78C931C165}" dt="2026-04-15T12:36:44.975" v="1436" actId="20577"/>
          <ac:spMkLst>
            <pc:docMk/>
            <pc:sldMk cId="4107114479" sldId="286"/>
            <ac:spMk id="1795" creationId="{BD8F7680-74C0-4368-F6A3-7D7D8B3E0C54}"/>
          </ac:spMkLst>
        </pc:spChg>
        <pc:spChg chg="mod">
          <ac:chgData name="YIP ZI XIAN" userId="0f458c74-3ffc-4cbd-a0c6-235759c7e482" providerId="ADAL" clId="{9A576F4A-D4D3-43AF-989A-4B78C931C165}" dt="2026-04-15T12:36:47.552" v="1438" actId="20577"/>
          <ac:spMkLst>
            <pc:docMk/>
            <pc:sldMk cId="4107114479" sldId="286"/>
            <ac:spMk id="1796" creationId="{6694FEB1-9D4B-6406-F2DB-BBE3172B17A4}"/>
          </ac:spMkLst>
        </pc:spChg>
      </pc:sldChg>
      <pc:sldChg chg="modSp add mod">
        <pc:chgData name="YIP ZI XIAN" userId="0f458c74-3ffc-4cbd-a0c6-235759c7e482" providerId="ADAL" clId="{9A576F4A-D4D3-43AF-989A-4B78C931C165}" dt="2026-04-15T12:37:00.850" v="1442"/>
        <pc:sldMkLst>
          <pc:docMk/>
          <pc:sldMk cId="153071601" sldId="287"/>
        </pc:sldMkLst>
        <pc:spChg chg="mod">
          <ac:chgData name="YIP ZI XIAN" userId="0f458c74-3ffc-4cbd-a0c6-235759c7e482" providerId="ADAL" clId="{9A576F4A-D4D3-43AF-989A-4B78C931C165}" dt="2026-04-15T12:37:00.850" v="1442"/>
          <ac:spMkLst>
            <pc:docMk/>
            <pc:sldMk cId="153071601" sldId="287"/>
            <ac:spMk id="1795" creationId="{703F51DB-24A5-37B0-2ACF-CECC04432F86}"/>
          </ac:spMkLst>
        </pc:spChg>
        <pc:spChg chg="mod">
          <ac:chgData name="YIP ZI XIAN" userId="0f458c74-3ffc-4cbd-a0c6-235759c7e482" providerId="ADAL" clId="{9A576F4A-D4D3-43AF-989A-4B78C931C165}" dt="2026-04-15T12:36:58.015" v="1441" actId="20577"/>
          <ac:spMkLst>
            <pc:docMk/>
            <pc:sldMk cId="153071601" sldId="287"/>
            <ac:spMk id="1796" creationId="{434141C0-0C5B-7B60-5F8F-B20461190883}"/>
          </ac:spMkLst>
        </pc:spChg>
      </pc:sldChg>
      <pc:sldChg chg="modSp add mod">
        <pc:chgData name="YIP ZI XIAN" userId="0f458c74-3ffc-4cbd-a0c6-235759c7e482" providerId="ADAL" clId="{9A576F4A-D4D3-43AF-989A-4B78C931C165}" dt="2026-04-15T12:37:08.702" v="1446"/>
        <pc:sldMkLst>
          <pc:docMk/>
          <pc:sldMk cId="4049712350" sldId="288"/>
        </pc:sldMkLst>
        <pc:spChg chg="mod">
          <ac:chgData name="YIP ZI XIAN" userId="0f458c74-3ffc-4cbd-a0c6-235759c7e482" providerId="ADAL" clId="{9A576F4A-D4D3-43AF-989A-4B78C931C165}" dt="2026-04-15T12:37:08.702" v="1446"/>
          <ac:spMkLst>
            <pc:docMk/>
            <pc:sldMk cId="4049712350" sldId="288"/>
            <ac:spMk id="1795" creationId="{50A703B8-333B-3DAF-538B-73D3F6831E88}"/>
          </ac:spMkLst>
        </pc:spChg>
        <pc:spChg chg="mod">
          <ac:chgData name="YIP ZI XIAN" userId="0f458c74-3ffc-4cbd-a0c6-235759c7e482" providerId="ADAL" clId="{9A576F4A-D4D3-43AF-989A-4B78C931C165}" dt="2026-04-15T12:37:05.202" v="1445" actId="20577"/>
          <ac:spMkLst>
            <pc:docMk/>
            <pc:sldMk cId="4049712350" sldId="288"/>
            <ac:spMk id="1796" creationId="{90593BEE-D796-0B3F-10BE-EC31BB9B1727}"/>
          </ac:spMkLst>
        </pc:spChg>
      </pc:sldChg>
      <pc:sldChg chg="addSp delSp modSp add mod">
        <pc:chgData name="YIP ZI XIAN" userId="0f458c74-3ffc-4cbd-a0c6-235759c7e482" providerId="ADAL" clId="{9A576F4A-D4D3-43AF-989A-4B78C931C165}" dt="2026-04-16T05:07:32.229" v="5185" actId="14100"/>
        <pc:sldMkLst>
          <pc:docMk/>
          <pc:sldMk cId="1035201668" sldId="289"/>
        </pc:sldMkLst>
        <pc:spChg chg="add mod">
          <ac:chgData name="YIP ZI XIAN" userId="0f458c74-3ffc-4cbd-a0c6-235759c7e482" providerId="ADAL" clId="{9A576F4A-D4D3-43AF-989A-4B78C931C165}" dt="2026-04-16T05:07:24.137" v="5181" actId="14100"/>
          <ac:spMkLst>
            <pc:docMk/>
            <pc:sldMk cId="1035201668" sldId="289"/>
            <ac:spMk id="26" creationId="{CF8E5188-ACDF-1CB5-3006-E2C6C3EBC640}"/>
          </ac:spMkLst>
        </pc:spChg>
        <pc:spChg chg="add mod">
          <ac:chgData name="YIP ZI XIAN" userId="0f458c74-3ffc-4cbd-a0c6-235759c7e482" providerId="ADAL" clId="{9A576F4A-D4D3-43AF-989A-4B78C931C165}" dt="2026-04-16T05:07:32.229" v="5185" actId="14100"/>
          <ac:spMkLst>
            <pc:docMk/>
            <pc:sldMk cId="1035201668" sldId="289"/>
            <ac:spMk id="28" creationId="{8D86BB97-4E41-F8EB-657F-D023870D76BE}"/>
          </ac:spMkLst>
        </pc:spChg>
        <pc:spChg chg="mod">
          <ac:chgData name="YIP ZI XIAN" userId="0f458c74-3ffc-4cbd-a0c6-235759c7e482" providerId="ADAL" clId="{9A576F4A-D4D3-43AF-989A-4B78C931C165}" dt="2026-04-16T04:17:52.409" v="2242" actId="20577"/>
          <ac:spMkLst>
            <pc:docMk/>
            <pc:sldMk cId="1035201668" sldId="289"/>
            <ac:spMk id="2079" creationId="{8DFAFF75-2AFE-4363-2501-DEBBA32EC067}"/>
          </ac:spMkLst>
        </pc:spChg>
      </pc:sldChg>
      <pc:sldChg chg="modSp add mod ord">
        <pc:chgData name="YIP ZI XIAN" userId="0f458c74-3ffc-4cbd-a0c6-235759c7e482" providerId="ADAL" clId="{9A576F4A-D4D3-43AF-989A-4B78C931C165}" dt="2026-04-16T04:20:34.035" v="2320" actId="20577"/>
        <pc:sldMkLst>
          <pc:docMk/>
          <pc:sldMk cId="2990659035" sldId="291"/>
        </pc:sldMkLst>
        <pc:spChg chg="mod">
          <ac:chgData name="YIP ZI XIAN" userId="0f458c74-3ffc-4cbd-a0c6-235759c7e482" providerId="ADAL" clId="{9A576F4A-D4D3-43AF-989A-4B78C931C165}" dt="2026-04-16T04:20:34.035" v="2320" actId="20577"/>
          <ac:spMkLst>
            <pc:docMk/>
            <pc:sldMk cId="2990659035" sldId="291"/>
            <ac:spMk id="1795" creationId="{4058AE88-0DCB-D8FB-D215-E371AC81162F}"/>
          </ac:spMkLst>
        </pc:spChg>
        <pc:spChg chg="mod">
          <ac:chgData name="YIP ZI XIAN" userId="0f458c74-3ffc-4cbd-a0c6-235759c7e482" providerId="ADAL" clId="{9A576F4A-D4D3-43AF-989A-4B78C931C165}" dt="2026-04-16T04:20:26.702" v="2293" actId="20577"/>
          <ac:spMkLst>
            <pc:docMk/>
            <pc:sldMk cId="2990659035" sldId="291"/>
            <ac:spMk id="1796" creationId="{89568A41-320A-ADA0-3699-E0057288B4C9}"/>
          </ac:spMkLst>
        </pc:spChg>
      </pc:sldChg>
      <pc:sldChg chg="modSp add mod">
        <pc:chgData name="YIP ZI XIAN" userId="0f458c74-3ffc-4cbd-a0c6-235759c7e482" providerId="ADAL" clId="{9A576F4A-D4D3-43AF-989A-4B78C931C165}" dt="2026-04-16T04:21:00.417" v="2345" actId="20577"/>
        <pc:sldMkLst>
          <pc:docMk/>
          <pc:sldMk cId="3975279354" sldId="292"/>
        </pc:sldMkLst>
        <pc:spChg chg="mod">
          <ac:chgData name="YIP ZI XIAN" userId="0f458c74-3ffc-4cbd-a0c6-235759c7e482" providerId="ADAL" clId="{9A576F4A-D4D3-43AF-989A-4B78C931C165}" dt="2026-04-16T04:21:00.417" v="2345" actId="20577"/>
          <ac:spMkLst>
            <pc:docMk/>
            <pc:sldMk cId="3975279354" sldId="292"/>
            <ac:spMk id="1795" creationId="{5F94A77F-9329-4F34-1593-F99FCAEC4C2D}"/>
          </ac:spMkLst>
        </pc:spChg>
      </pc:sldChg>
      <pc:sldChg chg="addSp delSp modSp add mod ord">
        <pc:chgData name="YIP ZI XIAN" userId="0f458c74-3ffc-4cbd-a0c6-235759c7e482" providerId="ADAL" clId="{9A576F4A-D4D3-43AF-989A-4B78C931C165}" dt="2026-04-16T04:36:05.826" v="3079" actId="113"/>
        <pc:sldMkLst>
          <pc:docMk/>
          <pc:sldMk cId="3897692518" sldId="293"/>
        </pc:sldMkLst>
        <pc:spChg chg="add del mod">
          <ac:chgData name="YIP ZI XIAN" userId="0f458c74-3ffc-4cbd-a0c6-235759c7e482" providerId="ADAL" clId="{9A576F4A-D4D3-43AF-989A-4B78C931C165}" dt="2026-04-16T04:36:05.826" v="3079" actId="113"/>
          <ac:spMkLst>
            <pc:docMk/>
            <pc:sldMk cId="3897692518" sldId="293"/>
            <ac:spMk id="3" creationId="{5421D423-FD26-2462-6426-3C488EBAF236}"/>
          </ac:spMkLst>
        </pc:spChg>
        <pc:spChg chg="mod">
          <ac:chgData name="YIP ZI XIAN" userId="0f458c74-3ffc-4cbd-a0c6-235759c7e482" providerId="ADAL" clId="{9A576F4A-D4D3-43AF-989A-4B78C931C165}" dt="2026-04-16T04:35:56.562" v="3076" actId="1076"/>
          <ac:spMkLst>
            <pc:docMk/>
            <pc:sldMk cId="3897692518" sldId="293"/>
            <ac:spMk id="2341" creationId="{573A6246-EF2C-77CE-F8D8-B99019F65CE1}"/>
          </ac:spMkLst>
        </pc:spChg>
        <pc:cxnChg chg="mod">
          <ac:chgData name="YIP ZI XIAN" userId="0f458c74-3ffc-4cbd-a0c6-235759c7e482" providerId="ADAL" clId="{9A576F4A-D4D3-43AF-989A-4B78C931C165}" dt="2026-04-16T04:35:56.562" v="3076" actId="1076"/>
          <ac:cxnSpMkLst>
            <pc:docMk/>
            <pc:sldMk cId="3897692518" sldId="293"/>
            <ac:cxnSpMk id="2343" creationId="{D9DB5602-E9DF-108B-7B50-796DD0495B71}"/>
          </ac:cxnSpMkLst>
        </pc:cxnChg>
      </pc:sldChg>
      <pc:sldChg chg="modSp add mod ord modNotesTx">
        <pc:chgData name="YIP ZI XIAN" userId="0f458c74-3ffc-4cbd-a0c6-235759c7e482" providerId="ADAL" clId="{9A576F4A-D4D3-43AF-989A-4B78C931C165}" dt="2026-04-16T04:51:40.107" v="3238" actId="113"/>
        <pc:sldMkLst>
          <pc:docMk/>
          <pc:sldMk cId="2486806303" sldId="294"/>
        </pc:sldMkLst>
        <pc:spChg chg="mod">
          <ac:chgData name="YIP ZI XIAN" userId="0f458c74-3ffc-4cbd-a0c6-235759c7e482" providerId="ADAL" clId="{9A576F4A-D4D3-43AF-989A-4B78C931C165}" dt="2026-04-16T04:34:30.801" v="3028" actId="20577"/>
          <ac:spMkLst>
            <pc:docMk/>
            <pc:sldMk cId="2486806303" sldId="294"/>
            <ac:spMk id="2412" creationId="{3A513211-187D-AC15-EAB4-648D9D70E4F3}"/>
          </ac:spMkLst>
        </pc:spChg>
        <pc:graphicFrameChg chg="mod modGraphic">
          <ac:chgData name="YIP ZI XIAN" userId="0f458c74-3ffc-4cbd-a0c6-235759c7e482" providerId="ADAL" clId="{9A576F4A-D4D3-43AF-989A-4B78C931C165}" dt="2026-04-16T04:51:40.107" v="3238" actId="113"/>
          <ac:graphicFrameMkLst>
            <pc:docMk/>
            <pc:sldMk cId="2486806303" sldId="294"/>
            <ac:graphicFrameMk id="2413" creationId="{B0E9F9B8-A771-D0D8-12D7-8A653FAB7365}"/>
          </ac:graphicFrameMkLst>
        </pc:graphicFrameChg>
      </pc:sldChg>
      <pc:sldChg chg="modSp add mod ord modNotesTx">
        <pc:chgData name="YIP ZI XIAN" userId="0f458c74-3ffc-4cbd-a0c6-235759c7e482" providerId="ADAL" clId="{9A576F4A-D4D3-43AF-989A-4B78C931C165}" dt="2026-04-24T07:19:59.941" v="5895" actId="14100"/>
        <pc:sldMkLst>
          <pc:docMk/>
          <pc:sldMk cId="44323893" sldId="295"/>
        </pc:sldMkLst>
        <pc:spChg chg="mod">
          <ac:chgData name="YIP ZI XIAN" userId="0f458c74-3ffc-4cbd-a0c6-235759c7e482" providerId="ADAL" clId="{9A576F4A-D4D3-43AF-989A-4B78C931C165}" dt="2026-04-16T04:30:28.468" v="2992" actId="20577"/>
          <ac:spMkLst>
            <pc:docMk/>
            <pc:sldMk cId="44323893" sldId="295"/>
            <ac:spMk id="2412" creationId="{D21B4003-14D4-E0BB-9771-2486203C34E6}"/>
          </ac:spMkLst>
        </pc:spChg>
        <pc:graphicFrameChg chg="mod modGraphic">
          <ac:chgData name="YIP ZI XIAN" userId="0f458c74-3ffc-4cbd-a0c6-235759c7e482" providerId="ADAL" clId="{9A576F4A-D4D3-43AF-989A-4B78C931C165}" dt="2026-04-24T07:19:59.941" v="5895" actId="14100"/>
          <ac:graphicFrameMkLst>
            <pc:docMk/>
            <pc:sldMk cId="44323893" sldId="295"/>
            <ac:graphicFrameMk id="2413" creationId="{A0B42777-FD3F-5173-8674-8E60F4C6A808}"/>
          </ac:graphicFrameMkLst>
        </pc:graphicFrameChg>
      </pc:sldChg>
      <pc:sldChg chg="modSp add mod ord">
        <pc:chgData name="YIP ZI XIAN" userId="0f458c74-3ffc-4cbd-a0c6-235759c7e482" providerId="ADAL" clId="{9A576F4A-D4D3-43AF-989A-4B78C931C165}" dt="2026-04-21T08:51:46.021" v="5307" actId="20577"/>
        <pc:sldMkLst>
          <pc:docMk/>
          <pc:sldMk cId="226179714" sldId="296"/>
        </pc:sldMkLst>
        <pc:spChg chg="mod">
          <ac:chgData name="YIP ZI XIAN" userId="0f458c74-3ffc-4cbd-a0c6-235759c7e482" providerId="ADAL" clId="{9A576F4A-D4D3-43AF-989A-4B78C931C165}" dt="2026-04-21T08:51:37.771" v="5296" actId="14100"/>
          <ac:spMkLst>
            <pc:docMk/>
            <pc:sldMk cId="226179714" sldId="296"/>
            <ac:spMk id="3" creationId="{ED42142D-E7FF-D645-3181-680FA885FE47}"/>
          </ac:spMkLst>
        </pc:spChg>
        <pc:spChg chg="mod">
          <ac:chgData name="YIP ZI XIAN" userId="0f458c74-3ffc-4cbd-a0c6-235759c7e482" providerId="ADAL" clId="{9A576F4A-D4D3-43AF-989A-4B78C931C165}" dt="2026-04-21T08:51:46.021" v="5307" actId="20577"/>
          <ac:spMkLst>
            <pc:docMk/>
            <pc:sldMk cId="226179714" sldId="296"/>
            <ac:spMk id="2341" creationId="{0D7629B2-B0C3-97AD-A805-B6F62919974D}"/>
          </ac:spMkLst>
        </pc:spChg>
        <pc:cxnChg chg="mod">
          <ac:chgData name="YIP ZI XIAN" userId="0f458c74-3ffc-4cbd-a0c6-235759c7e482" providerId="ADAL" clId="{9A576F4A-D4D3-43AF-989A-4B78C931C165}" dt="2026-04-16T04:29:26.862" v="2890" actId="1076"/>
          <ac:cxnSpMkLst>
            <pc:docMk/>
            <pc:sldMk cId="226179714" sldId="296"/>
            <ac:cxnSpMk id="2343" creationId="{C7C5CF57-645E-EB21-B1AA-0B513B2110E6}"/>
          </ac:cxnSpMkLst>
        </pc:cxnChg>
      </pc:sldChg>
      <pc:sldChg chg="modSp add mod ord">
        <pc:chgData name="YIP ZI XIAN" userId="0f458c74-3ffc-4cbd-a0c6-235759c7e482" providerId="ADAL" clId="{9A576F4A-D4D3-43AF-989A-4B78C931C165}" dt="2026-04-16T05:04:14.527" v="4845" actId="14100"/>
        <pc:sldMkLst>
          <pc:docMk/>
          <pc:sldMk cId="3177119551" sldId="298"/>
        </pc:sldMkLst>
        <pc:spChg chg="mod">
          <ac:chgData name="YIP ZI XIAN" userId="0f458c74-3ffc-4cbd-a0c6-235759c7e482" providerId="ADAL" clId="{9A576F4A-D4D3-43AF-989A-4B78C931C165}" dt="2026-04-16T04:58:50.309" v="3579" actId="20577"/>
          <ac:spMkLst>
            <pc:docMk/>
            <pc:sldMk cId="3177119551" sldId="298"/>
            <ac:spMk id="2412" creationId="{57C48FF5-6A87-59B2-D0F0-A7DC0F4BAB64}"/>
          </ac:spMkLst>
        </pc:spChg>
        <pc:graphicFrameChg chg="modGraphic">
          <ac:chgData name="YIP ZI XIAN" userId="0f458c74-3ffc-4cbd-a0c6-235759c7e482" providerId="ADAL" clId="{9A576F4A-D4D3-43AF-989A-4B78C931C165}" dt="2026-04-16T05:04:14.527" v="4845" actId="14100"/>
          <ac:graphicFrameMkLst>
            <pc:docMk/>
            <pc:sldMk cId="3177119551" sldId="298"/>
            <ac:graphicFrameMk id="2413" creationId="{A61C38C1-98E7-06F7-1732-2971FE7ED72B}"/>
          </ac:graphicFrameMkLst>
        </pc:graphicFrameChg>
      </pc:sldChg>
      <pc:sldMasterChg chg="delSldLayout">
        <pc:chgData name="YIP ZI XIAN" userId="0f458c74-3ffc-4cbd-a0c6-235759c7e482" providerId="ADAL" clId="{9A576F4A-D4D3-43AF-989A-4B78C931C165}" dt="2026-04-16T04:58:41.171" v="3553" actId="47"/>
        <pc:sldMasterMkLst>
          <pc:docMk/>
          <pc:sldMasterMk cId="0" sldId="2147483674"/>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MY"/>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0"/>
        <p:cNvGrpSpPr/>
        <p:nvPr/>
      </p:nvGrpSpPr>
      <p:grpSpPr>
        <a:xfrm>
          <a:off x="0" y="0"/>
          <a:ext cx="0" cy="0"/>
          <a:chOff x="0" y="0"/>
          <a:chExt cx="0" cy="0"/>
        </a:xfrm>
      </p:grpSpPr>
      <p:sp>
        <p:nvSpPr>
          <p:cNvPr id="1691" name="Google Shape;1691;g1ec48b2bc10_0_4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MY"/>
          </a:p>
        </p:txBody>
      </p:sp>
      <p:sp>
        <p:nvSpPr>
          <p:cNvPr id="1692" name="Google Shape;1692;g1ec48b2bc10_0_4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3"/>
        <p:cNvGrpSpPr/>
        <p:nvPr/>
      </p:nvGrpSpPr>
      <p:grpSpPr>
        <a:xfrm>
          <a:off x="0" y="0"/>
          <a:ext cx="0" cy="0"/>
          <a:chOff x="0" y="0"/>
          <a:chExt cx="0" cy="0"/>
        </a:xfrm>
      </p:grpSpPr>
      <p:sp>
        <p:nvSpPr>
          <p:cNvPr id="1784" name="Google Shape;1784;g1125d80b419_0_2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MY"/>
          </a:p>
        </p:txBody>
      </p:sp>
      <p:sp>
        <p:nvSpPr>
          <p:cNvPr id="1785" name="Google Shape;1785;g1125d80b419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6"/>
        <p:cNvGrpSpPr/>
        <p:nvPr/>
      </p:nvGrpSpPr>
      <p:grpSpPr>
        <a:xfrm>
          <a:off x="0" y="0"/>
          <a:ext cx="0" cy="0"/>
          <a:chOff x="0" y="0"/>
          <a:chExt cx="0" cy="0"/>
        </a:xfrm>
      </p:grpSpPr>
      <p:sp>
        <p:nvSpPr>
          <p:cNvPr id="1767" name="Google Shape;1767;g1ff18b49f31_1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MY"/>
          </a:p>
        </p:txBody>
      </p:sp>
      <p:sp>
        <p:nvSpPr>
          <p:cNvPr id="1768" name="Google Shape;1768;g1ff18b49f31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1"/>
        <p:cNvGrpSpPr/>
        <p:nvPr/>
      </p:nvGrpSpPr>
      <p:grpSpPr>
        <a:xfrm>
          <a:off x="0" y="0"/>
          <a:ext cx="0" cy="0"/>
          <a:chOff x="0" y="0"/>
          <a:chExt cx="0" cy="0"/>
        </a:xfrm>
      </p:grpSpPr>
      <p:sp>
        <p:nvSpPr>
          <p:cNvPr id="1792" name="Google Shape;1792;g13376c313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MY"/>
          </a:p>
        </p:txBody>
      </p:sp>
      <p:sp>
        <p:nvSpPr>
          <p:cNvPr id="1793" name="Google Shape;1793;g13376c3136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8"/>
        <p:cNvGrpSpPr/>
        <p:nvPr/>
      </p:nvGrpSpPr>
      <p:grpSpPr>
        <a:xfrm>
          <a:off x="0" y="0"/>
          <a:ext cx="0" cy="0"/>
          <a:chOff x="0" y="0"/>
          <a:chExt cx="0" cy="0"/>
        </a:xfrm>
      </p:grpSpPr>
      <p:sp>
        <p:nvSpPr>
          <p:cNvPr id="2409" name="Google Shape;2409;g1ff18b49f31_1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MY"/>
          </a:p>
        </p:txBody>
      </p:sp>
      <p:sp>
        <p:nvSpPr>
          <p:cNvPr id="2410" name="Google Shape;2410;g1ff18b49f31_1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342900" indent="-342900">
              <a:buFont typeface="+mj-lt"/>
              <a:buAutoNum type="arabicPeriod"/>
            </a:pPr>
            <a:r>
              <a:rPr lang="en-US" sz="1100" dirty="0">
                <a:latin typeface="Nova Square" panose="020B0604020202020204" charset="0"/>
              </a:rPr>
              <a:t>Defining Reliability: Metrics and User Perception</a:t>
            </a:r>
          </a:p>
          <a:p>
            <a:pPr marL="342900" indent="-342900">
              <a:buFont typeface="+mj-lt"/>
              <a:buAutoNum type="arabicPeriod"/>
            </a:pPr>
            <a:r>
              <a:rPr lang="en-US" sz="1100" dirty="0">
                <a:latin typeface="Nova Square" panose="020B0604020202020204" charset="0"/>
              </a:rPr>
              <a:t>The Landscape of Public Transit in Malaysia</a:t>
            </a:r>
          </a:p>
          <a:p>
            <a:pPr marL="342900" indent="-342900">
              <a:buFont typeface="+mj-lt"/>
              <a:buAutoNum type="arabicPeriod"/>
            </a:pPr>
            <a:r>
              <a:rPr lang="en-US" sz="1100" dirty="0">
                <a:latin typeface="Nova Square" panose="020B0604020202020204" charset="0"/>
              </a:rPr>
              <a:t>Impact of External Factors</a:t>
            </a:r>
            <a:endParaRPr lang="en-US" sz="1100" dirty="0">
              <a:effectLst/>
              <a:latin typeface="Nova Square" panose="020B060402020202020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8">
          <a:extLst>
            <a:ext uri="{FF2B5EF4-FFF2-40B4-BE49-F238E27FC236}">
              <a16:creationId xmlns:a16="http://schemas.microsoft.com/office/drawing/2014/main" id="{AB3872CC-7010-F52C-B688-0A9A5C268759}"/>
            </a:ext>
          </a:extLst>
        </p:cNvPr>
        <p:cNvGrpSpPr/>
        <p:nvPr/>
      </p:nvGrpSpPr>
      <p:grpSpPr>
        <a:xfrm>
          <a:off x="0" y="0"/>
          <a:ext cx="0" cy="0"/>
          <a:chOff x="0" y="0"/>
          <a:chExt cx="0" cy="0"/>
        </a:xfrm>
      </p:grpSpPr>
      <p:sp>
        <p:nvSpPr>
          <p:cNvPr id="2409" name="Google Shape;2409;g1ff18b49f31_1_85:notes">
            <a:extLst>
              <a:ext uri="{FF2B5EF4-FFF2-40B4-BE49-F238E27FC236}">
                <a16:creationId xmlns:a16="http://schemas.microsoft.com/office/drawing/2014/main" id="{9BF03CF7-0BFB-0BEE-1065-B20503FA18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MY"/>
          </a:p>
        </p:txBody>
      </p:sp>
      <p:sp>
        <p:nvSpPr>
          <p:cNvPr id="2410" name="Google Shape;2410;g1ff18b49f31_1_85:notes">
            <a:extLst>
              <a:ext uri="{FF2B5EF4-FFF2-40B4-BE49-F238E27FC236}">
                <a16:creationId xmlns:a16="http://schemas.microsoft.com/office/drawing/2014/main" id="{BEF00317-24D4-3619-933D-809DD8268D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342900" indent="-342900">
              <a:buFont typeface="+mj-lt"/>
              <a:buAutoNum type="arabicPeriod"/>
            </a:pPr>
            <a:r>
              <a:rPr lang="en-US" sz="1100" dirty="0">
                <a:latin typeface="Nova Square" panose="020B0604020202020204" charset="0"/>
              </a:rPr>
              <a:t>Data Quality and Preprocessing Challenges</a:t>
            </a:r>
          </a:p>
          <a:p>
            <a:pPr marL="342900" indent="-342900">
              <a:buFont typeface="+mj-lt"/>
              <a:buAutoNum type="arabicPeriod"/>
            </a:pPr>
            <a:r>
              <a:rPr lang="en-US" sz="1100" dirty="0">
                <a:latin typeface="Nova Square" panose="020B0604020202020204" charset="0"/>
              </a:rPr>
              <a:t>Data-Driven Transit Analytics</a:t>
            </a:r>
          </a:p>
          <a:p>
            <a:pPr marL="342900" indent="-342900">
              <a:buFont typeface="+mj-lt"/>
              <a:buAutoNum type="arabicPeriod"/>
            </a:pPr>
            <a:endParaRPr lang="en-US" sz="1100" dirty="0">
              <a:effectLst/>
              <a:latin typeface="Nova Square" panose="020B0604020202020204" charset="0"/>
            </a:endParaRPr>
          </a:p>
          <a:p>
            <a:pPr marL="0" indent="0">
              <a:buFont typeface="+mj-lt"/>
              <a:buNone/>
            </a:pPr>
            <a:r>
              <a:rPr lang="en-US" sz="1100" dirty="0">
                <a:effectLst/>
                <a:latin typeface="Nova Square" panose="020B0604020202020204" charset="0"/>
              </a:rPr>
              <a:t>AFC - Automatic Fare Collection</a:t>
            </a:r>
          </a:p>
          <a:p>
            <a:pPr marL="0" indent="0">
              <a:buFont typeface="+mj-lt"/>
              <a:buNone/>
            </a:pPr>
            <a:r>
              <a:rPr lang="en-US" sz="1100" dirty="0">
                <a:effectLst/>
                <a:latin typeface="Nova Square" panose="020B0604020202020204" charset="0"/>
              </a:rPr>
              <a:t>APC - Automatic Passenger Counter</a:t>
            </a:r>
          </a:p>
          <a:p>
            <a:pPr marL="0" indent="0">
              <a:buFont typeface="+mj-lt"/>
              <a:buNone/>
            </a:pPr>
            <a:r>
              <a:rPr lang="en-US" sz="1100" dirty="0">
                <a:effectLst/>
                <a:latin typeface="Nova Square" panose="020B0604020202020204" charset="0"/>
              </a:rPr>
              <a:t>AVL - Automatic Vehicle Location</a:t>
            </a:r>
          </a:p>
          <a:p>
            <a:pPr marL="0" indent="0">
              <a:buFont typeface="+mj-lt"/>
              <a:buNone/>
            </a:pPr>
            <a:r>
              <a:rPr lang="en-US" sz="1100" dirty="0">
                <a:effectLst/>
                <a:latin typeface="Nova Square" panose="020B0604020202020204" charset="0"/>
              </a:rPr>
              <a:t>GTFS - General Transit Feed Specification</a:t>
            </a:r>
          </a:p>
          <a:p>
            <a:pPr marL="0" indent="0">
              <a:buFont typeface="+mj-lt"/>
              <a:buNone/>
            </a:pPr>
            <a:r>
              <a:rPr lang="en-US" sz="1100" dirty="0">
                <a:effectLst/>
                <a:latin typeface="Nova Square" panose="020B0604020202020204" charset="0"/>
              </a:rPr>
              <a:t>GPS - Global Positioning System</a:t>
            </a:r>
          </a:p>
        </p:txBody>
      </p:sp>
    </p:spTree>
    <p:extLst>
      <p:ext uri="{BB962C8B-B14F-4D97-AF65-F5344CB8AC3E}">
        <p14:creationId xmlns:p14="http://schemas.microsoft.com/office/powerpoint/2010/main" val="26937475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8">
          <a:extLst>
            <a:ext uri="{FF2B5EF4-FFF2-40B4-BE49-F238E27FC236}">
              <a16:creationId xmlns:a16="http://schemas.microsoft.com/office/drawing/2014/main" id="{1C1E1C73-5CBE-108B-FFF2-A17031829940}"/>
            </a:ext>
          </a:extLst>
        </p:cNvPr>
        <p:cNvGrpSpPr/>
        <p:nvPr/>
      </p:nvGrpSpPr>
      <p:grpSpPr>
        <a:xfrm>
          <a:off x="0" y="0"/>
          <a:ext cx="0" cy="0"/>
          <a:chOff x="0" y="0"/>
          <a:chExt cx="0" cy="0"/>
        </a:xfrm>
      </p:grpSpPr>
      <p:sp>
        <p:nvSpPr>
          <p:cNvPr id="2409" name="Google Shape;2409;g1ff18b49f31_1_85:notes">
            <a:extLst>
              <a:ext uri="{FF2B5EF4-FFF2-40B4-BE49-F238E27FC236}">
                <a16:creationId xmlns:a16="http://schemas.microsoft.com/office/drawing/2014/main" id="{95026280-D3F9-F1FB-B627-0AD13DC401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MY"/>
          </a:p>
        </p:txBody>
      </p:sp>
      <p:sp>
        <p:nvSpPr>
          <p:cNvPr id="2410" name="Google Shape;2410;g1ff18b49f31_1_85:notes">
            <a:extLst>
              <a:ext uri="{FF2B5EF4-FFF2-40B4-BE49-F238E27FC236}">
                <a16:creationId xmlns:a16="http://schemas.microsoft.com/office/drawing/2014/main" id="{8730B791-92F4-6155-C04E-778D3CFEB0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342900" indent="-342900">
              <a:buFont typeface="+mj-lt"/>
              <a:buAutoNum type="arabicPeriod"/>
            </a:pPr>
            <a:r>
              <a:rPr lang="en-US" sz="1100" dirty="0">
                <a:latin typeface="Nova Square" panose="020B0604020202020204" charset="0"/>
              </a:rPr>
              <a:t>Core Deep Learning Architectures for Spatiotemporal Data</a:t>
            </a:r>
          </a:p>
          <a:p>
            <a:pPr marL="342900" indent="-342900">
              <a:buFont typeface="+mj-lt"/>
              <a:buAutoNum type="arabicPeriod"/>
            </a:pPr>
            <a:r>
              <a:rPr lang="en-US" sz="1100" dirty="0">
                <a:latin typeface="Nova Square" panose="020B0604020202020204" charset="0"/>
              </a:rPr>
              <a:t>Transit Delay and Ridership Prediction</a:t>
            </a:r>
          </a:p>
          <a:p>
            <a:pPr marL="342900" indent="-342900">
              <a:buFont typeface="+mj-lt"/>
              <a:buAutoNum type="arabicPeriod"/>
            </a:pPr>
            <a:r>
              <a:rPr lang="en-US" sz="1100" dirty="0">
                <a:latin typeface="Nova Square" panose="020B0604020202020204" charset="0"/>
              </a:rPr>
              <a:t>Benchmarking and Evaluation Metrics</a:t>
            </a:r>
          </a:p>
          <a:p>
            <a:pPr marL="342900" indent="-342900">
              <a:buFont typeface="+mj-lt"/>
              <a:buAutoNum type="arabicPeriod"/>
            </a:pPr>
            <a:r>
              <a:rPr lang="en-US" sz="1100" dirty="0">
                <a:latin typeface="Nova Square" panose="020B0604020202020204" charset="0"/>
              </a:rPr>
              <a:t>Deep Learning Approaches in Transit Analytics</a:t>
            </a:r>
          </a:p>
        </p:txBody>
      </p:sp>
    </p:spTree>
    <p:extLst>
      <p:ext uri="{BB962C8B-B14F-4D97-AF65-F5344CB8AC3E}">
        <p14:creationId xmlns:p14="http://schemas.microsoft.com/office/powerpoint/2010/main" val="24207960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8">
          <a:extLst>
            <a:ext uri="{FF2B5EF4-FFF2-40B4-BE49-F238E27FC236}">
              <a16:creationId xmlns:a16="http://schemas.microsoft.com/office/drawing/2014/main" id="{3EAAB3CA-4E4F-B123-056D-B62429A74239}"/>
            </a:ext>
          </a:extLst>
        </p:cNvPr>
        <p:cNvGrpSpPr/>
        <p:nvPr/>
      </p:nvGrpSpPr>
      <p:grpSpPr>
        <a:xfrm>
          <a:off x="0" y="0"/>
          <a:ext cx="0" cy="0"/>
          <a:chOff x="0" y="0"/>
          <a:chExt cx="0" cy="0"/>
        </a:xfrm>
      </p:grpSpPr>
      <p:sp>
        <p:nvSpPr>
          <p:cNvPr id="2409" name="Google Shape;2409;g1ff18b49f31_1_85:notes">
            <a:extLst>
              <a:ext uri="{FF2B5EF4-FFF2-40B4-BE49-F238E27FC236}">
                <a16:creationId xmlns:a16="http://schemas.microsoft.com/office/drawing/2014/main" id="{325FAF33-513D-8B9D-53C0-1A4F4E4968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MY"/>
          </a:p>
        </p:txBody>
      </p:sp>
      <p:sp>
        <p:nvSpPr>
          <p:cNvPr id="2410" name="Google Shape;2410;g1ff18b49f31_1_85:notes">
            <a:extLst>
              <a:ext uri="{FF2B5EF4-FFF2-40B4-BE49-F238E27FC236}">
                <a16:creationId xmlns:a16="http://schemas.microsoft.com/office/drawing/2014/main" id="{706CD25F-B6EA-40C3-FF66-80560BEC09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342900" indent="-342900">
              <a:buFont typeface="+mj-lt"/>
              <a:buAutoNum type="arabicPeriod"/>
            </a:pPr>
            <a:r>
              <a:rPr lang="en-US" sz="1100" dirty="0">
                <a:latin typeface="Nova Square" panose="020B0604020202020204" charset="0"/>
              </a:rPr>
              <a:t>Deployment Challenges</a:t>
            </a:r>
          </a:p>
          <a:p>
            <a:pPr marL="342900" indent="-342900">
              <a:buFont typeface="+mj-lt"/>
              <a:buAutoNum type="arabicPeriod"/>
            </a:pPr>
            <a:r>
              <a:rPr lang="en-US" sz="1100" dirty="0">
                <a:latin typeface="Nova Square" panose="020B0604020202020204" charset="0"/>
              </a:rPr>
              <a:t>Sustainable Urban Mobility</a:t>
            </a:r>
            <a:endParaRPr lang="en-US" sz="1100" dirty="0">
              <a:effectLst/>
              <a:latin typeface="Nova Square" panose="020B0604020202020204" charset="0"/>
            </a:endParaRPr>
          </a:p>
        </p:txBody>
      </p:sp>
    </p:spTree>
    <p:extLst>
      <p:ext uri="{BB962C8B-B14F-4D97-AF65-F5344CB8AC3E}">
        <p14:creationId xmlns:p14="http://schemas.microsoft.com/office/powerpoint/2010/main" val="1204259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1">
          <a:extLst>
            <a:ext uri="{FF2B5EF4-FFF2-40B4-BE49-F238E27FC236}">
              <a16:creationId xmlns:a16="http://schemas.microsoft.com/office/drawing/2014/main" id="{1133D58F-BBA8-D92B-EBF3-D817D9BAE16B}"/>
            </a:ext>
          </a:extLst>
        </p:cNvPr>
        <p:cNvGrpSpPr/>
        <p:nvPr/>
      </p:nvGrpSpPr>
      <p:grpSpPr>
        <a:xfrm>
          <a:off x="0" y="0"/>
          <a:ext cx="0" cy="0"/>
          <a:chOff x="0" y="0"/>
          <a:chExt cx="0" cy="0"/>
        </a:xfrm>
      </p:grpSpPr>
      <p:sp>
        <p:nvSpPr>
          <p:cNvPr id="1792" name="Google Shape;1792;g13376c31365_0_0:notes">
            <a:extLst>
              <a:ext uri="{FF2B5EF4-FFF2-40B4-BE49-F238E27FC236}">
                <a16:creationId xmlns:a16="http://schemas.microsoft.com/office/drawing/2014/main" id="{7E8D2DAB-D980-1CBE-086C-65C470344A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MY"/>
          </a:p>
        </p:txBody>
      </p:sp>
      <p:sp>
        <p:nvSpPr>
          <p:cNvPr id="1793" name="Google Shape;1793;g13376c31365_0_0:notes">
            <a:extLst>
              <a:ext uri="{FF2B5EF4-FFF2-40B4-BE49-F238E27FC236}">
                <a16:creationId xmlns:a16="http://schemas.microsoft.com/office/drawing/2014/main" id="{C9A0FC1C-053D-65EE-A077-F96C259A5F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078684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7"/>
        <p:cNvGrpSpPr/>
        <p:nvPr/>
      </p:nvGrpSpPr>
      <p:grpSpPr>
        <a:xfrm>
          <a:off x="0" y="0"/>
          <a:ext cx="0" cy="0"/>
          <a:chOff x="0" y="0"/>
          <a:chExt cx="0" cy="0"/>
        </a:xfrm>
      </p:grpSpPr>
      <p:sp>
        <p:nvSpPr>
          <p:cNvPr id="2208" name="Google Shape;2208;g1ff18b49f31_1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MY"/>
          </a:p>
        </p:txBody>
      </p:sp>
      <p:sp>
        <p:nvSpPr>
          <p:cNvPr id="2209" name="Google Shape;2209;g1ff18b49f31_1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6"/>
        <p:cNvGrpSpPr/>
        <p:nvPr/>
      </p:nvGrpSpPr>
      <p:grpSpPr>
        <a:xfrm>
          <a:off x="0" y="0"/>
          <a:ext cx="0" cy="0"/>
          <a:chOff x="0" y="0"/>
          <a:chExt cx="0" cy="0"/>
        </a:xfrm>
      </p:grpSpPr>
      <p:sp>
        <p:nvSpPr>
          <p:cNvPr id="2277" name="Google Shape;2277;g1ff18b49f31_1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MY"/>
          </a:p>
        </p:txBody>
      </p:sp>
      <p:sp>
        <p:nvSpPr>
          <p:cNvPr id="2278" name="Google Shape;2278;g1ff18b49f31_1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1">
          <a:extLst>
            <a:ext uri="{FF2B5EF4-FFF2-40B4-BE49-F238E27FC236}">
              <a16:creationId xmlns:a16="http://schemas.microsoft.com/office/drawing/2014/main" id="{92673944-8B48-B87F-ABAF-1397EBBDF6DB}"/>
            </a:ext>
          </a:extLst>
        </p:cNvPr>
        <p:cNvGrpSpPr/>
        <p:nvPr/>
      </p:nvGrpSpPr>
      <p:grpSpPr>
        <a:xfrm>
          <a:off x="0" y="0"/>
          <a:ext cx="0" cy="0"/>
          <a:chOff x="0" y="0"/>
          <a:chExt cx="0" cy="0"/>
        </a:xfrm>
      </p:grpSpPr>
      <p:sp>
        <p:nvSpPr>
          <p:cNvPr id="1792" name="Google Shape;1792;g13376c31365_0_0:notes">
            <a:extLst>
              <a:ext uri="{FF2B5EF4-FFF2-40B4-BE49-F238E27FC236}">
                <a16:creationId xmlns:a16="http://schemas.microsoft.com/office/drawing/2014/main" id="{D6A15F06-A97D-2052-0E45-69089CF40C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MY"/>
          </a:p>
        </p:txBody>
      </p:sp>
      <p:sp>
        <p:nvSpPr>
          <p:cNvPr id="1793" name="Google Shape;1793;g13376c31365_0_0:notes">
            <a:extLst>
              <a:ext uri="{FF2B5EF4-FFF2-40B4-BE49-F238E27FC236}">
                <a16:creationId xmlns:a16="http://schemas.microsoft.com/office/drawing/2014/main" id="{5F4C501D-2414-BE9A-C721-8D9EBBC0C1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52633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9"/>
        <p:cNvGrpSpPr/>
        <p:nvPr/>
      </p:nvGrpSpPr>
      <p:grpSpPr>
        <a:xfrm>
          <a:off x="0" y="0"/>
          <a:ext cx="0" cy="0"/>
          <a:chOff x="0" y="0"/>
          <a:chExt cx="0" cy="0"/>
        </a:xfrm>
      </p:grpSpPr>
      <p:sp>
        <p:nvSpPr>
          <p:cNvPr id="1860" name="Google Shape;1860;g110860aa57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MY"/>
          </a:p>
        </p:txBody>
      </p:sp>
      <p:sp>
        <p:nvSpPr>
          <p:cNvPr id="1861" name="Google Shape;1861;g110860aa57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1">
          <a:extLst>
            <a:ext uri="{FF2B5EF4-FFF2-40B4-BE49-F238E27FC236}">
              <a16:creationId xmlns:a16="http://schemas.microsoft.com/office/drawing/2014/main" id="{62993D68-11ED-6DC3-40A7-99D9C54BDFE1}"/>
            </a:ext>
          </a:extLst>
        </p:cNvPr>
        <p:cNvGrpSpPr/>
        <p:nvPr/>
      </p:nvGrpSpPr>
      <p:grpSpPr>
        <a:xfrm>
          <a:off x="0" y="0"/>
          <a:ext cx="0" cy="0"/>
          <a:chOff x="0" y="0"/>
          <a:chExt cx="0" cy="0"/>
        </a:xfrm>
      </p:grpSpPr>
      <p:sp>
        <p:nvSpPr>
          <p:cNvPr id="1792" name="Google Shape;1792;g13376c31365_0_0:notes">
            <a:extLst>
              <a:ext uri="{FF2B5EF4-FFF2-40B4-BE49-F238E27FC236}">
                <a16:creationId xmlns:a16="http://schemas.microsoft.com/office/drawing/2014/main" id="{367409A7-71AA-F1FB-1849-55DAA0785C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MY"/>
          </a:p>
        </p:txBody>
      </p:sp>
      <p:sp>
        <p:nvSpPr>
          <p:cNvPr id="1793" name="Google Shape;1793;g13376c31365_0_0:notes">
            <a:extLst>
              <a:ext uri="{FF2B5EF4-FFF2-40B4-BE49-F238E27FC236}">
                <a16:creationId xmlns:a16="http://schemas.microsoft.com/office/drawing/2014/main" id="{4A13FE74-F47F-9FE6-4E56-BDF52154D5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98211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4"/>
        <p:cNvGrpSpPr/>
        <p:nvPr/>
      </p:nvGrpSpPr>
      <p:grpSpPr>
        <a:xfrm>
          <a:off x="0" y="0"/>
          <a:ext cx="0" cy="0"/>
          <a:chOff x="0" y="0"/>
          <a:chExt cx="0" cy="0"/>
        </a:xfrm>
      </p:grpSpPr>
      <p:sp>
        <p:nvSpPr>
          <p:cNvPr id="1905" name="Google Shape;1905;g1125d80b419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MY"/>
          </a:p>
        </p:txBody>
      </p:sp>
      <p:sp>
        <p:nvSpPr>
          <p:cNvPr id="1906" name="Google Shape;1906;g1125d80b419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1">
          <a:extLst>
            <a:ext uri="{FF2B5EF4-FFF2-40B4-BE49-F238E27FC236}">
              <a16:creationId xmlns:a16="http://schemas.microsoft.com/office/drawing/2014/main" id="{9A547017-A2BB-2E6F-5BE1-C74FC7B0B83C}"/>
            </a:ext>
          </a:extLst>
        </p:cNvPr>
        <p:cNvGrpSpPr/>
        <p:nvPr/>
      </p:nvGrpSpPr>
      <p:grpSpPr>
        <a:xfrm>
          <a:off x="0" y="0"/>
          <a:ext cx="0" cy="0"/>
          <a:chOff x="0" y="0"/>
          <a:chExt cx="0" cy="0"/>
        </a:xfrm>
      </p:grpSpPr>
      <p:sp>
        <p:nvSpPr>
          <p:cNvPr id="1792" name="Google Shape;1792;g13376c31365_0_0:notes">
            <a:extLst>
              <a:ext uri="{FF2B5EF4-FFF2-40B4-BE49-F238E27FC236}">
                <a16:creationId xmlns:a16="http://schemas.microsoft.com/office/drawing/2014/main" id="{5810AA61-A846-996E-A236-F58CD6C563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MY"/>
          </a:p>
        </p:txBody>
      </p:sp>
      <p:sp>
        <p:nvSpPr>
          <p:cNvPr id="1793" name="Google Shape;1793;g13376c31365_0_0:notes">
            <a:extLst>
              <a:ext uri="{FF2B5EF4-FFF2-40B4-BE49-F238E27FC236}">
                <a16:creationId xmlns:a16="http://schemas.microsoft.com/office/drawing/2014/main" id="{720F509E-0591-E5A7-545E-625B24415A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83677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9"/>
        <p:cNvGrpSpPr/>
        <p:nvPr/>
      </p:nvGrpSpPr>
      <p:grpSpPr>
        <a:xfrm>
          <a:off x="0" y="0"/>
          <a:ext cx="0" cy="0"/>
          <a:chOff x="0" y="0"/>
          <a:chExt cx="0" cy="0"/>
        </a:xfrm>
      </p:grpSpPr>
      <p:sp>
        <p:nvSpPr>
          <p:cNvPr id="2070" name="Google Shape;2070;g1125d80b419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MY"/>
          </a:p>
        </p:txBody>
      </p:sp>
      <p:sp>
        <p:nvSpPr>
          <p:cNvPr id="2071" name="Google Shape;2071;g1125d80b419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9">
          <a:extLst>
            <a:ext uri="{FF2B5EF4-FFF2-40B4-BE49-F238E27FC236}">
              <a16:creationId xmlns:a16="http://schemas.microsoft.com/office/drawing/2014/main" id="{7E911F82-9EA1-6415-DC89-25BC3DCBF7E4}"/>
            </a:ext>
          </a:extLst>
        </p:cNvPr>
        <p:cNvGrpSpPr/>
        <p:nvPr/>
      </p:nvGrpSpPr>
      <p:grpSpPr>
        <a:xfrm>
          <a:off x="0" y="0"/>
          <a:ext cx="0" cy="0"/>
          <a:chOff x="0" y="0"/>
          <a:chExt cx="0" cy="0"/>
        </a:xfrm>
      </p:grpSpPr>
      <p:sp>
        <p:nvSpPr>
          <p:cNvPr id="2070" name="Google Shape;2070;g1125d80b419_0_108:notes">
            <a:extLst>
              <a:ext uri="{FF2B5EF4-FFF2-40B4-BE49-F238E27FC236}">
                <a16:creationId xmlns:a16="http://schemas.microsoft.com/office/drawing/2014/main" id="{56FF9F0C-ADCB-6EA1-59A0-7E0EE442E0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MY"/>
          </a:p>
        </p:txBody>
      </p:sp>
      <p:sp>
        <p:nvSpPr>
          <p:cNvPr id="2071" name="Google Shape;2071;g1125d80b419_0_108:notes">
            <a:extLst>
              <a:ext uri="{FF2B5EF4-FFF2-40B4-BE49-F238E27FC236}">
                <a16:creationId xmlns:a16="http://schemas.microsoft.com/office/drawing/2014/main" id="{3EE35453-4E59-336B-EEA2-53BB1C3261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58051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8">
          <a:extLst>
            <a:ext uri="{FF2B5EF4-FFF2-40B4-BE49-F238E27FC236}">
              <a16:creationId xmlns:a16="http://schemas.microsoft.com/office/drawing/2014/main" id="{789FBD77-D24A-F3EC-1869-B49B16166140}"/>
            </a:ext>
          </a:extLst>
        </p:cNvPr>
        <p:cNvGrpSpPr/>
        <p:nvPr/>
      </p:nvGrpSpPr>
      <p:grpSpPr>
        <a:xfrm>
          <a:off x="0" y="0"/>
          <a:ext cx="0" cy="0"/>
          <a:chOff x="0" y="0"/>
          <a:chExt cx="0" cy="0"/>
        </a:xfrm>
      </p:grpSpPr>
      <p:sp>
        <p:nvSpPr>
          <p:cNvPr id="2409" name="Google Shape;2409;g1ff18b49f31_1_85:notes">
            <a:extLst>
              <a:ext uri="{FF2B5EF4-FFF2-40B4-BE49-F238E27FC236}">
                <a16:creationId xmlns:a16="http://schemas.microsoft.com/office/drawing/2014/main" id="{DA53436A-D21C-913D-89CC-21DD4412E5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MY"/>
          </a:p>
        </p:txBody>
      </p:sp>
      <p:sp>
        <p:nvSpPr>
          <p:cNvPr id="2410" name="Google Shape;2410;g1ff18b49f31_1_85:notes">
            <a:extLst>
              <a:ext uri="{FF2B5EF4-FFF2-40B4-BE49-F238E27FC236}">
                <a16:creationId xmlns:a16="http://schemas.microsoft.com/office/drawing/2014/main" id="{125DA291-A6F7-781C-E704-8B845926AE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Font typeface="+mj-lt"/>
              <a:buNone/>
            </a:pPr>
            <a:endParaRPr lang="en-US" sz="1100" dirty="0">
              <a:effectLst/>
              <a:latin typeface="Nova Square" panose="020B0604020202020204" charset="0"/>
            </a:endParaRPr>
          </a:p>
        </p:txBody>
      </p:sp>
    </p:spTree>
    <p:extLst>
      <p:ext uri="{BB962C8B-B14F-4D97-AF65-F5344CB8AC3E}">
        <p14:creationId xmlns:p14="http://schemas.microsoft.com/office/powerpoint/2010/main" val="11787348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1">
          <a:extLst>
            <a:ext uri="{FF2B5EF4-FFF2-40B4-BE49-F238E27FC236}">
              <a16:creationId xmlns:a16="http://schemas.microsoft.com/office/drawing/2014/main" id="{77C2E880-95B3-0813-5940-F6B93BC36EB3}"/>
            </a:ext>
          </a:extLst>
        </p:cNvPr>
        <p:cNvGrpSpPr/>
        <p:nvPr/>
      </p:nvGrpSpPr>
      <p:grpSpPr>
        <a:xfrm>
          <a:off x="0" y="0"/>
          <a:ext cx="0" cy="0"/>
          <a:chOff x="0" y="0"/>
          <a:chExt cx="0" cy="0"/>
        </a:xfrm>
      </p:grpSpPr>
      <p:sp>
        <p:nvSpPr>
          <p:cNvPr id="1792" name="Google Shape;1792;g13376c31365_0_0:notes">
            <a:extLst>
              <a:ext uri="{FF2B5EF4-FFF2-40B4-BE49-F238E27FC236}">
                <a16:creationId xmlns:a16="http://schemas.microsoft.com/office/drawing/2014/main" id="{8DF19504-E15F-2213-65CB-381455DCC7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MY"/>
          </a:p>
        </p:txBody>
      </p:sp>
      <p:sp>
        <p:nvSpPr>
          <p:cNvPr id="1793" name="Google Shape;1793;g13376c31365_0_0:notes">
            <a:extLst>
              <a:ext uri="{FF2B5EF4-FFF2-40B4-BE49-F238E27FC236}">
                <a16:creationId xmlns:a16="http://schemas.microsoft.com/office/drawing/2014/main" id="{C30D8508-E3AF-E2DE-8B43-968BB864B9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761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6">
          <a:extLst>
            <a:ext uri="{FF2B5EF4-FFF2-40B4-BE49-F238E27FC236}">
              <a16:creationId xmlns:a16="http://schemas.microsoft.com/office/drawing/2014/main" id="{B3F38E80-CD71-15BC-5D53-9C89B7EC7A12}"/>
            </a:ext>
          </a:extLst>
        </p:cNvPr>
        <p:cNvGrpSpPr/>
        <p:nvPr/>
      </p:nvGrpSpPr>
      <p:grpSpPr>
        <a:xfrm>
          <a:off x="0" y="0"/>
          <a:ext cx="0" cy="0"/>
          <a:chOff x="0" y="0"/>
          <a:chExt cx="0" cy="0"/>
        </a:xfrm>
      </p:grpSpPr>
      <p:sp>
        <p:nvSpPr>
          <p:cNvPr id="2277" name="Google Shape;2277;g1ff18b49f31_1_71:notes">
            <a:extLst>
              <a:ext uri="{FF2B5EF4-FFF2-40B4-BE49-F238E27FC236}">
                <a16:creationId xmlns:a16="http://schemas.microsoft.com/office/drawing/2014/main" id="{D746B342-70AC-4C83-A986-2F57A77AEA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MY"/>
          </a:p>
        </p:txBody>
      </p:sp>
      <p:sp>
        <p:nvSpPr>
          <p:cNvPr id="2278" name="Google Shape;2278;g1ff18b49f31_1_71:notes">
            <a:extLst>
              <a:ext uri="{FF2B5EF4-FFF2-40B4-BE49-F238E27FC236}">
                <a16:creationId xmlns:a16="http://schemas.microsoft.com/office/drawing/2014/main" id="{152FACD9-BC5E-FB9F-8D88-3E460D1F2D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14519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8">
          <a:extLst>
            <a:ext uri="{FF2B5EF4-FFF2-40B4-BE49-F238E27FC236}">
              <a16:creationId xmlns:a16="http://schemas.microsoft.com/office/drawing/2014/main" id="{0E57F311-C3B6-B6F9-7939-67813805B8FC}"/>
            </a:ext>
          </a:extLst>
        </p:cNvPr>
        <p:cNvGrpSpPr/>
        <p:nvPr/>
      </p:nvGrpSpPr>
      <p:grpSpPr>
        <a:xfrm>
          <a:off x="0" y="0"/>
          <a:ext cx="0" cy="0"/>
          <a:chOff x="0" y="0"/>
          <a:chExt cx="0" cy="0"/>
        </a:xfrm>
      </p:grpSpPr>
      <p:sp>
        <p:nvSpPr>
          <p:cNvPr id="2409" name="Google Shape;2409;g1ff18b49f31_1_85:notes">
            <a:extLst>
              <a:ext uri="{FF2B5EF4-FFF2-40B4-BE49-F238E27FC236}">
                <a16:creationId xmlns:a16="http://schemas.microsoft.com/office/drawing/2014/main" id="{D4F0CBC9-FFCF-3F59-5461-1A0F7D3438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MY"/>
          </a:p>
        </p:txBody>
      </p:sp>
      <p:sp>
        <p:nvSpPr>
          <p:cNvPr id="2410" name="Google Shape;2410;g1ff18b49f31_1_85:notes">
            <a:extLst>
              <a:ext uri="{FF2B5EF4-FFF2-40B4-BE49-F238E27FC236}">
                <a16:creationId xmlns:a16="http://schemas.microsoft.com/office/drawing/2014/main" id="{55C6AD8F-9C8A-4566-3376-A0F7A53E04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Font typeface="+mj-lt"/>
              <a:buNone/>
            </a:pPr>
            <a:endParaRPr lang="en-US" sz="1100" dirty="0">
              <a:effectLst/>
              <a:latin typeface="Nova Square" panose="020B0604020202020204" charset="0"/>
            </a:endParaRPr>
          </a:p>
        </p:txBody>
      </p:sp>
    </p:spTree>
    <p:extLst>
      <p:ext uri="{BB962C8B-B14F-4D97-AF65-F5344CB8AC3E}">
        <p14:creationId xmlns:p14="http://schemas.microsoft.com/office/powerpoint/2010/main" val="38598641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1">
          <a:extLst>
            <a:ext uri="{FF2B5EF4-FFF2-40B4-BE49-F238E27FC236}">
              <a16:creationId xmlns:a16="http://schemas.microsoft.com/office/drawing/2014/main" id="{2B51D9BF-6469-89C2-0D10-41A9DF074D94}"/>
            </a:ext>
          </a:extLst>
        </p:cNvPr>
        <p:cNvGrpSpPr/>
        <p:nvPr/>
      </p:nvGrpSpPr>
      <p:grpSpPr>
        <a:xfrm>
          <a:off x="0" y="0"/>
          <a:ext cx="0" cy="0"/>
          <a:chOff x="0" y="0"/>
          <a:chExt cx="0" cy="0"/>
        </a:xfrm>
      </p:grpSpPr>
      <p:sp>
        <p:nvSpPr>
          <p:cNvPr id="1792" name="Google Shape;1792;g13376c31365_0_0:notes">
            <a:extLst>
              <a:ext uri="{FF2B5EF4-FFF2-40B4-BE49-F238E27FC236}">
                <a16:creationId xmlns:a16="http://schemas.microsoft.com/office/drawing/2014/main" id="{144CB556-1002-6929-32EF-603BD5D774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MY"/>
          </a:p>
        </p:txBody>
      </p:sp>
      <p:sp>
        <p:nvSpPr>
          <p:cNvPr id="1793" name="Google Shape;1793;g13376c31365_0_0:notes">
            <a:extLst>
              <a:ext uri="{FF2B5EF4-FFF2-40B4-BE49-F238E27FC236}">
                <a16:creationId xmlns:a16="http://schemas.microsoft.com/office/drawing/2014/main" id="{21E797D6-B713-0843-67FD-DF13D70460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018105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6">
          <a:extLst>
            <a:ext uri="{FF2B5EF4-FFF2-40B4-BE49-F238E27FC236}">
              <a16:creationId xmlns:a16="http://schemas.microsoft.com/office/drawing/2014/main" id="{B81CAE89-5B40-5A1E-3072-25865E4E0ED1}"/>
            </a:ext>
          </a:extLst>
        </p:cNvPr>
        <p:cNvGrpSpPr/>
        <p:nvPr/>
      </p:nvGrpSpPr>
      <p:grpSpPr>
        <a:xfrm>
          <a:off x="0" y="0"/>
          <a:ext cx="0" cy="0"/>
          <a:chOff x="0" y="0"/>
          <a:chExt cx="0" cy="0"/>
        </a:xfrm>
      </p:grpSpPr>
      <p:sp>
        <p:nvSpPr>
          <p:cNvPr id="2277" name="Google Shape;2277;g1ff18b49f31_1_71:notes">
            <a:extLst>
              <a:ext uri="{FF2B5EF4-FFF2-40B4-BE49-F238E27FC236}">
                <a16:creationId xmlns:a16="http://schemas.microsoft.com/office/drawing/2014/main" id="{53BB033A-D267-9FEC-A32E-FC8948BD5E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MY"/>
          </a:p>
        </p:txBody>
      </p:sp>
      <p:sp>
        <p:nvSpPr>
          <p:cNvPr id="2278" name="Google Shape;2278;g1ff18b49f31_1_71:notes">
            <a:extLst>
              <a:ext uri="{FF2B5EF4-FFF2-40B4-BE49-F238E27FC236}">
                <a16:creationId xmlns:a16="http://schemas.microsoft.com/office/drawing/2014/main" id="{AA567511-CCDB-95B4-1451-FC2F92BB80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05746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8">
          <a:extLst>
            <a:ext uri="{FF2B5EF4-FFF2-40B4-BE49-F238E27FC236}">
              <a16:creationId xmlns:a16="http://schemas.microsoft.com/office/drawing/2014/main" id="{F650BB01-4EBD-1F28-37AE-8A82FB75E045}"/>
            </a:ext>
          </a:extLst>
        </p:cNvPr>
        <p:cNvGrpSpPr/>
        <p:nvPr/>
      </p:nvGrpSpPr>
      <p:grpSpPr>
        <a:xfrm>
          <a:off x="0" y="0"/>
          <a:ext cx="0" cy="0"/>
          <a:chOff x="0" y="0"/>
          <a:chExt cx="0" cy="0"/>
        </a:xfrm>
      </p:grpSpPr>
      <p:sp>
        <p:nvSpPr>
          <p:cNvPr id="2409" name="Google Shape;2409;g1ff18b49f31_1_85:notes">
            <a:extLst>
              <a:ext uri="{FF2B5EF4-FFF2-40B4-BE49-F238E27FC236}">
                <a16:creationId xmlns:a16="http://schemas.microsoft.com/office/drawing/2014/main" id="{93FB1AC4-D5A9-A428-0F7B-F8C87EB600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MY"/>
          </a:p>
        </p:txBody>
      </p:sp>
      <p:sp>
        <p:nvSpPr>
          <p:cNvPr id="2410" name="Google Shape;2410;g1ff18b49f31_1_85:notes">
            <a:extLst>
              <a:ext uri="{FF2B5EF4-FFF2-40B4-BE49-F238E27FC236}">
                <a16:creationId xmlns:a16="http://schemas.microsoft.com/office/drawing/2014/main" id="{64DF8E7E-596D-AC24-01C8-BEF5D2D945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Font typeface="+mj-lt"/>
              <a:buNone/>
            </a:pPr>
            <a:endParaRPr lang="en-US" sz="1100" dirty="0">
              <a:effectLst/>
              <a:latin typeface="Nova Square" panose="020B0604020202020204" charset="0"/>
            </a:endParaRPr>
          </a:p>
        </p:txBody>
      </p:sp>
    </p:spTree>
    <p:extLst>
      <p:ext uri="{BB962C8B-B14F-4D97-AF65-F5344CB8AC3E}">
        <p14:creationId xmlns:p14="http://schemas.microsoft.com/office/powerpoint/2010/main" val="3078846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1">
          <a:extLst>
            <a:ext uri="{FF2B5EF4-FFF2-40B4-BE49-F238E27FC236}">
              <a16:creationId xmlns:a16="http://schemas.microsoft.com/office/drawing/2014/main" id="{EF1EDA13-DAD8-815E-94B8-27920E0866A8}"/>
            </a:ext>
          </a:extLst>
        </p:cNvPr>
        <p:cNvGrpSpPr/>
        <p:nvPr/>
      </p:nvGrpSpPr>
      <p:grpSpPr>
        <a:xfrm>
          <a:off x="0" y="0"/>
          <a:ext cx="0" cy="0"/>
          <a:chOff x="0" y="0"/>
          <a:chExt cx="0" cy="0"/>
        </a:xfrm>
      </p:grpSpPr>
      <p:sp>
        <p:nvSpPr>
          <p:cNvPr id="1792" name="Google Shape;1792;g13376c31365_0_0:notes">
            <a:extLst>
              <a:ext uri="{FF2B5EF4-FFF2-40B4-BE49-F238E27FC236}">
                <a16:creationId xmlns:a16="http://schemas.microsoft.com/office/drawing/2014/main" id="{55143C92-ED1C-2946-3B52-6E78E022DF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MY"/>
          </a:p>
        </p:txBody>
      </p:sp>
      <p:sp>
        <p:nvSpPr>
          <p:cNvPr id="1793" name="Google Shape;1793;g13376c31365_0_0:notes">
            <a:extLst>
              <a:ext uri="{FF2B5EF4-FFF2-40B4-BE49-F238E27FC236}">
                <a16:creationId xmlns:a16="http://schemas.microsoft.com/office/drawing/2014/main" id="{5B04DFDA-CA9D-D952-B803-97573B9F8A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178990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8"/>
        <p:cNvGrpSpPr/>
        <p:nvPr/>
      </p:nvGrpSpPr>
      <p:grpSpPr>
        <a:xfrm>
          <a:off x="0" y="0"/>
          <a:ext cx="0" cy="0"/>
          <a:chOff x="0" y="0"/>
          <a:chExt cx="0" cy="0"/>
        </a:xfrm>
      </p:grpSpPr>
      <p:sp>
        <p:nvSpPr>
          <p:cNvPr id="2569" name="Google Shape;2569;g1125d80b419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MY"/>
          </a:p>
        </p:txBody>
      </p:sp>
      <p:sp>
        <p:nvSpPr>
          <p:cNvPr id="2570" name="Google Shape;2570;g1125d80b419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4"/>
        <p:cNvGrpSpPr/>
        <p:nvPr/>
      </p:nvGrpSpPr>
      <p:grpSpPr>
        <a:xfrm>
          <a:off x="0" y="0"/>
          <a:ext cx="0" cy="0"/>
          <a:chOff x="0" y="0"/>
          <a:chExt cx="0" cy="0"/>
        </a:xfrm>
      </p:grpSpPr>
      <p:sp>
        <p:nvSpPr>
          <p:cNvPr id="2655" name="Google Shape;2655;g1125d80b419_0_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MY"/>
          </a:p>
        </p:txBody>
      </p:sp>
      <p:sp>
        <p:nvSpPr>
          <p:cNvPr id="2656" name="Google Shape;2656;g1125d80b419_0_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25" y="0"/>
            <a:ext cx="9144000" cy="5143500"/>
          </a:xfrm>
          <a:prstGeom prst="rect">
            <a:avLst/>
          </a:prstGeom>
          <a:noFill/>
          <a:ln>
            <a:noFill/>
          </a:ln>
        </p:spPr>
      </p:pic>
      <p:grpSp>
        <p:nvGrpSpPr>
          <p:cNvPr id="10" name="Google Shape;10;p2"/>
          <p:cNvGrpSpPr/>
          <p:nvPr/>
        </p:nvGrpSpPr>
        <p:grpSpPr>
          <a:xfrm>
            <a:off x="-774407" y="630750"/>
            <a:ext cx="11847205" cy="4954500"/>
            <a:chOff x="-774407" y="630750"/>
            <a:chExt cx="11847205" cy="4954500"/>
          </a:xfrm>
        </p:grpSpPr>
        <p:sp>
          <p:nvSpPr>
            <p:cNvPr id="11" name="Google Shape;11;p2"/>
            <p:cNvSpPr/>
            <p:nvPr/>
          </p:nvSpPr>
          <p:spPr>
            <a:xfrm>
              <a:off x="-774407" y="630750"/>
              <a:ext cx="5193625" cy="4954500"/>
            </a:xfrm>
            <a:custGeom>
              <a:avLst/>
              <a:gdLst/>
              <a:ahLst/>
              <a:cxnLst/>
              <a:rect l="l" t="t" r="r" b="b"/>
              <a:pathLst>
                <a:path w="1265" h="563" extrusionOk="0">
                  <a:moveTo>
                    <a:pt x="0" y="0"/>
                  </a:moveTo>
                  <a:lnTo>
                    <a:pt x="140" y="61"/>
                  </a:lnTo>
                  <a:lnTo>
                    <a:pt x="152" y="94"/>
                  </a:lnTo>
                  <a:lnTo>
                    <a:pt x="167" y="88"/>
                  </a:lnTo>
                  <a:lnTo>
                    <a:pt x="209" y="170"/>
                  </a:lnTo>
                  <a:lnTo>
                    <a:pt x="217" y="151"/>
                  </a:lnTo>
                  <a:lnTo>
                    <a:pt x="299" y="173"/>
                  </a:lnTo>
                  <a:lnTo>
                    <a:pt x="372" y="305"/>
                  </a:lnTo>
                  <a:lnTo>
                    <a:pt x="372" y="260"/>
                  </a:lnTo>
                  <a:lnTo>
                    <a:pt x="891" y="437"/>
                  </a:lnTo>
                  <a:lnTo>
                    <a:pt x="905" y="460"/>
                  </a:lnTo>
                  <a:lnTo>
                    <a:pt x="905" y="450"/>
                  </a:lnTo>
                  <a:lnTo>
                    <a:pt x="1265" y="563"/>
                  </a:lnTo>
                  <a:lnTo>
                    <a:pt x="0" y="563"/>
                  </a:lnTo>
                  <a:lnTo>
                    <a:pt x="0" y="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12;p2"/>
            <p:cNvSpPr/>
            <p:nvPr/>
          </p:nvSpPr>
          <p:spPr>
            <a:xfrm>
              <a:off x="4645450" y="2529625"/>
              <a:ext cx="6427349" cy="2854025"/>
            </a:xfrm>
            <a:custGeom>
              <a:avLst/>
              <a:gdLst/>
              <a:ahLst/>
              <a:cxnLst/>
              <a:rect l="l" t="t" r="r" b="b"/>
              <a:pathLst>
                <a:path w="1782" h="792" extrusionOk="0">
                  <a:moveTo>
                    <a:pt x="1781" y="792"/>
                  </a:moveTo>
                  <a:cubicBezTo>
                    <a:pt x="1781" y="773"/>
                    <a:pt x="1782" y="754"/>
                    <a:pt x="1782" y="735"/>
                  </a:cubicBezTo>
                  <a:cubicBezTo>
                    <a:pt x="1782" y="355"/>
                    <a:pt x="1653" y="48"/>
                    <a:pt x="1494" y="48"/>
                  </a:cubicBezTo>
                  <a:cubicBezTo>
                    <a:pt x="1454" y="48"/>
                    <a:pt x="1415" y="68"/>
                    <a:pt x="1380" y="103"/>
                  </a:cubicBezTo>
                  <a:cubicBezTo>
                    <a:pt x="1352" y="38"/>
                    <a:pt x="1318" y="0"/>
                    <a:pt x="1281" y="0"/>
                  </a:cubicBezTo>
                  <a:cubicBezTo>
                    <a:pt x="1228" y="0"/>
                    <a:pt x="1180" y="82"/>
                    <a:pt x="1146" y="212"/>
                  </a:cubicBezTo>
                  <a:cubicBezTo>
                    <a:pt x="1131" y="198"/>
                    <a:pt x="1114" y="190"/>
                    <a:pt x="1098" y="190"/>
                  </a:cubicBezTo>
                  <a:cubicBezTo>
                    <a:pt x="1045" y="190"/>
                    <a:pt x="998" y="268"/>
                    <a:pt x="965" y="394"/>
                  </a:cubicBezTo>
                  <a:cubicBezTo>
                    <a:pt x="956" y="389"/>
                    <a:pt x="948" y="387"/>
                    <a:pt x="939" y="387"/>
                  </a:cubicBezTo>
                  <a:cubicBezTo>
                    <a:pt x="894" y="387"/>
                    <a:pt x="854" y="457"/>
                    <a:pt x="826" y="568"/>
                  </a:cubicBezTo>
                  <a:cubicBezTo>
                    <a:pt x="798" y="457"/>
                    <a:pt x="758" y="387"/>
                    <a:pt x="713" y="387"/>
                  </a:cubicBezTo>
                  <a:cubicBezTo>
                    <a:pt x="711" y="387"/>
                    <a:pt x="710" y="387"/>
                    <a:pt x="709" y="387"/>
                  </a:cubicBezTo>
                  <a:cubicBezTo>
                    <a:pt x="686" y="336"/>
                    <a:pt x="658" y="306"/>
                    <a:pt x="629" y="306"/>
                  </a:cubicBezTo>
                  <a:cubicBezTo>
                    <a:pt x="571" y="306"/>
                    <a:pt x="520" y="424"/>
                    <a:pt x="495" y="596"/>
                  </a:cubicBezTo>
                  <a:cubicBezTo>
                    <a:pt x="471" y="539"/>
                    <a:pt x="442" y="505"/>
                    <a:pt x="411" y="505"/>
                  </a:cubicBezTo>
                  <a:cubicBezTo>
                    <a:pt x="384" y="505"/>
                    <a:pt x="358" y="531"/>
                    <a:pt x="336" y="576"/>
                  </a:cubicBezTo>
                  <a:cubicBezTo>
                    <a:pt x="326" y="567"/>
                    <a:pt x="315" y="563"/>
                    <a:pt x="303" y="563"/>
                  </a:cubicBezTo>
                  <a:cubicBezTo>
                    <a:pt x="273" y="563"/>
                    <a:pt x="245" y="595"/>
                    <a:pt x="221" y="650"/>
                  </a:cubicBezTo>
                  <a:cubicBezTo>
                    <a:pt x="204" y="642"/>
                    <a:pt x="187" y="637"/>
                    <a:pt x="169" y="637"/>
                  </a:cubicBezTo>
                  <a:cubicBezTo>
                    <a:pt x="103" y="637"/>
                    <a:pt x="43" y="696"/>
                    <a:pt x="0" y="792"/>
                  </a:cubicBezTo>
                  <a:lnTo>
                    <a:pt x="1781" y="792"/>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3" name="Google Shape;13;p2"/>
          <p:cNvGrpSpPr/>
          <p:nvPr/>
        </p:nvGrpSpPr>
        <p:grpSpPr>
          <a:xfrm>
            <a:off x="-717595" y="113077"/>
            <a:ext cx="10049150" cy="901071"/>
            <a:chOff x="-717595" y="113077"/>
            <a:chExt cx="10049150" cy="901071"/>
          </a:xfrm>
        </p:grpSpPr>
        <p:sp>
          <p:nvSpPr>
            <p:cNvPr id="14" name="Google Shape;14;p2"/>
            <p:cNvSpPr/>
            <p:nvPr/>
          </p:nvSpPr>
          <p:spPr>
            <a:xfrm>
              <a:off x="-717595" y="675950"/>
              <a:ext cx="2255407" cy="338198"/>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15;p2"/>
            <p:cNvSpPr/>
            <p:nvPr/>
          </p:nvSpPr>
          <p:spPr>
            <a:xfrm flipH="1">
              <a:off x="8003492" y="113077"/>
              <a:ext cx="1328062" cy="517673"/>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6" name="Google Shape;16;p2"/>
          <p:cNvSpPr txBox="1">
            <a:spLocks noGrp="1"/>
          </p:cNvSpPr>
          <p:nvPr>
            <p:ph type="ctrTitle"/>
          </p:nvPr>
        </p:nvSpPr>
        <p:spPr>
          <a:xfrm>
            <a:off x="1358225" y="1451100"/>
            <a:ext cx="6427500" cy="832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Clr>
                <a:srgbClr val="191919"/>
              </a:buClr>
              <a:buSzPts val="5200"/>
              <a:buNone/>
              <a:defRPr sz="3200" b="0">
                <a:latin typeface="Sora ExtraBold"/>
                <a:ea typeface="Sora ExtraBold"/>
                <a:cs typeface="Sora ExtraBold"/>
                <a:sym typeface="Sora ExtraBold"/>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17" name="Google Shape;17;p2"/>
          <p:cNvSpPr txBox="1">
            <a:spLocks noGrp="1"/>
          </p:cNvSpPr>
          <p:nvPr>
            <p:ph type="subTitle" idx="1"/>
          </p:nvPr>
        </p:nvSpPr>
        <p:spPr>
          <a:xfrm>
            <a:off x="1358275" y="2171700"/>
            <a:ext cx="6427500" cy="389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8" name="Google Shape;18;p2"/>
          <p:cNvGrpSpPr/>
          <p:nvPr/>
        </p:nvGrpSpPr>
        <p:grpSpPr>
          <a:xfrm>
            <a:off x="0" y="4076275"/>
            <a:ext cx="10937196" cy="1463152"/>
            <a:chOff x="0" y="4076275"/>
            <a:chExt cx="10937196" cy="1463152"/>
          </a:xfrm>
        </p:grpSpPr>
        <p:grpSp>
          <p:nvGrpSpPr>
            <p:cNvPr id="19" name="Google Shape;19;p2"/>
            <p:cNvGrpSpPr/>
            <p:nvPr/>
          </p:nvGrpSpPr>
          <p:grpSpPr>
            <a:xfrm>
              <a:off x="0" y="4076275"/>
              <a:ext cx="5496646" cy="1463152"/>
              <a:chOff x="256225" y="2849437"/>
              <a:chExt cx="5496646" cy="1463152"/>
            </a:xfrm>
          </p:grpSpPr>
          <p:sp>
            <p:nvSpPr>
              <p:cNvPr id="20" name="Google Shape;20;p2"/>
              <p:cNvSpPr/>
              <p:nvPr/>
            </p:nvSpPr>
            <p:spPr>
              <a:xfrm>
                <a:off x="256225" y="2849437"/>
                <a:ext cx="5496646" cy="1463152"/>
              </a:xfrm>
              <a:custGeom>
                <a:avLst/>
                <a:gdLst/>
                <a:ahLst/>
                <a:cxnLst/>
                <a:rect l="l" t="t" r="r" b="b"/>
                <a:pathLst>
                  <a:path w="2861" h="760" extrusionOk="0">
                    <a:moveTo>
                      <a:pt x="0" y="106"/>
                    </a:moveTo>
                    <a:cubicBezTo>
                      <a:pt x="0" y="106"/>
                      <a:pt x="136" y="102"/>
                      <a:pt x="136" y="218"/>
                    </a:cubicBezTo>
                    <a:cubicBezTo>
                      <a:pt x="112" y="218"/>
                      <a:pt x="112" y="218"/>
                      <a:pt x="112" y="218"/>
                    </a:cubicBezTo>
                    <a:cubicBezTo>
                      <a:pt x="112" y="249"/>
                      <a:pt x="112" y="249"/>
                      <a:pt x="112" y="249"/>
                    </a:cubicBezTo>
                    <a:cubicBezTo>
                      <a:pt x="136" y="263"/>
                      <a:pt x="136" y="263"/>
                      <a:pt x="136" y="263"/>
                    </a:cubicBezTo>
                    <a:cubicBezTo>
                      <a:pt x="136" y="760"/>
                      <a:pt x="136" y="760"/>
                      <a:pt x="136" y="760"/>
                    </a:cubicBezTo>
                    <a:cubicBezTo>
                      <a:pt x="184" y="760"/>
                      <a:pt x="184" y="760"/>
                      <a:pt x="184" y="760"/>
                    </a:cubicBezTo>
                    <a:cubicBezTo>
                      <a:pt x="184" y="263"/>
                      <a:pt x="184" y="263"/>
                      <a:pt x="184" y="263"/>
                    </a:cubicBezTo>
                    <a:cubicBezTo>
                      <a:pt x="208" y="249"/>
                      <a:pt x="208" y="249"/>
                      <a:pt x="208" y="249"/>
                    </a:cubicBezTo>
                    <a:cubicBezTo>
                      <a:pt x="208" y="218"/>
                      <a:pt x="208" y="218"/>
                      <a:pt x="208" y="218"/>
                    </a:cubicBezTo>
                    <a:cubicBezTo>
                      <a:pt x="184" y="218"/>
                      <a:pt x="184" y="218"/>
                      <a:pt x="184" y="218"/>
                    </a:cubicBezTo>
                    <a:cubicBezTo>
                      <a:pt x="184" y="102"/>
                      <a:pt x="320" y="106"/>
                      <a:pt x="320" y="106"/>
                    </a:cubicBezTo>
                    <a:cubicBezTo>
                      <a:pt x="320" y="106"/>
                      <a:pt x="456" y="102"/>
                      <a:pt x="456" y="218"/>
                    </a:cubicBezTo>
                    <a:cubicBezTo>
                      <a:pt x="432" y="218"/>
                      <a:pt x="432" y="218"/>
                      <a:pt x="432" y="218"/>
                    </a:cubicBezTo>
                    <a:cubicBezTo>
                      <a:pt x="432" y="249"/>
                      <a:pt x="432" y="249"/>
                      <a:pt x="432" y="249"/>
                    </a:cubicBezTo>
                    <a:cubicBezTo>
                      <a:pt x="456" y="263"/>
                      <a:pt x="456" y="263"/>
                      <a:pt x="456" y="263"/>
                    </a:cubicBezTo>
                    <a:cubicBezTo>
                      <a:pt x="456" y="760"/>
                      <a:pt x="456" y="760"/>
                      <a:pt x="456" y="760"/>
                    </a:cubicBezTo>
                    <a:cubicBezTo>
                      <a:pt x="500" y="760"/>
                      <a:pt x="500" y="760"/>
                      <a:pt x="500" y="760"/>
                    </a:cubicBezTo>
                    <a:cubicBezTo>
                      <a:pt x="500" y="263"/>
                      <a:pt x="500" y="263"/>
                      <a:pt x="500" y="263"/>
                    </a:cubicBezTo>
                    <a:cubicBezTo>
                      <a:pt x="524" y="249"/>
                      <a:pt x="524" y="249"/>
                      <a:pt x="524" y="249"/>
                    </a:cubicBezTo>
                    <a:cubicBezTo>
                      <a:pt x="524" y="218"/>
                      <a:pt x="524" y="218"/>
                      <a:pt x="524" y="218"/>
                    </a:cubicBezTo>
                    <a:cubicBezTo>
                      <a:pt x="500" y="218"/>
                      <a:pt x="500" y="218"/>
                      <a:pt x="500" y="218"/>
                    </a:cubicBezTo>
                    <a:cubicBezTo>
                      <a:pt x="500" y="102"/>
                      <a:pt x="636" y="106"/>
                      <a:pt x="636" y="106"/>
                    </a:cubicBezTo>
                    <a:cubicBezTo>
                      <a:pt x="636" y="106"/>
                      <a:pt x="772" y="102"/>
                      <a:pt x="772" y="218"/>
                    </a:cubicBezTo>
                    <a:cubicBezTo>
                      <a:pt x="748" y="218"/>
                      <a:pt x="748" y="218"/>
                      <a:pt x="748" y="218"/>
                    </a:cubicBezTo>
                    <a:cubicBezTo>
                      <a:pt x="748" y="249"/>
                      <a:pt x="748" y="249"/>
                      <a:pt x="748" y="249"/>
                    </a:cubicBezTo>
                    <a:cubicBezTo>
                      <a:pt x="772" y="263"/>
                      <a:pt x="772" y="263"/>
                      <a:pt x="772" y="263"/>
                    </a:cubicBezTo>
                    <a:cubicBezTo>
                      <a:pt x="772" y="760"/>
                      <a:pt x="772" y="760"/>
                      <a:pt x="772" y="760"/>
                    </a:cubicBezTo>
                    <a:cubicBezTo>
                      <a:pt x="819" y="760"/>
                      <a:pt x="819" y="760"/>
                      <a:pt x="819" y="760"/>
                    </a:cubicBezTo>
                    <a:cubicBezTo>
                      <a:pt x="819" y="263"/>
                      <a:pt x="819" y="263"/>
                      <a:pt x="819" y="263"/>
                    </a:cubicBezTo>
                    <a:cubicBezTo>
                      <a:pt x="844" y="249"/>
                      <a:pt x="844" y="249"/>
                      <a:pt x="844" y="249"/>
                    </a:cubicBezTo>
                    <a:cubicBezTo>
                      <a:pt x="844" y="218"/>
                      <a:pt x="844" y="218"/>
                      <a:pt x="844" y="218"/>
                    </a:cubicBezTo>
                    <a:cubicBezTo>
                      <a:pt x="819" y="218"/>
                      <a:pt x="819" y="218"/>
                      <a:pt x="819" y="218"/>
                    </a:cubicBezTo>
                    <a:cubicBezTo>
                      <a:pt x="819" y="102"/>
                      <a:pt x="955" y="106"/>
                      <a:pt x="955" y="106"/>
                    </a:cubicBezTo>
                    <a:cubicBezTo>
                      <a:pt x="955" y="106"/>
                      <a:pt x="1091" y="102"/>
                      <a:pt x="1091" y="218"/>
                    </a:cubicBezTo>
                    <a:cubicBezTo>
                      <a:pt x="1067" y="218"/>
                      <a:pt x="1067" y="218"/>
                      <a:pt x="1067" y="218"/>
                    </a:cubicBezTo>
                    <a:cubicBezTo>
                      <a:pt x="1067" y="249"/>
                      <a:pt x="1067" y="249"/>
                      <a:pt x="1067" y="249"/>
                    </a:cubicBezTo>
                    <a:cubicBezTo>
                      <a:pt x="1091" y="263"/>
                      <a:pt x="1091" y="263"/>
                      <a:pt x="1091" y="263"/>
                    </a:cubicBezTo>
                    <a:cubicBezTo>
                      <a:pt x="1091" y="760"/>
                      <a:pt x="1091" y="760"/>
                      <a:pt x="1091" y="760"/>
                    </a:cubicBezTo>
                    <a:cubicBezTo>
                      <a:pt x="1135" y="760"/>
                      <a:pt x="1135" y="760"/>
                      <a:pt x="1135" y="760"/>
                    </a:cubicBezTo>
                    <a:cubicBezTo>
                      <a:pt x="1135" y="263"/>
                      <a:pt x="1135" y="263"/>
                      <a:pt x="1135" y="263"/>
                    </a:cubicBezTo>
                    <a:cubicBezTo>
                      <a:pt x="1159" y="249"/>
                      <a:pt x="1159" y="249"/>
                      <a:pt x="1159" y="249"/>
                    </a:cubicBezTo>
                    <a:cubicBezTo>
                      <a:pt x="1159" y="218"/>
                      <a:pt x="1159" y="218"/>
                      <a:pt x="1159" y="218"/>
                    </a:cubicBezTo>
                    <a:cubicBezTo>
                      <a:pt x="1135" y="218"/>
                      <a:pt x="1135" y="218"/>
                      <a:pt x="1135" y="218"/>
                    </a:cubicBezTo>
                    <a:cubicBezTo>
                      <a:pt x="1135" y="102"/>
                      <a:pt x="1271" y="106"/>
                      <a:pt x="1271" y="106"/>
                    </a:cubicBezTo>
                    <a:cubicBezTo>
                      <a:pt x="1271" y="106"/>
                      <a:pt x="1407" y="102"/>
                      <a:pt x="1407" y="218"/>
                    </a:cubicBezTo>
                    <a:cubicBezTo>
                      <a:pt x="1383" y="218"/>
                      <a:pt x="1383" y="218"/>
                      <a:pt x="1383" y="218"/>
                    </a:cubicBezTo>
                    <a:cubicBezTo>
                      <a:pt x="1383" y="249"/>
                      <a:pt x="1383" y="249"/>
                      <a:pt x="1383" y="249"/>
                    </a:cubicBezTo>
                    <a:cubicBezTo>
                      <a:pt x="1407" y="263"/>
                      <a:pt x="1407" y="263"/>
                      <a:pt x="1407" y="263"/>
                    </a:cubicBezTo>
                    <a:cubicBezTo>
                      <a:pt x="1407" y="760"/>
                      <a:pt x="1407" y="760"/>
                      <a:pt x="1407" y="760"/>
                    </a:cubicBezTo>
                    <a:cubicBezTo>
                      <a:pt x="1454" y="760"/>
                      <a:pt x="1454" y="760"/>
                      <a:pt x="1454" y="760"/>
                    </a:cubicBezTo>
                    <a:cubicBezTo>
                      <a:pt x="1454" y="263"/>
                      <a:pt x="1454" y="263"/>
                      <a:pt x="1454" y="263"/>
                    </a:cubicBezTo>
                    <a:cubicBezTo>
                      <a:pt x="1478" y="249"/>
                      <a:pt x="1478" y="249"/>
                      <a:pt x="1478" y="249"/>
                    </a:cubicBezTo>
                    <a:cubicBezTo>
                      <a:pt x="1478" y="218"/>
                      <a:pt x="1478" y="218"/>
                      <a:pt x="1478" y="218"/>
                    </a:cubicBezTo>
                    <a:cubicBezTo>
                      <a:pt x="1454" y="218"/>
                      <a:pt x="1454" y="218"/>
                      <a:pt x="1454" y="218"/>
                    </a:cubicBezTo>
                    <a:cubicBezTo>
                      <a:pt x="1454" y="102"/>
                      <a:pt x="1590" y="106"/>
                      <a:pt x="1590" y="106"/>
                    </a:cubicBezTo>
                    <a:cubicBezTo>
                      <a:pt x="1590" y="106"/>
                      <a:pt x="1726" y="102"/>
                      <a:pt x="1726" y="218"/>
                    </a:cubicBezTo>
                    <a:cubicBezTo>
                      <a:pt x="1702" y="218"/>
                      <a:pt x="1702" y="218"/>
                      <a:pt x="1702" y="218"/>
                    </a:cubicBezTo>
                    <a:cubicBezTo>
                      <a:pt x="1702" y="249"/>
                      <a:pt x="1702" y="249"/>
                      <a:pt x="1702" y="249"/>
                    </a:cubicBezTo>
                    <a:cubicBezTo>
                      <a:pt x="1726" y="263"/>
                      <a:pt x="1726" y="263"/>
                      <a:pt x="1726" y="263"/>
                    </a:cubicBezTo>
                    <a:cubicBezTo>
                      <a:pt x="1726" y="760"/>
                      <a:pt x="1726" y="760"/>
                      <a:pt x="1726" y="760"/>
                    </a:cubicBezTo>
                    <a:cubicBezTo>
                      <a:pt x="1766" y="760"/>
                      <a:pt x="1766" y="760"/>
                      <a:pt x="1766" y="760"/>
                    </a:cubicBezTo>
                    <a:cubicBezTo>
                      <a:pt x="1766" y="263"/>
                      <a:pt x="1766" y="263"/>
                      <a:pt x="1766" y="263"/>
                    </a:cubicBezTo>
                    <a:cubicBezTo>
                      <a:pt x="1790" y="249"/>
                      <a:pt x="1790" y="249"/>
                      <a:pt x="1790" y="249"/>
                    </a:cubicBezTo>
                    <a:cubicBezTo>
                      <a:pt x="1790" y="218"/>
                      <a:pt x="1790" y="218"/>
                      <a:pt x="1790" y="218"/>
                    </a:cubicBezTo>
                    <a:cubicBezTo>
                      <a:pt x="1766" y="218"/>
                      <a:pt x="1766" y="218"/>
                      <a:pt x="1766" y="218"/>
                    </a:cubicBezTo>
                    <a:cubicBezTo>
                      <a:pt x="1766" y="102"/>
                      <a:pt x="1902" y="106"/>
                      <a:pt x="1902" y="106"/>
                    </a:cubicBezTo>
                    <a:cubicBezTo>
                      <a:pt x="1902" y="106"/>
                      <a:pt x="2038" y="102"/>
                      <a:pt x="2038" y="218"/>
                    </a:cubicBezTo>
                    <a:cubicBezTo>
                      <a:pt x="2014" y="218"/>
                      <a:pt x="2014" y="218"/>
                      <a:pt x="2014" y="218"/>
                    </a:cubicBezTo>
                    <a:cubicBezTo>
                      <a:pt x="2014" y="249"/>
                      <a:pt x="2014" y="249"/>
                      <a:pt x="2014" y="249"/>
                    </a:cubicBezTo>
                    <a:cubicBezTo>
                      <a:pt x="2038" y="263"/>
                      <a:pt x="2038" y="263"/>
                      <a:pt x="2038" y="263"/>
                    </a:cubicBezTo>
                    <a:cubicBezTo>
                      <a:pt x="2038" y="760"/>
                      <a:pt x="2038" y="760"/>
                      <a:pt x="2038" y="760"/>
                    </a:cubicBezTo>
                    <a:cubicBezTo>
                      <a:pt x="2086" y="760"/>
                      <a:pt x="2086" y="760"/>
                      <a:pt x="2086" y="760"/>
                    </a:cubicBezTo>
                    <a:cubicBezTo>
                      <a:pt x="2086" y="263"/>
                      <a:pt x="2086" y="263"/>
                      <a:pt x="2086" y="263"/>
                    </a:cubicBezTo>
                    <a:cubicBezTo>
                      <a:pt x="2110" y="249"/>
                      <a:pt x="2110" y="249"/>
                      <a:pt x="2110" y="249"/>
                    </a:cubicBezTo>
                    <a:cubicBezTo>
                      <a:pt x="2110" y="218"/>
                      <a:pt x="2110" y="218"/>
                      <a:pt x="2110" y="218"/>
                    </a:cubicBezTo>
                    <a:cubicBezTo>
                      <a:pt x="2086" y="218"/>
                      <a:pt x="2086" y="218"/>
                      <a:pt x="2086" y="218"/>
                    </a:cubicBezTo>
                    <a:cubicBezTo>
                      <a:pt x="2086" y="102"/>
                      <a:pt x="2222" y="106"/>
                      <a:pt x="2222" y="106"/>
                    </a:cubicBezTo>
                    <a:cubicBezTo>
                      <a:pt x="2222" y="106"/>
                      <a:pt x="2358" y="102"/>
                      <a:pt x="2358" y="218"/>
                    </a:cubicBezTo>
                    <a:cubicBezTo>
                      <a:pt x="2334" y="218"/>
                      <a:pt x="2334" y="218"/>
                      <a:pt x="2334" y="218"/>
                    </a:cubicBezTo>
                    <a:cubicBezTo>
                      <a:pt x="2334" y="249"/>
                      <a:pt x="2334" y="249"/>
                      <a:pt x="2334" y="249"/>
                    </a:cubicBezTo>
                    <a:cubicBezTo>
                      <a:pt x="2358" y="263"/>
                      <a:pt x="2358" y="263"/>
                      <a:pt x="2358" y="263"/>
                    </a:cubicBezTo>
                    <a:cubicBezTo>
                      <a:pt x="2358" y="760"/>
                      <a:pt x="2358" y="760"/>
                      <a:pt x="2358" y="760"/>
                    </a:cubicBezTo>
                    <a:cubicBezTo>
                      <a:pt x="2395" y="760"/>
                      <a:pt x="2395" y="760"/>
                      <a:pt x="2395" y="760"/>
                    </a:cubicBezTo>
                    <a:cubicBezTo>
                      <a:pt x="2395" y="263"/>
                      <a:pt x="2395" y="263"/>
                      <a:pt x="2395" y="263"/>
                    </a:cubicBezTo>
                    <a:cubicBezTo>
                      <a:pt x="2420" y="249"/>
                      <a:pt x="2420" y="249"/>
                      <a:pt x="2420" y="249"/>
                    </a:cubicBezTo>
                    <a:cubicBezTo>
                      <a:pt x="2420" y="218"/>
                      <a:pt x="2420" y="218"/>
                      <a:pt x="2420" y="218"/>
                    </a:cubicBezTo>
                    <a:cubicBezTo>
                      <a:pt x="2395" y="218"/>
                      <a:pt x="2395" y="218"/>
                      <a:pt x="2395" y="218"/>
                    </a:cubicBezTo>
                    <a:cubicBezTo>
                      <a:pt x="2395" y="102"/>
                      <a:pt x="2531" y="106"/>
                      <a:pt x="2531" y="106"/>
                    </a:cubicBezTo>
                    <a:cubicBezTo>
                      <a:pt x="2531" y="106"/>
                      <a:pt x="2667" y="102"/>
                      <a:pt x="2667" y="218"/>
                    </a:cubicBezTo>
                    <a:cubicBezTo>
                      <a:pt x="2643" y="218"/>
                      <a:pt x="2643" y="218"/>
                      <a:pt x="2643" y="218"/>
                    </a:cubicBezTo>
                    <a:cubicBezTo>
                      <a:pt x="2643" y="249"/>
                      <a:pt x="2643" y="249"/>
                      <a:pt x="2643" y="249"/>
                    </a:cubicBezTo>
                    <a:cubicBezTo>
                      <a:pt x="2667" y="263"/>
                      <a:pt x="2667" y="263"/>
                      <a:pt x="2667" y="263"/>
                    </a:cubicBezTo>
                    <a:cubicBezTo>
                      <a:pt x="2667" y="760"/>
                      <a:pt x="2667" y="760"/>
                      <a:pt x="2667" y="760"/>
                    </a:cubicBezTo>
                    <a:cubicBezTo>
                      <a:pt x="2715" y="760"/>
                      <a:pt x="2715" y="760"/>
                      <a:pt x="2715" y="760"/>
                    </a:cubicBezTo>
                    <a:cubicBezTo>
                      <a:pt x="2715" y="263"/>
                      <a:pt x="2715" y="263"/>
                      <a:pt x="2715" y="263"/>
                    </a:cubicBezTo>
                    <a:cubicBezTo>
                      <a:pt x="2739" y="249"/>
                      <a:pt x="2739" y="249"/>
                      <a:pt x="2739" y="249"/>
                    </a:cubicBezTo>
                    <a:cubicBezTo>
                      <a:pt x="2739" y="218"/>
                      <a:pt x="2739" y="218"/>
                      <a:pt x="2739" y="218"/>
                    </a:cubicBezTo>
                    <a:cubicBezTo>
                      <a:pt x="2715" y="218"/>
                      <a:pt x="2715" y="218"/>
                      <a:pt x="2715" y="218"/>
                    </a:cubicBezTo>
                    <a:cubicBezTo>
                      <a:pt x="2715" y="102"/>
                      <a:pt x="2851" y="106"/>
                      <a:pt x="2851" y="106"/>
                    </a:cubicBezTo>
                    <a:cubicBezTo>
                      <a:pt x="2851" y="106"/>
                      <a:pt x="2855" y="106"/>
                      <a:pt x="2861" y="106"/>
                    </a:cubicBezTo>
                    <a:cubicBezTo>
                      <a:pt x="2861" y="0"/>
                      <a:pt x="2861" y="0"/>
                      <a:pt x="2861" y="0"/>
                    </a:cubicBezTo>
                    <a:cubicBezTo>
                      <a:pt x="0" y="0"/>
                      <a:pt x="0" y="0"/>
                      <a:pt x="0" y="0"/>
                    </a:cubicBezTo>
                    <a:lnTo>
                      <a:pt x="0" y="10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1" name="Google Shape;21;p2"/>
              <p:cNvGrpSpPr/>
              <p:nvPr/>
            </p:nvGrpSpPr>
            <p:grpSpPr>
              <a:xfrm>
                <a:off x="522242" y="3004104"/>
                <a:ext cx="4945824" cy="77100"/>
                <a:chOff x="522242" y="3004104"/>
                <a:chExt cx="4945824" cy="77100"/>
              </a:xfrm>
            </p:grpSpPr>
            <p:sp>
              <p:nvSpPr>
                <p:cNvPr id="22" name="Google Shape;22;p2"/>
                <p:cNvSpPr/>
                <p:nvPr/>
              </p:nvSpPr>
              <p:spPr>
                <a:xfrm>
                  <a:off x="1137793"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 name="Google Shape;23;p2"/>
                <p:cNvSpPr/>
                <p:nvPr/>
              </p:nvSpPr>
              <p:spPr>
                <a:xfrm>
                  <a:off x="522242" y="3004104"/>
                  <a:ext cx="807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 name="Google Shape;24;p2"/>
                <p:cNvSpPr/>
                <p:nvPr/>
              </p:nvSpPr>
              <p:spPr>
                <a:xfrm>
                  <a:off x="2362707"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 name="Google Shape;25;p2"/>
                <p:cNvSpPr/>
                <p:nvPr/>
              </p:nvSpPr>
              <p:spPr>
                <a:xfrm>
                  <a:off x="1747156"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26;p2"/>
                <p:cNvSpPr/>
                <p:nvPr/>
              </p:nvSpPr>
              <p:spPr>
                <a:xfrm>
                  <a:off x="3584527"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 name="Google Shape;27;p2"/>
                <p:cNvSpPr/>
                <p:nvPr/>
              </p:nvSpPr>
              <p:spPr>
                <a:xfrm>
                  <a:off x="2972070"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 name="Google Shape;28;p2"/>
                <p:cNvSpPr/>
                <p:nvPr/>
              </p:nvSpPr>
              <p:spPr>
                <a:xfrm>
                  <a:off x="4787789" y="3004104"/>
                  <a:ext cx="807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 name="Google Shape;29;p2"/>
                <p:cNvSpPr/>
                <p:nvPr/>
              </p:nvSpPr>
              <p:spPr>
                <a:xfrm>
                  <a:off x="5390965"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 name="Google Shape;30;p2"/>
                <p:cNvSpPr/>
                <p:nvPr/>
              </p:nvSpPr>
              <p:spPr>
                <a:xfrm>
                  <a:off x="4175332"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1" name="Google Shape;31;p2"/>
            <p:cNvGrpSpPr/>
            <p:nvPr/>
          </p:nvGrpSpPr>
          <p:grpSpPr>
            <a:xfrm>
              <a:off x="5440550" y="4076275"/>
              <a:ext cx="5496646" cy="1463152"/>
              <a:chOff x="256225" y="2849437"/>
              <a:chExt cx="5496646" cy="1463152"/>
            </a:xfrm>
          </p:grpSpPr>
          <p:sp>
            <p:nvSpPr>
              <p:cNvPr id="32" name="Google Shape;32;p2"/>
              <p:cNvSpPr/>
              <p:nvPr/>
            </p:nvSpPr>
            <p:spPr>
              <a:xfrm>
                <a:off x="256225" y="2849437"/>
                <a:ext cx="5496646" cy="1463152"/>
              </a:xfrm>
              <a:custGeom>
                <a:avLst/>
                <a:gdLst/>
                <a:ahLst/>
                <a:cxnLst/>
                <a:rect l="l" t="t" r="r" b="b"/>
                <a:pathLst>
                  <a:path w="2861" h="760" extrusionOk="0">
                    <a:moveTo>
                      <a:pt x="0" y="106"/>
                    </a:moveTo>
                    <a:cubicBezTo>
                      <a:pt x="0" y="106"/>
                      <a:pt x="136" y="102"/>
                      <a:pt x="136" y="218"/>
                    </a:cubicBezTo>
                    <a:cubicBezTo>
                      <a:pt x="112" y="218"/>
                      <a:pt x="112" y="218"/>
                      <a:pt x="112" y="218"/>
                    </a:cubicBezTo>
                    <a:cubicBezTo>
                      <a:pt x="112" y="249"/>
                      <a:pt x="112" y="249"/>
                      <a:pt x="112" y="249"/>
                    </a:cubicBezTo>
                    <a:cubicBezTo>
                      <a:pt x="136" y="263"/>
                      <a:pt x="136" y="263"/>
                      <a:pt x="136" y="263"/>
                    </a:cubicBezTo>
                    <a:cubicBezTo>
                      <a:pt x="136" y="760"/>
                      <a:pt x="136" y="760"/>
                      <a:pt x="136" y="760"/>
                    </a:cubicBezTo>
                    <a:cubicBezTo>
                      <a:pt x="184" y="760"/>
                      <a:pt x="184" y="760"/>
                      <a:pt x="184" y="760"/>
                    </a:cubicBezTo>
                    <a:cubicBezTo>
                      <a:pt x="184" y="263"/>
                      <a:pt x="184" y="263"/>
                      <a:pt x="184" y="263"/>
                    </a:cubicBezTo>
                    <a:cubicBezTo>
                      <a:pt x="208" y="249"/>
                      <a:pt x="208" y="249"/>
                      <a:pt x="208" y="249"/>
                    </a:cubicBezTo>
                    <a:cubicBezTo>
                      <a:pt x="208" y="218"/>
                      <a:pt x="208" y="218"/>
                      <a:pt x="208" y="218"/>
                    </a:cubicBezTo>
                    <a:cubicBezTo>
                      <a:pt x="184" y="218"/>
                      <a:pt x="184" y="218"/>
                      <a:pt x="184" y="218"/>
                    </a:cubicBezTo>
                    <a:cubicBezTo>
                      <a:pt x="184" y="102"/>
                      <a:pt x="320" y="106"/>
                      <a:pt x="320" y="106"/>
                    </a:cubicBezTo>
                    <a:cubicBezTo>
                      <a:pt x="320" y="106"/>
                      <a:pt x="456" y="102"/>
                      <a:pt x="456" y="218"/>
                    </a:cubicBezTo>
                    <a:cubicBezTo>
                      <a:pt x="432" y="218"/>
                      <a:pt x="432" y="218"/>
                      <a:pt x="432" y="218"/>
                    </a:cubicBezTo>
                    <a:cubicBezTo>
                      <a:pt x="432" y="249"/>
                      <a:pt x="432" y="249"/>
                      <a:pt x="432" y="249"/>
                    </a:cubicBezTo>
                    <a:cubicBezTo>
                      <a:pt x="456" y="263"/>
                      <a:pt x="456" y="263"/>
                      <a:pt x="456" y="263"/>
                    </a:cubicBezTo>
                    <a:cubicBezTo>
                      <a:pt x="456" y="760"/>
                      <a:pt x="456" y="760"/>
                      <a:pt x="456" y="760"/>
                    </a:cubicBezTo>
                    <a:cubicBezTo>
                      <a:pt x="500" y="760"/>
                      <a:pt x="500" y="760"/>
                      <a:pt x="500" y="760"/>
                    </a:cubicBezTo>
                    <a:cubicBezTo>
                      <a:pt x="500" y="263"/>
                      <a:pt x="500" y="263"/>
                      <a:pt x="500" y="263"/>
                    </a:cubicBezTo>
                    <a:cubicBezTo>
                      <a:pt x="524" y="249"/>
                      <a:pt x="524" y="249"/>
                      <a:pt x="524" y="249"/>
                    </a:cubicBezTo>
                    <a:cubicBezTo>
                      <a:pt x="524" y="218"/>
                      <a:pt x="524" y="218"/>
                      <a:pt x="524" y="218"/>
                    </a:cubicBezTo>
                    <a:cubicBezTo>
                      <a:pt x="500" y="218"/>
                      <a:pt x="500" y="218"/>
                      <a:pt x="500" y="218"/>
                    </a:cubicBezTo>
                    <a:cubicBezTo>
                      <a:pt x="500" y="102"/>
                      <a:pt x="636" y="106"/>
                      <a:pt x="636" y="106"/>
                    </a:cubicBezTo>
                    <a:cubicBezTo>
                      <a:pt x="636" y="106"/>
                      <a:pt x="772" y="102"/>
                      <a:pt x="772" y="218"/>
                    </a:cubicBezTo>
                    <a:cubicBezTo>
                      <a:pt x="748" y="218"/>
                      <a:pt x="748" y="218"/>
                      <a:pt x="748" y="218"/>
                    </a:cubicBezTo>
                    <a:cubicBezTo>
                      <a:pt x="748" y="249"/>
                      <a:pt x="748" y="249"/>
                      <a:pt x="748" y="249"/>
                    </a:cubicBezTo>
                    <a:cubicBezTo>
                      <a:pt x="772" y="263"/>
                      <a:pt x="772" y="263"/>
                      <a:pt x="772" y="263"/>
                    </a:cubicBezTo>
                    <a:cubicBezTo>
                      <a:pt x="772" y="760"/>
                      <a:pt x="772" y="760"/>
                      <a:pt x="772" y="760"/>
                    </a:cubicBezTo>
                    <a:cubicBezTo>
                      <a:pt x="819" y="760"/>
                      <a:pt x="819" y="760"/>
                      <a:pt x="819" y="760"/>
                    </a:cubicBezTo>
                    <a:cubicBezTo>
                      <a:pt x="819" y="263"/>
                      <a:pt x="819" y="263"/>
                      <a:pt x="819" y="263"/>
                    </a:cubicBezTo>
                    <a:cubicBezTo>
                      <a:pt x="844" y="249"/>
                      <a:pt x="844" y="249"/>
                      <a:pt x="844" y="249"/>
                    </a:cubicBezTo>
                    <a:cubicBezTo>
                      <a:pt x="844" y="218"/>
                      <a:pt x="844" y="218"/>
                      <a:pt x="844" y="218"/>
                    </a:cubicBezTo>
                    <a:cubicBezTo>
                      <a:pt x="819" y="218"/>
                      <a:pt x="819" y="218"/>
                      <a:pt x="819" y="218"/>
                    </a:cubicBezTo>
                    <a:cubicBezTo>
                      <a:pt x="819" y="102"/>
                      <a:pt x="955" y="106"/>
                      <a:pt x="955" y="106"/>
                    </a:cubicBezTo>
                    <a:cubicBezTo>
                      <a:pt x="955" y="106"/>
                      <a:pt x="1091" y="102"/>
                      <a:pt x="1091" y="218"/>
                    </a:cubicBezTo>
                    <a:cubicBezTo>
                      <a:pt x="1067" y="218"/>
                      <a:pt x="1067" y="218"/>
                      <a:pt x="1067" y="218"/>
                    </a:cubicBezTo>
                    <a:cubicBezTo>
                      <a:pt x="1067" y="249"/>
                      <a:pt x="1067" y="249"/>
                      <a:pt x="1067" y="249"/>
                    </a:cubicBezTo>
                    <a:cubicBezTo>
                      <a:pt x="1091" y="263"/>
                      <a:pt x="1091" y="263"/>
                      <a:pt x="1091" y="263"/>
                    </a:cubicBezTo>
                    <a:cubicBezTo>
                      <a:pt x="1091" y="760"/>
                      <a:pt x="1091" y="760"/>
                      <a:pt x="1091" y="760"/>
                    </a:cubicBezTo>
                    <a:cubicBezTo>
                      <a:pt x="1135" y="760"/>
                      <a:pt x="1135" y="760"/>
                      <a:pt x="1135" y="760"/>
                    </a:cubicBezTo>
                    <a:cubicBezTo>
                      <a:pt x="1135" y="263"/>
                      <a:pt x="1135" y="263"/>
                      <a:pt x="1135" y="263"/>
                    </a:cubicBezTo>
                    <a:cubicBezTo>
                      <a:pt x="1159" y="249"/>
                      <a:pt x="1159" y="249"/>
                      <a:pt x="1159" y="249"/>
                    </a:cubicBezTo>
                    <a:cubicBezTo>
                      <a:pt x="1159" y="218"/>
                      <a:pt x="1159" y="218"/>
                      <a:pt x="1159" y="218"/>
                    </a:cubicBezTo>
                    <a:cubicBezTo>
                      <a:pt x="1135" y="218"/>
                      <a:pt x="1135" y="218"/>
                      <a:pt x="1135" y="218"/>
                    </a:cubicBezTo>
                    <a:cubicBezTo>
                      <a:pt x="1135" y="102"/>
                      <a:pt x="1271" y="106"/>
                      <a:pt x="1271" y="106"/>
                    </a:cubicBezTo>
                    <a:cubicBezTo>
                      <a:pt x="1271" y="106"/>
                      <a:pt x="1407" y="102"/>
                      <a:pt x="1407" y="218"/>
                    </a:cubicBezTo>
                    <a:cubicBezTo>
                      <a:pt x="1383" y="218"/>
                      <a:pt x="1383" y="218"/>
                      <a:pt x="1383" y="218"/>
                    </a:cubicBezTo>
                    <a:cubicBezTo>
                      <a:pt x="1383" y="249"/>
                      <a:pt x="1383" y="249"/>
                      <a:pt x="1383" y="249"/>
                    </a:cubicBezTo>
                    <a:cubicBezTo>
                      <a:pt x="1407" y="263"/>
                      <a:pt x="1407" y="263"/>
                      <a:pt x="1407" y="263"/>
                    </a:cubicBezTo>
                    <a:cubicBezTo>
                      <a:pt x="1407" y="760"/>
                      <a:pt x="1407" y="760"/>
                      <a:pt x="1407" y="760"/>
                    </a:cubicBezTo>
                    <a:cubicBezTo>
                      <a:pt x="1454" y="760"/>
                      <a:pt x="1454" y="760"/>
                      <a:pt x="1454" y="760"/>
                    </a:cubicBezTo>
                    <a:cubicBezTo>
                      <a:pt x="1454" y="263"/>
                      <a:pt x="1454" y="263"/>
                      <a:pt x="1454" y="263"/>
                    </a:cubicBezTo>
                    <a:cubicBezTo>
                      <a:pt x="1478" y="249"/>
                      <a:pt x="1478" y="249"/>
                      <a:pt x="1478" y="249"/>
                    </a:cubicBezTo>
                    <a:cubicBezTo>
                      <a:pt x="1478" y="218"/>
                      <a:pt x="1478" y="218"/>
                      <a:pt x="1478" y="218"/>
                    </a:cubicBezTo>
                    <a:cubicBezTo>
                      <a:pt x="1454" y="218"/>
                      <a:pt x="1454" y="218"/>
                      <a:pt x="1454" y="218"/>
                    </a:cubicBezTo>
                    <a:cubicBezTo>
                      <a:pt x="1454" y="102"/>
                      <a:pt x="1590" y="106"/>
                      <a:pt x="1590" y="106"/>
                    </a:cubicBezTo>
                    <a:cubicBezTo>
                      <a:pt x="1590" y="106"/>
                      <a:pt x="1726" y="102"/>
                      <a:pt x="1726" y="218"/>
                    </a:cubicBezTo>
                    <a:cubicBezTo>
                      <a:pt x="1702" y="218"/>
                      <a:pt x="1702" y="218"/>
                      <a:pt x="1702" y="218"/>
                    </a:cubicBezTo>
                    <a:cubicBezTo>
                      <a:pt x="1702" y="249"/>
                      <a:pt x="1702" y="249"/>
                      <a:pt x="1702" y="249"/>
                    </a:cubicBezTo>
                    <a:cubicBezTo>
                      <a:pt x="1726" y="263"/>
                      <a:pt x="1726" y="263"/>
                      <a:pt x="1726" y="263"/>
                    </a:cubicBezTo>
                    <a:cubicBezTo>
                      <a:pt x="1726" y="760"/>
                      <a:pt x="1726" y="760"/>
                      <a:pt x="1726" y="760"/>
                    </a:cubicBezTo>
                    <a:cubicBezTo>
                      <a:pt x="1766" y="760"/>
                      <a:pt x="1766" y="760"/>
                      <a:pt x="1766" y="760"/>
                    </a:cubicBezTo>
                    <a:cubicBezTo>
                      <a:pt x="1766" y="263"/>
                      <a:pt x="1766" y="263"/>
                      <a:pt x="1766" y="263"/>
                    </a:cubicBezTo>
                    <a:cubicBezTo>
                      <a:pt x="1790" y="249"/>
                      <a:pt x="1790" y="249"/>
                      <a:pt x="1790" y="249"/>
                    </a:cubicBezTo>
                    <a:cubicBezTo>
                      <a:pt x="1790" y="218"/>
                      <a:pt x="1790" y="218"/>
                      <a:pt x="1790" y="218"/>
                    </a:cubicBezTo>
                    <a:cubicBezTo>
                      <a:pt x="1766" y="218"/>
                      <a:pt x="1766" y="218"/>
                      <a:pt x="1766" y="218"/>
                    </a:cubicBezTo>
                    <a:cubicBezTo>
                      <a:pt x="1766" y="102"/>
                      <a:pt x="1902" y="106"/>
                      <a:pt x="1902" y="106"/>
                    </a:cubicBezTo>
                    <a:cubicBezTo>
                      <a:pt x="1902" y="106"/>
                      <a:pt x="2038" y="102"/>
                      <a:pt x="2038" y="218"/>
                    </a:cubicBezTo>
                    <a:cubicBezTo>
                      <a:pt x="2014" y="218"/>
                      <a:pt x="2014" y="218"/>
                      <a:pt x="2014" y="218"/>
                    </a:cubicBezTo>
                    <a:cubicBezTo>
                      <a:pt x="2014" y="249"/>
                      <a:pt x="2014" y="249"/>
                      <a:pt x="2014" y="249"/>
                    </a:cubicBezTo>
                    <a:cubicBezTo>
                      <a:pt x="2038" y="263"/>
                      <a:pt x="2038" y="263"/>
                      <a:pt x="2038" y="263"/>
                    </a:cubicBezTo>
                    <a:cubicBezTo>
                      <a:pt x="2038" y="760"/>
                      <a:pt x="2038" y="760"/>
                      <a:pt x="2038" y="760"/>
                    </a:cubicBezTo>
                    <a:cubicBezTo>
                      <a:pt x="2086" y="760"/>
                      <a:pt x="2086" y="760"/>
                      <a:pt x="2086" y="760"/>
                    </a:cubicBezTo>
                    <a:cubicBezTo>
                      <a:pt x="2086" y="263"/>
                      <a:pt x="2086" y="263"/>
                      <a:pt x="2086" y="263"/>
                    </a:cubicBezTo>
                    <a:cubicBezTo>
                      <a:pt x="2110" y="249"/>
                      <a:pt x="2110" y="249"/>
                      <a:pt x="2110" y="249"/>
                    </a:cubicBezTo>
                    <a:cubicBezTo>
                      <a:pt x="2110" y="218"/>
                      <a:pt x="2110" y="218"/>
                      <a:pt x="2110" y="218"/>
                    </a:cubicBezTo>
                    <a:cubicBezTo>
                      <a:pt x="2086" y="218"/>
                      <a:pt x="2086" y="218"/>
                      <a:pt x="2086" y="218"/>
                    </a:cubicBezTo>
                    <a:cubicBezTo>
                      <a:pt x="2086" y="102"/>
                      <a:pt x="2222" y="106"/>
                      <a:pt x="2222" y="106"/>
                    </a:cubicBezTo>
                    <a:cubicBezTo>
                      <a:pt x="2222" y="106"/>
                      <a:pt x="2358" y="102"/>
                      <a:pt x="2358" y="218"/>
                    </a:cubicBezTo>
                    <a:cubicBezTo>
                      <a:pt x="2334" y="218"/>
                      <a:pt x="2334" y="218"/>
                      <a:pt x="2334" y="218"/>
                    </a:cubicBezTo>
                    <a:cubicBezTo>
                      <a:pt x="2334" y="249"/>
                      <a:pt x="2334" y="249"/>
                      <a:pt x="2334" y="249"/>
                    </a:cubicBezTo>
                    <a:cubicBezTo>
                      <a:pt x="2358" y="263"/>
                      <a:pt x="2358" y="263"/>
                      <a:pt x="2358" y="263"/>
                    </a:cubicBezTo>
                    <a:cubicBezTo>
                      <a:pt x="2358" y="760"/>
                      <a:pt x="2358" y="760"/>
                      <a:pt x="2358" y="760"/>
                    </a:cubicBezTo>
                    <a:cubicBezTo>
                      <a:pt x="2395" y="760"/>
                      <a:pt x="2395" y="760"/>
                      <a:pt x="2395" y="760"/>
                    </a:cubicBezTo>
                    <a:cubicBezTo>
                      <a:pt x="2395" y="263"/>
                      <a:pt x="2395" y="263"/>
                      <a:pt x="2395" y="263"/>
                    </a:cubicBezTo>
                    <a:cubicBezTo>
                      <a:pt x="2420" y="249"/>
                      <a:pt x="2420" y="249"/>
                      <a:pt x="2420" y="249"/>
                    </a:cubicBezTo>
                    <a:cubicBezTo>
                      <a:pt x="2420" y="218"/>
                      <a:pt x="2420" y="218"/>
                      <a:pt x="2420" y="218"/>
                    </a:cubicBezTo>
                    <a:cubicBezTo>
                      <a:pt x="2395" y="218"/>
                      <a:pt x="2395" y="218"/>
                      <a:pt x="2395" y="218"/>
                    </a:cubicBezTo>
                    <a:cubicBezTo>
                      <a:pt x="2395" y="102"/>
                      <a:pt x="2531" y="106"/>
                      <a:pt x="2531" y="106"/>
                    </a:cubicBezTo>
                    <a:cubicBezTo>
                      <a:pt x="2531" y="106"/>
                      <a:pt x="2667" y="102"/>
                      <a:pt x="2667" y="218"/>
                    </a:cubicBezTo>
                    <a:cubicBezTo>
                      <a:pt x="2643" y="218"/>
                      <a:pt x="2643" y="218"/>
                      <a:pt x="2643" y="218"/>
                    </a:cubicBezTo>
                    <a:cubicBezTo>
                      <a:pt x="2643" y="249"/>
                      <a:pt x="2643" y="249"/>
                      <a:pt x="2643" y="249"/>
                    </a:cubicBezTo>
                    <a:cubicBezTo>
                      <a:pt x="2667" y="263"/>
                      <a:pt x="2667" y="263"/>
                      <a:pt x="2667" y="263"/>
                    </a:cubicBezTo>
                    <a:cubicBezTo>
                      <a:pt x="2667" y="760"/>
                      <a:pt x="2667" y="760"/>
                      <a:pt x="2667" y="760"/>
                    </a:cubicBezTo>
                    <a:cubicBezTo>
                      <a:pt x="2715" y="760"/>
                      <a:pt x="2715" y="760"/>
                      <a:pt x="2715" y="760"/>
                    </a:cubicBezTo>
                    <a:cubicBezTo>
                      <a:pt x="2715" y="263"/>
                      <a:pt x="2715" y="263"/>
                      <a:pt x="2715" y="263"/>
                    </a:cubicBezTo>
                    <a:cubicBezTo>
                      <a:pt x="2739" y="249"/>
                      <a:pt x="2739" y="249"/>
                      <a:pt x="2739" y="249"/>
                    </a:cubicBezTo>
                    <a:cubicBezTo>
                      <a:pt x="2739" y="218"/>
                      <a:pt x="2739" y="218"/>
                      <a:pt x="2739" y="218"/>
                    </a:cubicBezTo>
                    <a:cubicBezTo>
                      <a:pt x="2715" y="218"/>
                      <a:pt x="2715" y="218"/>
                      <a:pt x="2715" y="218"/>
                    </a:cubicBezTo>
                    <a:cubicBezTo>
                      <a:pt x="2715" y="102"/>
                      <a:pt x="2851" y="106"/>
                      <a:pt x="2851" y="106"/>
                    </a:cubicBezTo>
                    <a:cubicBezTo>
                      <a:pt x="2851" y="106"/>
                      <a:pt x="2855" y="106"/>
                      <a:pt x="2861" y="106"/>
                    </a:cubicBezTo>
                    <a:cubicBezTo>
                      <a:pt x="2861" y="0"/>
                      <a:pt x="2861" y="0"/>
                      <a:pt x="2861" y="0"/>
                    </a:cubicBezTo>
                    <a:cubicBezTo>
                      <a:pt x="0" y="0"/>
                      <a:pt x="0" y="0"/>
                      <a:pt x="0" y="0"/>
                    </a:cubicBezTo>
                    <a:lnTo>
                      <a:pt x="0" y="10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3" name="Google Shape;33;p2"/>
              <p:cNvGrpSpPr/>
              <p:nvPr/>
            </p:nvGrpSpPr>
            <p:grpSpPr>
              <a:xfrm>
                <a:off x="522242" y="3004104"/>
                <a:ext cx="4945824" cy="77100"/>
                <a:chOff x="522242" y="3004104"/>
                <a:chExt cx="4945824" cy="77100"/>
              </a:xfrm>
            </p:grpSpPr>
            <p:sp>
              <p:nvSpPr>
                <p:cNvPr id="34" name="Google Shape;34;p2"/>
                <p:cNvSpPr/>
                <p:nvPr/>
              </p:nvSpPr>
              <p:spPr>
                <a:xfrm>
                  <a:off x="1137793"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 name="Google Shape;35;p2"/>
                <p:cNvSpPr/>
                <p:nvPr/>
              </p:nvSpPr>
              <p:spPr>
                <a:xfrm>
                  <a:off x="522242" y="3004104"/>
                  <a:ext cx="807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 name="Google Shape;36;p2"/>
                <p:cNvSpPr/>
                <p:nvPr/>
              </p:nvSpPr>
              <p:spPr>
                <a:xfrm>
                  <a:off x="2362707"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 name="Google Shape;37;p2"/>
                <p:cNvSpPr/>
                <p:nvPr/>
              </p:nvSpPr>
              <p:spPr>
                <a:xfrm>
                  <a:off x="1747156"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 name="Google Shape;38;p2"/>
                <p:cNvSpPr/>
                <p:nvPr/>
              </p:nvSpPr>
              <p:spPr>
                <a:xfrm>
                  <a:off x="3584527"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 name="Google Shape;39;p2"/>
                <p:cNvSpPr/>
                <p:nvPr/>
              </p:nvSpPr>
              <p:spPr>
                <a:xfrm>
                  <a:off x="2972070"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 name="Google Shape;40;p2"/>
                <p:cNvSpPr/>
                <p:nvPr/>
              </p:nvSpPr>
              <p:spPr>
                <a:xfrm>
                  <a:off x="4787789" y="3004104"/>
                  <a:ext cx="807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 name="Google Shape;41;p2"/>
                <p:cNvSpPr/>
                <p:nvPr/>
              </p:nvSpPr>
              <p:spPr>
                <a:xfrm>
                  <a:off x="5390965"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 name="Google Shape;42;p2"/>
                <p:cNvSpPr/>
                <p:nvPr/>
              </p:nvSpPr>
              <p:spPr>
                <a:xfrm>
                  <a:off x="4175332"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
        <p:cNvGrpSpPr/>
        <p:nvPr/>
      </p:nvGrpSpPr>
      <p:grpSpPr>
        <a:xfrm>
          <a:off x="0" y="0"/>
          <a:ext cx="0" cy="0"/>
          <a:chOff x="0" y="0"/>
          <a:chExt cx="0" cy="0"/>
        </a:xfrm>
      </p:grpSpPr>
      <p:pic>
        <p:nvPicPr>
          <p:cNvPr id="44" name="Google Shape;44;p3"/>
          <p:cNvPicPr preferRelativeResize="0"/>
          <p:nvPr/>
        </p:nvPicPr>
        <p:blipFill>
          <a:blip r:embed="rId2">
            <a:alphaModFix/>
          </a:blip>
          <a:stretch>
            <a:fillRect/>
          </a:stretch>
        </p:blipFill>
        <p:spPr>
          <a:xfrm>
            <a:off x="25" y="0"/>
            <a:ext cx="9144000" cy="5143500"/>
          </a:xfrm>
          <a:prstGeom prst="rect">
            <a:avLst/>
          </a:prstGeom>
          <a:noFill/>
          <a:ln>
            <a:noFill/>
          </a:ln>
        </p:spPr>
      </p:pic>
      <p:grpSp>
        <p:nvGrpSpPr>
          <p:cNvPr id="45" name="Google Shape;45;p3"/>
          <p:cNvGrpSpPr/>
          <p:nvPr/>
        </p:nvGrpSpPr>
        <p:grpSpPr>
          <a:xfrm>
            <a:off x="-511477" y="2410200"/>
            <a:ext cx="9839452" cy="2210350"/>
            <a:chOff x="-511477" y="2352625"/>
            <a:chExt cx="9839452" cy="2210350"/>
          </a:xfrm>
        </p:grpSpPr>
        <p:sp>
          <p:nvSpPr>
            <p:cNvPr id="46" name="Google Shape;46;p3"/>
            <p:cNvSpPr/>
            <p:nvPr/>
          </p:nvSpPr>
          <p:spPr>
            <a:xfrm flipH="1">
              <a:off x="-511477" y="2785600"/>
              <a:ext cx="6569677" cy="1777375"/>
            </a:xfrm>
            <a:custGeom>
              <a:avLst/>
              <a:gdLst/>
              <a:ahLst/>
              <a:cxnLst/>
              <a:rect l="l" t="t" r="r" b="b"/>
              <a:pathLst>
                <a:path w="1782" h="792" extrusionOk="0">
                  <a:moveTo>
                    <a:pt x="1781" y="792"/>
                  </a:moveTo>
                  <a:cubicBezTo>
                    <a:pt x="1781" y="773"/>
                    <a:pt x="1782" y="754"/>
                    <a:pt x="1782" y="735"/>
                  </a:cubicBezTo>
                  <a:cubicBezTo>
                    <a:pt x="1782" y="355"/>
                    <a:pt x="1653" y="48"/>
                    <a:pt x="1494" y="48"/>
                  </a:cubicBezTo>
                  <a:cubicBezTo>
                    <a:pt x="1454" y="48"/>
                    <a:pt x="1415" y="68"/>
                    <a:pt x="1380" y="103"/>
                  </a:cubicBezTo>
                  <a:cubicBezTo>
                    <a:pt x="1352" y="38"/>
                    <a:pt x="1318" y="0"/>
                    <a:pt x="1281" y="0"/>
                  </a:cubicBezTo>
                  <a:cubicBezTo>
                    <a:pt x="1228" y="0"/>
                    <a:pt x="1180" y="82"/>
                    <a:pt x="1146" y="212"/>
                  </a:cubicBezTo>
                  <a:cubicBezTo>
                    <a:pt x="1131" y="198"/>
                    <a:pt x="1114" y="190"/>
                    <a:pt x="1098" y="190"/>
                  </a:cubicBezTo>
                  <a:cubicBezTo>
                    <a:pt x="1045" y="190"/>
                    <a:pt x="998" y="268"/>
                    <a:pt x="965" y="394"/>
                  </a:cubicBezTo>
                  <a:cubicBezTo>
                    <a:pt x="956" y="389"/>
                    <a:pt x="948" y="387"/>
                    <a:pt x="939" y="387"/>
                  </a:cubicBezTo>
                  <a:cubicBezTo>
                    <a:pt x="894" y="387"/>
                    <a:pt x="854" y="457"/>
                    <a:pt x="826" y="568"/>
                  </a:cubicBezTo>
                  <a:cubicBezTo>
                    <a:pt x="798" y="457"/>
                    <a:pt x="758" y="387"/>
                    <a:pt x="713" y="387"/>
                  </a:cubicBezTo>
                  <a:cubicBezTo>
                    <a:pt x="711" y="387"/>
                    <a:pt x="710" y="387"/>
                    <a:pt x="709" y="387"/>
                  </a:cubicBezTo>
                  <a:cubicBezTo>
                    <a:pt x="686" y="336"/>
                    <a:pt x="658" y="306"/>
                    <a:pt x="629" y="306"/>
                  </a:cubicBezTo>
                  <a:cubicBezTo>
                    <a:pt x="571" y="306"/>
                    <a:pt x="520" y="424"/>
                    <a:pt x="495" y="596"/>
                  </a:cubicBezTo>
                  <a:cubicBezTo>
                    <a:pt x="471" y="539"/>
                    <a:pt x="442" y="505"/>
                    <a:pt x="411" y="505"/>
                  </a:cubicBezTo>
                  <a:cubicBezTo>
                    <a:pt x="384" y="505"/>
                    <a:pt x="358" y="531"/>
                    <a:pt x="336" y="576"/>
                  </a:cubicBezTo>
                  <a:cubicBezTo>
                    <a:pt x="326" y="567"/>
                    <a:pt x="315" y="563"/>
                    <a:pt x="303" y="563"/>
                  </a:cubicBezTo>
                  <a:cubicBezTo>
                    <a:pt x="273" y="563"/>
                    <a:pt x="245" y="595"/>
                    <a:pt x="221" y="650"/>
                  </a:cubicBezTo>
                  <a:cubicBezTo>
                    <a:pt x="204" y="642"/>
                    <a:pt x="187" y="637"/>
                    <a:pt x="169" y="637"/>
                  </a:cubicBezTo>
                  <a:cubicBezTo>
                    <a:pt x="103" y="637"/>
                    <a:pt x="43" y="696"/>
                    <a:pt x="0" y="792"/>
                  </a:cubicBezTo>
                  <a:lnTo>
                    <a:pt x="1781" y="792"/>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 name="Google Shape;47;p3"/>
            <p:cNvSpPr/>
            <p:nvPr/>
          </p:nvSpPr>
          <p:spPr>
            <a:xfrm flipH="1">
              <a:off x="7055026" y="2352625"/>
              <a:ext cx="2272949" cy="2168300"/>
            </a:xfrm>
            <a:custGeom>
              <a:avLst/>
              <a:gdLst/>
              <a:ahLst/>
              <a:cxnLst/>
              <a:rect l="l" t="t" r="r" b="b"/>
              <a:pathLst>
                <a:path w="1265" h="563" extrusionOk="0">
                  <a:moveTo>
                    <a:pt x="0" y="0"/>
                  </a:moveTo>
                  <a:lnTo>
                    <a:pt x="140" y="61"/>
                  </a:lnTo>
                  <a:lnTo>
                    <a:pt x="152" y="94"/>
                  </a:lnTo>
                  <a:lnTo>
                    <a:pt x="167" y="88"/>
                  </a:lnTo>
                  <a:lnTo>
                    <a:pt x="209" y="170"/>
                  </a:lnTo>
                  <a:lnTo>
                    <a:pt x="217" y="151"/>
                  </a:lnTo>
                  <a:lnTo>
                    <a:pt x="299" y="173"/>
                  </a:lnTo>
                  <a:lnTo>
                    <a:pt x="372" y="305"/>
                  </a:lnTo>
                  <a:lnTo>
                    <a:pt x="372" y="260"/>
                  </a:lnTo>
                  <a:lnTo>
                    <a:pt x="891" y="437"/>
                  </a:lnTo>
                  <a:lnTo>
                    <a:pt x="905" y="460"/>
                  </a:lnTo>
                  <a:lnTo>
                    <a:pt x="905" y="450"/>
                  </a:lnTo>
                  <a:lnTo>
                    <a:pt x="1265" y="563"/>
                  </a:lnTo>
                  <a:lnTo>
                    <a:pt x="0" y="563"/>
                  </a:lnTo>
                  <a:lnTo>
                    <a:pt x="0" y="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 name="Google Shape;48;p3"/>
          <p:cNvGrpSpPr/>
          <p:nvPr/>
        </p:nvGrpSpPr>
        <p:grpSpPr>
          <a:xfrm>
            <a:off x="365268" y="2827658"/>
            <a:ext cx="18868346" cy="2658708"/>
            <a:chOff x="365268" y="2827658"/>
            <a:chExt cx="18868346" cy="2658708"/>
          </a:xfrm>
        </p:grpSpPr>
        <p:sp>
          <p:nvSpPr>
            <p:cNvPr id="49" name="Google Shape;49;p3"/>
            <p:cNvSpPr/>
            <p:nvPr/>
          </p:nvSpPr>
          <p:spPr>
            <a:xfrm>
              <a:off x="365268" y="2827658"/>
              <a:ext cx="18868346" cy="1735325"/>
            </a:xfrm>
            <a:custGeom>
              <a:avLst/>
              <a:gdLst/>
              <a:ahLst/>
              <a:cxnLst/>
              <a:rect l="l" t="t" r="r" b="b"/>
              <a:pathLst>
                <a:path w="4160" h="382" extrusionOk="0">
                  <a:moveTo>
                    <a:pt x="3818" y="18"/>
                  </a:moveTo>
                  <a:cubicBezTo>
                    <a:pt x="3845" y="18"/>
                    <a:pt x="3845" y="18"/>
                    <a:pt x="3845" y="18"/>
                  </a:cubicBezTo>
                  <a:cubicBezTo>
                    <a:pt x="3846" y="18"/>
                    <a:pt x="3846" y="18"/>
                    <a:pt x="3846" y="18"/>
                  </a:cubicBezTo>
                  <a:cubicBezTo>
                    <a:pt x="3950" y="39"/>
                    <a:pt x="4055" y="54"/>
                    <a:pt x="4160" y="63"/>
                  </a:cubicBezTo>
                  <a:cubicBezTo>
                    <a:pt x="4160" y="63"/>
                    <a:pt x="4160" y="63"/>
                    <a:pt x="4160" y="63"/>
                  </a:cubicBezTo>
                  <a:cubicBezTo>
                    <a:pt x="4055" y="54"/>
                    <a:pt x="3951" y="38"/>
                    <a:pt x="3847" y="17"/>
                  </a:cubicBezTo>
                  <a:cubicBezTo>
                    <a:pt x="3848" y="17"/>
                    <a:pt x="3849" y="16"/>
                    <a:pt x="3849" y="15"/>
                  </a:cubicBezTo>
                  <a:cubicBezTo>
                    <a:pt x="3849" y="13"/>
                    <a:pt x="3847" y="12"/>
                    <a:pt x="3845" y="12"/>
                  </a:cubicBezTo>
                  <a:cubicBezTo>
                    <a:pt x="3842" y="12"/>
                    <a:pt x="3842" y="12"/>
                    <a:pt x="3842" y="12"/>
                  </a:cubicBezTo>
                  <a:cubicBezTo>
                    <a:pt x="3842" y="11"/>
                    <a:pt x="3842" y="11"/>
                    <a:pt x="3842" y="11"/>
                  </a:cubicBezTo>
                  <a:cubicBezTo>
                    <a:pt x="3842" y="8"/>
                    <a:pt x="3842" y="8"/>
                    <a:pt x="3842" y="8"/>
                  </a:cubicBezTo>
                  <a:cubicBezTo>
                    <a:pt x="3842" y="6"/>
                    <a:pt x="3841" y="5"/>
                    <a:pt x="3839" y="5"/>
                  </a:cubicBezTo>
                  <a:cubicBezTo>
                    <a:pt x="3837" y="5"/>
                    <a:pt x="3836" y="6"/>
                    <a:pt x="3836" y="8"/>
                  </a:cubicBezTo>
                  <a:cubicBezTo>
                    <a:pt x="3836" y="11"/>
                    <a:pt x="3836" y="11"/>
                    <a:pt x="3836" y="11"/>
                  </a:cubicBezTo>
                  <a:cubicBezTo>
                    <a:pt x="3836" y="12"/>
                    <a:pt x="3836" y="12"/>
                    <a:pt x="3836" y="12"/>
                  </a:cubicBezTo>
                  <a:cubicBezTo>
                    <a:pt x="3828" y="12"/>
                    <a:pt x="3828" y="12"/>
                    <a:pt x="3828" y="12"/>
                  </a:cubicBezTo>
                  <a:cubicBezTo>
                    <a:pt x="3828" y="11"/>
                    <a:pt x="3828" y="11"/>
                    <a:pt x="3828" y="11"/>
                  </a:cubicBezTo>
                  <a:cubicBezTo>
                    <a:pt x="3828" y="8"/>
                    <a:pt x="3828" y="8"/>
                    <a:pt x="3828" y="8"/>
                  </a:cubicBezTo>
                  <a:cubicBezTo>
                    <a:pt x="3828" y="6"/>
                    <a:pt x="3827" y="5"/>
                    <a:pt x="3825" y="5"/>
                  </a:cubicBezTo>
                  <a:cubicBezTo>
                    <a:pt x="3824" y="5"/>
                    <a:pt x="3822" y="6"/>
                    <a:pt x="3822" y="8"/>
                  </a:cubicBezTo>
                  <a:cubicBezTo>
                    <a:pt x="3822" y="11"/>
                    <a:pt x="3822" y="11"/>
                    <a:pt x="3822" y="11"/>
                  </a:cubicBezTo>
                  <a:cubicBezTo>
                    <a:pt x="3822" y="12"/>
                    <a:pt x="3822" y="12"/>
                    <a:pt x="3822" y="12"/>
                  </a:cubicBezTo>
                  <a:cubicBezTo>
                    <a:pt x="3805" y="12"/>
                    <a:pt x="3805" y="12"/>
                    <a:pt x="3805" y="12"/>
                  </a:cubicBezTo>
                  <a:cubicBezTo>
                    <a:pt x="3805" y="0"/>
                    <a:pt x="3805" y="0"/>
                    <a:pt x="3805" y="0"/>
                  </a:cubicBezTo>
                  <a:cubicBezTo>
                    <a:pt x="3797" y="0"/>
                    <a:pt x="3797" y="0"/>
                    <a:pt x="3797" y="0"/>
                  </a:cubicBezTo>
                  <a:cubicBezTo>
                    <a:pt x="3797" y="12"/>
                    <a:pt x="3797" y="12"/>
                    <a:pt x="3797" y="12"/>
                  </a:cubicBezTo>
                  <a:cubicBezTo>
                    <a:pt x="3779" y="12"/>
                    <a:pt x="3779" y="12"/>
                    <a:pt x="3779" y="12"/>
                  </a:cubicBezTo>
                  <a:cubicBezTo>
                    <a:pt x="3780" y="11"/>
                    <a:pt x="3780" y="11"/>
                    <a:pt x="3780" y="11"/>
                  </a:cubicBezTo>
                  <a:cubicBezTo>
                    <a:pt x="3780" y="8"/>
                    <a:pt x="3780" y="8"/>
                    <a:pt x="3780" y="8"/>
                  </a:cubicBezTo>
                  <a:cubicBezTo>
                    <a:pt x="3780" y="6"/>
                    <a:pt x="3778" y="5"/>
                    <a:pt x="3776" y="5"/>
                  </a:cubicBezTo>
                  <a:cubicBezTo>
                    <a:pt x="3775" y="5"/>
                    <a:pt x="3773" y="6"/>
                    <a:pt x="3773" y="8"/>
                  </a:cubicBezTo>
                  <a:cubicBezTo>
                    <a:pt x="3773" y="11"/>
                    <a:pt x="3773" y="11"/>
                    <a:pt x="3773" y="11"/>
                  </a:cubicBezTo>
                  <a:cubicBezTo>
                    <a:pt x="3773" y="12"/>
                    <a:pt x="3773" y="12"/>
                    <a:pt x="3773" y="12"/>
                  </a:cubicBezTo>
                  <a:cubicBezTo>
                    <a:pt x="3766" y="12"/>
                    <a:pt x="3766" y="12"/>
                    <a:pt x="3766" y="12"/>
                  </a:cubicBezTo>
                  <a:cubicBezTo>
                    <a:pt x="3766" y="11"/>
                    <a:pt x="3766" y="11"/>
                    <a:pt x="3766" y="11"/>
                  </a:cubicBezTo>
                  <a:cubicBezTo>
                    <a:pt x="3766" y="8"/>
                    <a:pt x="3766" y="8"/>
                    <a:pt x="3766" y="8"/>
                  </a:cubicBezTo>
                  <a:cubicBezTo>
                    <a:pt x="3766" y="6"/>
                    <a:pt x="3765" y="5"/>
                    <a:pt x="3763" y="5"/>
                  </a:cubicBezTo>
                  <a:cubicBezTo>
                    <a:pt x="3761" y="5"/>
                    <a:pt x="3760" y="6"/>
                    <a:pt x="3760" y="8"/>
                  </a:cubicBezTo>
                  <a:cubicBezTo>
                    <a:pt x="3760" y="11"/>
                    <a:pt x="3760" y="11"/>
                    <a:pt x="3760" y="11"/>
                  </a:cubicBezTo>
                  <a:cubicBezTo>
                    <a:pt x="3760" y="12"/>
                    <a:pt x="3760" y="12"/>
                    <a:pt x="3760" y="12"/>
                  </a:cubicBezTo>
                  <a:cubicBezTo>
                    <a:pt x="3756" y="12"/>
                    <a:pt x="3756" y="12"/>
                    <a:pt x="3756" y="12"/>
                  </a:cubicBezTo>
                  <a:cubicBezTo>
                    <a:pt x="3755" y="12"/>
                    <a:pt x="3754" y="12"/>
                    <a:pt x="3753" y="14"/>
                  </a:cubicBezTo>
                  <a:cubicBezTo>
                    <a:pt x="3753" y="13"/>
                    <a:pt x="3753" y="13"/>
                    <a:pt x="3753" y="13"/>
                  </a:cubicBezTo>
                  <a:cubicBezTo>
                    <a:pt x="3753" y="14"/>
                    <a:pt x="3753" y="14"/>
                    <a:pt x="3753" y="14"/>
                  </a:cubicBezTo>
                  <a:cubicBezTo>
                    <a:pt x="3753" y="14"/>
                    <a:pt x="3753" y="14"/>
                    <a:pt x="3753" y="14"/>
                  </a:cubicBezTo>
                  <a:cubicBezTo>
                    <a:pt x="3753" y="15"/>
                    <a:pt x="3753" y="15"/>
                    <a:pt x="3753" y="15"/>
                  </a:cubicBezTo>
                  <a:cubicBezTo>
                    <a:pt x="3753" y="15"/>
                    <a:pt x="3753" y="15"/>
                    <a:pt x="3753" y="15"/>
                  </a:cubicBezTo>
                  <a:cubicBezTo>
                    <a:pt x="3578" y="51"/>
                    <a:pt x="3403" y="71"/>
                    <a:pt x="3227" y="73"/>
                  </a:cubicBezTo>
                  <a:cubicBezTo>
                    <a:pt x="3051" y="71"/>
                    <a:pt x="2876" y="52"/>
                    <a:pt x="2701" y="16"/>
                  </a:cubicBezTo>
                  <a:cubicBezTo>
                    <a:pt x="2701" y="15"/>
                    <a:pt x="2701" y="15"/>
                    <a:pt x="2701" y="15"/>
                  </a:cubicBezTo>
                  <a:cubicBezTo>
                    <a:pt x="2701" y="15"/>
                    <a:pt x="2701" y="15"/>
                    <a:pt x="2701" y="15"/>
                  </a:cubicBezTo>
                  <a:cubicBezTo>
                    <a:pt x="2702" y="14"/>
                    <a:pt x="2702" y="14"/>
                    <a:pt x="2703" y="14"/>
                  </a:cubicBezTo>
                  <a:cubicBezTo>
                    <a:pt x="2703" y="13"/>
                    <a:pt x="2703" y="13"/>
                    <a:pt x="2703" y="13"/>
                  </a:cubicBezTo>
                  <a:cubicBezTo>
                    <a:pt x="2702" y="14"/>
                    <a:pt x="2702" y="14"/>
                    <a:pt x="2701" y="14"/>
                  </a:cubicBezTo>
                  <a:cubicBezTo>
                    <a:pt x="2701" y="13"/>
                    <a:pt x="2699" y="12"/>
                    <a:pt x="2698" y="12"/>
                  </a:cubicBezTo>
                  <a:cubicBezTo>
                    <a:pt x="2694" y="12"/>
                    <a:pt x="2694" y="12"/>
                    <a:pt x="2694" y="12"/>
                  </a:cubicBezTo>
                  <a:cubicBezTo>
                    <a:pt x="2695" y="11"/>
                    <a:pt x="2695" y="11"/>
                    <a:pt x="2695" y="11"/>
                  </a:cubicBezTo>
                  <a:cubicBezTo>
                    <a:pt x="2695" y="8"/>
                    <a:pt x="2695" y="8"/>
                    <a:pt x="2695" y="8"/>
                  </a:cubicBezTo>
                  <a:cubicBezTo>
                    <a:pt x="2695" y="6"/>
                    <a:pt x="2693" y="5"/>
                    <a:pt x="2691" y="5"/>
                  </a:cubicBezTo>
                  <a:cubicBezTo>
                    <a:pt x="2690" y="5"/>
                    <a:pt x="2688" y="6"/>
                    <a:pt x="2688" y="8"/>
                  </a:cubicBezTo>
                  <a:cubicBezTo>
                    <a:pt x="2688" y="11"/>
                    <a:pt x="2688" y="11"/>
                    <a:pt x="2688" y="11"/>
                  </a:cubicBezTo>
                  <a:cubicBezTo>
                    <a:pt x="2688" y="12"/>
                    <a:pt x="2688" y="12"/>
                    <a:pt x="2688" y="12"/>
                  </a:cubicBezTo>
                  <a:cubicBezTo>
                    <a:pt x="2681" y="12"/>
                    <a:pt x="2681" y="12"/>
                    <a:pt x="2681" y="12"/>
                  </a:cubicBezTo>
                  <a:cubicBezTo>
                    <a:pt x="2681" y="11"/>
                    <a:pt x="2681" y="11"/>
                    <a:pt x="2681" y="11"/>
                  </a:cubicBezTo>
                  <a:cubicBezTo>
                    <a:pt x="2681" y="8"/>
                    <a:pt x="2681" y="8"/>
                    <a:pt x="2681" y="8"/>
                  </a:cubicBezTo>
                  <a:cubicBezTo>
                    <a:pt x="2681" y="6"/>
                    <a:pt x="2680" y="5"/>
                    <a:pt x="2678" y="5"/>
                  </a:cubicBezTo>
                  <a:cubicBezTo>
                    <a:pt x="2676" y="5"/>
                    <a:pt x="2675" y="6"/>
                    <a:pt x="2675" y="8"/>
                  </a:cubicBezTo>
                  <a:cubicBezTo>
                    <a:pt x="2675" y="11"/>
                    <a:pt x="2675" y="11"/>
                    <a:pt x="2675" y="11"/>
                  </a:cubicBezTo>
                  <a:cubicBezTo>
                    <a:pt x="2675" y="12"/>
                    <a:pt x="2675" y="12"/>
                    <a:pt x="2675" y="12"/>
                  </a:cubicBezTo>
                  <a:cubicBezTo>
                    <a:pt x="2657" y="12"/>
                    <a:pt x="2657" y="12"/>
                    <a:pt x="2657" y="12"/>
                  </a:cubicBezTo>
                  <a:cubicBezTo>
                    <a:pt x="2657" y="0"/>
                    <a:pt x="2657" y="0"/>
                    <a:pt x="2657" y="0"/>
                  </a:cubicBezTo>
                  <a:cubicBezTo>
                    <a:pt x="2650" y="0"/>
                    <a:pt x="2650" y="0"/>
                    <a:pt x="2650" y="0"/>
                  </a:cubicBezTo>
                  <a:cubicBezTo>
                    <a:pt x="2650" y="12"/>
                    <a:pt x="2650" y="12"/>
                    <a:pt x="2650" y="12"/>
                  </a:cubicBezTo>
                  <a:cubicBezTo>
                    <a:pt x="2632" y="12"/>
                    <a:pt x="2632" y="12"/>
                    <a:pt x="2632" y="12"/>
                  </a:cubicBezTo>
                  <a:cubicBezTo>
                    <a:pt x="2632" y="11"/>
                    <a:pt x="2632" y="11"/>
                    <a:pt x="2632" y="11"/>
                  </a:cubicBezTo>
                  <a:cubicBezTo>
                    <a:pt x="2632" y="8"/>
                    <a:pt x="2632" y="8"/>
                    <a:pt x="2632" y="8"/>
                  </a:cubicBezTo>
                  <a:cubicBezTo>
                    <a:pt x="2632" y="6"/>
                    <a:pt x="2631" y="5"/>
                    <a:pt x="2629" y="5"/>
                  </a:cubicBezTo>
                  <a:cubicBezTo>
                    <a:pt x="2627" y="5"/>
                    <a:pt x="2626" y="6"/>
                    <a:pt x="2626" y="8"/>
                  </a:cubicBezTo>
                  <a:cubicBezTo>
                    <a:pt x="2626" y="11"/>
                    <a:pt x="2626" y="11"/>
                    <a:pt x="2626" y="11"/>
                  </a:cubicBezTo>
                  <a:cubicBezTo>
                    <a:pt x="2626" y="12"/>
                    <a:pt x="2626" y="12"/>
                    <a:pt x="2626" y="12"/>
                  </a:cubicBezTo>
                  <a:cubicBezTo>
                    <a:pt x="2619" y="12"/>
                    <a:pt x="2619" y="12"/>
                    <a:pt x="2619" y="12"/>
                  </a:cubicBezTo>
                  <a:cubicBezTo>
                    <a:pt x="2619" y="11"/>
                    <a:pt x="2619" y="11"/>
                    <a:pt x="2619" y="11"/>
                  </a:cubicBezTo>
                  <a:cubicBezTo>
                    <a:pt x="2619" y="8"/>
                    <a:pt x="2619" y="8"/>
                    <a:pt x="2619" y="8"/>
                  </a:cubicBezTo>
                  <a:cubicBezTo>
                    <a:pt x="2619" y="6"/>
                    <a:pt x="2617" y="5"/>
                    <a:pt x="2616" y="5"/>
                  </a:cubicBezTo>
                  <a:cubicBezTo>
                    <a:pt x="2614" y="5"/>
                    <a:pt x="2612" y="6"/>
                    <a:pt x="2612" y="8"/>
                  </a:cubicBezTo>
                  <a:cubicBezTo>
                    <a:pt x="2612" y="11"/>
                    <a:pt x="2612" y="11"/>
                    <a:pt x="2612" y="11"/>
                  </a:cubicBezTo>
                  <a:cubicBezTo>
                    <a:pt x="2613" y="12"/>
                    <a:pt x="2613" y="12"/>
                    <a:pt x="2613" y="12"/>
                  </a:cubicBezTo>
                  <a:cubicBezTo>
                    <a:pt x="2609" y="12"/>
                    <a:pt x="2609" y="12"/>
                    <a:pt x="2609" y="12"/>
                  </a:cubicBezTo>
                  <a:cubicBezTo>
                    <a:pt x="2607" y="12"/>
                    <a:pt x="2606" y="13"/>
                    <a:pt x="2606" y="15"/>
                  </a:cubicBezTo>
                  <a:cubicBezTo>
                    <a:pt x="2606" y="16"/>
                    <a:pt x="2606" y="17"/>
                    <a:pt x="2607" y="18"/>
                  </a:cubicBezTo>
                  <a:cubicBezTo>
                    <a:pt x="2437" y="52"/>
                    <a:pt x="2265" y="71"/>
                    <a:pt x="2092" y="73"/>
                  </a:cubicBezTo>
                  <a:cubicBezTo>
                    <a:pt x="1916" y="71"/>
                    <a:pt x="1739" y="51"/>
                    <a:pt x="1564" y="15"/>
                  </a:cubicBezTo>
                  <a:cubicBezTo>
                    <a:pt x="1566" y="15"/>
                    <a:pt x="1567" y="14"/>
                    <a:pt x="1569" y="14"/>
                  </a:cubicBezTo>
                  <a:cubicBezTo>
                    <a:pt x="1568" y="13"/>
                    <a:pt x="1568" y="13"/>
                    <a:pt x="1568" y="13"/>
                  </a:cubicBezTo>
                  <a:cubicBezTo>
                    <a:pt x="1566" y="14"/>
                    <a:pt x="1564" y="14"/>
                    <a:pt x="1562" y="15"/>
                  </a:cubicBezTo>
                  <a:cubicBezTo>
                    <a:pt x="1560" y="14"/>
                    <a:pt x="1558" y="14"/>
                    <a:pt x="1556" y="13"/>
                  </a:cubicBezTo>
                  <a:cubicBezTo>
                    <a:pt x="1556" y="14"/>
                    <a:pt x="1556" y="14"/>
                    <a:pt x="1556" y="14"/>
                  </a:cubicBezTo>
                  <a:cubicBezTo>
                    <a:pt x="1558" y="14"/>
                    <a:pt x="1559" y="15"/>
                    <a:pt x="1561" y="15"/>
                  </a:cubicBezTo>
                  <a:cubicBezTo>
                    <a:pt x="1558" y="16"/>
                    <a:pt x="1556" y="16"/>
                    <a:pt x="1553" y="17"/>
                  </a:cubicBezTo>
                  <a:cubicBezTo>
                    <a:pt x="1554" y="16"/>
                    <a:pt x="1554" y="16"/>
                    <a:pt x="1554" y="15"/>
                  </a:cubicBezTo>
                  <a:cubicBezTo>
                    <a:pt x="1554" y="13"/>
                    <a:pt x="1553" y="12"/>
                    <a:pt x="1551" y="12"/>
                  </a:cubicBezTo>
                  <a:cubicBezTo>
                    <a:pt x="1547" y="12"/>
                    <a:pt x="1547" y="12"/>
                    <a:pt x="1547" y="12"/>
                  </a:cubicBezTo>
                  <a:cubicBezTo>
                    <a:pt x="1547" y="11"/>
                    <a:pt x="1547" y="11"/>
                    <a:pt x="1547" y="11"/>
                  </a:cubicBezTo>
                  <a:cubicBezTo>
                    <a:pt x="1547" y="8"/>
                    <a:pt x="1547" y="8"/>
                    <a:pt x="1547" y="8"/>
                  </a:cubicBezTo>
                  <a:cubicBezTo>
                    <a:pt x="1547" y="6"/>
                    <a:pt x="1546" y="5"/>
                    <a:pt x="1544" y="5"/>
                  </a:cubicBezTo>
                  <a:cubicBezTo>
                    <a:pt x="1542" y="5"/>
                    <a:pt x="1541" y="6"/>
                    <a:pt x="1541" y="8"/>
                  </a:cubicBezTo>
                  <a:cubicBezTo>
                    <a:pt x="1541" y="11"/>
                    <a:pt x="1541" y="11"/>
                    <a:pt x="1541" y="11"/>
                  </a:cubicBezTo>
                  <a:cubicBezTo>
                    <a:pt x="1541" y="12"/>
                    <a:pt x="1541" y="12"/>
                    <a:pt x="1541" y="12"/>
                  </a:cubicBezTo>
                  <a:cubicBezTo>
                    <a:pt x="1534" y="12"/>
                    <a:pt x="1534" y="12"/>
                    <a:pt x="1534" y="12"/>
                  </a:cubicBezTo>
                  <a:cubicBezTo>
                    <a:pt x="1534" y="11"/>
                    <a:pt x="1534" y="11"/>
                    <a:pt x="1534" y="11"/>
                  </a:cubicBezTo>
                  <a:cubicBezTo>
                    <a:pt x="1534" y="8"/>
                    <a:pt x="1534" y="8"/>
                    <a:pt x="1534" y="8"/>
                  </a:cubicBezTo>
                  <a:cubicBezTo>
                    <a:pt x="1534" y="6"/>
                    <a:pt x="1532" y="5"/>
                    <a:pt x="1531" y="5"/>
                  </a:cubicBezTo>
                  <a:cubicBezTo>
                    <a:pt x="1529" y="5"/>
                    <a:pt x="1527" y="6"/>
                    <a:pt x="1527" y="8"/>
                  </a:cubicBezTo>
                  <a:cubicBezTo>
                    <a:pt x="1527" y="11"/>
                    <a:pt x="1527" y="11"/>
                    <a:pt x="1527" y="11"/>
                  </a:cubicBezTo>
                  <a:cubicBezTo>
                    <a:pt x="1528" y="12"/>
                    <a:pt x="1528" y="12"/>
                    <a:pt x="1528" y="12"/>
                  </a:cubicBezTo>
                  <a:cubicBezTo>
                    <a:pt x="1510" y="12"/>
                    <a:pt x="1510" y="12"/>
                    <a:pt x="1510" y="12"/>
                  </a:cubicBezTo>
                  <a:cubicBezTo>
                    <a:pt x="1510" y="0"/>
                    <a:pt x="1510" y="0"/>
                    <a:pt x="1510" y="0"/>
                  </a:cubicBezTo>
                  <a:cubicBezTo>
                    <a:pt x="1502" y="0"/>
                    <a:pt x="1502" y="0"/>
                    <a:pt x="1502" y="0"/>
                  </a:cubicBezTo>
                  <a:cubicBezTo>
                    <a:pt x="1502" y="12"/>
                    <a:pt x="1502" y="12"/>
                    <a:pt x="1502" y="12"/>
                  </a:cubicBezTo>
                  <a:cubicBezTo>
                    <a:pt x="1485" y="12"/>
                    <a:pt x="1485" y="12"/>
                    <a:pt x="1485" y="12"/>
                  </a:cubicBezTo>
                  <a:cubicBezTo>
                    <a:pt x="1485" y="11"/>
                    <a:pt x="1485" y="11"/>
                    <a:pt x="1485" y="11"/>
                  </a:cubicBezTo>
                  <a:cubicBezTo>
                    <a:pt x="1485" y="8"/>
                    <a:pt x="1485" y="8"/>
                    <a:pt x="1485" y="8"/>
                  </a:cubicBezTo>
                  <a:cubicBezTo>
                    <a:pt x="1485" y="6"/>
                    <a:pt x="1483" y="5"/>
                    <a:pt x="1482" y="5"/>
                  </a:cubicBezTo>
                  <a:cubicBezTo>
                    <a:pt x="1480" y="5"/>
                    <a:pt x="1479" y="6"/>
                    <a:pt x="1479" y="8"/>
                  </a:cubicBezTo>
                  <a:cubicBezTo>
                    <a:pt x="1479" y="11"/>
                    <a:pt x="1479" y="11"/>
                    <a:pt x="1479" y="11"/>
                  </a:cubicBezTo>
                  <a:cubicBezTo>
                    <a:pt x="1479" y="12"/>
                    <a:pt x="1479" y="12"/>
                    <a:pt x="1479" y="12"/>
                  </a:cubicBezTo>
                  <a:cubicBezTo>
                    <a:pt x="1471" y="12"/>
                    <a:pt x="1471" y="12"/>
                    <a:pt x="1471" y="12"/>
                  </a:cubicBezTo>
                  <a:cubicBezTo>
                    <a:pt x="1471" y="11"/>
                    <a:pt x="1471" y="11"/>
                    <a:pt x="1471" y="11"/>
                  </a:cubicBezTo>
                  <a:cubicBezTo>
                    <a:pt x="1471" y="8"/>
                    <a:pt x="1471" y="8"/>
                    <a:pt x="1471" y="8"/>
                  </a:cubicBezTo>
                  <a:cubicBezTo>
                    <a:pt x="1471" y="6"/>
                    <a:pt x="1470" y="5"/>
                    <a:pt x="1468" y="5"/>
                  </a:cubicBezTo>
                  <a:cubicBezTo>
                    <a:pt x="1467" y="5"/>
                    <a:pt x="1465" y="6"/>
                    <a:pt x="1465" y="8"/>
                  </a:cubicBezTo>
                  <a:cubicBezTo>
                    <a:pt x="1465" y="11"/>
                    <a:pt x="1465" y="11"/>
                    <a:pt x="1465" y="11"/>
                  </a:cubicBezTo>
                  <a:cubicBezTo>
                    <a:pt x="1465" y="12"/>
                    <a:pt x="1465" y="12"/>
                    <a:pt x="1465" y="12"/>
                  </a:cubicBezTo>
                  <a:cubicBezTo>
                    <a:pt x="1462" y="12"/>
                    <a:pt x="1462" y="12"/>
                    <a:pt x="1462" y="12"/>
                  </a:cubicBezTo>
                  <a:cubicBezTo>
                    <a:pt x="1460" y="12"/>
                    <a:pt x="1458" y="13"/>
                    <a:pt x="1458" y="15"/>
                  </a:cubicBezTo>
                  <a:cubicBezTo>
                    <a:pt x="1458" y="17"/>
                    <a:pt x="1460" y="18"/>
                    <a:pt x="1462" y="18"/>
                  </a:cubicBezTo>
                  <a:cubicBezTo>
                    <a:pt x="1471" y="18"/>
                    <a:pt x="1471" y="18"/>
                    <a:pt x="1471" y="18"/>
                  </a:cubicBezTo>
                  <a:cubicBezTo>
                    <a:pt x="1301" y="52"/>
                    <a:pt x="1130" y="71"/>
                    <a:pt x="958" y="73"/>
                  </a:cubicBezTo>
                  <a:cubicBezTo>
                    <a:pt x="782" y="71"/>
                    <a:pt x="605" y="51"/>
                    <a:pt x="430" y="15"/>
                  </a:cubicBezTo>
                  <a:cubicBezTo>
                    <a:pt x="431" y="15"/>
                    <a:pt x="433" y="14"/>
                    <a:pt x="434" y="14"/>
                  </a:cubicBezTo>
                  <a:cubicBezTo>
                    <a:pt x="434" y="13"/>
                    <a:pt x="434" y="13"/>
                    <a:pt x="434" y="13"/>
                  </a:cubicBezTo>
                  <a:cubicBezTo>
                    <a:pt x="432" y="14"/>
                    <a:pt x="430" y="14"/>
                    <a:pt x="428" y="15"/>
                  </a:cubicBezTo>
                  <a:cubicBezTo>
                    <a:pt x="426" y="14"/>
                    <a:pt x="424" y="14"/>
                    <a:pt x="422" y="13"/>
                  </a:cubicBezTo>
                  <a:cubicBezTo>
                    <a:pt x="422" y="14"/>
                    <a:pt x="422" y="14"/>
                    <a:pt x="422" y="14"/>
                  </a:cubicBezTo>
                  <a:cubicBezTo>
                    <a:pt x="423" y="14"/>
                    <a:pt x="425" y="15"/>
                    <a:pt x="426" y="15"/>
                  </a:cubicBezTo>
                  <a:cubicBezTo>
                    <a:pt x="414" y="18"/>
                    <a:pt x="403" y="20"/>
                    <a:pt x="391" y="22"/>
                  </a:cubicBezTo>
                  <a:cubicBezTo>
                    <a:pt x="384" y="21"/>
                    <a:pt x="377" y="19"/>
                    <a:pt x="370" y="18"/>
                  </a:cubicBezTo>
                  <a:cubicBezTo>
                    <a:pt x="403" y="18"/>
                    <a:pt x="403" y="18"/>
                    <a:pt x="403" y="18"/>
                  </a:cubicBezTo>
                  <a:cubicBezTo>
                    <a:pt x="405" y="18"/>
                    <a:pt x="407" y="17"/>
                    <a:pt x="407" y="15"/>
                  </a:cubicBezTo>
                  <a:cubicBezTo>
                    <a:pt x="407" y="13"/>
                    <a:pt x="405" y="12"/>
                    <a:pt x="403" y="12"/>
                  </a:cubicBezTo>
                  <a:cubicBezTo>
                    <a:pt x="400" y="12"/>
                    <a:pt x="400" y="12"/>
                    <a:pt x="400" y="12"/>
                  </a:cubicBezTo>
                  <a:cubicBezTo>
                    <a:pt x="400" y="11"/>
                    <a:pt x="400" y="11"/>
                    <a:pt x="400" y="11"/>
                  </a:cubicBezTo>
                  <a:cubicBezTo>
                    <a:pt x="400" y="8"/>
                    <a:pt x="400" y="8"/>
                    <a:pt x="400" y="8"/>
                  </a:cubicBezTo>
                  <a:cubicBezTo>
                    <a:pt x="400" y="6"/>
                    <a:pt x="398" y="5"/>
                    <a:pt x="397" y="5"/>
                  </a:cubicBezTo>
                  <a:cubicBezTo>
                    <a:pt x="395" y="5"/>
                    <a:pt x="394" y="6"/>
                    <a:pt x="394" y="8"/>
                  </a:cubicBezTo>
                  <a:cubicBezTo>
                    <a:pt x="394" y="11"/>
                    <a:pt x="394" y="11"/>
                    <a:pt x="394" y="11"/>
                  </a:cubicBezTo>
                  <a:cubicBezTo>
                    <a:pt x="394" y="12"/>
                    <a:pt x="394" y="12"/>
                    <a:pt x="394" y="12"/>
                  </a:cubicBezTo>
                  <a:cubicBezTo>
                    <a:pt x="386" y="12"/>
                    <a:pt x="386" y="12"/>
                    <a:pt x="386" y="12"/>
                  </a:cubicBezTo>
                  <a:cubicBezTo>
                    <a:pt x="386" y="11"/>
                    <a:pt x="386" y="11"/>
                    <a:pt x="386" y="11"/>
                  </a:cubicBezTo>
                  <a:cubicBezTo>
                    <a:pt x="386" y="8"/>
                    <a:pt x="386" y="8"/>
                    <a:pt x="386" y="8"/>
                  </a:cubicBezTo>
                  <a:cubicBezTo>
                    <a:pt x="386" y="6"/>
                    <a:pt x="385" y="5"/>
                    <a:pt x="383" y="5"/>
                  </a:cubicBezTo>
                  <a:cubicBezTo>
                    <a:pt x="382" y="5"/>
                    <a:pt x="380" y="6"/>
                    <a:pt x="380" y="8"/>
                  </a:cubicBezTo>
                  <a:cubicBezTo>
                    <a:pt x="380" y="11"/>
                    <a:pt x="380" y="11"/>
                    <a:pt x="380" y="11"/>
                  </a:cubicBezTo>
                  <a:cubicBezTo>
                    <a:pt x="380" y="12"/>
                    <a:pt x="380" y="12"/>
                    <a:pt x="380" y="12"/>
                  </a:cubicBezTo>
                  <a:cubicBezTo>
                    <a:pt x="363" y="12"/>
                    <a:pt x="363" y="12"/>
                    <a:pt x="363" y="12"/>
                  </a:cubicBezTo>
                  <a:cubicBezTo>
                    <a:pt x="363" y="0"/>
                    <a:pt x="363" y="0"/>
                    <a:pt x="363" y="0"/>
                  </a:cubicBezTo>
                  <a:cubicBezTo>
                    <a:pt x="355" y="0"/>
                    <a:pt x="355" y="0"/>
                    <a:pt x="355" y="0"/>
                  </a:cubicBezTo>
                  <a:cubicBezTo>
                    <a:pt x="355" y="12"/>
                    <a:pt x="355" y="12"/>
                    <a:pt x="355" y="12"/>
                  </a:cubicBezTo>
                  <a:cubicBezTo>
                    <a:pt x="337" y="12"/>
                    <a:pt x="337" y="12"/>
                    <a:pt x="337" y="12"/>
                  </a:cubicBezTo>
                  <a:cubicBezTo>
                    <a:pt x="337" y="11"/>
                    <a:pt x="337" y="11"/>
                    <a:pt x="337" y="11"/>
                  </a:cubicBezTo>
                  <a:cubicBezTo>
                    <a:pt x="337" y="8"/>
                    <a:pt x="337" y="8"/>
                    <a:pt x="337" y="8"/>
                  </a:cubicBezTo>
                  <a:cubicBezTo>
                    <a:pt x="337" y="6"/>
                    <a:pt x="336" y="5"/>
                    <a:pt x="334" y="5"/>
                  </a:cubicBezTo>
                  <a:cubicBezTo>
                    <a:pt x="333" y="5"/>
                    <a:pt x="331" y="6"/>
                    <a:pt x="331" y="8"/>
                  </a:cubicBezTo>
                  <a:cubicBezTo>
                    <a:pt x="331" y="11"/>
                    <a:pt x="331" y="11"/>
                    <a:pt x="331" y="11"/>
                  </a:cubicBezTo>
                  <a:cubicBezTo>
                    <a:pt x="331" y="12"/>
                    <a:pt x="331" y="12"/>
                    <a:pt x="331" y="12"/>
                  </a:cubicBezTo>
                  <a:cubicBezTo>
                    <a:pt x="324" y="12"/>
                    <a:pt x="324" y="12"/>
                    <a:pt x="324" y="12"/>
                  </a:cubicBezTo>
                  <a:cubicBezTo>
                    <a:pt x="324" y="11"/>
                    <a:pt x="324" y="11"/>
                    <a:pt x="324" y="11"/>
                  </a:cubicBezTo>
                  <a:cubicBezTo>
                    <a:pt x="324" y="8"/>
                    <a:pt x="324" y="8"/>
                    <a:pt x="324" y="8"/>
                  </a:cubicBezTo>
                  <a:cubicBezTo>
                    <a:pt x="324" y="6"/>
                    <a:pt x="323" y="5"/>
                    <a:pt x="321" y="5"/>
                  </a:cubicBezTo>
                  <a:cubicBezTo>
                    <a:pt x="319" y="5"/>
                    <a:pt x="318" y="6"/>
                    <a:pt x="318" y="8"/>
                  </a:cubicBezTo>
                  <a:cubicBezTo>
                    <a:pt x="318" y="11"/>
                    <a:pt x="318" y="11"/>
                    <a:pt x="318" y="11"/>
                  </a:cubicBezTo>
                  <a:cubicBezTo>
                    <a:pt x="318" y="12"/>
                    <a:pt x="318" y="12"/>
                    <a:pt x="318" y="12"/>
                  </a:cubicBezTo>
                  <a:cubicBezTo>
                    <a:pt x="314" y="12"/>
                    <a:pt x="314" y="12"/>
                    <a:pt x="314" y="12"/>
                  </a:cubicBezTo>
                  <a:cubicBezTo>
                    <a:pt x="312" y="12"/>
                    <a:pt x="311" y="13"/>
                    <a:pt x="311" y="15"/>
                  </a:cubicBezTo>
                  <a:cubicBezTo>
                    <a:pt x="311" y="17"/>
                    <a:pt x="312" y="18"/>
                    <a:pt x="314" y="18"/>
                  </a:cubicBezTo>
                  <a:cubicBezTo>
                    <a:pt x="337" y="18"/>
                    <a:pt x="337" y="18"/>
                    <a:pt x="337" y="18"/>
                  </a:cubicBezTo>
                  <a:cubicBezTo>
                    <a:pt x="225" y="41"/>
                    <a:pt x="112" y="56"/>
                    <a:pt x="0" y="65"/>
                  </a:cubicBezTo>
                  <a:cubicBezTo>
                    <a:pt x="0" y="66"/>
                    <a:pt x="0" y="66"/>
                    <a:pt x="0" y="66"/>
                  </a:cubicBezTo>
                  <a:cubicBezTo>
                    <a:pt x="114" y="57"/>
                    <a:pt x="227" y="41"/>
                    <a:pt x="340" y="18"/>
                  </a:cubicBezTo>
                  <a:cubicBezTo>
                    <a:pt x="355" y="18"/>
                    <a:pt x="355" y="18"/>
                    <a:pt x="355" y="18"/>
                  </a:cubicBezTo>
                  <a:cubicBezTo>
                    <a:pt x="355" y="29"/>
                    <a:pt x="355" y="29"/>
                    <a:pt x="355" y="29"/>
                  </a:cubicBezTo>
                  <a:cubicBezTo>
                    <a:pt x="237" y="50"/>
                    <a:pt x="118" y="64"/>
                    <a:pt x="0" y="70"/>
                  </a:cubicBezTo>
                  <a:cubicBezTo>
                    <a:pt x="0" y="71"/>
                    <a:pt x="0" y="71"/>
                    <a:pt x="0" y="71"/>
                  </a:cubicBezTo>
                  <a:cubicBezTo>
                    <a:pt x="118" y="65"/>
                    <a:pt x="237" y="51"/>
                    <a:pt x="355" y="29"/>
                  </a:cubicBezTo>
                  <a:cubicBezTo>
                    <a:pt x="355" y="382"/>
                    <a:pt x="355" y="382"/>
                    <a:pt x="355" y="382"/>
                  </a:cubicBezTo>
                  <a:cubicBezTo>
                    <a:pt x="363" y="382"/>
                    <a:pt x="363" y="382"/>
                    <a:pt x="363" y="382"/>
                  </a:cubicBezTo>
                  <a:cubicBezTo>
                    <a:pt x="363" y="28"/>
                    <a:pt x="363" y="28"/>
                    <a:pt x="363" y="28"/>
                  </a:cubicBezTo>
                  <a:cubicBezTo>
                    <a:pt x="372" y="26"/>
                    <a:pt x="381" y="25"/>
                    <a:pt x="391" y="23"/>
                  </a:cubicBezTo>
                  <a:cubicBezTo>
                    <a:pt x="567" y="57"/>
                    <a:pt x="745" y="74"/>
                    <a:pt x="921" y="74"/>
                  </a:cubicBezTo>
                  <a:cubicBezTo>
                    <a:pt x="933" y="74"/>
                    <a:pt x="946" y="74"/>
                    <a:pt x="958" y="74"/>
                  </a:cubicBezTo>
                  <a:cubicBezTo>
                    <a:pt x="970" y="74"/>
                    <a:pt x="983" y="74"/>
                    <a:pt x="995" y="74"/>
                  </a:cubicBezTo>
                  <a:cubicBezTo>
                    <a:pt x="1164" y="74"/>
                    <a:pt x="1334" y="58"/>
                    <a:pt x="1502" y="27"/>
                  </a:cubicBezTo>
                  <a:cubicBezTo>
                    <a:pt x="1502" y="382"/>
                    <a:pt x="1502" y="382"/>
                    <a:pt x="1502" y="382"/>
                  </a:cubicBezTo>
                  <a:cubicBezTo>
                    <a:pt x="1510" y="382"/>
                    <a:pt x="1510" y="382"/>
                    <a:pt x="1510" y="382"/>
                  </a:cubicBezTo>
                  <a:cubicBezTo>
                    <a:pt x="1510" y="26"/>
                    <a:pt x="1510" y="26"/>
                    <a:pt x="1510" y="26"/>
                  </a:cubicBezTo>
                  <a:cubicBezTo>
                    <a:pt x="1515" y="25"/>
                    <a:pt x="1520" y="24"/>
                    <a:pt x="1525" y="23"/>
                  </a:cubicBezTo>
                  <a:cubicBezTo>
                    <a:pt x="1701" y="57"/>
                    <a:pt x="1879" y="74"/>
                    <a:pt x="2055" y="74"/>
                  </a:cubicBezTo>
                  <a:cubicBezTo>
                    <a:pt x="2068" y="74"/>
                    <a:pt x="2080" y="74"/>
                    <a:pt x="2092" y="74"/>
                  </a:cubicBezTo>
                  <a:cubicBezTo>
                    <a:pt x="2105" y="74"/>
                    <a:pt x="2117" y="74"/>
                    <a:pt x="2130" y="74"/>
                  </a:cubicBezTo>
                  <a:cubicBezTo>
                    <a:pt x="2302" y="74"/>
                    <a:pt x="2477" y="57"/>
                    <a:pt x="2650" y="25"/>
                  </a:cubicBezTo>
                  <a:cubicBezTo>
                    <a:pt x="2650" y="382"/>
                    <a:pt x="2650" y="382"/>
                    <a:pt x="2650" y="382"/>
                  </a:cubicBezTo>
                  <a:cubicBezTo>
                    <a:pt x="2657" y="382"/>
                    <a:pt x="2657" y="382"/>
                    <a:pt x="2657" y="382"/>
                  </a:cubicBezTo>
                  <a:cubicBezTo>
                    <a:pt x="2657" y="23"/>
                    <a:pt x="2657" y="23"/>
                    <a:pt x="2657" y="23"/>
                  </a:cubicBezTo>
                  <a:cubicBezTo>
                    <a:pt x="2658" y="23"/>
                    <a:pt x="2659" y="23"/>
                    <a:pt x="2660" y="23"/>
                  </a:cubicBezTo>
                  <a:cubicBezTo>
                    <a:pt x="2835" y="57"/>
                    <a:pt x="3013" y="74"/>
                    <a:pt x="3190" y="74"/>
                  </a:cubicBezTo>
                  <a:cubicBezTo>
                    <a:pt x="3202" y="74"/>
                    <a:pt x="3214" y="74"/>
                    <a:pt x="3227" y="74"/>
                  </a:cubicBezTo>
                  <a:cubicBezTo>
                    <a:pt x="3239" y="74"/>
                    <a:pt x="3252" y="74"/>
                    <a:pt x="3264" y="74"/>
                  </a:cubicBezTo>
                  <a:cubicBezTo>
                    <a:pt x="3441" y="74"/>
                    <a:pt x="3619" y="57"/>
                    <a:pt x="3795" y="23"/>
                  </a:cubicBezTo>
                  <a:cubicBezTo>
                    <a:pt x="3796" y="23"/>
                    <a:pt x="3796" y="23"/>
                    <a:pt x="3797" y="23"/>
                  </a:cubicBezTo>
                  <a:cubicBezTo>
                    <a:pt x="3797" y="382"/>
                    <a:pt x="3797" y="382"/>
                    <a:pt x="3797" y="382"/>
                  </a:cubicBezTo>
                  <a:cubicBezTo>
                    <a:pt x="3805" y="382"/>
                    <a:pt x="3805" y="382"/>
                    <a:pt x="3805" y="382"/>
                  </a:cubicBezTo>
                  <a:cubicBezTo>
                    <a:pt x="3805" y="24"/>
                    <a:pt x="3805" y="24"/>
                    <a:pt x="3805" y="24"/>
                  </a:cubicBezTo>
                  <a:cubicBezTo>
                    <a:pt x="3922" y="47"/>
                    <a:pt x="4041" y="62"/>
                    <a:pt x="4160" y="69"/>
                  </a:cubicBezTo>
                  <a:cubicBezTo>
                    <a:pt x="4160" y="68"/>
                    <a:pt x="4160" y="68"/>
                    <a:pt x="4160" y="68"/>
                  </a:cubicBezTo>
                  <a:cubicBezTo>
                    <a:pt x="4041" y="61"/>
                    <a:pt x="3923" y="46"/>
                    <a:pt x="3805" y="24"/>
                  </a:cubicBezTo>
                  <a:cubicBezTo>
                    <a:pt x="3805" y="21"/>
                    <a:pt x="3805" y="21"/>
                    <a:pt x="3805" y="21"/>
                  </a:cubicBezTo>
                  <a:cubicBezTo>
                    <a:pt x="3809" y="20"/>
                    <a:pt x="3813" y="19"/>
                    <a:pt x="3818" y="18"/>
                  </a:cubicBezTo>
                  <a:close/>
                  <a:moveTo>
                    <a:pt x="363" y="27"/>
                  </a:moveTo>
                  <a:cubicBezTo>
                    <a:pt x="363" y="18"/>
                    <a:pt x="363" y="18"/>
                    <a:pt x="363" y="18"/>
                  </a:cubicBezTo>
                  <a:cubicBezTo>
                    <a:pt x="367" y="18"/>
                    <a:pt x="367" y="18"/>
                    <a:pt x="367" y="18"/>
                  </a:cubicBezTo>
                  <a:cubicBezTo>
                    <a:pt x="374" y="20"/>
                    <a:pt x="382" y="21"/>
                    <a:pt x="389" y="23"/>
                  </a:cubicBezTo>
                  <a:cubicBezTo>
                    <a:pt x="380" y="24"/>
                    <a:pt x="371" y="26"/>
                    <a:pt x="363" y="27"/>
                  </a:cubicBezTo>
                  <a:close/>
                  <a:moveTo>
                    <a:pt x="393" y="23"/>
                  </a:moveTo>
                  <a:cubicBezTo>
                    <a:pt x="404" y="20"/>
                    <a:pt x="416" y="18"/>
                    <a:pt x="428" y="15"/>
                  </a:cubicBezTo>
                  <a:cubicBezTo>
                    <a:pt x="593" y="50"/>
                    <a:pt x="761" y="69"/>
                    <a:pt x="927" y="73"/>
                  </a:cubicBezTo>
                  <a:cubicBezTo>
                    <a:pt x="749" y="74"/>
                    <a:pt x="570" y="57"/>
                    <a:pt x="393" y="23"/>
                  </a:cubicBezTo>
                  <a:close/>
                  <a:moveTo>
                    <a:pt x="989" y="73"/>
                  </a:moveTo>
                  <a:cubicBezTo>
                    <a:pt x="1151" y="69"/>
                    <a:pt x="1314" y="51"/>
                    <a:pt x="1475" y="18"/>
                  </a:cubicBezTo>
                  <a:cubicBezTo>
                    <a:pt x="1501" y="18"/>
                    <a:pt x="1501" y="18"/>
                    <a:pt x="1501" y="18"/>
                  </a:cubicBezTo>
                  <a:cubicBezTo>
                    <a:pt x="1502" y="18"/>
                    <a:pt x="1502" y="18"/>
                    <a:pt x="1502" y="18"/>
                  </a:cubicBezTo>
                  <a:cubicBezTo>
                    <a:pt x="1502" y="26"/>
                    <a:pt x="1502" y="26"/>
                    <a:pt x="1502" y="26"/>
                  </a:cubicBezTo>
                  <a:cubicBezTo>
                    <a:pt x="1332" y="58"/>
                    <a:pt x="1160" y="74"/>
                    <a:pt x="989" y="73"/>
                  </a:cubicBezTo>
                  <a:close/>
                  <a:moveTo>
                    <a:pt x="1510" y="25"/>
                  </a:moveTo>
                  <a:cubicBezTo>
                    <a:pt x="1510" y="20"/>
                    <a:pt x="1510" y="20"/>
                    <a:pt x="1510" y="20"/>
                  </a:cubicBezTo>
                  <a:cubicBezTo>
                    <a:pt x="1514" y="21"/>
                    <a:pt x="1519" y="22"/>
                    <a:pt x="1523" y="23"/>
                  </a:cubicBezTo>
                  <a:cubicBezTo>
                    <a:pt x="1519" y="23"/>
                    <a:pt x="1514" y="24"/>
                    <a:pt x="1510" y="25"/>
                  </a:cubicBezTo>
                  <a:close/>
                  <a:moveTo>
                    <a:pt x="1510" y="19"/>
                  </a:moveTo>
                  <a:cubicBezTo>
                    <a:pt x="1510" y="18"/>
                    <a:pt x="1510" y="18"/>
                    <a:pt x="1510" y="18"/>
                  </a:cubicBezTo>
                  <a:cubicBezTo>
                    <a:pt x="1546" y="18"/>
                    <a:pt x="1546" y="18"/>
                    <a:pt x="1546" y="18"/>
                  </a:cubicBezTo>
                  <a:cubicBezTo>
                    <a:pt x="1539" y="19"/>
                    <a:pt x="1532" y="21"/>
                    <a:pt x="1525" y="22"/>
                  </a:cubicBezTo>
                  <a:cubicBezTo>
                    <a:pt x="1520" y="21"/>
                    <a:pt x="1515" y="20"/>
                    <a:pt x="1510" y="19"/>
                  </a:cubicBezTo>
                  <a:close/>
                  <a:moveTo>
                    <a:pt x="1527" y="23"/>
                  </a:moveTo>
                  <a:cubicBezTo>
                    <a:pt x="1534" y="21"/>
                    <a:pt x="1542" y="20"/>
                    <a:pt x="1549" y="18"/>
                  </a:cubicBezTo>
                  <a:cubicBezTo>
                    <a:pt x="1551" y="18"/>
                    <a:pt x="1551" y="18"/>
                    <a:pt x="1551" y="18"/>
                  </a:cubicBezTo>
                  <a:cubicBezTo>
                    <a:pt x="1551" y="18"/>
                    <a:pt x="1552" y="18"/>
                    <a:pt x="1553" y="17"/>
                  </a:cubicBezTo>
                  <a:cubicBezTo>
                    <a:pt x="1556" y="17"/>
                    <a:pt x="1559" y="16"/>
                    <a:pt x="1562" y="15"/>
                  </a:cubicBezTo>
                  <a:cubicBezTo>
                    <a:pt x="1728" y="50"/>
                    <a:pt x="1895" y="69"/>
                    <a:pt x="2062" y="73"/>
                  </a:cubicBezTo>
                  <a:cubicBezTo>
                    <a:pt x="1883" y="74"/>
                    <a:pt x="1705" y="57"/>
                    <a:pt x="1527" y="23"/>
                  </a:cubicBezTo>
                  <a:close/>
                  <a:moveTo>
                    <a:pt x="2650" y="20"/>
                  </a:moveTo>
                  <a:cubicBezTo>
                    <a:pt x="2646" y="20"/>
                    <a:pt x="2643" y="19"/>
                    <a:pt x="2639" y="18"/>
                  </a:cubicBezTo>
                  <a:cubicBezTo>
                    <a:pt x="2650" y="18"/>
                    <a:pt x="2650" y="18"/>
                    <a:pt x="2650" y="18"/>
                  </a:cubicBezTo>
                  <a:lnTo>
                    <a:pt x="2650" y="20"/>
                  </a:lnTo>
                  <a:close/>
                  <a:moveTo>
                    <a:pt x="2123" y="73"/>
                  </a:moveTo>
                  <a:cubicBezTo>
                    <a:pt x="2285" y="69"/>
                    <a:pt x="2448" y="51"/>
                    <a:pt x="2609" y="18"/>
                  </a:cubicBezTo>
                  <a:cubicBezTo>
                    <a:pt x="2636" y="18"/>
                    <a:pt x="2636" y="18"/>
                    <a:pt x="2636" y="18"/>
                  </a:cubicBezTo>
                  <a:cubicBezTo>
                    <a:pt x="2640" y="19"/>
                    <a:pt x="2645" y="20"/>
                    <a:pt x="2650" y="21"/>
                  </a:cubicBezTo>
                  <a:cubicBezTo>
                    <a:pt x="2650" y="24"/>
                    <a:pt x="2650" y="24"/>
                    <a:pt x="2650" y="24"/>
                  </a:cubicBezTo>
                  <a:cubicBezTo>
                    <a:pt x="2475" y="57"/>
                    <a:pt x="2299" y="74"/>
                    <a:pt x="2123" y="73"/>
                  </a:cubicBezTo>
                  <a:close/>
                  <a:moveTo>
                    <a:pt x="2657" y="23"/>
                  </a:moveTo>
                  <a:cubicBezTo>
                    <a:pt x="2657" y="22"/>
                    <a:pt x="2657" y="22"/>
                    <a:pt x="2657" y="22"/>
                  </a:cubicBezTo>
                  <a:cubicBezTo>
                    <a:pt x="2658" y="23"/>
                    <a:pt x="2658" y="23"/>
                    <a:pt x="2658" y="23"/>
                  </a:cubicBezTo>
                  <a:lnTo>
                    <a:pt x="2657" y="23"/>
                  </a:lnTo>
                  <a:close/>
                  <a:moveTo>
                    <a:pt x="2657" y="22"/>
                  </a:moveTo>
                  <a:cubicBezTo>
                    <a:pt x="2657" y="18"/>
                    <a:pt x="2657" y="18"/>
                    <a:pt x="2657" y="18"/>
                  </a:cubicBezTo>
                  <a:cubicBezTo>
                    <a:pt x="2680" y="18"/>
                    <a:pt x="2680" y="18"/>
                    <a:pt x="2680" y="18"/>
                  </a:cubicBezTo>
                  <a:cubicBezTo>
                    <a:pt x="2673" y="19"/>
                    <a:pt x="2666" y="21"/>
                    <a:pt x="2660" y="22"/>
                  </a:cubicBezTo>
                  <a:cubicBezTo>
                    <a:pt x="2659" y="22"/>
                    <a:pt x="2658" y="22"/>
                    <a:pt x="2657" y="22"/>
                  </a:cubicBezTo>
                  <a:close/>
                  <a:moveTo>
                    <a:pt x="2661" y="23"/>
                  </a:moveTo>
                  <a:cubicBezTo>
                    <a:pt x="2669" y="21"/>
                    <a:pt x="2676" y="20"/>
                    <a:pt x="2684" y="18"/>
                  </a:cubicBezTo>
                  <a:cubicBezTo>
                    <a:pt x="2698" y="18"/>
                    <a:pt x="2698" y="18"/>
                    <a:pt x="2698" y="18"/>
                  </a:cubicBezTo>
                  <a:cubicBezTo>
                    <a:pt x="2699" y="18"/>
                    <a:pt x="2700" y="17"/>
                    <a:pt x="2701" y="16"/>
                  </a:cubicBezTo>
                  <a:cubicBezTo>
                    <a:pt x="2865" y="50"/>
                    <a:pt x="3031" y="69"/>
                    <a:pt x="3196" y="73"/>
                  </a:cubicBezTo>
                  <a:cubicBezTo>
                    <a:pt x="3018" y="74"/>
                    <a:pt x="2839" y="57"/>
                    <a:pt x="2661" y="23"/>
                  </a:cubicBezTo>
                  <a:close/>
                  <a:moveTo>
                    <a:pt x="3814" y="18"/>
                  </a:moveTo>
                  <a:cubicBezTo>
                    <a:pt x="3811" y="19"/>
                    <a:pt x="3808" y="19"/>
                    <a:pt x="3805" y="20"/>
                  </a:cubicBezTo>
                  <a:cubicBezTo>
                    <a:pt x="3805" y="18"/>
                    <a:pt x="3805" y="18"/>
                    <a:pt x="3805" y="18"/>
                  </a:cubicBezTo>
                  <a:lnTo>
                    <a:pt x="3814" y="18"/>
                  </a:lnTo>
                  <a:close/>
                  <a:moveTo>
                    <a:pt x="3258" y="73"/>
                  </a:moveTo>
                  <a:cubicBezTo>
                    <a:pt x="3423" y="69"/>
                    <a:pt x="3589" y="50"/>
                    <a:pt x="3753" y="16"/>
                  </a:cubicBezTo>
                  <a:cubicBezTo>
                    <a:pt x="3754" y="17"/>
                    <a:pt x="3755" y="18"/>
                    <a:pt x="3756" y="18"/>
                  </a:cubicBezTo>
                  <a:cubicBezTo>
                    <a:pt x="3773" y="18"/>
                    <a:pt x="3773" y="18"/>
                    <a:pt x="3773" y="18"/>
                  </a:cubicBezTo>
                  <a:cubicBezTo>
                    <a:pt x="3779" y="20"/>
                    <a:pt x="3786" y="21"/>
                    <a:pt x="3793" y="22"/>
                  </a:cubicBezTo>
                  <a:cubicBezTo>
                    <a:pt x="3615" y="57"/>
                    <a:pt x="3437" y="74"/>
                    <a:pt x="3258" y="73"/>
                  </a:cubicBezTo>
                  <a:close/>
                  <a:moveTo>
                    <a:pt x="3776" y="18"/>
                  </a:moveTo>
                  <a:cubicBezTo>
                    <a:pt x="3797" y="18"/>
                    <a:pt x="3797" y="18"/>
                    <a:pt x="3797" y="18"/>
                  </a:cubicBezTo>
                  <a:cubicBezTo>
                    <a:pt x="3797" y="22"/>
                    <a:pt x="3797" y="22"/>
                    <a:pt x="3797" y="22"/>
                  </a:cubicBezTo>
                  <a:cubicBezTo>
                    <a:pt x="3796" y="22"/>
                    <a:pt x="3796" y="22"/>
                    <a:pt x="3795" y="22"/>
                  </a:cubicBezTo>
                  <a:cubicBezTo>
                    <a:pt x="3789" y="21"/>
                    <a:pt x="3782" y="19"/>
                    <a:pt x="3776" y="18"/>
                  </a:cubicBezTo>
                  <a:close/>
                  <a:moveTo>
                    <a:pt x="3797" y="22"/>
                  </a:moveTo>
                  <a:cubicBezTo>
                    <a:pt x="3797" y="22"/>
                    <a:pt x="3797" y="22"/>
                    <a:pt x="3797" y="22"/>
                  </a:cubicBezTo>
                  <a:cubicBezTo>
                    <a:pt x="3797" y="22"/>
                    <a:pt x="3797" y="22"/>
                    <a:pt x="3797" y="22"/>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0" name="Google Shape;50;p3"/>
            <p:cNvGrpSpPr/>
            <p:nvPr/>
          </p:nvGrpSpPr>
          <p:grpSpPr>
            <a:xfrm>
              <a:off x="4419398" y="4067851"/>
              <a:ext cx="9704166" cy="1418515"/>
              <a:chOff x="2151136" y="3681275"/>
              <a:chExt cx="12555526" cy="1494275"/>
            </a:xfrm>
          </p:grpSpPr>
          <p:sp>
            <p:nvSpPr>
              <p:cNvPr id="51" name="Google Shape;51;p3"/>
              <p:cNvSpPr/>
              <p:nvPr/>
            </p:nvSpPr>
            <p:spPr>
              <a:xfrm>
                <a:off x="2151136" y="4484966"/>
                <a:ext cx="3048096" cy="440543"/>
              </a:xfrm>
              <a:custGeom>
                <a:avLst/>
                <a:gdLst/>
                <a:ahLst/>
                <a:cxnLst/>
                <a:rect l="l" t="t" r="r" b="b"/>
                <a:pathLst>
                  <a:path w="823" h="118" extrusionOk="0">
                    <a:moveTo>
                      <a:pt x="0" y="14"/>
                    </a:moveTo>
                    <a:cubicBezTo>
                      <a:pt x="3" y="20"/>
                      <a:pt x="3" y="20"/>
                      <a:pt x="3" y="20"/>
                    </a:cubicBezTo>
                    <a:cubicBezTo>
                      <a:pt x="3" y="20"/>
                      <a:pt x="823" y="55"/>
                      <a:pt x="715" y="116"/>
                    </a:cubicBezTo>
                    <a:cubicBezTo>
                      <a:pt x="715" y="116"/>
                      <a:pt x="786" y="118"/>
                      <a:pt x="766" y="71"/>
                    </a:cubicBezTo>
                    <a:cubicBezTo>
                      <a:pt x="745" y="24"/>
                      <a:pt x="109" y="0"/>
                      <a:pt x="0" y="14"/>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 name="Google Shape;52;p3"/>
              <p:cNvSpPr/>
              <p:nvPr/>
            </p:nvSpPr>
            <p:spPr>
              <a:xfrm>
                <a:off x="4199073" y="4598080"/>
                <a:ext cx="113115" cy="130972"/>
              </a:xfrm>
              <a:custGeom>
                <a:avLst/>
                <a:gdLst/>
                <a:ahLst/>
                <a:cxnLst/>
                <a:rect l="l" t="t" r="r" b="b"/>
                <a:pathLst>
                  <a:path w="30" h="35" extrusionOk="0">
                    <a:moveTo>
                      <a:pt x="0" y="31"/>
                    </a:moveTo>
                    <a:cubicBezTo>
                      <a:pt x="11" y="32"/>
                      <a:pt x="21" y="33"/>
                      <a:pt x="30" y="35"/>
                    </a:cubicBezTo>
                    <a:cubicBezTo>
                      <a:pt x="25" y="2"/>
                      <a:pt x="25" y="2"/>
                      <a:pt x="25" y="2"/>
                    </a:cubicBezTo>
                    <a:cubicBezTo>
                      <a:pt x="17" y="1"/>
                      <a:pt x="9" y="0"/>
                      <a:pt x="0" y="0"/>
                    </a:cubicBezTo>
                    <a:lnTo>
                      <a:pt x="0" y="31"/>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 name="Google Shape;53;p3"/>
              <p:cNvSpPr/>
              <p:nvPr/>
            </p:nvSpPr>
            <p:spPr>
              <a:xfrm>
                <a:off x="2151136" y="4526641"/>
                <a:ext cx="279807" cy="47626"/>
              </a:xfrm>
              <a:custGeom>
                <a:avLst/>
                <a:gdLst/>
                <a:ahLst/>
                <a:cxnLst/>
                <a:rect l="l" t="t" r="r" b="b"/>
                <a:pathLst>
                  <a:path w="75" h="13" extrusionOk="0">
                    <a:moveTo>
                      <a:pt x="70" y="0"/>
                    </a:moveTo>
                    <a:cubicBezTo>
                      <a:pt x="39" y="1"/>
                      <a:pt x="15" y="2"/>
                      <a:pt x="0" y="4"/>
                    </a:cubicBezTo>
                    <a:cubicBezTo>
                      <a:pt x="3" y="10"/>
                      <a:pt x="3" y="10"/>
                      <a:pt x="3" y="10"/>
                    </a:cubicBezTo>
                    <a:cubicBezTo>
                      <a:pt x="3" y="10"/>
                      <a:pt x="30" y="11"/>
                      <a:pt x="75" y="13"/>
                    </a:cubicBezTo>
                    <a:lnTo>
                      <a:pt x="7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 name="Google Shape;54;p3"/>
              <p:cNvSpPr/>
              <p:nvPr/>
            </p:nvSpPr>
            <p:spPr>
              <a:xfrm>
                <a:off x="2448802" y="4526641"/>
                <a:ext cx="279807" cy="65488"/>
              </a:xfrm>
              <a:custGeom>
                <a:avLst/>
                <a:gdLst/>
                <a:ahLst/>
                <a:cxnLst/>
                <a:rect l="l" t="t" r="r" b="b"/>
                <a:pathLst>
                  <a:path w="76" h="18" extrusionOk="0">
                    <a:moveTo>
                      <a:pt x="72" y="0"/>
                    </a:moveTo>
                    <a:cubicBezTo>
                      <a:pt x="45" y="0"/>
                      <a:pt x="21" y="0"/>
                      <a:pt x="0" y="0"/>
                    </a:cubicBezTo>
                    <a:cubicBezTo>
                      <a:pt x="4" y="14"/>
                      <a:pt x="4" y="14"/>
                      <a:pt x="4" y="14"/>
                    </a:cubicBezTo>
                    <a:cubicBezTo>
                      <a:pt x="25" y="15"/>
                      <a:pt x="50" y="16"/>
                      <a:pt x="76" y="18"/>
                    </a:cubicBezTo>
                    <a:lnTo>
                      <a:pt x="7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 name="Google Shape;55;p3"/>
              <p:cNvSpPr/>
              <p:nvPr/>
            </p:nvSpPr>
            <p:spPr>
              <a:xfrm>
                <a:off x="4085962" y="4586173"/>
                <a:ext cx="77395" cy="125021"/>
              </a:xfrm>
              <a:custGeom>
                <a:avLst/>
                <a:gdLst/>
                <a:ahLst/>
                <a:cxnLst/>
                <a:rect l="l" t="t" r="r" b="b"/>
                <a:pathLst>
                  <a:path w="22" h="33" extrusionOk="0">
                    <a:moveTo>
                      <a:pt x="0" y="0"/>
                    </a:moveTo>
                    <a:cubicBezTo>
                      <a:pt x="13" y="32"/>
                      <a:pt x="13" y="32"/>
                      <a:pt x="13" y="32"/>
                    </a:cubicBezTo>
                    <a:cubicBezTo>
                      <a:pt x="16" y="32"/>
                      <a:pt x="19" y="32"/>
                      <a:pt x="22" y="33"/>
                    </a:cubicBezTo>
                    <a:cubicBezTo>
                      <a:pt x="13" y="1"/>
                      <a:pt x="13" y="1"/>
                      <a:pt x="13" y="1"/>
                    </a:cubicBezTo>
                    <a:cubicBezTo>
                      <a:pt x="9" y="1"/>
                      <a:pt x="4" y="0"/>
                      <a:pt x="0"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 name="Google Shape;56;p3"/>
              <p:cNvSpPr/>
              <p:nvPr/>
            </p:nvSpPr>
            <p:spPr>
              <a:xfrm>
                <a:off x="2788142" y="4526641"/>
                <a:ext cx="89301" cy="71439"/>
              </a:xfrm>
              <a:custGeom>
                <a:avLst/>
                <a:gdLst/>
                <a:ahLst/>
                <a:cxnLst/>
                <a:rect l="l" t="t" r="r" b="b"/>
                <a:pathLst>
                  <a:path w="23" h="19" extrusionOk="0">
                    <a:moveTo>
                      <a:pt x="1" y="18"/>
                    </a:moveTo>
                    <a:cubicBezTo>
                      <a:pt x="7" y="18"/>
                      <a:pt x="12" y="18"/>
                      <a:pt x="18" y="19"/>
                    </a:cubicBezTo>
                    <a:cubicBezTo>
                      <a:pt x="23" y="0"/>
                      <a:pt x="23" y="0"/>
                      <a:pt x="23" y="0"/>
                    </a:cubicBezTo>
                    <a:cubicBezTo>
                      <a:pt x="15" y="0"/>
                      <a:pt x="7" y="0"/>
                      <a:pt x="0" y="0"/>
                    </a:cubicBezTo>
                    <a:lnTo>
                      <a:pt x="1" y="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 name="Google Shape;57;p3"/>
              <p:cNvSpPr/>
              <p:nvPr/>
            </p:nvSpPr>
            <p:spPr>
              <a:xfrm>
                <a:off x="2883395" y="4526641"/>
                <a:ext cx="214319" cy="83346"/>
              </a:xfrm>
              <a:custGeom>
                <a:avLst/>
                <a:gdLst/>
                <a:ahLst/>
                <a:cxnLst/>
                <a:rect l="l" t="t" r="r" b="b"/>
                <a:pathLst>
                  <a:path w="58" h="23" extrusionOk="0">
                    <a:moveTo>
                      <a:pt x="0" y="19"/>
                    </a:moveTo>
                    <a:cubicBezTo>
                      <a:pt x="19" y="20"/>
                      <a:pt x="38" y="22"/>
                      <a:pt x="58" y="23"/>
                    </a:cubicBezTo>
                    <a:cubicBezTo>
                      <a:pt x="45" y="1"/>
                      <a:pt x="45" y="1"/>
                      <a:pt x="45" y="1"/>
                    </a:cubicBezTo>
                    <a:cubicBezTo>
                      <a:pt x="32" y="1"/>
                      <a:pt x="18" y="0"/>
                      <a:pt x="5" y="0"/>
                    </a:cubicBezTo>
                    <a:lnTo>
                      <a:pt x="0" y="19"/>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 name="Google Shape;58;p3"/>
              <p:cNvSpPr/>
              <p:nvPr/>
            </p:nvSpPr>
            <p:spPr>
              <a:xfrm>
                <a:off x="2746467" y="4562360"/>
                <a:ext cx="11907" cy="29768"/>
              </a:xfrm>
              <a:custGeom>
                <a:avLst/>
                <a:gdLst/>
                <a:ahLst/>
                <a:cxnLst/>
                <a:rect l="l" t="t" r="r" b="b"/>
                <a:pathLst>
                  <a:path w="3" h="7" extrusionOk="0">
                    <a:moveTo>
                      <a:pt x="0" y="0"/>
                    </a:moveTo>
                    <a:cubicBezTo>
                      <a:pt x="1" y="7"/>
                      <a:pt x="1" y="7"/>
                      <a:pt x="1" y="7"/>
                    </a:cubicBezTo>
                    <a:cubicBezTo>
                      <a:pt x="2" y="7"/>
                      <a:pt x="3" y="7"/>
                      <a:pt x="3" y="7"/>
                    </a:cubicBez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 name="Google Shape;59;p3"/>
              <p:cNvSpPr/>
              <p:nvPr/>
            </p:nvSpPr>
            <p:spPr>
              <a:xfrm>
                <a:off x="3091759" y="4532592"/>
                <a:ext cx="113115" cy="89301"/>
              </a:xfrm>
              <a:custGeom>
                <a:avLst/>
                <a:gdLst/>
                <a:ahLst/>
                <a:cxnLst/>
                <a:rect l="l" t="t" r="r" b="b"/>
                <a:pathLst>
                  <a:path w="31" h="23" extrusionOk="0">
                    <a:moveTo>
                      <a:pt x="9" y="1"/>
                    </a:moveTo>
                    <a:cubicBezTo>
                      <a:pt x="0" y="0"/>
                      <a:pt x="0" y="0"/>
                      <a:pt x="0" y="0"/>
                    </a:cubicBezTo>
                    <a:cubicBezTo>
                      <a:pt x="15" y="22"/>
                      <a:pt x="15" y="22"/>
                      <a:pt x="15" y="22"/>
                    </a:cubicBezTo>
                    <a:cubicBezTo>
                      <a:pt x="20" y="22"/>
                      <a:pt x="26" y="23"/>
                      <a:pt x="31" y="23"/>
                    </a:cubicBezTo>
                    <a:lnTo>
                      <a:pt x="9" y="1"/>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 name="Google Shape;60;p3"/>
              <p:cNvSpPr/>
              <p:nvPr/>
            </p:nvSpPr>
            <p:spPr>
              <a:xfrm>
                <a:off x="3353704" y="4544499"/>
                <a:ext cx="458406" cy="125021"/>
              </a:xfrm>
              <a:custGeom>
                <a:avLst/>
                <a:gdLst/>
                <a:ahLst/>
                <a:cxnLst/>
                <a:rect l="l" t="t" r="r" b="b"/>
                <a:pathLst>
                  <a:path w="124" h="35" extrusionOk="0">
                    <a:moveTo>
                      <a:pt x="18" y="25"/>
                    </a:moveTo>
                    <a:cubicBezTo>
                      <a:pt x="54" y="28"/>
                      <a:pt x="89" y="31"/>
                      <a:pt x="124" y="35"/>
                    </a:cubicBezTo>
                    <a:cubicBezTo>
                      <a:pt x="113" y="6"/>
                      <a:pt x="113" y="6"/>
                      <a:pt x="113" y="6"/>
                    </a:cubicBezTo>
                    <a:cubicBezTo>
                      <a:pt x="76" y="4"/>
                      <a:pt x="37" y="2"/>
                      <a:pt x="0" y="0"/>
                    </a:cubicBezTo>
                    <a:lnTo>
                      <a:pt x="18" y="25"/>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 name="Google Shape;61;p3"/>
              <p:cNvSpPr/>
              <p:nvPr/>
            </p:nvSpPr>
            <p:spPr>
              <a:xfrm>
                <a:off x="2151136" y="3681275"/>
                <a:ext cx="12555526" cy="1494275"/>
              </a:xfrm>
              <a:custGeom>
                <a:avLst/>
                <a:gdLst/>
                <a:ahLst/>
                <a:cxnLst/>
                <a:rect l="l" t="t" r="r" b="b"/>
                <a:pathLst>
                  <a:path w="3394" h="403" extrusionOk="0">
                    <a:moveTo>
                      <a:pt x="1289" y="317"/>
                    </a:moveTo>
                    <a:cubicBezTo>
                      <a:pt x="1289" y="317"/>
                      <a:pt x="484" y="403"/>
                      <a:pt x="640" y="360"/>
                    </a:cubicBezTo>
                    <a:cubicBezTo>
                      <a:pt x="1067" y="241"/>
                      <a:pt x="0" y="231"/>
                      <a:pt x="0" y="231"/>
                    </a:cubicBezTo>
                    <a:cubicBezTo>
                      <a:pt x="0" y="231"/>
                      <a:pt x="1608" y="0"/>
                      <a:pt x="1970" y="69"/>
                    </a:cubicBezTo>
                    <a:cubicBezTo>
                      <a:pt x="2331" y="137"/>
                      <a:pt x="3394" y="382"/>
                      <a:pt x="3018" y="382"/>
                    </a:cubicBezTo>
                    <a:cubicBezTo>
                      <a:pt x="2641" y="382"/>
                      <a:pt x="1084" y="382"/>
                      <a:pt x="1084" y="382"/>
                    </a:cubicBezTo>
                    <a:lnTo>
                      <a:pt x="1289" y="317"/>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 name="Google Shape;62;p3"/>
              <p:cNvSpPr/>
              <p:nvPr/>
            </p:nvSpPr>
            <p:spPr>
              <a:xfrm>
                <a:off x="3425144" y="3758666"/>
                <a:ext cx="11281515" cy="1339490"/>
              </a:xfrm>
              <a:custGeom>
                <a:avLst/>
                <a:gdLst/>
                <a:ahLst/>
                <a:cxnLst/>
                <a:rect l="l" t="t" r="r" b="b"/>
                <a:pathLst>
                  <a:path w="3050" h="362" extrusionOk="0">
                    <a:moveTo>
                      <a:pt x="2674" y="362"/>
                    </a:moveTo>
                    <a:cubicBezTo>
                      <a:pt x="3050" y="362"/>
                      <a:pt x="1987" y="117"/>
                      <a:pt x="1626" y="49"/>
                    </a:cubicBezTo>
                    <a:cubicBezTo>
                      <a:pt x="1370" y="0"/>
                      <a:pt x="494" y="101"/>
                      <a:pt x="0" y="165"/>
                    </a:cubicBezTo>
                    <a:cubicBezTo>
                      <a:pt x="0" y="165"/>
                      <a:pt x="928" y="81"/>
                      <a:pt x="759" y="108"/>
                    </a:cubicBezTo>
                    <a:cubicBezTo>
                      <a:pt x="589" y="135"/>
                      <a:pt x="358" y="166"/>
                      <a:pt x="494" y="178"/>
                    </a:cubicBezTo>
                    <a:cubicBezTo>
                      <a:pt x="630" y="190"/>
                      <a:pt x="896" y="192"/>
                      <a:pt x="748" y="226"/>
                    </a:cubicBezTo>
                    <a:cubicBezTo>
                      <a:pt x="600" y="261"/>
                      <a:pt x="382" y="297"/>
                      <a:pt x="497" y="333"/>
                    </a:cubicBezTo>
                    <a:cubicBezTo>
                      <a:pt x="503" y="334"/>
                      <a:pt x="510" y="336"/>
                      <a:pt x="518" y="338"/>
                    </a:cubicBezTo>
                    <a:cubicBezTo>
                      <a:pt x="710" y="322"/>
                      <a:pt x="945" y="297"/>
                      <a:pt x="945" y="297"/>
                    </a:cubicBezTo>
                    <a:cubicBezTo>
                      <a:pt x="740" y="362"/>
                      <a:pt x="740" y="362"/>
                      <a:pt x="740" y="362"/>
                    </a:cubicBezTo>
                    <a:cubicBezTo>
                      <a:pt x="740" y="362"/>
                      <a:pt x="2297" y="362"/>
                      <a:pt x="2674" y="362"/>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 name="Google Shape;63;p3"/>
              <p:cNvSpPr/>
              <p:nvPr/>
            </p:nvSpPr>
            <p:spPr>
              <a:xfrm>
                <a:off x="2151136" y="4419482"/>
                <a:ext cx="2738520" cy="392916"/>
              </a:xfrm>
              <a:custGeom>
                <a:avLst/>
                <a:gdLst/>
                <a:ahLst/>
                <a:cxnLst/>
                <a:rect l="l" t="t" r="r" b="b"/>
                <a:pathLst>
                  <a:path w="740" h="107" extrusionOk="0">
                    <a:moveTo>
                      <a:pt x="578" y="32"/>
                    </a:moveTo>
                    <a:cubicBezTo>
                      <a:pt x="662" y="5"/>
                      <a:pt x="147" y="26"/>
                      <a:pt x="147" y="26"/>
                    </a:cubicBezTo>
                    <a:cubicBezTo>
                      <a:pt x="246" y="0"/>
                      <a:pt x="246" y="0"/>
                      <a:pt x="246" y="0"/>
                    </a:cubicBezTo>
                    <a:cubicBezTo>
                      <a:pt x="96" y="19"/>
                      <a:pt x="0" y="33"/>
                      <a:pt x="0" y="33"/>
                    </a:cubicBezTo>
                    <a:cubicBezTo>
                      <a:pt x="0" y="33"/>
                      <a:pt x="714" y="40"/>
                      <a:pt x="740" y="107"/>
                    </a:cubicBezTo>
                    <a:cubicBezTo>
                      <a:pt x="730" y="44"/>
                      <a:pt x="493" y="58"/>
                      <a:pt x="578" y="32"/>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64" name="Google Shape;64;p3"/>
          <p:cNvSpPr txBox="1">
            <a:spLocks noGrp="1"/>
          </p:cNvSpPr>
          <p:nvPr>
            <p:ph type="title"/>
          </p:nvPr>
        </p:nvSpPr>
        <p:spPr>
          <a:xfrm>
            <a:off x="3048600" y="1831775"/>
            <a:ext cx="3046800" cy="661800"/>
          </a:xfrm>
          <a:prstGeom prst="rect">
            <a:avLst/>
          </a:prstGeom>
        </p:spPr>
        <p:txBody>
          <a:bodyPr spcFirstLastPara="1" wrap="square" lIns="91425" tIns="91425" rIns="91425" bIns="91425" anchor="b" anchorCtr="0">
            <a:noAutofit/>
          </a:bodyPr>
          <a:lstStyle>
            <a:lvl1pPr lvl="0" algn="ctr">
              <a:spcBef>
                <a:spcPts val="0"/>
              </a:spcBef>
              <a:spcAft>
                <a:spcPts val="0"/>
              </a:spcAft>
              <a:buSzPts val="5000"/>
              <a:buNone/>
              <a:defRPr sz="34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a:endParaRPr/>
          </a:p>
        </p:txBody>
      </p:sp>
      <p:sp>
        <p:nvSpPr>
          <p:cNvPr id="65" name="Google Shape;65;p3"/>
          <p:cNvSpPr txBox="1">
            <a:spLocks noGrp="1"/>
          </p:cNvSpPr>
          <p:nvPr>
            <p:ph type="title" idx="2" hasCustomPrompt="1"/>
          </p:nvPr>
        </p:nvSpPr>
        <p:spPr>
          <a:xfrm>
            <a:off x="4027050" y="1168175"/>
            <a:ext cx="1089900" cy="6618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6000"/>
              <a:buNone/>
              <a:defRPr sz="32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grpSp>
        <p:nvGrpSpPr>
          <p:cNvPr id="66" name="Google Shape;66;p3"/>
          <p:cNvGrpSpPr/>
          <p:nvPr/>
        </p:nvGrpSpPr>
        <p:grpSpPr>
          <a:xfrm>
            <a:off x="-455395" y="932025"/>
            <a:ext cx="8984825" cy="1177937"/>
            <a:chOff x="-455395" y="932025"/>
            <a:chExt cx="8984825" cy="1177937"/>
          </a:xfrm>
        </p:grpSpPr>
        <p:sp>
          <p:nvSpPr>
            <p:cNvPr id="67" name="Google Shape;67;p3"/>
            <p:cNvSpPr/>
            <p:nvPr/>
          </p:nvSpPr>
          <p:spPr>
            <a:xfrm>
              <a:off x="-455395" y="932025"/>
              <a:ext cx="2255407" cy="338198"/>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 name="Google Shape;68;p3"/>
            <p:cNvSpPr/>
            <p:nvPr/>
          </p:nvSpPr>
          <p:spPr>
            <a:xfrm flipH="1">
              <a:off x="7201367" y="1592289"/>
              <a:ext cx="1328062" cy="517673"/>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49"/>
        <p:cNvGrpSpPr/>
        <p:nvPr/>
      </p:nvGrpSpPr>
      <p:grpSpPr>
        <a:xfrm>
          <a:off x="0" y="0"/>
          <a:ext cx="0" cy="0"/>
          <a:chOff x="0" y="0"/>
          <a:chExt cx="0" cy="0"/>
        </a:xfrm>
      </p:grpSpPr>
      <p:pic>
        <p:nvPicPr>
          <p:cNvPr id="150" name="Google Shape;150;p5"/>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51" name="Google Shape;151;p5"/>
          <p:cNvSpPr txBox="1">
            <a:spLocks noGrp="1"/>
          </p:cNvSpPr>
          <p:nvPr>
            <p:ph type="subTitle" idx="1"/>
          </p:nvPr>
        </p:nvSpPr>
        <p:spPr>
          <a:xfrm>
            <a:off x="1290763" y="2205525"/>
            <a:ext cx="2907600" cy="4725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400"/>
              <a:buFont typeface="Sora ExtraBold"/>
              <a:buNone/>
              <a:defRPr sz="1800">
                <a:solidFill>
                  <a:schemeClr val="dk1"/>
                </a:solidFill>
                <a:latin typeface="Sora ExtraBold"/>
                <a:ea typeface="Sora ExtraBold"/>
                <a:cs typeface="Sora ExtraBold"/>
                <a:sym typeface="Sora ExtraBold"/>
              </a:defRPr>
            </a:lvl1pPr>
            <a:lvl2pPr lvl="1" algn="ctr">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2pPr>
            <a:lvl3pPr lvl="2" algn="ctr">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3pPr>
            <a:lvl4pPr lvl="3" algn="ctr">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4pPr>
            <a:lvl5pPr lvl="4" algn="ctr">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5pPr>
            <a:lvl6pPr lvl="5" algn="ctr">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6pPr>
            <a:lvl7pPr lvl="6" algn="ctr">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7pPr>
            <a:lvl8pPr lvl="7" algn="ctr">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8pPr>
            <a:lvl9pPr lvl="8" algn="ctr">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9pPr>
          </a:lstStyle>
          <a:p>
            <a:endParaRPr/>
          </a:p>
        </p:txBody>
      </p:sp>
      <p:sp>
        <p:nvSpPr>
          <p:cNvPr id="152" name="Google Shape;152;p5"/>
          <p:cNvSpPr txBox="1">
            <a:spLocks noGrp="1"/>
          </p:cNvSpPr>
          <p:nvPr>
            <p:ph type="subTitle" idx="2"/>
          </p:nvPr>
        </p:nvSpPr>
        <p:spPr>
          <a:xfrm>
            <a:off x="4945638" y="2205525"/>
            <a:ext cx="2907600" cy="472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Sora ExtraBold"/>
              <a:buNone/>
              <a:defRPr sz="1800">
                <a:solidFill>
                  <a:schemeClr val="dk1"/>
                </a:solidFill>
                <a:latin typeface="Sora ExtraBold"/>
                <a:ea typeface="Sora ExtraBold"/>
                <a:cs typeface="Sora ExtraBold"/>
                <a:sym typeface="Sora ExtraBold"/>
              </a:defRPr>
            </a:lvl1pPr>
            <a:lvl2pPr lvl="1"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2pPr>
            <a:lvl3pPr lvl="2"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3pPr>
            <a:lvl4pPr lvl="3"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4pPr>
            <a:lvl5pPr lvl="4"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5pPr>
            <a:lvl6pPr lvl="5"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6pPr>
            <a:lvl7pPr lvl="6"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7pPr>
            <a:lvl8pPr lvl="7"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8pPr>
            <a:lvl9pPr lvl="8"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9pPr>
          </a:lstStyle>
          <a:p>
            <a:endParaRPr/>
          </a:p>
        </p:txBody>
      </p:sp>
      <p:sp>
        <p:nvSpPr>
          <p:cNvPr id="153" name="Google Shape;153;p5"/>
          <p:cNvSpPr txBox="1">
            <a:spLocks noGrp="1"/>
          </p:cNvSpPr>
          <p:nvPr>
            <p:ph type="subTitle" idx="3"/>
          </p:nvPr>
        </p:nvSpPr>
        <p:spPr>
          <a:xfrm>
            <a:off x="1290763" y="2612050"/>
            <a:ext cx="2907600" cy="1350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4" name="Google Shape;154;p5"/>
          <p:cNvSpPr txBox="1">
            <a:spLocks noGrp="1"/>
          </p:cNvSpPr>
          <p:nvPr>
            <p:ph type="subTitle" idx="4"/>
          </p:nvPr>
        </p:nvSpPr>
        <p:spPr>
          <a:xfrm>
            <a:off x="4945638" y="2612050"/>
            <a:ext cx="2907600" cy="1350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5" name="Google Shape;155;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156" name="Google Shape;156;p5"/>
          <p:cNvCxnSpPr/>
          <p:nvPr/>
        </p:nvCxnSpPr>
        <p:spPr>
          <a:xfrm>
            <a:off x="4572000" y="-200925"/>
            <a:ext cx="0" cy="583800"/>
          </a:xfrm>
          <a:prstGeom prst="straightConnector1">
            <a:avLst/>
          </a:prstGeom>
          <a:noFill/>
          <a:ln w="9525" cap="flat" cmpd="sng">
            <a:solidFill>
              <a:schemeClr val="dk1"/>
            </a:solidFill>
            <a:prstDash val="solid"/>
            <a:round/>
            <a:headEnd type="none" w="med" len="med"/>
            <a:tailEnd type="diamond" w="med" len="med"/>
          </a:ln>
        </p:spPr>
      </p:cxnSp>
      <p:sp>
        <p:nvSpPr>
          <p:cNvPr id="157" name="Google Shape;157;p5"/>
          <p:cNvSpPr/>
          <p:nvPr/>
        </p:nvSpPr>
        <p:spPr>
          <a:xfrm flipH="1">
            <a:off x="-1346174" y="4291500"/>
            <a:ext cx="6933149" cy="852001"/>
          </a:xfrm>
          <a:custGeom>
            <a:avLst/>
            <a:gdLst/>
            <a:ahLst/>
            <a:cxnLst/>
            <a:rect l="l" t="t" r="r" b="b"/>
            <a:pathLst>
              <a:path w="782" h="755" extrusionOk="0">
                <a:moveTo>
                  <a:pt x="782" y="755"/>
                </a:moveTo>
                <a:lnTo>
                  <a:pt x="782" y="595"/>
                </a:lnTo>
                <a:lnTo>
                  <a:pt x="714" y="4"/>
                </a:lnTo>
                <a:lnTo>
                  <a:pt x="690" y="211"/>
                </a:lnTo>
                <a:lnTo>
                  <a:pt x="680" y="161"/>
                </a:lnTo>
                <a:lnTo>
                  <a:pt x="647" y="334"/>
                </a:lnTo>
                <a:lnTo>
                  <a:pt x="611" y="147"/>
                </a:lnTo>
                <a:lnTo>
                  <a:pt x="602" y="196"/>
                </a:lnTo>
                <a:lnTo>
                  <a:pt x="574" y="55"/>
                </a:lnTo>
                <a:lnTo>
                  <a:pt x="551" y="179"/>
                </a:lnTo>
                <a:lnTo>
                  <a:pt x="538" y="0"/>
                </a:lnTo>
                <a:lnTo>
                  <a:pt x="529" y="110"/>
                </a:lnTo>
                <a:lnTo>
                  <a:pt x="522" y="62"/>
                </a:lnTo>
                <a:lnTo>
                  <a:pt x="466" y="408"/>
                </a:lnTo>
                <a:lnTo>
                  <a:pt x="431" y="98"/>
                </a:lnTo>
                <a:lnTo>
                  <a:pt x="404" y="334"/>
                </a:lnTo>
                <a:lnTo>
                  <a:pt x="378" y="102"/>
                </a:lnTo>
                <a:lnTo>
                  <a:pt x="371" y="163"/>
                </a:lnTo>
                <a:lnTo>
                  <a:pt x="354" y="12"/>
                </a:lnTo>
                <a:lnTo>
                  <a:pt x="297" y="513"/>
                </a:lnTo>
                <a:lnTo>
                  <a:pt x="248" y="78"/>
                </a:lnTo>
                <a:lnTo>
                  <a:pt x="222" y="300"/>
                </a:lnTo>
                <a:lnTo>
                  <a:pt x="210" y="189"/>
                </a:lnTo>
                <a:lnTo>
                  <a:pt x="178" y="470"/>
                </a:lnTo>
                <a:lnTo>
                  <a:pt x="157" y="297"/>
                </a:lnTo>
                <a:lnTo>
                  <a:pt x="138" y="468"/>
                </a:lnTo>
                <a:lnTo>
                  <a:pt x="97" y="98"/>
                </a:lnTo>
                <a:lnTo>
                  <a:pt x="39" y="604"/>
                </a:lnTo>
                <a:lnTo>
                  <a:pt x="28" y="508"/>
                </a:lnTo>
                <a:lnTo>
                  <a:pt x="0" y="755"/>
                </a:lnTo>
                <a:lnTo>
                  <a:pt x="782" y="755"/>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58" name="Google Shape;158;p5"/>
          <p:cNvGrpSpPr/>
          <p:nvPr/>
        </p:nvGrpSpPr>
        <p:grpSpPr>
          <a:xfrm>
            <a:off x="7853245" y="4291508"/>
            <a:ext cx="832721" cy="851987"/>
            <a:chOff x="8012532" y="4124833"/>
            <a:chExt cx="832721" cy="851987"/>
          </a:xfrm>
        </p:grpSpPr>
        <p:grpSp>
          <p:nvGrpSpPr>
            <p:cNvPr id="159" name="Google Shape;159;p5"/>
            <p:cNvGrpSpPr/>
            <p:nvPr/>
          </p:nvGrpSpPr>
          <p:grpSpPr>
            <a:xfrm>
              <a:off x="8598100" y="4124833"/>
              <a:ext cx="247154" cy="851987"/>
              <a:chOff x="1539875" y="3257551"/>
              <a:chExt cx="511176" cy="1762125"/>
            </a:xfrm>
          </p:grpSpPr>
          <p:sp>
            <p:nvSpPr>
              <p:cNvPr id="160" name="Google Shape;160;p5"/>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 name="Google Shape;161;p5"/>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 name="Google Shape;162;p5"/>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 name="Google Shape;163;p5"/>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 name="Google Shape;164;p5"/>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 name="Google Shape;165;p5"/>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6" name="Google Shape;166;p5"/>
            <p:cNvGrpSpPr/>
            <p:nvPr/>
          </p:nvGrpSpPr>
          <p:grpSpPr>
            <a:xfrm>
              <a:off x="8295440" y="4314335"/>
              <a:ext cx="185813" cy="640708"/>
              <a:chOff x="1539875" y="3257551"/>
              <a:chExt cx="511176" cy="1762125"/>
            </a:xfrm>
          </p:grpSpPr>
          <p:sp>
            <p:nvSpPr>
              <p:cNvPr id="167" name="Google Shape;167;p5"/>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 name="Google Shape;168;p5"/>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 name="Google Shape;169;p5"/>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 name="Google Shape;170;p5"/>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 name="Google Shape;171;p5"/>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 name="Google Shape;172;p5"/>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3" name="Google Shape;173;p5"/>
            <p:cNvGrpSpPr/>
            <p:nvPr/>
          </p:nvGrpSpPr>
          <p:grpSpPr>
            <a:xfrm flipH="1">
              <a:off x="8012532" y="4391982"/>
              <a:ext cx="166081" cy="572690"/>
              <a:chOff x="1539875" y="3257551"/>
              <a:chExt cx="511176" cy="1762125"/>
            </a:xfrm>
          </p:grpSpPr>
          <p:sp>
            <p:nvSpPr>
              <p:cNvPr id="174" name="Google Shape;174;p5"/>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 name="Google Shape;175;p5"/>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 name="Google Shape;176;p5"/>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 name="Google Shape;177;p5"/>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 name="Google Shape;178;p5"/>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 name="Google Shape;179;p5"/>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80" name="Google Shape;180;p5"/>
          <p:cNvGrpSpPr/>
          <p:nvPr/>
        </p:nvGrpSpPr>
        <p:grpSpPr>
          <a:xfrm flipH="1">
            <a:off x="-866092" y="4547507"/>
            <a:ext cx="4356801" cy="629414"/>
            <a:chOff x="1134148" y="4193002"/>
            <a:chExt cx="4953725" cy="715650"/>
          </a:xfrm>
        </p:grpSpPr>
        <p:sp>
          <p:nvSpPr>
            <p:cNvPr id="181" name="Google Shape;181;p5"/>
            <p:cNvSpPr/>
            <p:nvPr/>
          </p:nvSpPr>
          <p:spPr>
            <a:xfrm>
              <a:off x="4192744" y="4806036"/>
              <a:ext cx="455790" cy="102616"/>
            </a:xfrm>
            <a:custGeom>
              <a:avLst/>
              <a:gdLst/>
              <a:ahLst/>
              <a:cxnLst/>
              <a:rect l="l" t="t" r="r" b="b"/>
              <a:pathLst>
                <a:path w="297" h="67" extrusionOk="0">
                  <a:moveTo>
                    <a:pt x="285" y="8"/>
                  </a:moveTo>
                  <a:cubicBezTo>
                    <a:pt x="288" y="0"/>
                    <a:pt x="288" y="0"/>
                    <a:pt x="288" y="0"/>
                  </a:cubicBezTo>
                  <a:cubicBezTo>
                    <a:pt x="19" y="0"/>
                    <a:pt x="19" y="0"/>
                    <a:pt x="19" y="0"/>
                  </a:cubicBezTo>
                  <a:cubicBezTo>
                    <a:pt x="19" y="4"/>
                    <a:pt x="19" y="4"/>
                    <a:pt x="19" y="4"/>
                  </a:cubicBezTo>
                  <a:cubicBezTo>
                    <a:pt x="8" y="9"/>
                    <a:pt x="0" y="20"/>
                    <a:pt x="0" y="34"/>
                  </a:cubicBezTo>
                  <a:cubicBezTo>
                    <a:pt x="0" y="52"/>
                    <a:pt x="15" y="67"/>
                    <a:pt x="34" y="67"/>
                  </a:cubicBezTo>
                  <a:cubicBezTo>
                    <a:pt x="48" y="67"/>
                    <a:pt x="60" y="58"/>
                    <a:pt x="65" y="45"/>
                  </a:cubicBezTo>
                  <a:cubicBezTo>
                    <a:pt x="72" y="45"/>
                    <a:pt x="72" y="45"/>
                    <a:pt x="72" y="45"/>
                  </a:cubicBezTo>
                  <a:cubicBezTo>
                    <a:pt x="77" y="58"/>
                    <a:pt x="89" y="67"/>
                    <a:pt x="103" y="67"/>
                  </a:cubicBezTo>
                  <a:cubicBezTo>
                    <a:pt x="118" y="67"/>
                    <a:pt x="130" y="58"/>
                    <a:pt x="135" y="45"/>
                  </a:cubicBezTo>
                  <a:cubicBezTo>
                    <a:pt x="163" y="45"/>
                    <a:pt x="163" y="45"/>
                    <a:pt x="163" y="45"/>
                  </a:cubicBezTo>
                  <a:cubicBezTo>
                    <a:pt x="168" y="58"/>
                    <a:pt x="180" y="67"/>
                    <a:pt x="194" y="67"/>
                  </a:cubicBezTo>
                  <a:cubicBezTo>
                    <a:pt x="209" y="67"/>
                    <a:pt x="221" y="58"/>
                    <a:pt x="226" y="45"/>
                  </a:cubicBezTo>
                  <a:cubicBezTo>
                    <a:pt x="233" y="45"/>
                    <a:pt x="233" y="45"/>
                    <a:pt x="233" y="45"/>
                  </a:cubicBezTo>
                  <a:cubicBezTo>
                    <a:pt x="237" y="58"/>
                    <a:pt x="250" y="67"/>
                    <a:pt x="264" y="67"/>
                  </a:cubicBezTo>
                  <a:cubicBezTo>
                    <a:pt x="282" y="67"/>
                    <a:pt x="297" y="52"/>
                    <a:pt x="297" y="34"/>
                  </a:cubicBezTo>
                  <a:cubicBezTo>
                    <a:pt x="297" y="23"/>
                    <a:pt x="293" y="14"/>
                    <a:pt x="285" y="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 name="Google Shape;182;p5"/>
            <p:cNvSpPr/>
            <p:nvPr/>
          </p:nvSpPr>
          <p:spPr>
            <a:xfrm>
              <a:off x="5429509" y="4806036"/>
              <a:ext cx="457124" cy="102616"/>
            </a:xfrm>
            <a:custGeom>
              <a:avLst/>
              <a:gdLst/>
              <a:ahLst/>
              <a:cxnLst/>
              <a:rect l="l" t="t" r="r" b="b"/>
              <a:pathLst>
                <a:path w="298" h="67" extrusionOk="0">
                  <a:moveTo>
                    <a:pt x="285" y="8"/>
                  </a:moveTo>
                  <a:cubicBezTo>
                    <a:pt x="288" y="0"/>
                    <a:pt x="288" y="0"/>
                    <a:pt x="288" y="0"/>
                  </a:cubicBezTo>
                  <a:cubicBezTo>
                    <a:pt x="20" y="0"/>
                    <a:pt x="20" y="0"/>
                    <a:pt x="20" y="0"/>
                  </a:cubicBezTo>
                  <a:cubicBezTo>
                    <a:pt x="20" y="4"/>
                    <a:pt x="20" y="4"/>
                    <a:pt x="20" y="4"/>
                  </a:cubicBezTo>
                  <a:cubicBezTo>
                    <a:pt x="8" y="9"/>
                    <a:pt x="0" y="20"/>
                    <a:pt x="0" y="34"/>
                  </a:cubicBezTo>
                  <a:cubicBezTo>
                    <a:pt x="0" y="52"/>
                    <a:pt x="15" y="67"/>
                    <a:pt x="34" y="67"/>
                  </a:cubicBezTo>
                  <a:cubicBezTo>
                    <a:pt x="48" y="67"/>
                    <a:pt x="60" y="58"/>
                    <a:pt x="65" y="45"/>
                  </a:cubicBezTo>
                  <a:cubicBezTo>
                    <a:pt x="72" y="45"/>
                    <a:pt x="72" y="45"/>
                    <a:pt x="72" y="45"/>
                  </a:cubicBezTo>
                  <a:cubicBezTo>
                    <a:pt x="77" y="58"/>
                    <a:pt x="89" y="67"/>
                    <a:pt x="103" y="67"/>
                  </a:cubicBezTo>
                  <a:cubicBezTo>
                    <a:pt x="118" y="67"/>
                    <a:pt x="130" y="58"/>
                    <a:pt x="135" y="45"/>
                  </a:cubicBezTo>
                  <a:cubicBezTo>
                    <a:pt x="163" y="45"/>
                    <a:pt x="163" y="45"/>
                    <a:pt x="163" y="45"/>
                  </a:cubicBezTo>
                  <a:cubicBezTo>
                    <a:pt x="168" y="58"/>
                    <a:pt x="180" y="67"/>
                    <a:pt x="195" y="67"/>
                  </a:cubicBezTo>
                  <a:cubicBezTo>
                    <a:pt x="209" y="67"/>
                    <a:pt x="221" y="58"/>
                    <a:pt x="226" y="45"/>
                  </a:cubicBezTo>
                  <a:cubicBezTo>
                    <a:pt x="233" y="45"/>
                    <a:pt x="233" y="45"/>
                    <a:pt x="233" y="45"/>
                  </a:cubicBezTo>
                  <a:cubicBezTo>
                    <a:pt x="238" y="58"/>
                    <a:pt x="250" y="67"/>
                    <a:pt x="264" y="67"/>
                  </a:cubicBezTo>
                  <a:cubicBezTo>
                    <a:pt x="283" y="67"/>
                    <a:pt x="298" y="52"/>
                    <a:pt x="298" y="34"/>
                  </a:cubicBezTo>
                  <a:cubicBezTo>
                    <a:pt x="298" y="23"/>
                    <a:pt x="293" y="14"/>
                    <a:pt x="285" y="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 name="Google Shape;183;p5"/>
            <p:cNvSpPr/>
            <p:nvPr/>
          </p:nvSpPr>
          <p:spPr>
            <a:xfrm>
              <a:off x="3991502" y="4251640"/>
              <a:ext cx="2096370" cy="586381"/>
            </a:xfrm>
            <a:custGeom>
              <a:avLst/>
              <a:gdLst/>
              <a:ahLst/>
              <a:cxnLst/>
              <a:rect l="l" t="t" r="r" b="b"/>
              <a:pathLst>
                <a:path w="1365" h="382" extrusionOk="0">
                  <a:moveTo>
                    <a:pt x="1343" y="0"/>
                  </a:moveTo>
                  <a:cubicBezTo>
                    <a:pt x="22" y="0"/>
                    <a:pt x="22" y="0"/>
                    <a:pt x="22" y="0"/>
                  </a:cubicBezTo>
                  <a:cubicBezTo>
                    <a:pt x="9" y="0"/>
                    <a:pt x="0" y="10"/>
                    <a:pt x="0" y="22"/>
                  </a:cubicBezTo>
                  <a:cubicBezTo>
                    <a:pt x="0" y="360"/>
                    <a:pt x="0" y="360"/>
                    <a:pt x="0" y="360"/>
                  </a:cubicBezTo>
                  <a:cubicBezTo>
                    <a:pt x="0" y="372"/>
                    <a:pt x="9" y="382"/>
                    <a:pt x="22" y="382"/>
                  </a:cubicBezTo>
                  <a:cubicBezTo>
                    <a:pt x="1343" y="382"/>
                    <a:pt x="1343" y="382"/>
                    <a:pt x="1343" y="382"/>
                  </a:cubicBezTo>
                  <a:cubicBezTo>
                    <a:pt x="1355" y="382"/>
                    <a:pt x="1365" y="372"/>
                    <a:pt x="1365" y="360"/>
                  </a:cubicBezTo>
                  <a:cubicBezTo>
                    <a:pt x="1365" y="22"/>
                    <a:pt x="1365" y="22"/>
                    <a:pt x="1365" y="22"/>
                  </a:cubicBezTo>
                  <a:cubicBezTo>
                    <a:pt x="1365" y="10"/>
                    <a:pt x="1355" y="0"/>
                    <a:pt x="1343"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 name="Google Shape;184;p5"/>
            <p:cNvSpPr/>
            <p:nvPr/>
          </p:nvSpPr>
          <p:spPr>
            <a:xfrm>
              <a:off x="3991502" y="4744732"/>
              <a:ext cx="2096369" cy="150593"/>
            </a:xfrm>
            <a:custGeom>
              <a:avLst/>
              <a:gdLst/>
              <a:ahLst/>
              <a:cxnLst/>
              <a:rect l="l" t="t" r="r" b="b"/>
              <a:pathLst>
                <a:path w="1573" h="113" extrusionOk="0">
                  <a:moveTo>
                    <a:pt x="1541" y="0"/>
                  </a:moveTo>
                  <a:lnTo>
                    <a:pt x="1535" y="10"/>
                  </a:lnTo>
                  <a:lnTo>
                    <a:pt x="1535" y="33"/>
                  </a:lnTo>
                  <a:lnTo>
                    <a:pt x="38" y="33"/>
                  </a:lnTo>
                  <a:lnTo>
                    <a:pt x="38" y="10"/>
                  </a:lnTo>
                  <a:lnTo>
                    <a:pt x="32" y="0"/>
                  </a:lnTo>
                  <a:lnTo>
                    <a:pt x="0" y="0"/>
                  </a:lnTo>
                  <a:lnTo>
                    <a:pt x="0" y="85"/>
                  </a:lnTo>
                  <a:lnTo>
                    <a:pt x="131" y="85"/>
                  </a:lnTo>
                  <a:lnTo>
                    <a:pt x="155" y="56"/>
                  </a:lnTo>
                  <a:lnTo>
                    <a:pt x="501" y="56"/>
                  </a:lnTo>
                  <a:lnTo>
                    <a:pt x="523" y="113"/>
                  </a:lnTo>
                  <a:lnTo>
                    <a:pt x="1050" y="113"/>
                  </a:lnTo>
                  <a:lnTo>
                    <a:pt x="1071" y="56"/>
                  </a:lnTo>
                  <a:lnTo>
                    <a:pt x="1416" y="56"/>
                  </a:lnTo>
                  <a:lnTo>
                    <a:pt x="1442" y="85"/>
                  </a:lnTo>
                  <a:lnTo>
                    <a:pt x="1573" y="85"/>
                  </a:lnTo>
                  <a:lnTo>
                    <a:pt x="1573" y="0"/>
                  </a:lnTo>
                  <a:lnTo>
                    <a:pt x="1541"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 name="Google Shape;185;p5"/>
            <p:cNvSpPr/>
            <p:nvPr/>
          </p:nvSpPr>
          <p:spPr>
            <a:xfrm>
              <a:off x="4729830" y="4820695"/>
              <a:ext cx="619800" cy="333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 name="Google Shape;186;p5"/>
            <p:cNvSpPr/>
            <p:nvPr/>
          </p:nvSpPr>
          <p:spPr>
            <a:xfrm>
              <a:off x="4107450" y="4710083"/>
              <a:ext cx="1875000" cy="34800"/>
            </a:xfrm>
            <a:prstGeom prst="rect">
              <a:avLst/>
            </a:pr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 name="Google Shape;187;p5"/>
            <p:cNvSpPr/>
            <p:nvPr/>
          </p:nvSpPr>
          <p:spPr>
            <a:xfrm>
              <a:off x="4107450" y="4684761"/>
              <a:ext cx="1875000" cy="105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 name="Google Shape;188;p5"/>
            <p:cNvSpPr/>
            <p:nvPr/>
          </p:nvSpPr>
          <p:spPr>
            <a:xfrm>
              <a:off x="4098120" y="4226319"/>
              <a:ext cx="507600" cy="25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 name="Google Shape;189;p5"/>
            <p:cNvSpPr/>
            <p:nvPr/>
          </p:nvSpPr>
          <p:spPr>
            <a:xfrm>
              <a:off x="5460161" y="4226319"/>
              <a:ext cx="505200" cy="25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 name="Google Shape;190;p5"/>
            <p:cNvSpPr/>
            <p:nvPr/>
          </p:nvSpPr>
          <p:spPr>
            <a:xfrm>
              <a:off x="4071466" y="4335599"/>
              <a:ext cx="1935111" cy="175914"/>
            </a:xfrm>
            <a:custGeom>
              <a:avLst/>
              <a:gdLst/>
              <a:ahLst/>
              <a:cxnLst/>
              <a:rect l="l" t="t" r="r" b="b"/>
              <a:pathLst>
                <a:path w="1260" h="114" extrusionOk="0">
                  <a:moveTo>
                    <a:pt x="1240" y="0"/>
                  </a:moveTo>
                  <a:cubicBezTo>
                    <a:pt x="20" y="0"/>
                    <a:pt x="20" y="0"/>
                    <a:pt x="20" y="0"/>
                  </a:cubicBezTo>
                  <a:cubicBezTo>
                    <a:pt x="9" y="0"/>
                    <a:pt x="0" y="9"/>
                    <a:pt x="0" y="20"/>
                  </a:cubicBezTo>
                  <a:cubicBezTo>
                    <a:pt x="0" y="94"/>
                    <a:pt x="0" y="94"/>
                    <a:pt x="0" y="94"/>
                  </a:cubicBezTo>
                  <a:cubicBezTo>
                    <a:pt x="0" y="105"/>
                    <a:pt x="9" y="114"/>
                    <a:pt x="20" y="114"/>
                  </a:cubicBezTo>
                  <a:cubicBezTo>
                    <a:pt x="1240" y="114"/>
                    <a:pt x="1240" y="114"/>
                    <a:pt x="1240" y="114"/>
                  </a:cubicBezTo>
                  <a:cubicBezTo>
                    <a:pt x="1251" y="114"/>
                    <a:pt x="1260" y="105"/>
                    <a:pt x="1260" y="94"/>
                  </a:cubicBezTo>
                  <a:cubicBezTo>
                    <a:pt x="1260" y="20"/>
                    <a:pt x="1260" y="20"/>
                    <a:pt x="1260" y="20"/>
                  </a:cubicBezTo>
                  <a:cubicBezTo>
                    <a:pt x="1260" y="9"/>
                    <a:pt x="1251" y="0"/>
                    <a:pt x="124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 name="Google Shape;191;p5"/>
            <p:cNvSpPr/>
            <p:nvPr/>
          </p:nvSpPr>
          <p:spPr>
            <a:xfrm>
              <a:off x="4369995" y="4335599"/>
              <a:ext cx="5400" cy="17610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 name="Google Shape;192;p5"/>
            <p:cNvSpPr/>
            <p:nvPr/>
          </p:nvSpPr>
          <p:spPr>
            <a:xfrm>
              <a:off x="4369995" y="4335599"/>
              <a:ext cx="5331" cy="175914"/>
            </a:xfrm>
            <a:custGeom>
              <a:avLst/>
              <a:gdLst/>
              <a:ahLst/>
              <a:cxnLst/>
              <a:rect l="l" t="t" r="r" b="b"/>
              <a:pathLst>
                <a:path w="4" h="132" extrusionOk="0">
                  <a:moveTo>
                    <a:pt x="0" y="0"/>
                  </a:moveTo>
                  <a:lnTo>
                    <a:pt x="0" y="132"/>
                  </a:lnTo>
                  <a:lnTo>
                    <a:pt x="4" y="132"/>
                  </a:lnTo>
                  <a:lnTo>
                    <a:pt x="4" y="0"/>
                  </a:ln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 name="Google Shape;193;p5"/>
            <p:cNvSpPr/>
            <p:nvPr/>
          </p:nvSpPr>
          <p:spPr>
            <a:xfrm>
              <a:off x="4815124" y="4335599"/>
              <a:ext cx="3900" cy="17610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 name="Google Shape;194;p5"/>
            <p:cNvSpPr/>
            <p:nvPr/>
          </p:nvSpPr>
          <p:spPr>
            <a:xfrm>
              <a:off x="4815124" y="4335599"/>
              <a:ext cx="3999" cy="175914"/>
            </a:xfrm>
            <a:custGeom>
              <a:avLst/>
              <a:gdLst/>
              <a:ahLst/>
              <a:cxnLst/>
              <a:rect l="l" t="t" r="r" b="b"/>
              <a:pathLst>
                <a:path w="3" h="132" extrusionOk="0">
                  <a:moveTo>
                    <a:pt x="0" y="0"/>
                  </a:moveTo>
                  <a:lnTo>
                    <a:pt x="0" y="132"/>
                  </a:lnTo>
                  <a:lnTo>
                    <a:pt x="3" y="132"/>
                  </a:lnTo>
                  <a:lnTo>
                    <a:pt x="3" y="0"/>
                  </a:ln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 name="Google Shape;195;p5"/>
            <p:cNvSpPr/>
            <p:nvPr/>
          </p:nvSpPr>
          <p:spPr>
            <a:xfrm>
              <a:off x="5260253" y="4335599"/>
              <a:ext cx="3900" cy="17610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 name="Google Shape;196;p5"/>
            <p:cNvSpPr/>
            <p:nvPr/>
          </p:nvSpPr>
          <p:spPr>
            <a:xfrm>
              <a:off x="5260253" y="4335599"/>
              <a:ext cx="3999" cy="175914"/>
            </a:xfrm>
            <a:custGeom>
              <a:avLst/>
              <a:gdLst/>
              <a:ahLst/>
              <a:cxnLst/>
              <a:rect l="l" t="t" r="r" b="b"/>
              <a:pathLst>
                <a:path w="3" h="132" extrusionOk="0">
                  <a:moveTo>
                    <a:pt x="0" y="0"/>
                  </a:moveTo>
                  <a:lnTo>
                    <a:pt x="0" y="132"/>
                  </a:lnTo>
                  <a:lnTo>
                    <a:pt x="3" y="132"/>
                  </a:lnTo>
                  <a:lnTo>
                    <a:pt x="3" y="0"/>
                  </a:ln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 name="Google Shape;197;p5"/>
            <p:cNvSpPr/>
            <p:nvPr/>
          </p:nvSpPr>
          <p:spPr>
            <a:xfrm>
              <a:off x="5704050" y="4335599"/>
              <a:ext cx="3900" cy="17610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 name="Google Shape;198;p5"/>
            <p:cNvSpPr/>
            <p:nvPr/>
          </p:nvSpPr>
          <p:spPr>
            <a:xfrm>
              <a:off x="5704050" y="4335599"/>
              <a:ext cx="3999" cy="175914"/>
            </a:xfrm>
            <a:custGeom>
              <a:avLst/>
              <a:gdLst/>
              <a:ahLst/>
              <a:cxnLst/>
              <a:rect l="l" t="t" r="r" b="b"/>
              <a:pathLst>
                <a:path w="3" h="132" extrusionOk="0">
                  <a:moveTo>
                    <a:pt x="0" y="0"/>
                  </a:moveTo>
                  <a:lnTo>
                    <a:pt x="0" y="132"/>
                  </a:lnTo>
                  <a:lnTo>
                    <a:pt x="3" y="132"/>
                  </a:lnTo>
                  <a:lnTo>
                    <a:pt x="3" y="0"/>
                  </a:ln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 name="Google Shape;199;p5"/>
            <p:cNvSpPr/>
            <p:nvPr/>
          </p:nvSpPr>
          <p:spPr>
            <a:xfrm>
              <a:off x="3964848" y="4260968"/>
              <a:ext cx="26700" cy="5532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 name="Google Shape;200;p5"/>
            <p:cNvSpPr/>
            <p:nvPr/>
          </p:nvSpPr>
          <p:spPr>
            <a:xfrm>
              <a:off x="1779185" y="4806036"/>
              <a:ext cx="455790" cy="102616"/>
            </a:xfrm>
            <a:custGeom>
              <a:avLst/>
              <a:gdLst/>
              <a:ahLst/>
              <a:cxnLst/>
              <a:rect l="l" t="t" r="r" b="b"/>
              <a:pathLst>
                <a:path w="297" h="67" extrusionOk="0">
                  <a:moveTo>
                    <a:pt x="285" y="8"/>
                  </a:moveTo>
                  <a:cubicBezTo>
                    <a:pt x="288" y="0"/>
                    <a:pt x="288" y="0"/>
                    <a:pt x="288" y="0"/>
                  </a:cubicBezTo>
                  <a:cubicBezTo>
                    <a:pt x="19" y="0"/>
                    <a:pt x="19" y="0"/>
                    <a:pt x="19" y="0"/>
                  </a:cubicBezTo>
                  <a:cubicBezTo>
                    <a:pt x="19" y="4"/>
                    <a:pt x="19" y="4"/>
                    <a:pt x="19" y="4"/>
                  </a:cubicBezTo>
                  <a:cubicBezTo>
                    <a:pt x="8" y="9"/>
                    <a:pt x="0" y="20"/>
                    <a:pt x="0" y="34"/>
                  </a:cubicBezTo>
                  <a:cubicBezTo>
                    <a:pt x="0" y="52"/>
                    <a:pt x="15" y="67"/>
                    <a:pt x="33" y="67"/>
                  </a:cubicBezTo>
                  <a:cubicBezTo>
                    <a:pt x="48" y="67"/>
                    <a:pt x="60" y="58"/>
                    <a:pt x="65" y="45"/>
                  </a:cubicBezTo>
                  <a:cubicBezTo>
                    <a:pt x="72" y="45"/>
                    <a:pt x="72" y="45"/>
                    <a:pt x="72" y="45"/>
                  </a:cubicBezTo>
                  <a:cubicBezTo>
                    <a:pt x="76" y="58"/>
                    <a:pt x="88" y="67"/>
                    <a:pt x="103" y="67"/>
                  </a:cubicBezTo>
                  <a:cubicBezTo>
                    <a:pt x="117" y="67"/>
                    <a:pt x="130" y="58"/>
                    <a:pt x="134" y="45"/>
                  </a:cubicBezTo>
                  <a:cubicBezTo>
                    <a:pt x="163" y="45"/>
                    <a:pt x="163" y="45"/>
                    <a:pt x="163" y="45"/>
                  </a:cubicBezTo>
                  <a:cubicBezTo>
                    <a:pt x="168" y="58"/>
                    <a:pt x="180" y="67"/>
                    <a:pt x="194" y="67"/>
                  </a:cubicBezTo>
                  <a:cubicBezTo>
                    <a:pt x="209" y="67"/>
                    <a:pt x="221" y="58"/>
                    <a:pt x="225" y="45"/>
                  </a:cubicBezTo>
                  <a:cubicBezTo>
                    <a:pt x="232" y="45"/>
                    <a:pt x="232" y="45"/>
                    <a:pt x="232" y="45"/>
                  </a:cubicBezTo>
                  <a:cubicBezTo>
                    <a:pt x="237" y="58"/>
                    <a:pt x="249" y="67"/>
                    <a:pt x="264" y="67"/>
                  </a:cubicBezTo>
                  <a:cubicBezTo>
                    <a:pt x="282" y="67"/>
                    <a:pt x="297" y="52"/>
                    <a:pt x="297" y="34"/>
                  </a:cubicBezTo>
                  <a:cubicBezTo>
                    <a:pt x="297" y="23"/>
                    <a:pt x="292" y="14"/>
                    <a:pt x="285" y="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 name="Google Shape;201;p5"/>
            <p:cNvSpPr/>
            <p:nvPr/>
          </p:nvSpPr>
          <p:spPr>
            <a:xfrm>
              <a:off x="3350464" y="4806036"/>
              <a:ext cx="458456" cy="102616"/>
            </a:xfrm>
            <a:custGeom>
              <a:avLst/>
              <a:gdLst/>
              <a:ahLst/>
              <a:cxnLst/>
              <a:rect l="l" t="t" r="r" b="b"/>
              <a:pathLst>
                <a:path w="298" h="67" extrusionOk="0">
                  <a:moveTo>
                    <a:pt x="285" y="8"/>
                  </a:moveTo>
                  <a:cubicBezTo>
                    <a:pt x="288" y="0"/>
                    <a:pt x="288" y="0"/>
                    <a:pt x="288" y="0"/>
                  </a:cubicBezTo>
                  <a:cubicBezTo>
                    <a:pt x="20" y="0"/>
                    <a:pt x="20" y="0"/>
                    <a:pt x="20" y="0"/>
                  </a:cubicBezTo>
                  <a:cubicBezTo>
                    <a:pt x="20" y="4"/>
                    <a:pt x="20" y="4"/>
                    <a:pt x="20" y="4"/>
                  </a:cubicBezTo>
                  <a:cubicBezTo>
                    <a:pt x="8" y="9"/>
                    <a:pt x="0" y="20"/>
                    <a:pt x="0" y="34"/>
                  </a:cubicBezTo>
                  <a:cubicBezTo>
                    <a:pt x="0" y="52"/>
                    <a:pt x="15" y="67"/>
                    <a:pt x="34" y="67"/>
                  </a:cubicBezTo>
                  <a:cubicBezTo>
                    <a:pt x="48" y="67"/>
                    <a:pt x="60" y="58"/>
                    <a:pt x="65" y="45"/>
                  </a:cubicBezTo>
                  <a:cubicBezTo>
                    <a:pt x="72" y="45"/>
                    <a:pt x="72" y="45"/>
                    <a:pt x="72" y="45"/>
                  </a:cubicBezTo>
                  <a:cubicBezTo>
                    <a:pt x="77" y="58"/>
                    <a:pt x="89" y="67"/>
                    <a:pt x="103" y="67"/>
                  </a:cubicBezTo>
                  <a:cubicBezTo>
                    <a:pt x="118" y="67"/>
                    <a:pt x="130" y="58"/>
                    <a:pt x="135" y="45"/>
                  </a:cubicBezTo>
                  <a:cubicBezTo>
                    <a:pt x="163" y="45"/>
                    <a:pt x="163" y="45"/>
                    <a:pt x="163" y="45"/>
                  </a:cubicBezTo>
                  <a:cubicBezTo>
                    <a:pt x="168" y="58"/>
                    <a:pt x="180" y="67"/>
                    <a:pt x="195" y="67"/>
                  </a:cubicBezTo>
                  <a:cubicBezTo>
                    <a:pt x="209" y="67"/>
                    <a:pt x="221" y="58"/>
                    <a:pt x="226" y="45"/>
                  </a:cubicBezTo>
                  <a:cubicBezTo>
                    <a:pt x="233" y="45"/>
                    <a:pt x="233" y="45"/>
                    <a:pt x="233" y="45"/>
                  </a:cubicBezTo>
                  <a:cubicBezTo>
                    <a:pt x="238" y="58"/>
                    <a:pt x="250" y="67"/>
                    <a:pt x="264" y="67"/>
                  </a:cubicBezTo>
                  <a:cubicBezTo>
                    <a:pt x="283" y="67"/>
                    <a:pt x="298" y="52"/>
                    <a:pt x="298" y="34"/>
                  </a:cubicBezTo>
                  <a:cubicBezTo>
                    <a:pt x="298" y="23"/>
                    <a:pt x="293" y="14"/>
                    <a:pt x="285" y="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 name="Google Shape;202;p5"/>
            <p:cNvSpPr/>
            <p:nvPr/>
          </p:nvSpPr>
          <p:spPr>
            <a:xfrm>
              <a:off x="1330059" y="4251640"/>
              <a:ext cx="2634789" cy="569056"/>
            </a:xfrm>
            <a:custGeom>
              <a:avLst/>
              <a:gdLst/>
              <a:ahLst/>
              <a:cxnLst/>
              <a:rect l="l" t="t" r="r" b="b"/>
              <a:pathLst>
                <a:path w="1715" h="371" extrusionOk="0">
                  <a:moveTo>
                    <a:pt x="451" y="0"/>
                  </a:moveTo>
                  <a:cubicBezTo>
                    <a:pt x="369" y="108"/>
                    <a:pt x="369" y="108"/>
                    <a:pt x="369" y="108"/>
                  </a:cubicBezTo>
                  <a:cubicBezTo>
                    <a:pt x="291" y="108"/>
                    <a:pt x="291" y="108"/>
                    <a:pt x="291" y="108"/>
                  </a:cubicBezTo>
                  <a:cubicBezTo>
                    <a:pt x="217" y="108"/>
                    <a:pt x="148" y="145"/>
                    <a:pt x="107" y="207"/>
                  </a:cubicBezTo>
                  <a:cubicBezTo>
                    <a:pt x="0" y="371"/>
                    <a:pt x="0" y="371"/>
                    <a:pt x="0" y="371"/>
                  </a:cubicBezTo>
                  <a:cubicBezTo>
                    <a:pt x="1715" y="371"/>
                    <a:pt x="1715" y="371"/>
                    <a:pt x="1715" y="371"/>
                  </a:cubicBezTo>
                  <a:cubicBezTo>
                    <a:pt x="1715" y="0"/>
                    <a:pt x="1715" y="0"/>
                    <a:pt x="1715" y="0"/>
                  </a:cubicBezTo>
                  <a:lnTo>
                    <a:pt x="451" y="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 name="Google Shape;203;p5"/>
            <p:cNvSpPr/>
            <p:nvPr/>
          </p:nvSpPr>
          <p:spPr>
            <a:xfrm>
              <a:off x="1476658" y="4447544"/>
              <a:ext cx="158594" cy="118608"/>
            </a:xfrm>
            <a:custGeom>
              <a:avLst/>
              <a:gdLst/>
              <a:ahLst/>
              <a:cxnLst/>
              <a:rect l="l" t="t" r="r" b="b"/>
              <a:pathLst>
                <a:path w="119" h="89" extrusionOk="0">
                  <a:moveTo>
                    <a:pt x="119" y="0"/>
                  </a:moveTo>
                  <a:lnTo>
                    <a:pt x="69" y="0"/>
                  </a:lnTo>
                  <a:lnTo>
                    <a:pt x="0" y="89"/>
                  </a:lnTo>
                  <a:lnTo>
                    <a:pt x="14" y="89"/>
                  </a:lnTo>
                  <a:lnTo>
                    <a:pt x="119"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 name="Google Shape;204;p5"/>
            <p:cNvSpPr/>
            <p:nvPr/>
          </p:nvSpPr>
          <p:spPr>
            <a:xfrm>
              <a:off x="1899130" y="4744732"/>
              <a:ext cx="2065716" cy="150593"/>
            </a:xfrm>
            <a:custGeom>
              <a:avLst/>
              <a:gdLst/>
              <a:ahLst/>
              <a:cxnLst/>
              <a:rect l="l" t="t" r="r" b="b"/>
              <a:pathLst>
                <a:path w="1550" h="113" extrusionOk="0">
                  <a:moveTo>
                    <a:pt x="1423" y="0"/>
                  </a:moveTo>
                  <a:lnTo>
                    <a:pt x="1347" y="29"/>
                  </a:lnTo>
                  <a:lnTo>
                    <a:pt x="0" y="29"/>
                  </a:lnTo>
                  <a:lnTo>
                    <a:pt x="0" y="57"/>
                  </a:lnTo>
                  <a:lnTo>
                    <a:pt x="205" y="57"/>
                  </a:lnTo>
                  <a:lnTo>
                    <a:pt x="245" y="113"/>
                  </a:lnTo>
                  <a:lnTo>
                    <a:pt x="1056" y="113"/>
                  </a:lnTo>
                  <a:lnTo>
                    <a:pt x="1105" y="57"/>
                  </a:lnTo>
                  <a:lnTo>
                    <a:pt x="1413" y="57"/>
                  </a:lnTo>
                  <a:lnTo>
                    <a:pt x="1441" y="75"/>
                  </a:lnTo>
                  <a:lnTo>
                    <a:pt x="1550" y="75"/>
                  </a:lnTo>
                  <a:lnTo>
                    <a:pt x="1550" y="0"/>
                  </a:lnTo>
                  <a:lnTo>
                    <a:pt x="1423"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 name="Google Shape;205;p5"/>
            <p:cNvSpPr/>
            <p:nvPr/>
          </p:nvSpPr>
          <p:spPr>
            <a:xfrm>
              <a:off x="1134148" y="4706084"/>
              <a:ext cx="683686" cy="189241"/>
            </a:xfrm>
            <a:custGeom>
              <a:avLst/>
              <a:gdLst/>
              <a:ahLst/>
              <a:cxnLst/>
              <a:rect l="l" t="t" r="r" b="b"/>
              <a:pathLst>
                <a:path w="445" h="123" extrusionOk="0">
                  <a:moveTo>
                    <a:pt x="318" y="3"/>
                  </a:moveTo>
                  <a:cubicBezTo>
                    <a:pt x="318" y="2"/>
                    <a:pt x="317" y="0"/>
                    <a:pt x="315" y="0"/>
                  </a:cubicBezTo>
                  <a:cubicBezTo>
                    <a:pt x="126" y="0"/>
                    <a:pt x="126" y="0"/>
                    <a:pt x="126" y="0"/>
                  </a:cubicBezTo>
                  <a:cubicBezTo>
                    <a:pt x="124" y="0"/>
                    <a:pt x="123" y="2"/>
                    <a:pt x="123" y="3"/>
                  </a:cubicBezTo>
                  <a:cubicBezTo>
                    <a:pt x="123" y="50"/>
                    <a:pt x="123" y="50"/>
                    <a:pt x="123" y="50"/>
                  </a:cubicBezTo>
                  <a:cubicBezTo>
                    <a:pt x="115" y="50"/>
                    <a:pt x="115" y="50"/>
                    <a:pt x="115" y="50"/>
                  </a:cubicBezTo>
                  <a:cubicBezTo>
                    <a:pt x="109" y="72"/>
                    <a:pt x="109" y="72"/>
                    <a:pt x="109" y="72"/>
                  </a:cubicBezTo>
                  <a:cubicBezTo>
                    <a:pt x="98" y="72"/>
                    <a:pt x="98" y="72"/>
                    <a:pt x="98" y="72"/>
                  </a:cubicBezTo>
                  <a:cubicBezTo>
                    <a:pt x="98" y="72"/>
                    <a:pt x="56" y="123"/>
                    <a:pt x="0" y="123"/>
                  </a:cubicBezTo>
                  <a:cubicBezTo>
                    <a:pt x="428" y="123"/>
                    <a:pt x="428" y="123"/>
                    <a:pt x="428" y="123"/>
                  </a:cubicBezTo>
                  <a:cubicBezTo>
                    <a:pt x="428" y="107"/>
                    <a:pt x="428" y="107"/>
                    <a:pt x="428" y="107"/>
                  </a:cubicBezTo>
                  <a:cubicBezTo>
                    <a:pt x="428" y="107"/>
                    <a:pt x="429" y="89"/>
                    <a:pt x="445" y="89"/>
                  </a:cubicBezTo>
                  <a:cubicBezTo>
                    <a:pt x="445" y="50"/>
                    <a:pt x="445" y="50"/>
                    <a:pt x="445" y="50"/>
                  </a:cubicBezTo>
                  <a:cubicBezTo>
                    <a:pt x="318" y="50"/>
                    <a:pt x="318" y="50"/>
                    <a:pt x="318" y="50"/>
                  </a:cubicBezTo>
                  <a:lnTo>
                    <a:pt x="318" y="3"/>
                  </a:lnTo>
                  <a:close/>
                  <a:moveTo>
                    <a:pt x="312" y="6"/>
                  </a:moveTo>
                  <a:cubicBezTo>
                    <a:pt x="312" y="50"/>
                    <a:pt x="312" y="50"/>
                    <a:pt x="312" y="50"/>
                  </a:cubicBezTo>
                  <a:cubicBezTo>
                    <a:pt x="269" y="50"/>
                    <a:pt x="269" y="50"/>
                    <a:pt x="269" y="50"/>
                  </a:cubicBezTo>
                  <a:cubicBezTo>
                    <a:pt x="269" y="6"/>
                    <a:pt x="269" y="6"/>
                    <a:pt x="269" y="6"/>
                  </a:cubicBezTo>
                  <a:lnTo>
                    <a:pt x="312" y="6"/>
                  </a:lnTo>
                  <a:close/>
                  <a:moveTo>
                    <a:pt x="263" y="6"/>
                  </a:moveTo>
                  <a:cubicBezTo>
                    <a:pt x="263" y="50"/>
                    <a:pt x="263" y="50"/>
                    <a:pt x="263" y="50"/>
                  </a:cubicBezTo>
                  <a:cubicBezTo>
                    <a:pt x="224" y="50"/>
                    <a:pt x="224" y="50"/>
                    <a:pt x="224" y="50"/>
                  </a:cubicBezTo>
                  <a:cubicBezTo>
                    <a:pt x="224" y="6"/>
                    <a:pt x="224" y="6"/>
                    <a:pt x="224" y="6"/>
                  </a:cubicBezTo>
                  <a:lnTo>
                    <a:pt x="263" y="6"/>
                  </a:lnTo>
                  <a:close/>
                  <a:moveTo>
                    <a:pt x="218" y="6"/>
                  </a:moveTo>
                  <a:cubicBezTo>
                    <a:pt x="218" y="50"/>
                    <a:pt x="218" y="50"/>
                    <a:pt x="218" y="50"/>
                  </a:cubicBezTo>
                  <a:cubicBezTo>
                    <a:pt x="178" y="50"/>
                    <a:pt x="178" y="50"/>
                    <a:pt x="178" y="50"/>
                  </a:cubicBezTo>
                  <a:cubicBezTo>
                    <a:pt x="178" y="6"/>
                    <a:pt x="178" y="6"/>
                    <a:pt x="178" y="6"/>
                  </a:cubicBezTo>
                  <a:lnTo>
                    <a:pt x="218" y="6"/>
                  </a:lnTo>
                  <a:close/>
                  <a:moveTo>
                    <a:pt x="129" y="6"/>
                  </a:moveTo>
                  <a:cubicBezTo>
                    <a:pt x="172" y="6"/>
                    <a:pt x="172" y="6"/>
                    <a:pt x="172" y="6"/>
                  </a:cubicBezTo>
                  <a:cubicBezTo>
                    <a:pt x="172" y="50"/>
                    <a:pt x="172" y="50"/>
                    <a:pt x="172" y="50"/>
                  </a:cubicBezTo>
                  <a:cubicBezTo>
                    <a:pt x="129" y="50"/>
                    <a:pt x="129" y="50"/>
                    <a:pt x="129" y="50"/>
                  </a:cubicBezTo>
                  <a:lnTo>
                    <a:pt x="129" y="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 name="Google Shape;206;p5"/>
            <p:cNvSpPr/>
            <p:nvPr/>
          </p:nvSpPr>
          <p:spPr>
            <a:xfrm>
              <a:off x="2261630" y="4827359"/>
              <a:ext cx="994200" cy="306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 name="Google Shape;207;p5"/>
            <p:cNvSpPr/>
            <p:nvPr/>
          </p:nvSpPr>
          <p:spPr>
            <a:xfrm>
              <a:off x="1430012" y="4840686"/>
              <a:ext cx="309300" cy="174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 name="Google Shape;208;p5"/>
            <p:cNvSpPr/>
            <p:nvPr/>
          </p:nvSpPr>
          <p:spPr>
            <a:xfrm>
              <a:off x="3823579" y="4779382"/>
              <a:ext cx="108000" cy="174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 name="Google Shape;209;p5"/>
            <p:cNvSpPr/>
            <p:nvPr/>
          </p:nvSpPr>
          <p:spPr>
            <a:xfrm>
              <a:off x="2184332" y="4214325"/>
              <a:ext cx="1732536" cy="37315"/>
            </a:xfrm>
            <a:custGeom>
              <a:avLst/>
              <a:gdLst/>
              <a:ahLst/>
              <a:cxnLst/>
              <a:rect l="l" t="t" r="r" b="b"/>
              <a:pathLst>
                <a:path w="1300" h="28" extrusionOk="0">
                  <a:moveTo>
                    <a:pt x="0" y="28"/>
                  </a:moveTo>
                  <a:lnTo>
                    <a:pt x="28" y="0"/>
                  </a:lnTo>
                  <a:lnTo>
                    <a:pt x="1285" y="0"/>
                  </a:lnTo>
                  <a:lnTo>
                    <a:pt x="1300" y="28"/>
                  </a:lnTo>
                  <a:lnTo>
                    <a:pt x="0" y="28"/>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 name="Google Shape;210;p5"/>
            <p:cNvSpPr/>
            <p:nvPr/>
          </p:nvSpPr>
          <p:spPr>
            <a:xfrm>
              <a:off x="2314939" y="4193002"/>
              <a:ext cx="286500" cy="213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 name="Google Shape;211;p5"/>
            <p:cNvSpPr/>
            <p:nvPr/>
          </p:nvSpPr>
          <p:spPr>
            <a:xfrm>
              <a:off x="3479737" y="4193002"/>
              <a:ext cx="286500" cy="213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 name="Google Shape;212;p5"/>
            <p:cNvSpPr/>
            <p:nvPr/>
          </p:nvSpPr>
          <p:spPr>
            <a:xfrm>
              <a:off x="3170546" y="4193002"/>
              <a:ext cx="288000" cy="213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 name="Google Shape;213;p5"/>
            <p:cNvSpPr/>
            <p:nvPr/>
          </p:nvSpPr>
          <p:spPr>
            <a:xfrm>
              <a:off x="1911125" y="4300949"/>
              <a:ext cx="273208" cy="95953"/>
            </a:xfrm>
            <a:custGeom>
              <a:avLst/>
              <a:gdLst/>
              <a:ahLst/>
              <a:cxnLst/>
              <a:rect l="l" t="t" r="r" b="b"/>
              <a:pathLst>
                <a:path w="205" h="72" extrusionOk="0">
                  <a:moveTo>
                    <a:pt x="0" y="72"/>
                  </a:moveTo>
                  <a:lnTo>
                    <a:pt x="146" y="72"/>
                  </a:lnTo>
                  <a:lnTo>
                    <a:pt x="205" y="0"/>
                  </a:lnTo>
                  <a:lnTo>
                    <a:pt x="58" y="0"/>
                  </a:lnTo>
                  <a:lnTo>
                    <a:pt x="0" y="7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 name="Google Shape;214;p5"/>
            <p:cNvSpPr/>
            <p:nvPr/>
          </p:nvSpPr>
          <p:spPr>
            <a:xfrm>
              <a:off x="2837366" y="4340929"/>
              <a:ext cx="294532" cy="135934"/>
            </a:xfrm>
            <a:custGeom>
              <a:avLst/>
              <a:gdLst/>
              <a:ahLst/>
              <a:cxnLst/>
              <a:rect l="l" t="t" r="r" b="b"/>
              <a:pathLst>
                <a:path w="192" h="89" extrusionOk="0">
                  <a:moveTo>
                    <a:pt x="171" y="0"/>
                  </a:moveTo>
                  <a:cubicBezTo>
                    <a:pt x="21" y="0"/>
                    <a:pt x="21" y="0"/>
                    <a:pt x="21" y="0"/>
                  </a:cubicBezTo>
                  <a:cubicBezTo>
                    <a:pt x="9" y="0"/>
                    <a:pt x="0" y="10"/>
                    <a:pt x="0" y="22"/>
                  </a:cubicBezTo>
                  <a:cubicBezTo>
                    <a:pt x="0" y="68"/>
                    <a:pt x="0" y="68"/>
                    <a:pt x="0" y="68"/>
                  </a:cubicBezTo>
                  <a:cubicBezTo>
                    <a:pt x="0" y="79"/>
                    <a:pt x="9" y="89"/>
                    <a:pt x="21" y="89"/>
                  </a:cubicBezTo>
                  <a:cubicBezTo>
                    <a:pt x="171" y="89"/>
                    <a:pt x="171" y="89"/>
                    <a:pt x="171" y="89"/>
                  </a:cubicBezTo>
                  <a:cubicBezTo>
                    <a:pt x="183" y="89"/>
                    <a:pt x="192" y="79"/>
                    <a:pt x="192" y="68"/>
                  </a:cubicBezTo>
                  <a:cubicBezTo>
                    <a:pt x="192" y="22"/>
                    <a:pt x="192" y="22"/>
                    <a:pt x="192" y="22"/>
                  </a:cubicBezTo>
                  <a:cubicBezTo>
                    <a:pt x="192" y="10"/>
                    <a:pt x="183" y="0"/>
                    <a:pt x="17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 name="Google Shape;215;p5"/>
            <p:cNvSpPr/>
            <p:nvPr/>
          </p:nvSpPr>
          <p:spPr>
            <a:xfrm>
              <a:off x="3166548" y="4340929"/>
              <a:ext cx="295864" cy="135934"/>
            </a:xfrm>
            <a:custGeom>
              <a:avLst/>
              <a:gdLst/>
              <a:ahLst/>
              <a:cxnLst/>
              <a:rect l="l" t="t" r="r" b="b"/>
              <a:pathLst>
                <a:path w="193" h="89" extrusionOk="0">
                  <a:moveTo>
                    <a:pt x="172" y="0"/>
                  </a:moveTo>
                  <a:cubicBezTo>
                    <a:pt x="22" y="0"/>
                    <a:pt x="22" y="0"/>
                    <a:pt x="22" y="0"/>
                  </a:cubicBezTo>
                  <a:cubicBezTo>
                    <a:pt x="10" y="0"/>
                    <a:pt x="0" y="10"/>
                    <a:pt x="0" y="22"/>
                  </a:cubicBezTo>
                  <a:cubicBezTo>
                    <a:pt x="0" y="68"/>
                    <a:pt x="0" y="68"/>
                    <a:pt x="0" y="68"/>
                  </a:cubicBezTo>
                  <a:cubicBezTo>
                    <a:pt x="0" y="79"/>
                    <a:pt x="10" y="89"/>
                    <a:pt x="22" y="89"/>
                  </a:cubicBezTo>
                  <a:cubicBezTo>
                    <a:pt x="172" y="89"/>
                    <a:pt x="172" y="89"/>
                    <a:pt x="172" y="89"/>
                  </a:cubicBezTo>
                  <a:cubicBezTo>
                    <a:pt x="183" y="89"/>
                    <a:pt x="193" y="79"/>
                    <a:pt x="193" y="68"/>
                  </a:cubicBezTo>
                  <a:cubicBezTo>
                    <a:pt x="193" y="22"/>
                    <a:pt x="193" y="22"/>
                    <a:pt x="193" y="22"/>
                  </a:cubicBezTo>
                  <a:cubicBezTo>
                    <a:pt x="193" y="10"/>
                    <a:pt x="183" y="0"/>
                    <a:pt x="17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 name="Google Shape;216;p5"/>
            <p:cNvSpPr/>
            <p:nvPr/>
          </p:nvSpPr>
          <p:spPr>
            <a:xfrm>
              <a:off x="3868892" y="4348925"/>
              <a:ext cx="58800" cy="600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 name="Google Shape;217;p5"/>
            <p:cNvSpPr/>
            <p:nvPr/>
          </p:nvSpPr>
          <p:spPr>
            <a:xfrm>
              <a:off x="1983092" y="4214325"/>
              <a:ext cx="1987089" cy="573054"/>
            </a:xfrm>
            <a:custGeom>
              <a:avLst/>
              <a:gdLst/>
              <a:ahLst/>
              <a:cxnLst/>
              <a:rect l="l" t="t" r="r" b="b"/>
              <a:pathLst>
                <a:path w="1293" h="373" extrusionOk="0">
                  <a:moveTo>
                    <a:pt x="1290" y="53"/>
                  </a:moveTo>
                  <a:cubicBezTo>
                    <a:pt x="1075" y="53"/>
                    <a:pt x="1075" y="53"/>
                    <a:pt x="1075" y="53"/>
                  </a:cubicBezTo>
                  <a:cubicBezTo>
                    <a:pt x="1075" y="0"/>
                    <a:pt x="1075" y="0"/>
                    <a:pt x="1075" y="0"/>
                  </a:cubicBezTo>
                  <a:cubicBezTo>
                    <a:pt x="1072" y="0"/>
                    <a:pt x="1072" y="0"/>
                    <a:pt x="1072" y="0"/>
                  </a:cubicBezTo>
                  <a:cubicBezTo>
                    <a:pt x="1072" y="26"/>
                    <a:pt x="1072" y="26"/>
                    <a:pt x="1072" y="26"/>
                  </a:cubicBezTo>
                  <a:cubicBezTo>
                    <a:pt x="1030" y="26"/>
                    <a:pt x="1030" y="26"/>
                    <a:pt x="1030" y="26"/>
                  </a:cubicBezTo>
                  <a:cubicBezTo>
                    <a:pt x="1030" y="0"/>
                    <a:pt x="1030" y="0"/>
                    <a:pt x="1030" y="0"/>
                  </a:cubicBezTo>
                  <a:cubicBezTo>
                    <a:pt x="1027" y="0"/>
                    <a:pt x="1027" y="0"/>
                    <a:pt x="1027" y="0"/>
                  </a:cubicBezTo>
                  <a:cubicBezTo>
                    <a:pt x="1027" y="53"/>
                    <a:pt x="1027" y="53"/>
                    <a:pt x="1027" y="53"/>
                  </a:cubicBezTo>
                  <a:cubicBezTo>
                    <a:pt x="3" y="53"/>
                    <a:pt x="3" y="53"/>
                    <a:pt x="3" y="53"/>
                  </a:cubicBezTo>
                  <a:cubicBezTo>
                    <a:pt x="2" y="53"/>
                    <a:pt x="0" y="54"/>
                    <a:pt x="0" y="56"/>
                  </a:cubicBezTo>
                  <a:cubicBezTo>
                    <a:pt x="0" y="57"/>
                    <a:pt x="2" y="59"/>
                    <a:pt x="3" y="59"/>
                  </a:cubicBezTo>
                  <a:cubicBezTo>
                    <a:pt x="505" y="59"/>
                    <a:pt x="505" y="59"/>
                    <a:pt x="505" y="59"/>
                  </a:cubicBezTo>
                  <a:cubicBezTo>
                    <a:pt x="505" y="370"/>
                    <a:pt x="505" y="370"/>
                    <a:pt x="505" y="370"/>
                  </a:cubicBezTo>
                  <a:cubicBezTo>
                    <a:pt x="505" y="372"/>
                    <a:pt x="507" y="373"/>
                    <a:pt x="508" y="373"/>
                  </a:cubicBezTo>
                  <a:cubicBezTo>
                    <a:pt x="510" y="373"/>
                    <a:pt x="512" y="372"/>
                    <a:pt x="512" y="370"/>
                  </a:cubicBezTo>
                  <a:cubicBezTo>
                    <a:pt x="512" y="59"/>
                    <a:pt x="512" y="59"/>
                    <a:pt x="512" y="59"/>
                  </a:cubicBezTo>
                  <a:cubicBezTo>
                    <a:pt x="522" y="59"/>
                    <a:pt x="522" y="59"/>
                    <a:pt x="522" y="59"/>
                  </a:cubicBezTo>
                  <a:cubicBezTo>
                    <a:pt x="522" y="370"/>
                    <a:pt x="522" y="370"/>
                    <a:pt x="522" y="370"/>
                  </a:cubicBezTo>
                  <a:cubicBezTo>
                    <a:pt x="522" y="372"/>
                    <a:pt x="524" y="373"/>
                    <a:pt x="526" y="373"/>
                  </a:cubicBezTo>
                  <a:cubicBezTo>
                    <a:pt x="527" y="373"/>
                    <a:pt x="529" y="372"/>
                    <a:pt x="529" y="370"/>
                  </a:cubicBezTo>
                  <a:cubicBezTo>
                    <a:pt x="529" y="59"/>
                    <a:pt x="529" y="59"/>
                    <a:pt x="529" y="59"/>
                  </a:cubicBezTo>
                  <a:cubicBezTo>
                    <a:pt x="1027" y="59"/>
                    <a:pt x="1027" y="59"/>
                    <a:pt x="1027" y="59"/>
                  </a:cubicBezTo>
                  <a:cubicBezTo>
                    <a:pt x="1027" y="360"/>
                    <a:pt x="1027" y="360"/>
                    <a:pt x="1027" y="360"/>
                  </a:cubicBezTo>
                  <a:cubicBezTo>
                    <a:pt x="1030" y="360"/>
                    <a:pt x="1030" y="360"/>
                    <a:pt x="1030" y="360"/>
                  </a:cubicBezTo>
                  <a:cubicBezTo>
                    <a:pt x="1030" y="324"/>
                    <a:pt x="1030" y="324"/>
                    <a:pt x="1030" y="324"/>
                  </a:cubicBezTo>
                  <a:cubicBezTo>
                    <a:pt x="1072" y="324"/>
                    <a:pt x="1072" y="324"/>
                    <a:pt x="1072" y="324"/>
                  </a:cubicBezTo>
                  <a:cubicBezTo>
                    <a:pt x="1072" y="360"/>
                    <a:pt x="1072" y="360"/>
                    <a:pt x="1072" y="360"/>
                  </a:cubicBezTo>
                  <a:cubicBezTo>
                    <a:pt x="1075" y="360"/>
                    <a:pt x="1075" y="360"/>
                    <a:pt x="1075" y="360"/>
                  </a:cubicBezTo>
                  <a:cubicBezTo>
                    <a:pt x="1075" y="59"/>
                    <a:pt x="1075" y="59"/>
                    <a:pt x="1075" y="59"/>
                  </a:cubicBezTo>
                  <a:cubicBezTo>
                    <a:pt x="1290" y="59"/>
                    <a:pt x="1290" y="59"/>
                    <a:pt x="1290" y="59"/>
                  </a:cubicBezTo>
                  <a:cubicBezTo>
                    <a:pt x="1292" y="59"/>
                    <a:pt x="1293" y="57"/>
                    <a:pt x="1293" y="56"/>
                  </a:cubicBezTo>
                  <a:cubicBezTo>
                    <a:pt x="1293" y="54"/>
                    <a:pt x="1292" y="53"/>
                    <a:pt x="1290" y="53"/>
                  </a:cubicBezTo>
                  <a:close/>
                  <a:moveTo>
                    <a:pt x="1030" y="29"/>
                  </a:moveTo>
                  <a:cubicBezTo>
                    <a:pt x="1072" y="29"/>
                    <a:pt x="1072" y="29"/>
                    <a:pt x="1072" y="29"/>
                  </a:cubicBezTo>
                  <a:cubicBezTo>
                    <a:pt x="1072" y="53"/>
                    <a:pt x="1072" y="53"/>
                    <a:pt x="1072" y="53"/>
                  </a:cubicBezTo>
                  <a:cubicBezTo>
                    <a:pt x="1030" y="53"/>
                    <a:pt x="1030" y="53"/>
                    <a:pt x="1030" y="53"/>
                  </a:cubicBezTo>
                  <a:lnTo>
                    <a:pt x="1030" y="29"/>
                  </a:lnTo>
                  <a:close/>
                  <a:moveTo>
                    <a:pt x="1072" y="321"/>
                  </a:moveTo>
                  <a:cubicBezTo>
                    <a:pt x="1030" y="321"/>
                    <a:pt x="1030" y="321"/>
                    <a:pt x="1030" y="321"/>
                  </a:cubicBezTo>
                  <a:cubicBezTo>
                    <a:pt x="1030" y="297"/>
                    <a:pt x="1030" y="297"/>
                    <a:pt x="1030" y="297"/>
                  </a:cubicBezTo>
                  <a:cubicBezTo>
                    <a:pt x="1072" y="297"/>
                    <a:pt x="1072" y="297"/>
                    <a:pt x="1072" y="297"/>
                  </a:cubicBezTo>
                  <a:lnTo>
                    <a:pt x="1072" y="321"/>
                  </a:lnTo>
                  <a:close/>
                  <a:moveTo>
                    <a:pt x="1072" y="294"/>
                  </a:moveTo>
                  <a:cubicBezTo>
                    <a:pt x="1030" y="294"/>
                    <a:pt x="1030" y="294"/>
                    <a:pt x="1030" y="294"/>
                  </a:cubicBezTo>
                  <a:cubicBezTo>
                    <a:pt x="1030" y="271"/>
                    <a:pt x="1030" y="271"/>
                    <a:pt x="1030" y="271"/>
                  </a:cubicBezTo>
                  <a:cubicBezTo>
                    <a:pt x="1072" y="271"/>
                    <a:pt x="1072" y="271"/>
                    <a:pt x="1072" y="271"/>
                  </a:cubicBezTo>
                  <a:lnTo>
                    <a:pt x="1072" y="294"/>
                  </a:lnTo>
                  <a:close/>
                  <a:moveTo>
                    <a:pt x="1072" y="268"/>
                  </a:moveTo>
                  <a:cubicBezTo>
                    <a:pt x="1030" y="268"/>
                    <a:pt x="1030" y="268"/>
                    <a:pt x="1030" y="268"/>
                  </a:cubicBezTo>
                  <a:cubicBezTo>
                    <a:pt x="1030" y="244"/>
                    <a:pt x="1030" y="244"/>
                    <a:pt x="1030" y="244"/>
                  </a:cubicBezTo>
                  <a:cubicBezTo>
                    <a:pt x="1072" y="244"/>
                    <a:pt x="1072" y="244"/>
                    <a:pt x="1072" y="244"/>
                  </a:cubicBezTo>
                  <a:lnTo>
                    <a:pt x="1072" y="268"/>
                  </a:lnTo>
                  <a:close/>
                  <a:moveTo>
                    <a:pt x="1072" y="241"/>
                  </a:moveTo>
                  <a:cubicBezTo>
                    <a:pt x="1030" y="241"/>
                    <a:pt x="1030" y="241"/>
                    <a:pt x="1030" y="241"/>
                  </a:cubicBezTo>
                  <a:cubicBezTo>
                    <a:pt x="1030" y="218"/>
                    <a:pt x="1030" y="218"/>
                    <a:pt x="1030" y="218"/>
                  </a:cubicBezTo>
                  <a:cubicBezTo>
                    <a:pt x="1072" y="218"/>
                    <a:pt x="1072" y="218"/>
                    <a:pt x="1072" y="218"/>
                  </a:cubicBezTo>
                  <a:lnTo>
                    <a:pt x="1072" y="241"/>
                  </a:lnTo>
                  <a:close/>
                  <a:moveTo>
                    <a:pt x="1072" y="215"/>
                  </a:moveTo>
                  <a:cubicBezTo>
                    <a:pt x="1030" y="215"/>
                    <a:pt x="1030" y="215"/>
                    <a:pt x="1030" y="215"/>
                  </a:cubicBezTo>
                  <a:cubicBezTo>
                    <a:pt x="1030" y="191"/>
                    <a:pt x="1030" y="191"/>
                    <a:pt x="1030" y="191"/>
                  </a:cubicBezTo>
                  <a:cubicBezTo>
                    <a:pt x="1072" y="191"/>
                    <a:pt x="1072" y="191"/>
                    <a:pt x="1072" y="191"/>
                  </a:cubicBezTo>
                  <a:lnTo>
                    <a:pt x="1072" y="215"/>
                  </a:lnTo>
                  <a:close/>
                  <a:moveTo>
                    <a:pt x="1072" y="188"/>
                  </a:moveTo>
                  <a:cubicBezTo>
                    <a:pt x="1030" y="188"/>
                    <a:pt x="1030" y="188"/>
                    <a:pt x="1030" y="188"/>
                  </a:cubicBezTo>
                  <a:cubicBezTo>
                    <a:pt x="1030" y="165"/>
                    <a:pt x="1030" y="165"/>
                    <a:pt x="1030" y="165"/>
                  </a:cubicBezTo>
                  <a:cubicBezTo>
                    <a:pt x="1072" y="165"/>
                    <a:pt x="1072" y="165"/>
                    <a:pt x="1072" y="165"/>
                  </a:cubicBezTo>
                  <a:lnTo>
                    <a:pt x="1072" y="188"/>
                  </a:lnTo>
                  <a:close/>
                  <a:moveTo>
                    <a:pt x="1072" y="162"/>
                  </a:moveTo>
                  <a:cubicBezTo>
                    <a:pt x="1030" y="162"/>
                    <a:pt x="1030" y="162"/>
                    <a:pt x="1030" y="162"/>
                  </a:cubicBezTo>
                  <a:cubicBezTo>
                    <a:pt x="1030" y="138"/>
                    <a:pt x="1030" y="138"/>
                    <a:pt x="1030" y="138"/>
                  </a:cubicBezTo>
                  <a:cubicBezTo>
                    <a:pt x="1072" y="138"/>
                    <a:pt x="1072" y="138"/>
                    <a:pt x="1072" y="138"/>
                  </a:cubicBezTo>
                  <a:lnTo>
                    <a:pt x="1072" y="162"/>
                  </a:lnTo>
                  <a:close/>
                  <a:moveTo>
                    <a:pt x="1072" y="135"/>
                  </a:moveTo>
                  <a:cubicBezTo>
                    <a:pt x="1030" y="135"/>
                    <a:pt x="1030" y="135"/>
                    <a:pt x="1030" y="135"/>
                  </a:cubicBezTo>
                  <a:cubicBezTo>
                    <a:pt x="1030" y="109"/>
                    <a:pt x="1030" y="109"/>
                    <a:pt x="1030" y="109"/>
                  </a:cubicBezTo>
                  <a:cubicBezTo>
                    <a:pt x="1072" y="109"/>
                    <a:pt x="1072" y="109"/>
                    <a:pt x="1072" y="109"/>
                  </a:cubicBezTo>
                  <a:lnTo>
                    <a:pt x="1072" y="135"/>
                  </a:lnTo>
                  <a:close/>
                  <a:moveTo>
                    <a:pt x="1072" y="106"/>
                  </a:moveTo>
                  <a:cubicBezTo>
                    <a:pt x="1030" y="106"/>
                    <a:pt x="1030" y="106"/>
                    <a:pt x="1030" y="106"/>
                  </a:cubicBezTo>
                  <a:cubicBezTo>
                    <a:pt x="1030" y="82"/>
                    <a:pt x="1030" y="82"/>
                    <a:pt x="1030" y="82"/>
                  </a:cubicBezTo>
                  <a:cubicBezTo>
                    <a:pt x="1072" y="82"/>
                    <a:pt x="1072" y="82"/>
                    <a:pt x="1072" y="82"/>
                  </a:cubicBezTo>
                  <a:lnTo>
                    <a:pt x="1072" y="106"/>
                  </a:lnTo>
                  <a:close/>
                  <a:moveTo>
                    <a:pt x="1072" y="78"/>
                  </a:moveTo>
                  <a:cubicBezTo>
                    <a:pt x="1030" y="78"/>
                    <a:pt x="1030" y="78"/>
                    <a:pt x="1030" y="78"/>
                  </a:cubicBezTo>
                  <a:cubicBezTo>
                    <a:pt x="1030" y="59"/>
                    <a:pt x="1030" y="59"/>
                    <a:pt x="1030" y="59"/>
                  </a:cubicBezTo>
                  <a:cubicBezTo>
                    <a:pt x="1072" y="59"/>
                    <a:pt x="1072" y="59"/>
                    <a:pt x="1072" y="59"/>
                  </a:cubicBezTo>
                  <a:lnTo>
                    <a:pt x="1072" y="78"/>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 name="Google Shape;218;p5"/>
            <p:cNvSpPr/>
            <p:nvPr/>
          </p:nvSpPr>
          <p:spPr>
            <a:xfrm>
              <a:off x="2490858" y="4356921"/>
              <a:ext cx="217234" cy="9328"/>
            </a:xfrm>
            <a:custGeom>
              <a:avLst/>
              <a:gdLst/>
              <a:ahLst/>
              <a:cxnLst/>
              <a:rect l="l" t="t" r="r" b="b"/>
              <a:pathLst>
                <a:path w="142" h="6" extrusionOk="0">
                  <a:moveTo>
                    <a:pt x="139" y="0"/>
                  </a:moveTo>
                  <a:cubicBezTo>
                    <a:pt x="3" y="0"/>
                    <a:pt x="3" y="0"/>
                    <a:pt x="3" y="0"/>
                  </a:cubicBezTo>
                  <a:cubicBezTo>
                    <a:pt x="2" y="0"/>
                    <a:pt x="0" y="1"/>
                    <a:pt x="0" y="3"/>
                  </a:cubicBezTo>
                  <a:cubicBezTo>
                    <a:pt x="0" y="5"/>
                    <a:pt x="2" y="6"/>
                    <a:pt x="3" y="6"/>
                  </a:cubicBezTo>
                  <a:cubicBezTo>
                    <a:pt x="139" y="6"/>
                    <a:pt x="139" y="6"/>
                    <a:pt x="139" y="6"/>
                  </a:cubicBezTo>
                  <a:cubicBezTo>
                    <a:pt x="141" y="6"/>
                    <a:pt x="142" y="5"/>
                    <a:pt x="142" y="3"/>
                  </a:cubicBezTo>
                  <a:cubicBezTo>
                    <a:pt x="142" y="1"/>
                    <a:pt x="141" y="0"/>
                    <a:pt x="13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 name="Google Shape;219;p5"/>
            <p:cNvSpPr/>
            <p:nvPr/>
          </p:nvSpPr>
          <p:spPr>
            <a:xfrm>
              <a:off x="2490858" y="4395570"/>
              <a:ext cx="217234" cy="9328"/>
            </a:xfrm>
            <a:custGeom>
              <a:avLst/>
              <a:gdLst/>
              <a:ahLst/>
              <a:cxnLst/>
              <a:rect l="l" t="t" r="r" b="b"/>
              <a:pathLst>
                <a:path w="142" h="6" extrusionOk="0">
                  <a:moveTo>
                    <a:pt x="139" y="0"/>
                  </a:moveTo>
                  <a:cubicBezTo>
                    <a:pt x="3" y="0"/>
                    <a:pt x="3" y="0"/>
                    <a:pt x="3" y="0"/>
                  </a:cubicBezTo>
                  <a:cubicBezTo>
                    <a:pt x="2" y="0"/>
                    <a:pt x="0" y="1"/>
                    <a:pt x="0" y="3"/>
                  </a:cubicBezTo>
                  <a:cubicBezTo>
                    <a:pt x="0" y="5"/>
                    <a:pt x="2" y="6"/>
                    <a:pt x="3" y="6"/>
                  </a:cubicBezTo>
                  <a:cubicBezTo>
                    <a:pt x="139" y="6"/>
                    <a:pt x="139" y="6"/>
                    <a:pt x="139" y="6"/>
                  </a:cubicBezTo>
                  <a:cubicBezTo>
                    <a:pt x="141" y="6"/>
                    <a:pt x="142" y="5"/>
                    <a:pt x="142" y="3"/>
                  </a:cubicBezTo>
                  <a:cubicBezTo>
                    <a:pt x="142" y="1"/>
                    <a:pt x="141" y="0"/>
                    <a:pt x="13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 name="Google Shape;220;p5"/>
            <p:cNvSpPr/>
            <p:nvPr/>
          </p:nvSpPr>
          <p:spPr>
            <a:xfrm>
              <a:off x="2490858" y="4434217"/>
              <a:ext cx="217234" cy="10661"/>
            </a:xfrm>
            <a:custGeom>
              <a:avLst/>
              <a:gdLst/>
              <a:ahLst/>
              <a:cxnLst/>
              <a:rect l="l" t="t" r="r" b="b"/>
              <a:pathLst>
                <a:path w="142" h="7" extrusionOk="0">
                  <a:moveTo>
                    <a:pt x="139" y="0"/>
                  </a:moveTo>
                  <a:cubicBezTo>
                    <a:pt x="3" y="0"/>
                    <a:pt x="3" y="0"/>
                    <a:pt x="3" y="0"/>
                  </a:cubicBezTo>
                  <a:cubicBezTo>
                    <a:pt x="2" y="0"/>
                    <a:pt x="0" y="2"/>
                    <a:pt x="0" y="3"/>
                  </a:cubicBezTo>
                  <a:cubicBezTo>
                    <a:pt x="0" y="5"/>
                    <a:pt x="2" y="7"/>
                    <a:pt x="3" y="7"/>
                  </a:cubicBezTo>
                  <a:cubicBezTo>
                    <a:pt x="139" y="7"/>
                    <a:pt x="139" y="7"/>
                    <a:pt x="139" y="7"/>
                  </a:cubicBezTo>
                  <a:cubicBezTo>
                    <a:pt x="141" y="7"/>
                    <a:pt x="142" y="5"/>
                    <a:pt x="142" y="3"/>
                  </a:cubicBezTo>
                  <a:cubicBezTo>
                    <a:pt x="142" y="2"/>
                    <a:pt x="141" y="0"/>
                    <a:pt x="13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 name="Google Shape;221;p5"/>
            <p:cNvSpPr/>
            <p:nvPr/>
          </p:nvSpPr>
          <p:spPr>
            <a:xfrm>
              <a:off x="2490858" y="4472865"/>
              <a:ext cx="217234" cy="9328"/>
            </a:xfrm>
            <a:custGeom>
              <a:avLst/>
              <a:gdLst/>
              <a:ahLst/>
              <a:cxnLst/>
              <a:rect l="l" t="t" r="r" b="b"/>
              <a:pathLst>
                <a:path w="142" h="6" extrusionOk="0">
                  <a:moveTo>
                    <a:pt x="139" y="0"/>
                  </a:moveTo>
                  <a:cubicBezTo>
                    <a:pt x="3" y="0"/>
                    <a:pt x="3" y="0"/>
                    <a:pt x="3" y="0"/>
                  </a:cubicBezTo>
                  <a:cubicBezTo>
                    <a:pt x="2" y="0"/>
                    <a:pt x="0" y="1"/>
                    <a:pt x="0" y="3"/>
                  </a:cubicBezTo>
                  <a:cubicBezTo>
                    <a:pt x="0" y="5"/>
                    <a:pt x="2" y="6"/>
                    <a:pt x="3" y="6"/>
                  </a:cubicBezTo>
                  <a:cubicBezTo>
                    <a:pt x="139" y="6"/>
                    <a:pt x="139" y="6"/>
                    <a:pt x="139" y="6"/>
                  </a:cubicBezTo>
                  <a:cubicBezTo>
                    <a:pt x="141" y="6"/>
                    <a:pt x="142" y="5"/>
                    <a:pt x="142" y="3"/>
                  </a:cubicBezTo>
                  <a:cubicBezTo>
                    <a:pt x="142" y="1"/>
                    <a:pt x="141" y="0"/>
                    <a:pt x="13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 name="Google Shape;222;p5"/>
            <p:cNvSpPr/>
            <p:nvPr/>
          </p:nvSpPr>
          <p:spPr>
            <a:xfrm>
              <a:off x="2490858" y="4514178"/>
              <a:ext cx="217234" cy="9328"/>
            </a:xfrm>
            <a:custGeom>
              <a:avLst/>
              <a:gdLst/>
              <a:ahLst/>
              <a:cxnLst/>
              <a:rect l="l" t="t" r="r" b="b"/>
              <a:pathLst>
                <a:path w="142" h="6" extrusionOk="0">
                  <a:moveTo>
                    <a:pt x="139" y="0"/>
                  </a:moveTo>
                  <a:cubicBezTo>
                    <a:pt x="3" y="0"/>
                    <a:pt x="3" y="0"/>
                    <a:pt x="3" y="0"/>
                  </a:cubicBezTo>
                  <a:cubicBezTo>
                    <a:pt x="2" y="0"/>
                    <a:pt x="0" y="1"/>
                    <a:pt x="0" y="3"/>
                  </a:cubicBezTo>
                  <a:cubicBezTo>
                    <a:pt x="0" y="4"/>
                    <a:pt x="2" y="6"/>
                    <a:pt x="3" y="6"/>
                  </a:cubicBezTo>
                  <a:cubicBezTo>
                    <a:pt x="139" y="6"/>
                    <a:pt x="139" y="6"/>
                    <a:pt x="139" y="6"/>
                  </a:cubicBezTo>
                  <a:cubicBezTo>
                    <a:pt x="141" y="6"/>
                    <a:pt x="142" y="4"/>
                    <a:pt x="142" y="3"/>
                  </a:cubicBezTo>
                  <a:cubicBezTo>
                    <a:pt x="142" y="1"/>
                    <a:pt x="141" y="0"/>
                    <a:pt x="13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 name="Google Shape;223;p5"/>
            <p:cNvSpPr/>
            <p:nvPr/>
          </p:nvSpPr>
          <p:spPr>
            <a:xfrm>
              <a:off x="2490858" y="4551493"/>
              <a:ext cx="217234" cy="7996"/>
            </a:xfrm>
            <a:custGeom>
              <a:avLst/>
              <a:gdLst/>
              <a:ahLst/>
              <a:cxnLst/>
              <a:rect l="l" t="t" r="r" b="b"/>
              <a:pathLst>
                <a:path w="142" h="6" extrusionOk="0">
                  <a:moveTo>
                    <a:pt x="139" y="0"/>
                  </a:moveTo>
                  <a:cubicBezTo>
                    <a:pt x="3" y="0"/>
                    <a:pt x="3" y="0"/>
                    <a:pt x="3" y="0"/>
                  </a:cubicBezTo>
                  <a:cubicBezTo>
                    <a:pt x="2" y="0"/>
                    <a:pt x="0" y="2"/>
                    <a:pt x="0" y="3"/>
                  </a:cubicBezTo>
                  <a:cubicBezTo>
                    <a:pt x="0" y="5"/>
                    <a:pt x="2" y="6"/>
                    <a:pt x="3" y="6"/>
                  </a:cubicBezTo>
                  <a:cubicBezTo>
                    <a:pt x="139" y="6"/>
                    <a:pt x="139" y="6"/>
                    <a:pt x="139" y="6"/>
                  </a:cubicBezTo>
                  <a:cubicBezTo>
                    <a:pt x="141" y="6"/>
                    <a:pt x="142" y="5"/>
                    <a:pt x="142" y="3"/>
                  </a:cubicBezTo>
                  <a:cubicBezTo>
                    <a:pt x="142" y="2"/>
                    <a:pt x="141" y="0"/>
                    <a:pt x="13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4" name="Google Shape;224;p5"/>
            <p:cNvSpPr/>
            <p:nvPr/>
          </p:nvSpPr>
          <p:spPr>
            <a:xfrm>
              <a:off x="1430012" y="4607466"/>
              <a:ext cx="2530835" cy="175914"/>
            </a:xfrm>
            <a:custGeom>
              <a:avLst/>
              <a:gdLst/>
              <a:ahLst/>
              <a:cxnLst/>
              <a:rect l="l" t="t" r="r" b="b"/>
              <a:pathLst>
                <a:path w="1899" h="132" extrusionOk="0">
                  <a:moveTo>
                    <a:pt x="0" y="132"/>
                  </a:moveTo>
                  <a:lnTo>
                    <a:pt x="262" y="119"/>
                  </a:lnTo>
                  <a:lnTo>
                    <a:pt x="448" y="0"/>
                  </a:lnTo>
                  <a:lnTo>
                    <a:pt x="1899" y="0"/>
                  </a:lnTo>
                  <a:lnTo>
                    <a:pt x="1899" y="75"/>
                  </a:lnTo>
                  <a:lnTo>
                    <a:pt x="424" y="75"/>
                  </a:lnTo>
                  <a:lnTo>
                    <a:pt x="333" y="132"/>
                  </a:lnTo>
                  <a:lnTo>
                    <a:pt x="0" y="132"/>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5" name="Google Shape;225;p5"/>
            <p:cNvSpPr/>
            <p:nvPr/>
          </p:nvSpPr>
          <p:spPr>
            <a:xfrm>
              <a:off x="2089710" y="4638118"/>
              <a:ext cx="1827159" cy="39980"/>
            </a:xfrm>
            <a:custGeom>
              <a:avLst/>
              <a:gdLst/>
              <a:ahLst/>
              <a:cxnLst/>
              <a:rect l="l" t="t" r="r" b="b"/>
              <a:pathLst>
                <a:path w="1371" h="30" extrusionOk="0">
                  <a:moveTo>
                    <a:pt x="1371" y="0"/>
                  </a:moveTo>
                  <a:lnTo>
                    <a:pt x="46" y="0"/>
                  </a:lnTo>
                  <a:lnTo>
                    <a:pt x="0" y="30"/>
                  </a:lnTo>
                  <a:lnTo>
                    <a:pt x="1371" y="30"/>
                  </a:lnTo>
                  <a:lnTo>
                    <a:pt x="1371"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6" name="Google Shape;226;p5"/>
            <p:cNvSpPr/>
            <p:nvPr/>
          </p:nvSpPr>
          <p:spPr>
            <a:xfrm>
              <a:off x="1495316" y="4447544"/>
              <a:ext cx="313190" cy="118608"/>
            </a:xfrm>
            <a:custGeom>
              <a:avLst/>
              <a:gdLst/>
              <a:ahLst/>
              <a:cxnLst/>
              <a:rect l="l" t="t" r="r" b="b"/>
              <a:pathLst>
                <a:path w="204" h="77" extrusionOk="0">
                  <a:moveTo>
                    <a:pt x="0" y="77"/>
                  </a:moveTo>
                  <a:cubicBezTo>
                    <a:pt x="0" y="77"/>
                    <a:pt x="119" y="0"/>
                    <a:pt x="204" y="0"/>
                  </a:cubicBezTo>
                  <a:cubicBezTo>
                    <a:pt x="91" y="0"/>
                    <a:pt x="91" y="0"/>
                    <a:pt x="91" y="0"/>
                  </a:cubicBezTo>
                  <a:lnTo>
                    <a:pt x="0" y="77"/>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27" name="Google Shape;227;p5"/>
          <p:cNvGrpSpPr/>
          <p:nvPr/>
        </p:nvGrpSpPr>
        <p:grpSpPr>
          <a:xfrm>
            <a:off x="-742698" y="167955"/>
            <a:ext cx="10166840" cy="950455"/>
            <a:chOff x="-742698" y="167955"/>
            <a:chExt cx="10166840" cy="950455"/>
          </a:xfrm>
        </p:grpSpPr>
        <p:sp>
          <p:nvSpPr>
            <p:cNvPr id="228" name="Google Shape;228;p5"/>
            <p:cNvSpPr/>
            <p:nvPr/>
          </p:nvSpPr>
          <p:spPr>
            <a:xfrm>
              <a:off x="8217002" y="836725"/>
              <a:ext cx="1207140" cy="181011"/>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 name="Google Shape;229;p5"/>
            <p:cNvSpPr/>
            <p:nvPr/>
          </p:nvSpPr>
          <p:spPr>
            <a:xfrm flipH="1">
              <a:off x="7355356" y="167955"/>
              <a:ext cx="710808" cy="277069"/>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 name="Google Shape;230;p5"/>
            <p:cNvSpPr/>
            <p:nvPr/>
          </p:nvSpPr>
          <p:spPr>
            <a:xfrm>
              <a:off x="-742698" y="937400"/>
              <a:ext cx="1207140" cy="181011"/>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7"/>
        <p:cNvGrpSpPr/>
        <p:nvPr/>
      </p:nvGrpSpPr>
      <p:grpSpPr>
        <a:xfrm>
          <a:off x="0" y="0"/>
          <a:ext cx="0" cy="0"/>
          <a:chOff x="0" y="0"/>
          <a:chExt cx="0" cy="0"/>
        </a:xfrm>
      </p:grpSpPr>
      <p:pic>
        <p:nvPicPr>
          <p:cNvPr id="288" name="Google Shape;288;p7"/>
          <p:cNvPicPr preferRelativeResize="0"/>
          <p:nvPr/>
        </p:nvPicPr>
        <p:blipFill>
          <a:blip r:embed="rId2">
            <a:alphaModFix/>
          </a:blip>
          <a:stretch>
            <a:fillRect/>
          </a:stretch>
        </p:blipFill>
        <p:spPr>
          <a:xfrm>
            <a:off x="25" y="0"/>
            <a:ext cx="9144000" cy="5143500"/>
          </a:xfrm>
          <a:prstGeom prst="rect">
            <a:avLst/>
          </a:prstGeom>
          <a:noFill/>
          <a:ln>
            <a:noFill/>
          </a:ln>
        </p:spPr>
      </p:pic>
      <p:pic>
        <p:nvPicPr>
          <p:cNvPr id="289" name="Google Shape;289;p7"/>
          <p:cNvPicPr preferRelativeResize="0"/>
          <p:nvPr/>
        </p:nvPicPr>
        <p:blipFill>
          <a:blip r:embed="rId3">
            <a:alphaModFix/>
          </a:blip>
          <a:stretch>
            <a:fillRect/>
          </a:stretch>
        </p:blipFill>
        <p:spPr>
          <a:xfrm>
            <a:off x="25" y="0"/>
            <a:ext cx="9144000" cy="5143500"/>
          </a:xfrm>
          <a:prstGeom prst="rect">
            <a:avLst/>
          </a:prstGeom>
          <a:noFill/>
          <a:ln>
            <a:noFill/>
          </a:ln>
        </p:spPr>
      </p:pic>
      <p:sp>
        <p:nvSpPr>
          <p:cNvPr id="290" name="Google Shape;290;p7"/>
          <p:cNvSpPr/>
          <p:nvPr/>
        </p:nvSpPr>
        <p:spPr>
          <a:xfrm>
            <a:off x="-3120574" y="3391675"/>
            <a:ext cx="5913524" cy="1751824"/>
          </a:xfrm>
          <a:custGeom>
            <a:avLst/>
            <a:gdLst/>
            <a:ahLst/>
            <a:cxnLst/>
            <a:rect l="l" t="t" r="r" b="b"/>
            <a:pathLst>
              <a:path w="1949" h="1561" extrusionOk="0">
                <a:moveTo>
                  <a:pt x="1812" y="1024"/>
                </a:moveTo>
                <a:cubicBezTo>
                  <a:pt x="1806" y="1024"/>
                  <a:pt x="1800" y="1026"/>
                  <a:pt x="1794" y="1031"/>
                </a:cubicBezTo>
                <a:cubicBezTo>
                  <a:pt x="1767" y="891"/>
                  <a:pt x="1733" y="807"/>
                  <a:pt x="1696" y="807"/>
                </a:cubicBezTo>
                <a:cubicBezTo>
                  <a:pt x="1682" y="807"/>
                  <a:pt x="1669" y="819"/>
                  <a:pt x="1656" y="841"/>
                </a:cubicBezTo>
                <a:cubicBezTo>
                  <a:pt x="1638" y="713"/>
                  <a:pt x="1616" y="636"/>
                  <a:pt x="1592" y="636"/>
                </a:cubicBezTo>
                <a:cubicBezTo>
                  <a:pt x="1570" y="636"/>
                  <a:pt x="1550" y="701"/>
                  <a:pt x="1533" y="811"/>
                </a:cubicBezTo>
                <a:cubicBezTo>
                  <a:pt x="1524" y="789"/>
                  <a:pt x="1515" y="777"/>
                  <a:pt x="1506" y="777"/>
                </a:cubicBezTo>
                <a:cubicBezTo>
                  <a:pt x="1465" y="777"/>
                  <a:pt x="1430" y="999"/>
                  <a:pt x="1412" y="1322"/>
                </a:cubicBezTo>
                <a:cubicBezTo>
                  <a:pt x="1393" y="1127"/>
                  <a:pt x="1366" y="1005"/>
                  <a:pt x="1335" y="1005"/>
                </a:cubicBezTo>
                <a:cubicBezTo>
                  <a:pt x="1325" y="1005"/>
                  <a:pt x="1315" y="1019"/>
                  <a:pt x="1305" y="1046"/>
                </a:cubicBezTo>
                <a:cubicBezTo>
                  <a:pt x="1289" y="939"/>
                  <a:pt x="1269" y="877"/>
                  <a:pt x="1247" y="877"/>
                </a:cubicBezTo>
                <a:cubicBezTo>
                  <a:pt x="1230" y="877"/>
                  <a:pt x="1214" y="916"/>
                  <a:pt x="1200" y="983"/>
                </a:cubicBezTo>
                <a:cubicBezTo>
                  <a:pt x="1193" y="970"/>
                  <a:pt x="1186" y="963"/>
                  <a:pt x="1179" y="963"/>
                </a:cubicBezTo>
                <a:cubicBezTo>
                  <a:pt x="1145" y="963"/>
                  <a:pt x="1115" y="1113"/>
                  <a:pt x="1096" y="1347"/>
                </a:cubicBezTo>
                <a:cubicBezTo>
                  <a:pt x="1071" y="1163"/>
                  <a:pt x="1036" y="1049"/>
                  <a:pt x="997" y="1049"/>
                </a:cubicBezTo>
                <a:cubicBezTo>
                  <a:pt x="972" y="1049"/>
                  <a:pt x="949" y="1097"/>
                  <a:pt x="929" y="1179"/>
                </a:cubicBezTo>
                <a:cubicBezTo>
                  <a:pt x="903" y="970"/>
                  <a:pt x="866" y="838"/>
                  <a:pt x="824" y="838"/>
                </a:cubicBezTo>
                <a:cubicBezTo>
                  <a:pt x="804" y="838"/>
                  <a:pt x="785" y="869"/>
                  <a:pt x="767" y="925"/>
                </a:cubicBezTo>
                <a:cubicBezTo>
                  <a:pt x="742" y="746"/>
                  <a:pt x="708" y="636"/>
                  <a:pt x="670" y="636"/>
                </a:cubicBezTo>
                <a:cubicBezTo>
                  <a:pt x="641" y="636"/>
                  <a:pt x="614" y="699"/>
                  <a:pt x="592" y="808"/>
                </a:cubicBezTo>
                <a:cubicBezTo>
                  <a:pt x="585" y="767"/>
                  <a:pt x="577" y="745"/>
                  <a:pt x="569" y="745"/>
                </a:cubicBezTo>
                <a:cubicBezTo>
                  <a:pt x="556" y="745"/>
                  <a:pt x="543" y="803"/>
                  <a:pt x="533" y="903"/>
                </a:cubicBezTo>
                <a:cubicBezTo>
                  <a:pt x="499" y="595"/>
                  <a:pt x="433" y="387"/>
                  <a:pt x="358" y="387"/>
                </a:cubicBezTo>
                <a:cubicBezTo>
                  <a:pt x="345" y="387"/>
                  <a:pt x="332" y="393"/>
                  <a:pt x="320" y="405"/>
                </a:cubicBezTo>
                <a:cubicBezTo>
                  <a:pt x="285" y="246"/>
                  <a:pt x="238" y="149"/>
                  <a:pt x="186" y="149"/>
                </a:cubicBezTo>
                <a:cubicBezTo>
                  <a:pt x="165" y="149"/>
                  <a:pt x="143" y="167"/>
                  <a:pt x="124" y="199"/>
                </a:cubicBezTo>
                <a:cubicBezTo>
                  <a:pt x="95" y="74"/>
                  <a:pt x="59" y="0"/>
                  <a:pt x="20" y="0"/>
                </a:cubicBezTo>
                <a:cubicBezTo>
                  <a:pt x="13" y="0"/>
                  <a:pt x="7" y="2"/>
                  <a:pt x="0" y="7"/>
                </a:cubicBezTo>
                <a:cubicBezTo>
                  <a:pt x="0" y="1561"/>
                  <a:pt x="0" y="1561"/>
                  <a:pt x="0" y="1561"/>
                </a:cubicBezTo>
                <a:cubicBezTo>
                  <a:pt x="1949" y="1561"/>
                  <a:pt x="1949" y="1561"/>
                  <a:pt x="1949" y="1561"/>
                </a:cubicBezTo>
                <a:cubicBezTo>
                  <a:pt x="1923" y="1241"/>
                  <a:pt x="1872" y="1024"/>
                  <a:pt x="1812" y="1024"/>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 name="Google Shape;291;p7"/>
          <p:cNvSpPr txBox="1">
            <a:spLocks noGrp="1"/>
          </p:cNvSpPr>
          <p:nvPr>
            <p:ph type="title"/>
          </p:nvPr>
        </p:nvSpPr>
        <p:spPr>
          <a:xfrm>
            <a:off x="720000" y="1421950"/>
            <a:ext cx="2992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b="0">
                <a:latin typeface="Sora ExtraBold"/>
                <a:ea typeface="Sora ExtraBold"/>
                <a:cs typeface="Sora ExtraBold"/>
                <a:sym typeface="Sora ExtraBold"/>
              </a:defRPr>
            </a:lvl1pPr>
            <a:lvl2pPr lvl="1" rtl="0">
              <a:lnSpc>
                <a:spcPct val="100000"/>
              </a:lnSpc>
              <a:spcBef>
                <a:spcPts val="0"/>
              </a:spcBef>
              <a:spcAft>
                <a:spcPts val="0"/>
              </a:spcAft>
              <a:buSzPts val="3000"/>
              <a:buNone/>
              <a:defRPr/>
            </a:lvl2pPr>
            <a:lvl3pPr lvl="2" rtl="0">
              <a:lnSpc>
                <a:spcPct val="100000"/>
              </a:lnSpc>
              <a:spcBef>
                <a:spcPts val="0"/>
              </a:spcBef>
              <a:spcAft>
                <a:spcPts val="0"/>
              </a:spcAft>
              <a:buSzPts val="3000"/>
              <a:buNone/>
              <a:defRPr/>
            </a:lvl3pPr>
            <a:lvl4pPr lvl="3" rtl="0">
              <a:lnSpc>
                <a:spcPct val="100000"/>
              </a:lnSpc>
              <a:spcBef>
                <a:spcPts val="0"/>
              </a:spcBef>
              <a:spcAft>
                <a:spcPts val="0"/>
              </a:spcAft>
              <a:buSzPts val="3000"/>
              <a:buNone/>
              <a:defRPr/>
            </a:lvl4pPr>
            <a:lvl5pPr lvl="4" rtl="0">
              <a:lnSpc>
                <a:spcPct val="100000"/>
              </a:lnSpc>
              <a:spcBef>
                <a:spcPts val="0"/>
              </a:spcBef>
              <a:spcAft>
                <a:spcPts val="0"/>
              </a:spcAft>
              <a:buSzPts val="3000"/>
              <a:buNone/>
              <a:defRPr/>
            </a:lvl5pPr>
            <a:lvl6pPr lvl="5" rtl="0">
              <a:lnSpc>
                <a:spcPct val="100000"/>
              </a:lnSpc>
              <a:spcBef>
                <a:spcPts val="0"/>
              </a:spcBef>
              <a:spcAft>
                <a:spcPts val="0"/>
              </a:spcAft>
              <a:buSzPts val="3000"/>
              <a:buNone/>
              <a:defRPr/>
            </a:lvl6pPr>
            <a:lvl7pPr lvl="6" rtl="0">
              <a:lnSpc>
                <a:spcPct val="100000"/>
              </a:lnSpc>
              <a:spcBef>
                <a:spcPts val="0"/>
              </a:spcBef>
              <a:spcAft>
                <a:spcPts val="0"/>
              </a:spcAft>
              <a:buSzPts val="3000"/>
              <a:buNone/>
              <a:defRPr/>
            </a:lvl7pPr>
            <a:lvl8pPr lvl="7" rtl="0">
              <a:lnSpc>
                <a:spcPct val="100000"/>
              </a:lnSpc>
              <a:spcBef>
                <a:spcPts val="0"/>
              </a:spcBef>
              <a:spcAft>
                <a:spcPts val="0"/>
              </a:spcAft>
              <a:buSzPts val="3000"/>
              <a:buNone/>
              <a:defRPr/>
            </a:lvl8pPr>
            <a:lvl9pPr lvl="8" rtl="0">
              <a:lnSpc>
                <a:spcPct val="100000"/>
              </a:lnSpc>
              <a:spcBef>
                <a:spcPts val="0"/>
              </a:spcBef>
              <a:spcAft>
                <a:spcPts val="0"/>
              </a:spcAft>
              <a:buSzPts val="3000"/>
              <a:buNone/>
              <a:defRPr/>
            </a:lvl9pPr>
          </a:lstStyle>
          <a:p>
            <a:endParaRPr/>
          </a:p>
        </p:txBody>
      </p:sp>
      <p:sp>
        <p:nvSpPr>
          <p:cNvPr id="292" name="Google Shape;292;p7"/>
          <p:cNvSpPr txBox="1">
            <a:spLocks noGrp="1"/>
          </p:cNvSpPr>
          <p:nvPr>
            <p:ph type="body" idx="1"/>
          </p:nvPr>
        </p:nvSpPr>
        <p:spPr>
          <a:xfrm>
            <a:off x="720000" y="1916300"/>
            <a:ext cx="2992500" cy="14772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Hanken Grotesk Light"/>
              <a:buChar char="●"/>
              <a:defRPr/>
            </a:lvl1pPr>
            <a:lvl2pPr marL="914400" lvl="1" indent="-304800" rtl="0">
              <a:lnSpc>
                <a:spcPct val="100000"/>
              </a:lnSpc>
              <a:spcBef>
                <a:spcPts val="0"/>
              </a:spcBef>
              <a:spcAft>
                <a:spcPts val="0"/>
              </a:spcAft>
              <a:buSzPts val="1200"/>
              <a:buFont typeface="Hanken Grotesk Light"/>
              <a:buChar char="○"/>
              <a:defRPr/>
            </a:lvl2pPr>
            <a:lvl3pPr marL="1371600" lvl="2" indent="-304800" rtl="0">
              <a:lnSpc>
                <a:spcPct val="100000"/>
              </a:lnSpc>
              <a:spcBef>
                <a:spcPts val="0"/>
              </a:spcBef>
              <a:spcAft>
                <a:spcPts val="0"/>
              </a:spcAft>
              <a:buSzPts val="1200"/>
              <a:buFont typeface="Hanken Grotesk Light"/>
              <a:buChar char="■"/>
              <a:defRPr/>
            </a:lvl3pPr>
            <a:lvl4pPr marL="1828800" lvl="3" indent="-304800" rtl="0">
              <a:lnSpc>
                <a:spcPct val="100000"/>
              </a:lnSpc>
              <a:spcBef>
                <a:spcPts val="0"/>
              </a:spcBef>
              <a:spcAft>
                <a:spcPts val="0"/>
              </a:spcAft>
              <a:buSzPts val="1200"/>
              <a:buFont typeface="Hanken Grotesk Light"/>
              <a:buChar char="●"/>
              <a:defRPr/>
            </a:lvl4pPr>
            <a:lvl5pPr marL="2286000" lvl="4" indent="-304800" rtl="0">
              <a:lnSpc>
                <a:spcPct val="100000"/>
              </a:lnSpc>
              <a:spcBef>
                <a:spcPts val="0"/>
              </a:spcBef>
              <a:spcAft>
                <a:spcPts val="0"/>
              </a:spcAft>
              <a:buSzPts val="1200"/>
              <a:buFont typeface="Hanken Grotesk Light"/>
              <a:buChar char="○"/>
              <a:defRPr/>
            </a:lvl5pPr>
            <a:lvl6pPr marL="2743200" lvl="5" indent="-304800" rtl="0">
              <a:lnSpc>
                <a:spcPct val="100000"/>
              </a:lnSpc>
              <a:spcBef>
                <a:spcPts val="0"/>
              </a:spcBef>
              <a:spcAft>
                <a:spcPts val="0"/>
              </a:spcAft>
              <a:buSzPts val="1200"/>
              <a:buFont typeface="Hanken Grotesk Light"/>
              <a:buChar char="■"/>
              <a:defRPr/>
            </a:lvl6pPr>
            <a:lvl7pPr marL="3200400" lvl="6" indent="-304800" rtl="0">
              <a:lnSpc>
                <a:spcPct val="100000"/>
              </a:lnSpc>
              <a:spcBef>
                <a:spcPts val="0"/>
              </a:spcBef>
              <a:spcAft>
                <a:spcPts val="0"/>
              </a:spcAft>
              <a:buSzPts val="1200"/>
              <a:buFont typeface="Hanken Grotesk Light"/>
              <a:buChar char="●"/>
              <a:defRPr/>
            </a:lvl7pPr>
            <a:lvl8pPr marL="3657600" lvl="7" indent="-304800" rtl="0">
              <a:lnSpc>
                <a:spcPct val="100000"/>
              </a:lnSpc>
              <a:spcBef>
                <a:spcPts val="0"/>
              </a:spcBef>
              <a:spcAft>
                <a:spcPts val="0"/>
              </a:spcAft>
              <a:buSzPts val="1200"/>
              <a:buFont typeface="Hanken Grotesk Light"/>
              <a:buChar char="○"/>
              <a:defRPr/>
            </a:lvl8pPr>
            <a:lvl9pPr marL="4114800" lvl="8" indent="-304800" rtl="0">
              <a:lnSpc>
                <a:spcPct val="100000"/>
              </a:lnSpc>
              <a:spcBef>
                <a:spcPts val="0"/>
              </a:spcBef>
              <a:spcAft>
                <a:spcPts val="0"/>
              </a:spcAft>
              <a:buSzPts val="1200"/>
              <a:buFont typeface="Hanken Grotesk Light"/>
              <a:buChar char="■"/>
              <a:defRPr/>
            </a:lvl9pPr>
          </a:lstStyle>
          <a:p>
            <a:endParaRPr/>
          </a:p>
        </p:txBody>
      </p:sp>
      <p:sp>
        <p:nvSpPr>
          <p:cNvPr id="293" name="Google Shape;293;p7"/>
          <p:cNvSpPr>
            <a:spLocks noGrp="1"/>
          </p:cNvSpPr>
          <p:nvPr>
            <p:ph type="pic" idx="2"/>
          </p:nvPr>
        </p:nvSpPr>
        <p:spPr>
          <a:xfrm>
            <a:off x="4509500" y="0"/>
            <a:ext cx="4634400" cy="5143500"/>
          </a:xfrm>
          <a:prstGeom prst="rect">
            <a:avLst/>
          </a:prstGeom>
          <a:noFill/>
          <a:ln>
            <a:noFill/>
          </a:ln>
        </p:spPr>
        <p:txBody>
          <a:bodyPr/>
          <a:lstStyle/>
          <a:p>
            <a:endParaRPr lang="en-MY"/>
          </a:p>
        </p:txBody>
      </p:sp>
      <p:grpSp>
        <p:nvGrpSpPr>
          <p:cNvPr id="294" name="Google Shape;294;p7"/>
          <p:cNvGrpSpPr/>
          <p:nvPr/>
        </p:nvGrpSpPr>
        <p:grpSpPr>
          <a:xfrm>
            <a:off x="3290685" y="3961478"/>
            <a:ext cx="924904" cy="1182028"/>
            <a:chOff x="7462810" y="2721491"/>
            <a:chExt cx="924904" cy="1182028"/>
          </a:xfrm>
        </p:grpSpPr>
        <p:grpSp>
          <p:nvGrpSpPr>
            <p:cNvPr id="295" name="Google Shape;295;p7"/>
            <p:cNvGrpSpPr/>
            <p:nvPr/>
          </p:nvGrpSpPr>
          <p:grpSpPr>
            <a:xfrm>
              <a:off x="8044868" y="2721491"/>
              <a:ext cx="342846" cy="1181857"/>
              <a:chOff x="1539875" y="3257551"/>
              <a:chExt cx="511176" cy="1762125"/>
            </a:xfrm>
          </p:grpSpPr>
          <p:sp>
            <p:nvSpPr>
              <p:cNvPr id="296" name="Google Shape;296;p7"/>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 name="Google Shape;297;p7"/>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 name="Google Shape;298;p7"/>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 name="Google Shape;299;p7"/>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 name="Google Shape;300;p7"/>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 name="Google Shape;301;p7"/>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2" name="Google Shape;302;p7"/>
            <p:cNvGrpSpPr/>
            <p:nvPr/>
          </p:nvGrpSpPr>
          <p:grpSpPr>
            <a:xfrm>
              <a:off x="7800940" y="3262810"/>
              <a:ext cx="185813" cy="640708"/>
              <a:chOff x="1539875" y="3257551"/>
              <a:chExt cx="511176" cy="1762125"/>
            </a:xfrm>
          </p:grpSpPr>
          <p:sp>
            <p:nvSpPr>
              <p:cNvPr id="303" name="Google Shape;303;p7"/>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 name="Google Shape;304;p7"/>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 name="Google Shape;305;p7"/>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 name="Google Shape;306;p7"/>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 name="Google Shape;307;p7"/>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 name="Google Shape;308;p7"/>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9" name="Google Shape;309;p7"/>
            <p:cNvGrpSpPr/>
            <p:nvPr/>
          </p:nvGrpSpPr>
          <p:grpSpPr>
            <a:xfrm flipH="1">
              <a:off x="7462810" y="3127474"/>
              <a:ext cx="225020" cy="775863"/>
              <a:chOff x="1539875" y="3257551"/>
              <a:chExt cx="511176" cy="1762125"/>
            </a:xfrm>
          </p:grpSpPr>
          <p:sp>
            <p:nvSpPr>
              <p:cNvPr id="310" name="Google Shape;310;p7"/>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 name="Google Shape;311;p7"/>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 name="Google Shape;312;p7"/>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 name="Google Shape;313;p7"/>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 name="Google Shape;314;p7"/>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 name="Google Shape;315;p7"/>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16" name="Google Shape;316;p7"/>
          <p:cNvGrpSpPr/>
          <p:nvPr/>
        </p:nvGrpSpPr>
        <p:grpSpPr>
          <a:xfrm>
            <a:off x="2186002" y="384600"/>
            <a:ext cx="1917962" cy="490200"/>
            <a:chOff x="2314802" y="503225"/>
            <a:chExt cx="1917962" cy="490200"/>
          </a:xfrm>
        </p:grpSpPr>
        <p:sp>
          <p:nvSpPr>
            <p:cNvPr id="317" name="Google Shape;317;p7"/>
            <p:cNvSpPr/>
            <p:nvPr/>
          </p:nvSpPr>
          <p:spPr>
            <a:xfrm>
              <a:off x="2314802" y="503225"/>
              <a:ext cx="1207140" cy="181011"/>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 name="Google Shape;318;p7"/>
            <p:cNvSpPr/>
            <p:nvPr/>
          </p:nvSpPr>
          <p:spPr>
            <a:xfrm flipH="1">
              <a:off x="3521956" y="716355"/>
              <a:ext cx="710808" cy="277069"/>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19" name="Google Shape;319;p7"/>
          <p:cNvGrpSpPr/>
          <p:nvPr/>
        </p:nvGrpSpPr>
        <p:grpSpPr>
          <a:xfrm flipH="1">
            <a:off x="-2501367" y="4548510"/>
            <a:ext cx="4356801" cy="629414"/>
            <a:chOff x="1134148" y="4193002"/>
            <a:chExt cx="4953725" cy="715650"/>
          </a:xfrm>
        </p:grpSpPr>
        <p:sp>
          <p:nvSpPr>
            <p:cNvPr id="320" name="Google Shape;320;p7"/>
            <p:cNvSpPr/>
            <p:nvPr/>
          </p:nvSpPr>
          <p:spPr>
            <a:xfrm>
              <a:off x="4192744" y="4806036"/>
              <a:ext cx="455790" cy="102616"/>
            </a:xfrm>
            <a:custGeom>
              <a:avLst/>
              <a:gdLst/>
              <a:ahLst/>
              <a:cxnLst/>
              <a:rect l="l" t="t" r="r" b="b"/>
              <a:pathLst>
                <a:path w="297" h="67" extrusionOk="0">
                  <a:moveTo>
                    <a:pt x="285" y="8"/>
                  </a:moveTo>
                  <a:cubicBezTo>
                    <a:pt x="288" y="0"/>
                    <a:pt x="288" y="0"/>
                    <a:pt x="288" y="0"/>
                  </a:cubicBezTo>
                  <a:cubicBezTo>
                    <a:pt x="19" y="0"/>
                    <a:pt x="19" y="0"/>
                    <a:pt x="19" y="0"/>
                  </a:cubicBezTo>
                  <a:cubicBezTo>
                    <a:pt x="19" y="4"/>
                    <a:pt x="19" y="4"/>
                    <a:pt x="19" y="4"/>
                  </a:cubicBezTo>
                  <a:cubicBezTo>
                    <a:pt x="8" y="9"/>
                    <a:pt x="0" y="20"/>
                    <a:pt x="0" y="34"/>
                  </a:cubicBezTo>
                  <a:cubicBezTo>
                    <a:pt x="0" y="52"/>
                    <a:pt x="15" y="67"/>
                    <a:pt x="34" y="67"/>
                  </a:cubicBezTo>
                  <a:cubicBezTo>
                    <a:pt x="48" y="67"/>
                    <a:pt x="60" y="58"/>
                    <a:pt x="65" y="45"/>
                  </a:cubicBezTo>
                  <a:cubicBezTo>
                    <a:pt x="72" y="45"/>
                    <a:pt x="72" y="45"/>
                    <a:pt x="72" y="45"/>
                  </a:cubicBezTo>
                  <a:cubicBezTo>
                    <a:pt x="77" y="58"/>
                    <a:pt x="89" y="67"/>
                    <a:pt x="103" y="67"/>
                  </a:cubicBezTo>
                  <a:cubicBezTo>
                    <a:pt x="118" y="67"/>
                    <a:pt x="130" y="58"/>
                    <a:pt x="135" y="45"/>
                  </a:cubicBezTo>
                  <a:cubicBezTo>
                    <a:pt x="163" y="45"/>
                    <a:pt x="163" y="45"/>
                    <a:pt x="163" y="45"/>
                  </a:cubicBezTo>
                  <a:cubicBezTo>
                    <a:pt x="168" y="58"/>
                    <a:pt x="180" y="67"/>
                    <a:pt x="194" y="67"/>
                  </a:cubicBezTo>
                  <a:cubicBezTo>
                    <a:pt x="209" y="67"/>
                    <a:pt x="221" y="58"/>
                    <a:pt x="226" y="45"/>
                  </a:cubicBezTo>
                  <a:cubicBezTo>
                    <a:pt x="233" y="45"/>
                    <a:pt x="233" y="45"/>
                    <a:pt x="233" y="45"/>
                  </a:cubicBezTo>
                  <a:cubicBezTo>
                    <a:pt x="237" y="58"/>
                    <a:pt x="250" y="67"/>
                    <a:pt x="264" y="67"/>
                  </a:cubicBezTo>
                  <a:cubicBezTo>
                    <a:pt x="282" y="67"/>
                    <a:pt x="297" y="52"/>
                    <a:pt x="297" y="34"/>
                  </a:cubicBezTo>
                  <a:cubicBezTo>
                    <a:pt x="297" y="23"/>
                    <a:pt x="293" y="14"/>
                    <a:pt x="285" y="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 name="Google Shape;321;p7"/>
            <p:cNvSpPr/>
            <p:nvPr/>
          </p:nvSpPr>
          <p:spPr>
            <a:xfrm>
              <a:off x="5429509" y="4806036"/>
              <a:ext cx="457124" cy="102616"/>
            </a:xfrm>
            <a:custGeom>
              <a:avLst/>
              <a:gdLst/>
              <a:ahLst/>
              <a:cxnLst/>
              <a:rect l="l" t="t" r="r" b="b"/>
              <a:pathLst>
                <a:path w="298" h="67" extrusionOk="0">
                  <a:moveTo>
                    <a:pt x="285" y="8"/>
                  </a:moveTo>
                  <a:cubicBezTo>
                    <a:pt x="288" y="0"/>
                    <a:pt x="288" y="0"/>
                    <a:pt x="288" y="0"/>
                  </a:cubicBezTo>
                  <a:cubicBezTo>
                    <a:pt x="20" y="0"/>
                    <a:pt x="20" y="0"/>
                    <a:pt x="20" y="0"/>
                  </a:cubicBezTo>
                  <a:cubicBezTo>
                    <a:pt x="20" y="4"/>
                    <a:pt x="20" y="4"/>
                    <a:pt x="20" y="4"/>
                  </a:cubicBezTo>
                  <a:cubicBezTo>
                    <a:pt x="8" y="9"/>
                    <a:pt x="0" y="20"/>
                    <a:pt x="0" y="34"/>
                  </a:cubicBezTo>
                  <a:cubicBezTo>
                    <a:pt x="0" y="52"/>
                    <a:pt x="15" y="67"/>
                    <a:pt x="34" y="67"/>
                  </a:cubicBezTo>
                  <a:cubicBezTo>
                    <a:pt x="48" y="67"/>
                    <a:pt x="60" y="58"/>
                    <a:pt x="65" y="45"/>
                  </a:cubicBezTo>
                  <a:cubicBezTo>
                    <a:pt x="72" y="45"/>
                    <a:pt x="72" y="45"/>
                    <a:pt x="72" y="45"/>
                  </a:cubicBezTo>
                  <a:cubicBezTo>
                    <a:pt x="77" y="58"/>
                    <a:pt x="89" y="67"/>
                    <a:pt x="103" y="67"/>
                  </a:cubicBezTo>
                  <a:cubicBezTo>
                    <a:pt x="118" y="67"/>
                    <a:pt x="130" y="58"/>
                    <a:pt x="135" y="45"/>
                  </a:cubicBezTo>
                  <a:cubicBezTo>
                    <a:pt x="163" y="45"/>
                    <a:pt x="163" y="45"/>
                    <a:pt x="163" y="45"/>
                  </a:cubicBezTo>
                  <a:cubicBezTo>
                    <a:pt x="168" y="58"/>
                    <a:pt x="180" y="67"/>
                    <a:pt x="195" y="67"/>
                  </a:cubicBezTo>
                  <a:cubicBezTo>
                    <a:pt x="209" y="67"/>
                    <a:pt x="221" y="58"/>
                    <a:pt x="226" y="45"/>
                  </a:cubicBezTo>
                  <a:cubicBezTo>
                    <a:pt x="233" y="45"/>
                    <a:pt x="233" y="45"/>
                    <a:pt x="233" y="45"/>
                  </a:cubicBezTo>
                  <a:cubicBezTo>
                    <a:pt x="238" y="58"/>
                    <a:pt x="250" y="67"/>
                    <a:pt x="264" y="67"/>
                  </a:cubicBezTo>
                  <a:cubicBezTo>
                    <a:pt x="283" y="67"/>
                    <a:pt x="298" y="52"/>
                    <a:pt x="298" y="34"/>
                  </a:cubicBezTo>
                  <a:cubicBezTo>
                    <a:pt x="298" y="23"/>
                    <a:pt x="293" y="14"/>
                    <a:pt x="285" y="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 name="Google Shape;322;p7"/>
            <p:cNvSpPr/>
            <p:nvPr/>
          </p:nvSpPr>
          <p:spPr>
            <a:xfrm>
              <a:off x="3991502" y="4251640"/>
              <a:ext cx="2096370" cy="586381"/>
            </a:xfrm>
            <a:custGeom>
              <a:avLst/>
              <a:gdLst/>
              <a:ahLst/>
              <a:cxnLst/>
              <a:rect l="l" t="t" r="r" b="b"/>
              <a:pathLst>
                <a:path w="1365" h="382" extrusionOk="0">
                  <a:moveTo>
                    <a:pt x="1343" y="0"/>
                  </a:moveTo>
                  <a:cubicBezTo>
                    <a:pt x="22" y="0"/>
                    <a:pt x="22" y="0"/>
                    <a:pt x="22" y="0"/>
                  </a:cubicBezTo>
                  <a:cubicBezTo>
                    <a:pt x="9" y="0"/>
                    <a:pt x="0" y="10"/>
                    <a:pt x="0" y="22"/>
                  </a:cubicBezTo>
                  <a:cubicBezTo>
                    <a:pt x="0" y="360"/>
                    <a:pt x="0" y="360"/>
                    <a:pt x="0" y="360"/>
                  </a:cubicBezTo>
                  <a:cubicBezTo>
                    <a:pt x="0" y="372"/>
                    <a:pt x="9" y="382"/>
                    <a:pt x="22" y="382"/>
                  </a:cubicBezTo>
                  <a:cubicBezTo>
                    <a:pt x="1343" y="382"/>
                    <a:pt x="1343" y="382"/>
                    <a:pt x="1343" y="382"/>
                  </a:cubicBezTo>
                  <a:cubicBezTo>
                    <a:pt x="1355" y="382"/>
                    <a:pt x="1365" y="372"/>
                    <a:pt x="1365" y="360"/>
                  </a:cubicBezTo>
                  <a:cubicBezTo>
                    <a:pt x="1365" y="22"/>
                    <a:pt x="1365" y="22"/>
                    <a:pt x="1365" y="22"/>
                  </a:cubicBezTo>
                  <a:cubicBezTo>
                    <a:pt x="1365" y="10"/>
                    <a:pt x="1355" y="0"/>
                    <a:pt x="1343"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 name="Google Shape;323;p7"/>
            <p:cNvSpPr/>
            <p:nvPr/>
          </p:nvSpPr>
          <p:spPr>
            <a:xfrm>
              <a:off x="3991502" y="4744732"/>
              <a:ext cx="2096369" cy="150593"/>
            </a:xfrm>
            <a:custGeom>
              <a:avLst/>
              <a:gdLst/>
              <a:ahLst/>
              <a:cxnLst/>
              <a:rect l="l" t="t" r="r" b="b"/>
              <a:pathLst>
                <a:path w="1573" h="113" extrusionOk="0">
                  <a:moveTo>
                    <a:pt x="1541" y="0"/>
                  </a:moveTo>
                  <a:lnTo>
                    <a:pt x="1535" y="10"/>
                  </a:lnTo>
                  <a:lnTo>
                    <a:pt x="1535" y="33"/>
                  </a:lnTo>
                  <a:lnTo>
                    <a:pt x="38" y="33"/>
                  </a:lnTo>
                  <a:lnTo>
                    <a:pt x="38" y="10"/>
                  </a:lnTo>
                  <a:lnTo>
                    <a:pt x="32" y="0"/>
                  </a:lnTo>
                  <a:lnTo>
                    <a:pt x="0" y="0"/>
                  </a:lnTo>
                  <a:lnTo>
                    <a:pt x="0" y="85"/>
                  </a:lnTo>
                  <a:lnTo>
                    <a:pt x="131" y="85"/>
                  </a:lnTo>
                  <a:lnTo>
                    <a:pt x="155" y="56"/>
                  </a:lnTo>
                  <a:lnTo>
                    <a:pt x="501" y="56"/>
                  </a:lnTo>
                  <a:lnTo>
                    <a:pt x="523" y="113"/>
                  </a:lnTo>
                  <a:lnTo>
                    <a:pt x="1050" y="113"/>
                  </a:lnTo>
                  <a:lnTo>
                    <a:pt x="1071" y="56"/>
                  </a:lnTo>
                  <a:lnTo>
                    <a:pt x="1416" y="56"/>
                  </a:lnTo>
                  <a:lnTo>
                    <a:pt x="1442" y="85"/>
                  </a:lnTo>
                  <a:lnTo>
                    <a:pt x="1573" y="85"/>
                  </a:lnTo>
                  <a:lnTo>
                    <a:pt x="1573" y="0"/>
                  </a:lnTo>
                  <a:lnTo>
                    <a:pt x="1541"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 name="Google Shape;324;p7"/>
            <p:cNvSpPr/>
            <p:nvPr/>
          </p:nvSpPr>
          <p:spPr>
            <a:xfrm>
              <a:off x="4729830" y="4820695"/>
              <a:ext cx="619800" cy="333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 name="Google Shape;325;p7"/>
            <p:cNvSpPr/>
            <p:nvPr/>
          </p:nvSpPr>
          <p:spPr>
            <a:xfrm>
              <a:off x="4107450" y="4710083"/>
              <a:ext cx="1875000" cy="34800"/>
            </a:xfrm>
            <a:prstGeom prst="rect">
              <a:avLst/>
            </a:pr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 name="Google Shape;326;p7"/>
            <p:cNvSpPr/>
            <p:nvPr/>
          </p:nvSpPr>
          <p:spPr>
            <a:xfrm>
              <a:off x="4107450" y="4684761"/>
              <a:ext cx="1875000" cy="105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7" name="Google Shape;327;p7"/>
            <p:cNvSpPr/>
            <p:nvPr/>
          </p:nvSpPr>
          <p:spPr>
            <a:xfrm>
              <a:off x="4098120" y="4226319"/>
              <a:ext cx="507600" cy="25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 name="Google Shape;328;p7"/>
            <p:cNvSpPr/>
            <p:nvPr/>
          </p:nvSpPr>
          <p:spPr>
            <a:xfrm>
              <a:off x="5460161" y="4226319"/>
              <a:ext cx="505200" cy="25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 name="Google Shape;329;p7"/>
            <p:cNvSpPr/>
            <p:nvPr/>
          </p:nvSpPr>
          <p:spPr>
            <a:xfrm>
              <a:off x="4071466" y="4335599"/>
              <a:ext cx="1935111" cy="175914"/>
            </a:xfrm>
            <a:custGeom>
              <a:avLst/>
              <a:gdLst/>
              <a:ahLst/>
              <a:cxnLst/>
              <a:rect l="l" t="t" r="r" b="b"/>
              <a:pathLst>
                <a:path w="1260" h="114" extrusionOk="0">
                  <a:moveTo>
                    <a:pt x="1240" y="0"/>
                  </a:moveTo>
                  <a:cubicBezTo>
                    <a:pt x="20" y="0"/>
                    <a:pt x="20" y="0"/>
                    <a:pt x="20" y="0"/>
                  </a:cubicBezTo>
                  <a:cubicBezTo>
                    <a:pt x="9" y="0"/>
                    <a:pt x="0" y="9"/>
                    <a:pt x="0" y="20"/>
                  </a:cubicBezTo>
                  <a:cubicBezTo>
                    <a:pt x="0" y="94"/>
                    <a:pt x="0" y="94"/>
                    <a:pt x="0" y="94"/>
                  </a:cubicBezTo>
                  <a:cubicBezTo>
                    <a:pt x="0" y="105"/>
                    <a:pt x="9" y="114"/>
                    <a:pt x="20" y="114"/>
                  </a:cubicBezTo>
                  <a:cubicBezTo>
                    <a:pt x="1240" y="114"/>
                    <a:pt x="1240" y="114"/>
                    <a:pt x="1240" y="114"/>
                  </a:cubicBezTo>
                  <a:cubicBezTo>
                    <a:pt x="1251" y="114"/>
                    <a:pt x="1260" y="105"/>
                    <a:pt x="1260" y="94"/>
                  </a:cubicBezTo>
                  <a:cubicBezTo>
                    <a:pt x="1260" y="20"/>
                    <a:pt x="1260" y="20"/>
                    <a:pt x="1260" y="20"/>
                  </a:cubicBezTo>
                  <a:cubicBezTo>
                    <a:pt x="1260" y="9"/>
                    <a:pt x="1251" y="0"/>
                    <a:pt x="124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0" name="Google Shape;330;p7"/>
            <p:cNvSpPr/>
            <p:nvPr/>
          </p:nvSpPr>
          <p:spPr>
            <a:xfrm>
              <a:off x="4369995" y="4335599"/>
              <a:ext cx="5400" cy="17610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 name="Google Shape;331;p7"/>
            <p:cNvSpPr/>
            <p:nvPr/>
          </p:nvSpPr>
          <p:spPr>
            <a:xfrm>
              <a:off x="4369995" y="4335599"/>
              <a:ext cx="5331" cy="175914"/>
            </a:xfrm>
            <a:custGeom>
              <a:avLst/>
              <a:gdLst/>
              <a:ahLst/>
              <a:cxnLst/>
              <a:rect l="l" t="t" r="r" b="b"/>
              <a:pathLst>
                <a:path w="4" h="132" extrusionOk="0">
                  <a:moveTo>
                    <a:pt x="0" y="0"/>
                  </a:moveTo>
                  <a:lnTo>
                    <a:pt x="0" y="132"/>
                  </a:lnTo>
                  <a:lnTo>
                    <a:pt x="4" y="132"/>
                  </a:lnTo>
                  <a:lnTo>
                    <a:pt x="4" y="0"/>
                  </a:ln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 name="Google Shape;332;p7"/>
            <p:cNvSpPr/>
            <p:nvPr/>
          </p:nvSpPr>
          <p:spPr>
            <a:xfrm>
              <a:off x="4815124" y="4335599"/>
              <a:ext cx="3900" cy="17610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 name="Google Shape;333;p7"/>
            <p:cNvSpPr/>
            <p:nvPr/>
          </p:nvSpPr>
          <p:spPr>
            <a:xfrm>
              <a:off x="4815124" y="4335599"/>
              <a:ext cx="3999" cy="175914"/>
            </a:xfrm>
            <a:custGeom>
              <a:avLst/>
              <a:gdLst/>
              <a:ahLst/>
              <a:cxnLst/>
              <a:rect l="l" t="t" r="r" b="b"/>
              <a:pathLst>
                <a:path w="3" h="132" extrusionOk="0">
                  <a:moveTo>
                    <a:pt x="0" y="0"/>
                  </a:moveTo>
                  <a:lnTo>
                    <a:pt x="0" y="132"/>
                  </a:lnTo>
                  <a:lnTo>
                    <a:pt x="3" y="132"/>
                  </a:lnTo>
                  <a:lnTo>
                    <a:pt x="3" y="0"/>
                  </a:ln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 name="Google Shape;334;p7"/>
            <p:cNvSpPr/>
            <p:nvPr/>
          </p:nvSpPr>
          <p:spPr>
            <a:xfrm>
              <a:off x="5260253" y="4335599"/>
              <a:ext cx="3900" cy="17610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 name="Google Shape;335;p7"/>
            <p:cNvSpPr/>
            <p:nvPr/>
          </p:nvSpPr>
          <p:spPr>
            <a:xfrm>
              <a:off x="5260253" y="4335599"/>
              <a:ext cx="3999" cy="175914"/>
            </a:xfrm>
            <a:custGeom>
              <a:avLst/>
              <a:gdLst/>
              <a:ahLst/>
              <a:cxnLst/>
              <a:rect l="l" t="t" r="r" b="b"/>
              <a:pathLst>
                <a:path w="3" h="132" extrusionOk="0">
                  <a:moveTo>
                    <a:pt x="0" y="0"/>
                  </a:moveTo>
                  <a:lnTo>
                    <a:pt x="0" y="132"/>
                  </a:lnTo>
                  <a:lnTo>
                    <a:pt x="3" y="132"/>
                  </a:lnTo>
                  <a:lnTo>
                    <a:pt x="3" y="0"/>
                  </a:ln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 name="Google Shape;336;p7"/>
            <p:cNvSpPr/>
            <p:nvPr/>
          </p:nvSpPr>
          <p:spPr>
            <a:xfrm>
              <a:off x="5704050" y="4335599"/>
              <a:ext cx="3900" cy="17610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 name="Google Shape;337;p7"/>
            <p:cNvSpPr/>
            <p:nvPr/>
          </p:nvSpPr>
          <p:spPr>
            <a:xfrm>
              <a:off x="5704050" y="4335599"/>
              <a:ext cx="3999" cy="175914"/>
            </a:xfrm>
            <a:custGeom>
              <a:avLst/>
              <a:gdLst/>
              <a:ahLst/>
              <a:cxnLst/>
              <a:rect l="l" t="t" r="r" b="b"/>
              <a:pathLst>
                <a:path w="3" h="132" extrusionOk="0">
                  <a:moveTo>
                    <a:pt x="0" y="0"/>
                  </a:moveTo>
                  <a:lnTo>
                    <a:pt x="0" y="132"/>
                  </a:lnTo>
                  <a:lnTo>
                    <a:pt x="3" y="132"/>
                  </a:lnTo>
                  <a:lnTo>
                    <a:pt x="3" y="0"/>
                  </a:ln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8" name="Google Shape;338;p7"/>
            <p:cNvSpPr/>
            <p:nvPr/>
          </p:nvSpPr>
          <p:spPr>
            <a:xfrm>
              <a:off x="3964848" y="4260968"/>
              <a:ext cx="26700" cy="5532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9" name="Google Shape;339;p7"/>
            <p:cNvSpPr/>
            <p:nvPr/>
          </p:nvSpPr>
          <p:spPr>
            <a:xfrm>
              <a:off x="1779185" y="4806036"/>
              <a:ext cx="455790" cy="102616"/>
            </a:xfrm>
            <a:custGeom>
              <a:avLst/>
              <a:gdLst/>
              <a:ahLst/>
              <a:cxnLst/>
              <a:rect l="l" t="t" r="r" b="b"/>
              <a:pathLst>
                <a:path w="297" h="67" extrusionOk="0">
                  <a:moveTo>
                    <a:pt x="285" y="8"/>
                  </a:moveTo>
                  <a:cubicBezTo>
                    <a:pt x="288" y="0"/>
                    <a:pt x="288" y="0"/>
                    <a:pt x="288" y="0"/>
                  </a:cubicBezTo>
                  <a:cubicBezTo>
                    <a:pt x="19" y="0"/>
                    <a:pt x="19" y="0"/>
                    <a:pt x="19" y="0"/>
                  </a:cubicBezTo>
                  <a:cubicBezTo>
                    <a:pt x="19" y="4"/>
                    <a:pt x="19" y="4"/>
                    <a:pt x="19" y="4"/>
                  </a:cubicBezTo>
                  <a:cubicBezTo>
                    <a:pt x="8" y="9"/>
                    <a:pt x="0" y="20"/>
                    <a:pt x="0" y="34"/>
                  </a:cubicBezTo>
                  <a:cubicBezTo>
                    <a:pt x="0" y="52"/>
                    <a:pt x="15" y="67"/>
                    <a:pt x="33" y="67"/>
                  </a:cubicBezTo>
                  <a:cubicBezTo>
                    <a:pt x="48" y="67"/>
                    <a:pt x="60" y="58"/>
                    <a:pt x="65" y="45"/>
                  </a:cubicBezTo>
                  <a:cubicBezTo>
                    <a:pt x="72" y="45"/>
                    <a:pt x="72" y="45"/>
                    <a:pt x="72" y="45"/>
                  </a:cubicBezTo>
                  <a:cubicBezTo>
                    <a:pt x="76" y="58"/>
                    <a:pt x="88" y="67"/>
                    <a:pt x="103" y="67"/>
                  </a:cubicBezTo>
                  <a:cubicBezTo>
                    <a:pt x="117" y="67"/>
                    <a:pt x="130" y="58"/>
                    <a:pt x="134" y="45"/>
                  </a:cubicBezTo>
                  <a:cubicBezTo>
                    <a:pt x="163" y="45"/>
                    <a:pt x="163" y="45"/>
                    <a:pt x="163" y="45"/>
                  </a:cubicBezTo>
                  <a:cubicBezTo>
                    <a:pt x="168" y="58"/>
                    <a:pt x="180" y="67"/>
                    <a:pt x="194" y="67"/>
                  </a:cubicBezTo>
                  <a:cubicBezTo>
                    <a:pt x="209" y="67"/>
                    <a:pt x="221" y="58"/>
                    <a:pt x="225" y="45"/>
                  </a:cubicBezTo>
                  <a:cubicBezTo>
                    <a:pt x="232" y="45"/>
                    <a:pt x="232" y="45"/>
                    <a:pt x="232" y="45"/>
                  </a:cubicBezTo>
                  <a:cubicBezTo>
                    <a:pt x="237" y="58"/>
                    <a:pt x="249" y="67"/>
                    <a:pt x="264" y="67"/>
                  </a:cubicBezTo>
                  <a:cubicBezTo>
                    <a:pt x="282" y="67"/>
                    <a:pt x="297" y="52"/>
                    <a:pt x="297" y="34"/>
                  </a:cubicBezTo>
                  <a:cubicBezTo>
                    <a:pt x="297" y="23"/>
                    <a:pt x="292" y="14"/>
                    <a:pt x="285" y="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0" name="Google Shape;340;p7"/>
            <p:cNvSpPr/>
            <p:nvPr/>
          </p:nvSpPr>
          <p:spPr>
            <a:xfrm>
              <a:off x="3350464" y="4806036"/>
              <a:ext cx="458456" cy="102616"/>
            </a:xfrm>
            <a:custGeom>
              <a:avLst/>
              <a:gdLst/>
              <a:ahLst/>
              <a:cxnLst/>
              <a:rect l="l" t="t" r="r" b="b"/>
              <a:pathLst>
                <a:path w="298" h="67" extrusionOk="0">
                  <a:moveTo>
                    <a:pt x="285" y="8"/>
                  </a:moveTo>
                  <a:cubicBezTo>
                    <a:pt x="288" y="0"/>
                    <a:pt x="288" y="0"/>
                    <a:pt x="288" y="0"/>
                  </a:cubicBezTo>
                  <a:cubicBezTo>
                    <a:pt x="20" y="0"/>
                    <a:pt x="20" y="0"/>
                    <a:pt x="20" y="0"/>
                  </a:cubicBezTo>
                  <a:cubicBezTo>
                    <a:pt x="20" y="4"/>
                    <a:pt x="20" y="4"/>
                    <a:pt x="20" y="4"/>
                  </a:cubicBezTo>
                  <a:cubicBezTo>
                    <a:pt x="8" y="9"/>
                    <a:pt x="0" y="20"/>
                    <a:pt x="0" y="34"/>
                  </a:cubicBezTo>
                  <a:cubicBezTo>
                    <a:pt x="0" y="52"/>
                    <a:pt x="15" y="67"/>
                    <a:pt x="34" y="67"/>
                  </a:cubicBezTo>
                  <a:cubicBezTo>
                    <a:pt x="48" y="67"/>
                    <a:pt x="60" y="58"/>
                    <a:pt x="65" y="45"/>
                  </a:cubicBezTo>
                  <a:cubicBezTo>
                    <a:pt x="72" y="45"/>
                    <a:pt x="72" y="45"/>
                    <a:pt x="72" y="45"/>
                  </a:cubicBezTo>
                  <a:cubicBezTo>
                    <a:pt x="77" y="58"/>
                    <a:pt x="89" y="67"/>
                    <a:pt x="103" y="67"/>
                  </a:cubicBezTo>
                  <a:cubicBezTo>
                    <a:pt x="118" y="67"/>
                    <a:pt x="130" y="58"/>
                    <a:pt x="135" y="45"/>
                  </a:cubicBezTo>
                  <a:cubicBezTo>
                    <a:pt x="163" y="45"/>
                    <a:pt x="163" y="45"/>
                    <a:pt x="163" y="45"/>
                  </a:cubicBezTo>
                  <a:cubicBezTo>
                    <a:pt x="168" y="58"/>
                    <a:pt x="180" y="67"/>
                    <a:pt x="195" y="67"/>
                  </a:cubicBezTo>
                  <a:cubicBezTo>
                    <a:pt x="209" y="67"/>
                    <a:pt x="221" y="58"/>
                    <a:pt x="226" y="45"/>
                  </a:cubicBezTo>
                  <a:cubicBezTo>
                    <a:pt x="233" y="45"/>
                    <a:pt x="233" y="45"/>
                    <a:pt x="233" y="45"/>
                  </a:cubicBezTo>
                  <a:cubicBezTo>
                    <a:pt x="238" y="58"/>
                    <a:pt x="250" y="67"/>
                    <a:pt x="264" y="67"/>
                  </a:cubicBezTo>
                  <a:cubicBezTo>
                    <a:pt x="283" y="67"/>
                    <a:pt x="298" y="52"/>
                    <a:pt x="298" y="34"/>
                  </a:cubicBezTo>
                  <a:cubicBezTo>
                    <a:pt x="298" y="23"/>
                    <a:pt x="293" y="14"/>
                    <a:pt x="285" y="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1" name="Google Shape;341;p7"/>
            <p:cNvSpPr/>
            <p:nvPr/>
          </p:nvSpPr>
          <p:spPr>
            <a:xfrm>
              <a:off x="1330059" y="4251640"/>
              <a:ext cx="2634789" cy="569056"/>
            </a:xfrm>
            <a:custGeom>
              <a:avLst/>
              <a:gdLst/>
              <a:ahLst/>
              <a:cxnLst/>
              <a:rect l="l" t="t" r="r" b="b"/>
              <a:pathLst>
                <a:path w="1715" h="371" extrusionOk="0">
                  <a:moveTo>
                    <a:pt x="451" y="0"/>
                  </a:moveTo>
                  <a:cubicBezTo>
                    <a:pt x="369" y="108"/>
                    <a:pt x="369" y="108"/>
                    <a:pt x="369" y="108"/>
                  </a:cubicBezTo>
                  <a:cubicBezTo>
                    <a:pt x="291" y="108"/>
                    <a:pt x="291" y="108"/>
                    <a:pt x="291" y="108"/>
                  </a:cubicBezTo>
                  <a:cubicBezTo>
                    <a:pt x="217" y="108"/>
                    <a:pt x="148" y="145"/>
                    <a:pt x="107" y="207"/>
                  </a:cubicBezTo>
                  <a:cubicBezTo>
                    <a:pt x="0" y="371"/>
                    <a:pt x="0" y="371"/>
                    <a:pt x="0" y="371"/>
                  </a:cubicBezTo>
                  <a:cubicBezTo>
                    <a:pt x="1715" y="371"/>
                    <a:pt x="1715" y="371"/>
                    <a:pt x="1715" y="371"/>
                  </a:cubicBezTo>
                  <a:cubicBezTo>
                    <a:pt x="1715" y="0"/>
                    <a:pt x="1715" y="0"/>
                    <a:pt x="1715" y="0"/>
                  </a:cubicBezTo>
                  <a:lnTo>
                    <a:pt x="451" y="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2" name="Google Shape;342;p7"/>
            <p:cNvSpPr/>
            <p:nvPr/>
          </p:nvSpPr>
          <p:spPr>
            <a:xfrm>
              <a:off x="1476658" y="4447544"/>
              <a:ext cx="158594" cy="118608"/>
            </a:xfrm>
            <a:custGeom>
              <a:avLst/>
              <a:gdLst/>
              <a:ahLst/>
              <a:cxnLst/>
              <a:rect l="l" t="t" r="r" b="b"/>
              <a:pathLst>
                <a:path w="119" h="89" extrusionOk="0">
                  <a:moveTo>
                    <a:pt x="119" y="0"/>
                  </a:moveTo>
                  <a:lnTo>
                    <a:pt x="69" y="0"/>
                  </a:lnTo>
                  <a:lnTo>
                    <a:pt x="0" y="89"/>
                  </a:lnTo>
                  <a:lnTo>
                    <a:pt x="14" y="89"/>
                  </a:lnTo>
                  <a:lnTo>
                    <a:pt x="119"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3" name="Google Shape;343;p7"/>
            <p:cNvSpPr/>
            <p:nvPr/>
          </p:nvSpPr>
          <p:spPr>
            <a:xfrm>
              <a:off x="1899130" y="4744732"/>
              <a:ext cx="2065716" cy="150593"/>
            </a:xfrm>
            <a:custGeom>
              <a:avLst/>
              <a:gdLst/>
              <a:ahLst/>
              <a:cxnLst/>
              <a:rect l="l" t="t" r="r" b="b"/>
              <a:pathLst>
                <a:path w="1550" h="113" extrusionOk="0">
                  <a:moveTo>
                    <a:pt x="1423" y="0"/>
                  </a:moveTo>
                  <a:lnTo>
                    <a:pt x="1347" y="29"/>
                  </a:lnTo>
                  <a:lnTo>
                    <a:pt x="0" y="29"/>
                  </a:lnTo>
                  <a:lnTo>
                    <a:pt x="0" y="57"/>
                  </a:lnTo>
                  <a:lnTo>
                    <a:pt x="205" y="57"/>
                  </a:lnTo>
                  <a:lnTo>
                    <a:pt x="245" y="113"/>
                  </a:lnTo>
                  <a:lnTo>
                    <a:pt x="1056" y="113"/>
                  </a:lnTo>
                  <a:lnTo>
                    <a:pt x="1105" y="57"/>
                  </a:lnTo>
                  <a:lnTo>
                    <a:pt x="1413" y="57"/>
                  </a:lnTo>
                  <a:lnTo>
                    <a:pt x="1441" y="75"/>
                  </a:lnTo>
                  <a:lnTo>
                    <a:pt x="1550" y="75"/>
                  </a:lnTo>
                  <a:lnTo>
                    <a:pt x="1550" y="0"/>
                  </a:lnTo>
                  <a:lnTo>
                    <a:pt x="1423"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4" name="Google Shape;344;p7"/>
            <p:cNvSpPr/>
            <p:nvPr/>
          </p:nvSpPr>
          <p:spPr>
            <a:xfrm>
              <a:off x="1134148" y="4706084"/>
              <a:ext cx="683686" cy="189241"/>
            </a:xfrm>
            <a:custGeom>
              <a:avLst/>
              <a:gdLst/>
              <a:ahLst/>
              <a:cxnLst/>
              <a:rect l="l" t="t" r="r" b="b"/>
              <a:pathLst>
                <a:path w="445" h="123" extrusionOk="0">
                  <a:moveTo>
                    <a:pt x="318" y="3"/>
                  </a:moveTo>
                  <a:cubicBezTo>
                    <a:pt x="318" y="2"/>
                    <a:pt x="317" y="0"/>
                    <a:pt x="315" y="0"/>
                  </a:cubicBezTo>
                  <a:cubicBezTo>
                    <a:pt x="126" y="0"/>
                    <a:pt x="126" y="0"/>
                    <a:pt x="126" y="0"/>
                  </a:cubicBezTo>
                  <a:cubicBezTo>
                    <a:pt x="124" y="0"/>
                    <a:pt x="123" y="2"/>
                    <a:pt x="123" y="3"/>
                  </a:cubicBezTo>
                  <a:cubicBezTo>
                    <a:pt x="123" y="50"/>
                    <a:pt x="123" y="50"/>
                    <a:pt x="123" y="50"/>
                  </a:cubicBezTo>
                  <a:cubicBezTo>
                    <a:pt x="115" y="50"/>
                    <a:pt x="115" y="50"/>
                    <a:pt x="115" y="50"/>
                  </a:cubicBezTo>
                  <a:cubicBezTo>
                    <a:pt x="109" y="72"/>
                    <a:pt x="109" y="72"/>
                    <a:pt x="109" y="72"/>
                  </a:cubicBezTo>
                  <a:cubicBezTo>
                    <a:pt x="98" y="72"/>
                    <a:pt x="98" y="72"/>
                    <a:pt x="98" y="72"/>
                  </a:cubicBezTo>
                  <a:cubicBezTo>
                    <a:pt x="98" y="72"/>
                    <a:pt x="56" y="123"/>
                    <a:pt x="0" y="123"/>
                  </a:cubicBezTo>
                  <a:cubicBezTo>
                    <a:pt x="428" y="123"/>
                    <a:pt x="428" y="123"/>
                    <a:pt x="428" y="123"/>
                  </a:cubicBezTo>
                  <a:cubicBezTo>
                    <a:pt x="428" y="107"/>
                    <a:pt x="428" y="107"/>
                    <a:pt x="428" y="107"/>
                  </a:cubicBezTo>
                  <a:cubicBezTo>
                    <a:pt x="428" y="107"/>
                    <a:pt x="429" y="89"/>
                    <a:pt x="445" y="89"/>
                  </a:cubicBezTo>
                  <a:cubicBezTo>
                    <a:pt x="445" y="50"/>
                    <a:pt x="445" y="50"/>
                    <a:pt x="445" y="50"/>
                  </a:cubicBezTo>
                  <a:cubicBezTo>
                    <a:pt x="318" y="50"/>
                    <a:pt x="318" y="50"/>
                    <a:pt x="318" y="50"/>
                  </a:cubicBezTo>
                  <a:lnTo>
                    <a:pt x="318" y="3"/>
                  </a:lnTo>
                  <a:close/>
                  <a:moveTo>
                    <a:pt x="312" y="6"/>
                  </a:moveTo>
                  <a:cubicBezTo>
                    <a:pt x="312" y="50"/>
                    <a:pt x="312" y="50"/>
                    <a:pt x="312" y="50"/>
                  </a:cubicBezTo>
                  <a:cubicBezTo>
                    <a:pt x="269" y="50"/>
                    <a:pt x="269" y="50"/>
                    <a:pt x="269" y="50"/>
                  </a:cubicBezTo>
                  <a:cubicBezTo>
                    <a:pt x="269" y="6"/>
                    <a:pt x="269" y="6"/>
                    <a:pt x="269" y="6"/>
                  </a:cubicBezTo>
                  <a:lnTo>
                    <a:pt x="312" y="6"/>
                  </a:lnTo>
                  <a:close/>
                  <a:moveTo>
                    <a:pt x="263" y="6"/>
                  </a:moveTo>
                  <a:cubicBezTo>
                    <a:pt x="263" y="50"/>
                    <a:pt x="263" y="50"/>
                    <a:pt x="263" y="50"/>
                  </a:cubicBezTo>
                  <a:cubicBezTo>
                    <a:pt x="224" y="50"/>
                    <a:pt x="224" y="50"/>
                    <a:pt x="224" y="50"/>
                  </a:cubicBezTo>
                  <a:cubicBezTo>
                    <a:pt x="224" y="6"/>
                    <a:pt x="224" y="6"/>
                    <a:pt x="224" y="6"/>
                  </a:cubicBezTo>
                  <a:lnTo>
                    <a:pt x="263" y="6"/>
                  </a:lnTo>
                  <a:close/>
                  <a:moveTo>
                    <a:pt x="218" y="6"/>
                  </a:moveTo>
                  <a:cubicBezTo>
                    <a:pt x="218" y="50"/>
                    <a:pt x="218" y="50"/>
                    <a:pt x="218" y="50"/>
                  </a:cubicBezTo>
                  <a:cubicBezTo>
                    <a:pt x="178" y="50"/>
                    <a:pt x="178" y="50"/>
                    <a:pt x="178" y="50"/>
                  </a:cubicBezTo>
                  <a:cubicBezTo>
                    <a:pt x="178" y="6"/>
                    <a:pt x="178" y="6"/>
                    <a:pt x="178" y="6"/>
                  </a:cubicBezTo>
                  <a:lnTo>
                    <a:pt x="218" y="6"/>
                  </a:lnTo>
                  <a:close/>
                  <a:moveTo>
                    <a:pt x="129" y="6"/>
                  </a:moveTo>
                  <a:cubicBezTo>
                    <a:pt x="172" y="6"/>
                    <a:pt x="172" y="6"/>
                    <a:pt x="172" y="6"/>
                  </a:cubicBezTo>
                  <a:cubicBezTo>
                    <a:pt x="172" y="50"/>
                    <a:pt x="172" y="50"/>
                    <a:pt x="172" y="50"/>
                  </a:cubicBezTo>
                  <a:cubicBezTo>
                    <a:pt x="129" y="50"/>
                    <a:pt x="129" y="50"/>
                    <a:pt x="129" y="50"/>
                  </a:cubicBezTo>
                  <a:lnTo>
                    <a:pt x="129" y="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5" name="Google Shape;345;p7"/>
            <p:cNvSpPr/>
            <p:nvPr/>
          </p:nvSpPr>
          <p:spPr>
            <a:xfrm>
              <a:off x="2261630" y="4827359"/>
              <a:ext cx="994200" cy="306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6" name="Google Shape;346;p7"/>
            <p:cNvSpPr/>
            <p:nvPr/>
          </p:nvSpPr>
          <p:spPr>
            <a:xfrm>
              <a:off x="1430012" y="4840686"/>
              <a:ext cx="309300" cy="174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7" name="Google Shape;347;p7"/>
            <p:cNvSpPr/>
            <p:nvPr/>
          </p:nvSpPr>
          <p:spPr>
            <a:xfrm>
              <a:off x="3823579" y="4779382"/>
              <a:ext cx="108000" cy="174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8" name="Google Shape;348;p7"/>
            <p:cNvSpPr/>
            <p:nvPr/>
          </p:nvSpPr>
          <p:spPr>
            <a:xfrm>
              <a:off x="2184332" y="4214325"/>
              <a:ext cx="1732536" cy="37315"/>
            </a:xfrm>
            <a:custGeom>
              <a:avLst/>
              <a:gdLst/>
              <a:ahLst/>
              <a:cxnLst/>
              <a:rect l="l" t="t" r="r" b="b"/>
              <a:pathLst>
                <a:path w="1300" h="28" extrusionOk="0">
                  <a:moveTo>
                    <a:pt x="0" y="28"/>
                  </a:moveTo>
                  <a:lnTo>
                    <a:pt x="28" y="0"/>
                  </a:lnTo>
                  <a:lnTo>
                    <a:pt x="1285" y="0"/>
                  </a:lnTo>
                  <a:lnTo>
                    <a:pt x="1300" y="28"/>
                  </a:lnTo>
                  <a:lnTo>
                    <a:pt x="0" y="28"/>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9" name="Google Shape;349;p7"/>
            <p:cNvSpPr/>
            <p:nvPr/>
          </p:nvSpPr>
          <p:spPr>
            <a:xfrm>
              <a:off x="2314939" y="4193002"/>
              <a:ext cx="286500" cy="213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0" name="Google Shape;350;p7"/>
            <p:cNvSpPr/>
            <p:nvPr/>
          </p:nvSpPr>
          <p:spPr>
            <a:xfrm>
              <a:off x="3479737" y="4193002"/>
              <a:ext cx="286500" cy="213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1" name="Google Shape;351;p7"/>
            <p:cNvSpPr/>
            <p:nvPr/>
          </p:nvSpPr>
          <p:spPr>
            <a:xfrm>
              <a:off x="3170546" y="4193002"/>
              <a:ext cx="288000" cy="213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2" name="Google Shape;352;p7"/>
            <p:cNvSpPr/>
            <p:nvPr/>
          </p:nvSpPr>
          <p:spPr>
            <a:xfrm>
              <a:off x="1911125" y="4300949"/>
              <a:ext cx="273208" cy="95953"/>
            </a:xfrm>
            <a:custGeom>
              <a:avLst/>
              <a:gdLst/>
              <a:ahLst/>
              <a:cxnLst/>
              <a:rect l="l" t="t" r="r" b="b"/>
              <a:pathLst>
                <a:path w="205" h="72" extrusionOk="0">
                  <a:moveTo>
                    <a:pt x="0" y="72"/>
                  </a:moveTo>
                  <a:lnTo>
                    <a:pt x="146" y="72"/>
                  </a:lnTo>
                  <a:lnTo>
                    <a:pt x="205" y="0"/>
                  </a:lnTo>
                  <a:lnTo>
                    <a:pt x="58" y="0"/>
                  </a:lnTo>
                  <a:lnTo>
                    <a:pt x="0" y="7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3" name="Google Shape;353;p7"/>
            <p:cNvSpPr/>
            <p:nvPr/>
          </p:nvSpPr>
          <p:spPr>
            <a:xfrm>
              <a:off x="2837366" y="4340929"/>
              <a:ext cx="294532" cy="135934"/>
            </a:xfrm>
            <a:custGeom>
              <a:avLst/>
              <a:gdLst/>
              <a:ahLst/>
              <a:cxnLst/>
              <a:rect l="l" t="t" r="r" b="b"/>
              <a:pathLst>
                <a:path w="192" h="89" extrusionOk="0">
                  <a:moveTo>
                    <a:pt x="171" y="0"/>
                  </a:moveTo>
                  <a:cubicBezTo>
                    <a:pt x="21" y="0"/>
                    <a:pt x="21" y="0"/>
                    <a:pt x="21" y="0"/>
                  </a:cubicBezTo>
                  <a:cubicBezTo>
                    <a:pt x="9" y="0"/>
                    <a:pt x="0" y="10"/>
                    <a:pt x="0" y="22"/>
                  </a:cubicBezTo>
                  <a:cubicBezTo>
                    <a:pt x="0" y="68"/>
                    <a:pt x="0" y="68"/>
                    <a:pt x="0" y="68"/>
                  </a:cubicBezTo>
                  <a:cubicBezTo>
                    <a:pt x="0" y="79"/>
                    <a:pt x="9" y="89"/>
                    <a:pt x="21" y="89"/>
                  </a:cubicBezTo>
                  <a:cubicBezTo>
                    <a:pt x="171" y="89"/>
                    <a:pt x="171" y="89"/>
                    <a:pt x="171" y="89"/>
                  </a:cubicBezTo>
                  <a:cubicBezTo>
                    <a:pt x="183" y="89"/>
                    <a:pt x="192" y="79"/>
                    <a:pt x="192" y="68"/>
                  </a:cubicBezTo>
                  <a:cubicBezTo>
                    <a:pt x="192" y="22"/>
                    <a:pt x="192" y="22"/>
                    <a:pt x="192" y="22"/>
                  </a:cubicBezTo>
                  <a:cubicBezTo>
                    <a:pt x="192" y="10"/>
                    <a:pt x="183" y="0"/>
                    <a:pt x="17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4" name="Google Shape;354;p7"/>
            <p:cNvSpPr/>
            <p:nvPr/>
          </p:nvSpPr>
          <p:spPr>
            <a:xfrm>
              <a:off x="3166548" y="4340929"/>
              <a:ext cx="295864" cy="135934"/>
            </a:xfrm>
            <a:custGeom>
              <a:avLst/>
              <a:gdLst/>
              <a:ahLst/>
              <a:cxnLst/>
              <a:rect l="l" t="t" r="r" b="b"/>
              <a:pathLst>
                <a:path w="193" h="89" extrusionOk="0">
                  <a:moveTo>
                    <a:pt x="172" y="0"/>
                  </a:moveTo>
                  <a:cubicBezTo>
                    <a:pt x="22" y="0"/>
                    <a:pt x="22" y="0"/>
                    <a:pt x="22" y="0"/>
                  </a:cubicBezTo>
                  <a:cubicBezTo>
                    <a:pt x="10" y="0"/>
                    <a:pt x="0" y="10"/>
                    <a:pt x="0" y="22"/>
                  </a:cubicBezTo>
                  <a:cubicBezTo>
                    <a:pt x="0" y="68"/>
                    <a:pt x="0" y="68"/>
                    <a:pt x="0" y="68"/>
                  </a:cubicBezTo>
                  <a:cubicBezTo>
                    <a:pt x="0" y="79"/>
                    <a:pt x="10" y="89"/>
                    <a:pt x="22" y="89"/>
                  </a:cubicBezTo>
                  <a:cubicBezTo>
                    <a:pt x="172" y="89"/>
                    <a:pt x="172" y="89"/>
                    <a:pt x="172" y="89"/>
                  </a:cubicBezTo>
                  <a:cubicBezTo>
                    <a:pt x="183" y="89"/>
                    <a:pt x="193" y="79"/>
                    <a:pt x="193" y="68"/>
                  </a:cubicBezTo>
                  <a:cubicBezTo>
                    <a:pt x="193" y="22"/>
                    <a:pt x="193" y="22"/>
                    <a:pt x="193" y="22"/>
                  </a:cubicBezTo>
                  <a:cubicBezTo>
                    <a:pt x="193" y="10"/>
                    <a:pt x="183" y="0"/>
                    <a:pt x="17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5" name="Google Shape;355;p7"/>
            <p:cNvSpPr/>
            <p:nvPr/>
          </p:nvSpPr>
          <p:spPr>
            <a:xfrm>
              <a:off x="3868892" y="4348925"/>
              <a:ext cx="58800" cy="600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6" name="Google Shape;356;p7"/>
            <p:cNvSpPr/>
            <p:nvPr/>
          </p:nvSpPr>
          <p:spPr>
            <a:xfrm>
              <a:off x="1983092" y="4214325"/>
              <a:ext cx="1987089" cy="573054"/>
            </a:xfrm>
            <a:custGeom>
              <a:avLst/>
              <a:gdLst/>
              <a:ahLst/>
              <a:cxnLst/>
              <a:rect l="l" t="t" r="r" b="b"/>
              <a:pathLst>
                <a:path w="1293" h="373" extrusionOk="0">
                  <a:moveTo>
                    <a:pt x="1290" y="53"/>
                  </a:moveTo>
                  <a:cubicBezTo>
                    <a:pt x="1075" y="53"/>
                    <a:pt x="1075" y="53"/>
                    <a:pt x="1075" y="53"/>
                  </a:cubicBezTo>
                  <a:cubicBezTo>
                    <a:pt x="1075" y="0"/>
                    <a:pt x="1075" y="0"/>
                    <a:pt x="1075" y="0"/>
                  </a:cubicBezTo>
                  <a:cubicBezTo>
                    <a:pt x="1072" y="0"/>
                    <a:pt x="1072" y="0"/>
                    <a:pt x="1072" y="0"/>
                  </a:cubicBezTo>
                  <a:cubicBezTo>
                    <a:pt x="1072" y="26"/>
                    <a:pt x="1072" y="26"/>
                    <a:pt x="1072" y="26"/>
                  </a:cubicBezTo>
                  <a:cubicBezTo>
                    <a:pt x="1030" y="26"/>
                    <a:pt x="1030" y="26"/>
                    <a:pt x="1030" y="26"/>
                  </a:cubicBezTo>
                  <a:cubicBezTo>
                    <a:pt x="1030" y="0"/>
                    <a:pt x="1030" y="0"/>
                    <a:pt x="1030" y="0"/>
                  </a:cubicBezTo>
                  <a:cubicBezTo>
                    <a:pt x="1027" y="0"/>
                    <a:pt x="1027" y="0"/>
                    <a:pt x="1027" y="0"/>
                  </a:cubicBezTo>
                  <a:cubicBezTo>
                    <a:pt x="1027" y="53"/>
                    <a:pt x="1027" y="53"/>
                    <a:pt x="1027" y="53"/>
                  </a:cubicBezTo>
                  <a:cubicBezTo>
                    <a:pt x="3" y="53"/>
                    <a:pt x="3" y="53"/>
                    <a:pt x="3" y="53"/>
                  </a:cubicBezTo>
                  <a:cubicBezTo>
                    <a:pt x="2" y="53"/>
                    <a:pt x="0" y="54"/>
                    <a:pt x="0" y="56"/>
                  </a:cubicBezTo>
                  <a:cubicBezTo>
                    <a:pt x="0" y="57"/>
                    <a:pt x="2" y="59"/>
                    <a:pt x="3" y="59"/>
                  </a:cubicBezTo>
                  <a:cubicBezTo>
                    <a:pt x="505" y="59"/>
                    <a:pt x="505" y="59"/>
                    <a:pt x="505" y="59"/>
                  </a:cubicBezTo>
                  <a:cubicBezTo>
                    <a:pt x="505" y="370"/>
                    <a:pt x="505" y="370"/>
                    <a:pt x="505" y="370"/>
                  </a:cubicBezTo>
                  <a:cubicBezTo>
                    <a:pt x="505" y="372"/>
                    <a:pt x="507" y="373"/>
                    <a:pt x="508" y="373"/>
                  </a:cubicBezTo>
                  <a:cubicBezTo>
                    <a:pt x="510" y="373"/>
                    <a:pt x="512" y="372"/>
                    <a:pt x="512" y="370"/>
                  </a:cubicBezTo>
                  <a:cubicBezTo>
                    <a:pt x="512" y="59"/>
                    <a:pt x="512" y="59"/>
                    <a:pt x="512" y="59"/>
                  </a:cubicBezTo>
                  <a:cubicBezTo>
                    <a:pt x="522" y="59"/>
                    <a:pt x="522" y="59"/>
                    <a:pt x="522" y="59"/>
                  </a:cubicBezTo>
                  <a:cubicBezTo>
                    <a:pt x="522" y="370"/>
                    <a:pt x="522" y="370"/>
                    <a:pt x="522" y="370"/>
                  </a:cubicBezTo>
                  <a:cubicBezTo>
                    <a:pt x="522" y="372"/>
                    <a:pt x="524" y="373"/>
                    <a:pt x="526" y="373"/>
                  </a:cubicBezTo>
                  <a:cubicBezTo>
                    <a:pt x="527" y="373"/>
                    <a:pt x="529" y="372"/>
                    <a:pt x="529" y="370"/>
                  </a:cubicBezTo>
                  <a:cubicBezTo>
                    <a:pt x="529" y="59"/>
                    <a:pt x="529" y="59"/>
                    <a:pt x="529" y="59"/>
                  </a:cubicBezTo>
                  <a:cubicBezTo>
                    <a:pt x="1027" y="59"/>
                    <a:pt x="1027" y="59"/>
                    <a:pt x="1027" y="59"/>
                  </a:cubicBezTo>
                  <a:cubicBezTo>
                    <a:pt x="1027" y="360"/>
                    <a:pt x="1027" y="360"/>
                    <a:pt x="1027" y="360"/>
                  </a:cubicBezTo>
                  <a:cubicBezTo>
                    <a:pt x="1030" y="360"/>
                    <a:pt x="1030" y="360"/>
                    <a:pt x="1030" y="360"/>
                  </a:cubicBezTo>
                  <a:cubicBezTo>
                    <a:pt x="1030" y="324"/>
                    <a:pt x="1030" y="324"/>
                    <a:pt x="1030" y="324"/>
                  </a:cubicBezTo>
                  <a:cubicBezTo>
                    <a:pt x="1072" y="324"/>
                    <a:pt x="1072" y="324"/>
                    <a:pt x="1072" y="324"/>
                  </a:cubicBezTo>
                  <a:cubicBezTo>
                    <a:pt x="1072" y="360"/>
                    <a:pt x="1072" y="360"/>
                    <a:pt x="1072" y="360"/>
                  </a:cubicBezTo>
                  <a:cubicBezTo>
                    <a:pt x="1075" y="360"/>
                    <a:pt x="1075" y="360"/>
                    <a:pt x="1075" y="360"/>
                  </a:cubicBezTo>
                  <a:cubicBezTo>
                    <a:pt x="1075" y="59"/>
                    <a:pt x="1075" y="59"/>
                    <a:pt x="1075" y="59"/>
                  </a:cubicBezTo>
                  <a:cubicBezTo>
                    <a:pt x="1290" y="59"/>
                    <a:pt x="1290" y="59"/>
                    <a:pt x="1290" y="59"/>
                  </a:cubicBezTo>
                  <a:cubicBezTo>
                    <a:pt x="1292" y="59"/>
                    <a:pt x="1293" y="57"/>
                    <a:pt x="1293" y="56"/>
                  </a:cubicBezTo>
                  <a:cubicBezTo>
                    <a:pt x="1293" y="54"/>
                    <a:pt x="1292" y="53"/>
                    <a:pt x="1290" y="53"/>
                  </a:cubicBezTo>
                  <a:close/>
                  <a:moveTo>
                    <a:pt x="1030" y="29"/>
                  </a:moveTo>
                  <a:cubicBezTo>
                    <a:pt x="1072" y="29"/>
                    <a:pt x="1072" y="29"/>
                    <a:pt x="1072" y="29"/>
                  </a:cubicBezTo>
                  <a:cubicBezTo>
                    <a:pt x="1072" y="53"/>
                    <a:pt x="1072" y="53"/>
                    <a:pt x="1072" y="53"/>
                  </a:cubicBezTo>
                  <a:cubicBezTo>
                    <a:pt x="1030" y="53"/>
                    <a:pt x="1030" y="53"/>
                    <a:pt x="1030" y="53"/>
                  </a:cubicBezTo>
                  <a:lnTo>
                    <a:pt x="1030" y="29"/>
                  </a:lnTo>
                  <a:close/>
                  <a:moveTo>
                    <a:pt x="1072" y="321"/>
                  </a:moveTo>
                  <a:cubicBezTo>
                    <a:pt x="1030" y="321"/>
                    <a:pt x="1030" y="321"/>
                    <a:pt x="1030" y="321"/>
                  </a:cubicBezTo>
                  <a:cubicBezTo>
                    <a:pt x="1030" y="297"/>
                    <a:pt x="1030" y="297"/>
                    <a:pt x="1030" y="297"/>
                  </a:cubicBezTo>
                  <a:cubicBezTo>
                    <a:pt x="1072" y="297"/>
                    <a:pt x="1072" y="297"/>
                    <a:pt x="1072" y="297"/>
                  </a:cubicBezTo>
                  <a:lnTo>
                    <a:pt x="1072" y="321"/>
                  </a:lnTo>
                  <a:close/>
                  <a:moveTo>
                    <a:pt x="1072" y="294"/>
                  </a:moveTo>
                  <a:cubicBezTo>
                    <a:pt x="1030" y="294"/>
                    <a:pt x="1030" y="294"/>
                    <a:pt x="1030" y="294"/>
                  </a:cubicBezTo>
                  <a:cubicBezTo>
                    <a:pt x="1030" y="271"/>
                    <a:pt x="1030" y="271"/>
                    <a:pt x="1030" y="271"/>
                  </a:cubicBezTo>
                  <a:cubicBezTo>
                    <a:pt x="1072" y="271"/>
                    <a:pt x="1072" y="271"/>
                    <a:pt x="1072" y="271"/>
                  </a:cubicBezTo>
                  <a:lnTo>
                    <a:pt x="1072" y="294"/>
                  </a:lnTo>
                  <a:close/>
                  <a:moveTo>
                    <a:pt x="1072" y="268"/>
                  </a:moveTo>
                  <a:cubicBezTo>
                    <a:pt x="1030" y="268"/>
                    <a:pt x="1030" y="268"/>
                    <a:pt x="1030" y="268"/>
                  </a:cubicBezTo>
                  <a:cubicBezTo>
                    <a:pt x="1030" y="244"/>
                    <a:pt x="1030" y="244"/>
                    <a:pt x="1030" y="244"/>
                  </a:cubicBezTo>
                  <a:cubicBezTo>
                    <a:pt x="1072" y="244"/>
                    <a:pt x="1072" y="244"/>
                    <a:pt x="1072" y="244"/>
                  </a:cubicBezTo>
                  <a:lnTo>
                    <a:pt x="1072" y="268"/>
                  </a:lnTo>
                  <a:close/>
                  <a:moveTo>
                    <a:pt x="1072" y="241"/>
                  </a:moveTo>
                  <a:cubicBezTo>
                    <a:pt x="1030" y="241"/>
                    <a:pt x="1030" y="241"/>
                    <a:pt x="1030" y="241"/>
                  </a:cubicBezTo>
                  <a:cubicBezTo>
                    <a:pt x="1030" y="218"/>
                    <a:pt x="1030" y="218"/>
                    <a:pt x="1030" y="218"/>
                  </a:cubicBezTo>
                  <a:cubicBezTo>
                    <a:pt x="1072" y="218"/>
                    <a:pt x="1072" y="218"/>
                    <a:pt x="1072" y="218"/>
                  </a:cubicBezTo>
                  <a:lnTo>
                    <a:pt x="1072" y="241"/>
                  </a:lnTo>
                  <a:close/>
                  <a:moveTo>
                    <a:pt x="1072" y="215"/>
                  </a:moveTo>
                  <a:cubicBezTo>
                    <a:pt x="1030" y="215"/>
                    <a:pt x="1030" y="215"/>
                    <a:pt x="1030" y="215"/>
                  </a:cubicBezTo>
                  <a:cubicBezTo>
                    <a:pt x="1030" y="191"/>
                    <a:pt x="1030" y="191"/>
                    <a:pt x="1030" y="191"/>
                  </a:cubicBezTo>
                  <a:cubicBezTo>
                    <a:pt x="1072" y="191"/>
                    <a:pt x="1072" y="191"/>
                    <a:pt x="1072" y="191"/>
                  </a:cubicBezTo>
                  <a:lnTo>
                    <a:pt x="1072" y="215"/>
                  </a:lnTo>
                  <a:close/>
                  <a:moveTo>
                    <a:pt x="1072" y="188"/>
                  </a:moveTo>
                  <a:cubicBezTo>
                    <a:pt x="1030" y="188"/>
                    <a:pt x="1030" y="188"/>
                    <a:pt x="1030" y="188"/>
                  </a:cubicBezTo>
                  <a:cubicBezTo>
                    <a:pt x="1030" y="165"/>
                    <a:pt x="1030" y="165"/>
                    <a:pt x="1030" y="165"/>
                  </a:cubicBezTo>
                  <a:cubicBezTo>
                    <a:pt x="1072" y="165"/>
                    <a:pt x="1072" y="165"/>
                    <a:pt x="1072" y="165"/>
                  </a:cubicBezTo>
                  <a:lnTo>
                    <a:pt x="1072" y="188"/>
                  </a:lnTo>
                  <a:close/>
                  <a:moveTo>
                    <a:pt x="1072" y="162"/>
                  </a:moveTo>
                  <a:cubicBezTo>
                    <a:pt x="1030" y="162"/>
                    <a:pt x="1030" y="162"/>
                    <a:pt x="1030" y="162"/>
                  </a:cubicBezTo>
                  <a:cubicBezTo>
                    <a:pt x="1030" y="138"/>
                    <a:pt x="1030" y="138"/>
                    <a:pt x="1030" y="138"/>
                  </a:cubicBezTo>
                  <a:cubicBezTo>
                    <a:pt x="1072" y="138"/>
                    <a:pt x="1072" y="138"/>
                    <a:pt x="1072" y="138"/>
                  </a:cubicBezTo>
                  <a:lnTo>
                    <a:pt x="1072" y="162"/>
                  </a:lnTo>
                  <a:close/>
                  <a:moveTo>
                    <a:pt x="1072" y="135"/>
                  </a:moveTo>
                  <a:cubicBezTo>
                    <a:pt x="1030" y="135"/>
                    <a:pt x="1030" y="135"/>
                    <a:pt x="1030" y="135"/>
                  </a:cubicBezTo>
                  <a:cubicBezTo>
                    <a:pt x="1030" y="109"/>
                    <a:pt x="1030" y="109"/>
                    <a:pt x="1030" y="109"/>
                  </a:cubicBezTo>
                  <a:cubicBezTo>
                    <a:pt x="1072" y="109"/>
                    <a:pt x="1072" y="109"/>
                    <a:pt x="1072" y="109"/>
                  </a:cubicBezTo>
                  <a:lnTo>
                    <a:pt x="1072" y="135"/>
                  </a:lnTo>
                  <a:close/>
                  <a:moveTo>
                    <a:pt x="1072" y="106"/>
                  </a:moveTo>
                  <a:cubicBezTo>
                    <a:pt x="1030" y="106"/>
                    <a:pt x="1030" y="106"/>
                    <a:pt x="1030" y="106"/>
                  </a:cubicBezTo>
                  <a:cubicBezTo>
                    <a:pt x="1030" y="82"/>
                    <a:pt x="1030" y="82"/>
                    <a:pt x="1030" y="82"/>
                  </a:cubicBezTo>
                  <a:cubicBezTo>
                    <a:pt x="1072" y="82"/>
                    <a:pt x="1072" y="82"/>
                    <a:pt x="1072" y="82"/>
                  </a:cubicBezTo>
                  <a:lnTo>
                    <a:pt x="1072" y="106"/>
                  </a:lnTo>
                  <a:close/>
                  <a:moveTo>
                    <a:pt x="1072" y="78"/>
                  </a:moveTo>
                  <a:cubicBezTo>
                    <a:pt x="1030" y="78"/>
                    <a:pt x="1030" y="78"/>
                    <a:pt x="1030" y="78"/>
                  </a:cubicBezTo>
                  <a:cubicBezTo>
                    <a:pt x="1030" y="59"/>
                    <a:pt x="1030" y="59"/>
                    <a:pt x="1030" y="59"/>
                  </a:cubicBezTo>
                  <a:cubicBezTo>
                    <a:pt x="1072" y="59"/>
                    <a:pt x="1072" y="59"/>
                    <a:pt x="1072" y="59"/>
                  </a:cubicBezTo>
                  <a:lnTo>
                    <a:pt x="1072" y="78"/>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7" name="Google Shape;357;p7"/>
            <p:cNvSpPr/>
            <p:nvPr/>
          </p:nvSpPr>
          <p:spPr>
            <a:xfrm>
              <a:off x="2490858" y="4356921"/>
              <a:ext cx="217234" cy="9328"/>
            </a:xfrm>
            <a:custGeom>
              <a:avLst/>
              <a:gdLst/>
              <a:ahLst/>
              <a:cxnLst/>
              <a:rect l="l" t="t" r="r" b="b"/>
              <a:pathLst>
                <a:path w="142" h="6" extrusionOk="0">
                  <a:moveTo>
                    <a:pt x="139" y="0"/>
                  </a:moveTo>
                  <a:cubicBezTo>
                    <a:pt x="3" y="0"/>
                    <a:pt x="3" y="0"/>
                    <a:pt x="3" y="0"/>
                  </a:cubicBezTo>
                  <a:cubicBezTo>
                    <a:pt x="2" y="0"/>
                    <a:pt x="0" y="1"/>
                    <a:pt x="0" y="3"/>
                  </a:cubicBezTo>
                  <a:cubicBezTo>
                    <a:pt x="0" y="5"/>
                    <a:pt x="2" y="6"/>
                    <a:pt x="3" y="6"/>
                  </a:cubicBezTo>
                  <a:cubicBezTo>
                    <a:pt x="139" y="6"/>
                    <a:pt x="139" y="6"/>
                    <a:pt x="139" y="6"/>
                  </a:cubicBezTo>
                  <a:cubicBezTo>
                    <a:pt x="141" y="6"/>
                    <a:pt x="142" y="5"/>
                    <a:pt x="142" y="3"/>
                  </a:cubicBezTo>
                  <a:cubicBezTo>
                    <a:pt x="142" y="1"/>
                    <a:pt x="141" y="0"/>
                    <a:pt x="13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8" name="Google Shape;358;p7"/>
            <p:cNvSpPr/>
            <p:nvPr/>
          </p:nvSpPr>
          <p:spPr>
            <a:xfrm>
              <a:off x="2490858" y="4395570"/>
              <a:ext cx="217234" cy="9328"/>
            </a:xfrm>
            <a:custGeom>
              <a:avLst/>
              <a:gdLst/>
              <a:ahLst/>
              <a:cxnLst/>
              <a:rect l="l" t="t" r="r" b="b"/>
              <a:pathLst>
                <a:path w="142" h="6" extrusionOk="0">
                  <a:moveTo>
                    <a:pt x="139" y="0"/>
                  </a:moveTo>
                  <a:cubicBezTo>
                    <a:pt x="3" y="0"/>
                    <a:pt x="3" y="0"/>
                    <a:pt x="3" y="0"/>
                  </a:cubicBezTo>
                  <a:cubicBezTo>
                    <a:pt x="2" y="0"/>
                    <a:pt x="0" y="1"/>
                    <a:pt x="0" y="3"/>
                  </a:cubicBezTo>
                  <a:cubicBezTo>
                    <a:pt x="0" y="5"/>
                    <a:pt x="2" y="6"/>
                    <a:pt x="3" y="6"/>
                  </a:cubicBezTo>
                  <a:cubicBezTo>
                    <a:pt x="139" y="6"/>
                    <a:pt x="139" y="6"/>
                    <a:pt x="139" y="6"/>
                  </a:cubicBezTo>
                  <a:cubicBezTo>
                    <a:pt x="141" y="6"/>
                    <a:pt x="142" y="5"/>
                    <a:pt x="142" y="3"/>
                  </a:cubicBezTo>
                  <a:cubicBezTo>
                    <a:pt x="142" y="1"/>
                    <a:pt x="141" y="0"/>
                    <a:pt x="13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9" name="Google Shape;359;p7"/>
            <p:cNvSpPr/>
            <p:nvPr/>
          </p:nvSpPr>
          <p:spPr>
            <a:xfrm>
              <a:off x="2490858" y="4434217"/>
              <a:ext cx="217234" cy="10661"/>
            </a:xfrm>
            <a:custGeom>
              <a:avLst/>
              <a:gdLst/>
              <a:ahLst/>
              <a:cxnLst/>
              <a:rect l="l" t="t" r="r" b="b"/>
              <a:pathLst>
                <a:path w="142" h="7" extrusionOk="0">
                  <a:moveTo>
                    <a:pt x="139" y="0"/>
                  </a:moveTo>
                  <a:cubicBezTo>
                    <a:pt x="3" y="0"/>
                    <a:pt x="3" y="0"/>
                    <a:pt x="3" y="0"/>
                  </a:cubicBezTo>
                  <a:cubicBezTo>
                    <a:pt x="2" y="0"/>
                    <a:pt x="0" y="2"/>
                    <a:pt x="0" y="3"/>
                  </a:cubicBezTo>
                  <a:cubicBezTo>
                    <a:pt x="0" y="5"/>
                    <a:pt x="2" y="7"/>
                    <a:pt x="3" y="7"/>
                  </a:cubicBezTo>
                  <a:cubicBezTo>
                    <a:pt x="139" y="7"/>
                    <a:pt x="139" y="7"/>
                    <a:pt x="139" y="7"/>
                  </a:cubicBezTo>
                  <a:cubicBezTo>
                    <a:pt x="141" y="7"/>
                    <a:pt x="142" y="5"/>
                    <a:pt x="142" y="3"/>
                  </a:cubicBezTo>
                  <a:cubicBezTo>
                    <a:pt x="142" y="2"/>
                    <a:pt x="141" y="0"/>
                    <a:pt x="13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0" name="Google Shape;360;p7"/>
            <p:cNvSpPr/>
            <p:nvPr/>
          </p:nvSpPr>
          <p:spPr>
            <a:xfrm>
              <a:off x="2490858" y="4472865"/>
              <a:ext cx="217234" cy="9328"/>
            </a:xfrm>
            <a:custGeom>
              <a:avLst/>
              <a:gdLst/>
              <a:ahLst/>
              <a:cxnLst/>
              <a:rect l="l" t="t" r="r" b="b"/>
              <a:pathLst>
                <a:path w="142" h="6" extrusionOk="0">
                  <a:moveTo>
                    <a:pt x="139" y="0"/>
                  </a:moveTo>
                  <a:cubicBezTo>
                    <a:pt x="3" y="0"/>
                    <a:pt x="3" y="0"/>
                    <a:pt x="3" y="0"/>
                  </a:cubicBezTo>
                  <a:cubicBezTo>
                    <a:pt x="2" y="0"/>
                    <a:pt x="0" y="1"/>
                    <a:pt x="0" y="3"/>
                  </a:cubicBezTo>
                  <a:cubicBezTo>
                    <a:pt x="0" y="5"/>
                    <a:pt x="2" y="6"/>
                    <a:pt x="3" y="6"/>
                  </a:cubicBezTo>
                  <a:cubicBezTo>
                    <a:pt x="139" y="6"/>
                    <a:pt x="139" y="6"/>
                    <a:pt x="139" y="6"/>
                  </a:cubicBezTo>
                  <a:cubicBezTo>
                    <a:pt x="141" y="6"/>
                    <a:pt x="142" y="5"/>
                    <a:pt x="142" y="3"/>
                  </a:cubicBezTo>
                  <a:cubicBezTo>
                    <a:pt x="142" y="1"/>
                    <a:pt x="141" y="0"/>
                    <a:pt x="13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1" name="Google Shape;361;p7"/>
            <p:cNvSpPr/>
            <p:nvPr/>
          </p:nvSpPr>
          <p:spPr>
            <a:xfrm>
              <a:off x="2490858" y="4514178"/>
              <a:ext cx="217234" cy="9328"/>
            </a:xfrm>
            <a:custGeom>
              <a:avLst/>
              <a:gdLst/>
              <a:ahLst/>
              <a:cxnLst/>
              <a:rect l="l" t="t" r="r" b="b"/>
              <a:pathLst>
                <a:path w="142" h="6" extrusionOk="0">
                  <a:moveTo>
                    <a:pt x="139" y="0"/>
                  </a:moveTo>
                  <a:cubicBezTo>
                    <a:pt x="3" y="0"/>
                    <a:pt x="3" y="0"/>
                    <a:pt x="3" y="0"/>
                  </a:cubicBezTo>
                  <a:cubicBezTo>
                    <a:pt x="2" y="0"/>
                    <a:pt x="0" y="1"/>
                    <a:pt x="0" y="3"/>
                  </a:cubicBezTo>
                  <a:cubicBezTo>
                    <a:pt x="0" y="4"/>
                    <a:pt x="2" y="6"/>
                    <a:pt x="3" y="6"/>
                  </a:cubicBezTo>
                  <a:cubicBezTo>
                    <a:pt x="139" y="6"/>
                    <a:pt x="139" y="6"/>
                    <a:pt x="139" y="6"/>
                  </a:cubicBezTo>
                  <a:cubicBezTo>
                    <a:pt x="141" y="6"/>
                    <a:pt x="142" y="4"/>
                    <a:pt x="142" y="3"/>
                  </a:cubicBezTo>
                  <a:cubicBezTo>
                    <a:pt x="142" y="1"/>
                    <a:pt x="141" y="0"/>
                    <a:pt x="13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2" name="Google Shape;362;p7"/>
            <p:cNvSpPr/>
            <p:nvPr/>
          </p:nvSpPr>
          <p:spPr>
            <a:xfrm>
              <a:off x="2490858" y="4551493"/>
              <a:ext cx="217234" cy="7996"/>
            </a:xfrm>
            <a:custGeom>
              <a:avLst/>
              <a:gdLst/>
              <a:ahLst/>
              <a:cxnLst/>
              <a:rect l="l" t="t" r="r" b="b"/>
              <a:pathLst>
                <a:path w="142" h="6" extrusionOk="0">
                  <a:moveTo>
                    <a:pt x="139" y="0"/>
                  </a:moveTo>
                  <a:cubicBezTo>
                    <a:pt x="3" y="0"/>
                    <a:pt x="3" y="0"/>
                    <a:pt x="3" y="0"/>
                  </a:cubicBezTo>
                  <a:cubicBezTo>
                    <a:pt x="2" y="0"/>
                    <a:pt x="0" y="2"/>
                    <a:pt x="0" y="3"/>
                  </a:cubicBezTo>
                  <a:cubicBezTo>
                    <a:pt x="0" y="5"/>
                    <a:pt x="2" y="6"/>
                    <a:pt x="3" y="6"/>
                  </a:cubicBezTo>
                  <a:cubicBezTo>
                    <a:pt x="139" y="6"/>
                    <a:pt x="139" y="6"/>
                    <a:pt x="139" y="6"/>
                  </a:cubicBezTo>
                  <a:cubicBezTo>
                    <a:pt x="141" y="6"/>
                    <a:pt x="142" y="5"/>
                    <a:pt x="142" y="3"/>
                  </a:cubicBezTo>
                  <a:cubicBezTo>
                    <a:pt x="142" y="2"/>
                    <a:pt x="141" y="0"/>
                    <a:pt x="13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3" name="Google Shape;363;p7"/>
            <p:cNvSpPr/>
            <p:nvPr/>
          </p:nvSpPr>
          <p:spPr>
            <a:xfrm>
              <a:off x="1430012" y="4607466"/>
              <a:ext cx="2530835" cy="175914"/>
            </a:xfrm>
            <a:custGeom>
              <a:avLst/>
              <a:gdLst/>
              <a:ahLst/>
              <a:cxnLst/>
              <a:rect l="l" t="t" r="r" b="b"/>
              <a:pathLst>
                <a:path w="1899" h="132" extrusionOk="0">
                  <a:moveTo>
                    <a:pt x="0" y="132"/>
                  </a:moveTo>
                  <a:lnTo>
                    <a:pt x="262" y="119"/>
                  </a:lnTo>
                  <a:lnTo>
                    <a:pt x="448" y="0"/>
                  </a:lnTo>
                  <a:lnTo>
                    <a:pt x="1899" y="0"/>
                  </a:lnTo>
                  <a:lnTo>
                    <a:pt x="1899" y="75"/>
                  </a:lnTo>
                  <a:lnTo>
                    <a:pt x="424" y="75"/>
                  </a:lnTo>
                  <a:lnTo>
                    <a:pt x="333" y="132"/>
                  </a:lnTo>
                  <a:lnTo>
                    <a:pt x="0" y="132"/>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4" name="Google Shape;364;p7"/>
            <p:cNvSpPr/>
            <p:nvPr/>
          </p:nvSpPr>
          <p:spPr>
            <a:xfrm>
              <a:off x="2089710" y="4638118"/>
              <a:ext cx="1827159" cy="39980"/>
            </a:xfrm>
            <a:custGeom>
              <a:avLst/>
              <a:gdLst/>
              <a:ahLst/>
              <a:cxnLst/>
              <a:rect l="l" t="t" r="r" b="b"/>
              <a:pathLst>
                <a:path w="1371" h="30" extrusionOk="0">
                  <a:moveTo>
                    <a:pt x="1371" y="0"/>
                  </a:moveTo>
                  <a:lnTo>
                    <a:pt x="46" y="0"/>
                  </a:lnTo>
                  <a:lnTo>
                    <a:pt x="0" y="30"/>
                  </a:lnTo>
                  <a:lnTo>
                    <a:pt x="1371" y="30"/>
                  </a:lnTo>
                  <a:lnTo>
                    <a:pt x="1371"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5" name="Google Shape;365;p7"/>
            <p:cNvSpPr/>
            <p:nvPr/>
          </p:nvSpPr>
          <p:spPr>
            <a:xfrm>
              <a:off x="1495316" y="4447544"/>
              <a:ext cx="313190" cy="118608"/>
            </a:xfrm>
            <a:custGeom>
              <a:avLst/>
              <a:gdLst/>
              <a:ahLst/>
              <a:cxnLst/>
              <a:rect l="l" t="t" r="r" b="b"/>
              <a:pathLst>
                <a:path w="204" h="77" extrusionOk="0">
                  <a:moveTo>
                    <a:pt x="0" y="77"/>
                  </a:moveTo>
                  <a:cubicBezTo>
                    <a:pt x="0" y="77"/>
                    <a:pt x="119" y="0"/>
                    <a:pt x="204" y="0"/>
                  </a:cubicBezTo>
                  <a:cubicBezTo>
                    <a:pt x="91" y="0"/>
                    <a:pt x="91" y="0"/>
                    <a:pt x="91" y="0"/>
                  </a:cubicBezTo>
                  <a:lnTo>
                    <a:pt x="0" y="77"/>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6"/>
        <p:cNvGrpSpPr/>
        <p:nvPr/>
      </p:nvGrpSpPr>
      <p:grpSpPr>
        <a:xfrm>
          <a:off x="0" y="0"/>
          <a:ext cx="0" cy="0"/>
          <a:chOff x="0" y="0"/>
          <a:chExt cx="0" cy="0"/>
        </a:xfrm>
      </p:grpSpPr>
      <p:pic>
        <p:nvPicPr>
          <p:cNvPr id="367" name="Google Shape;367;p8"/>
          <p:cNvPicPr preferRelativeResize="0"/>
          <p:nvPr/>
        </p:nvPicPr>
        <p:blipFill>
          <a:blip r:embed="rId2">
            <a:alphaModFix/>
          </a:blip>
          <a:stretch>
            <a:fillRect/>
          </a:stretch>
        </p:blipFill>
        <p:spPr>
          <a:xfrm>
            <a:off x="25" y="0"/>
            <a:ext cx="9144000" cy="5143500"/>
          </a:xfrm>
          <a:prstGeom prst="rect">
            <a:avLst/>
          </a:prstGeom>
          <a:noFill/>
          <a:ln>
            <a:noFill/>
          </a:ln>
        </p:spPr>
      </p:pic>
      <p:sp>
        <p:nvSpPr>
          <p:cNvPr id="368" name="Google Shape;368;p8"/>
          <p:cNvSpPr txBox="1">
            <a:spLocks noGrp="1"/>
          </p:cNvSpPr>
          <p:nvPr>
            <p:ph type="title"/>
          </p:nvPr>
        </p:nvSpPr>
        <p:spPr>
          <a:xfrm>
            <a:off x="1388100" y="1307100"/>
            <a:ext cx="6367800" cy="1905000"/>
          </a:xfrm>
          <a:prstGeom prst="rect">
            <a:avLst/>
          </a:prstGeom>
        </p:spPr>
        <p:txBody>
          <a:bodyPr spcFirstLastPara="1" wrap="square" lIns="91425" tIns="91425" rIns="91425" bIns="91425" anchor="ctr"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cxnSp>
        <p:nvCxnSpPr>
          <p:cNvPr id="369" name="Google Shape;369;p8"/>
          <p:cNvCxnSpPr>
            <a:endCxn id="368" idx="0"/>
          </p:cNvCxnSpPr>
          <p:nvPr/>
        </p:nvCxnSpPr>
        <p:spPr>
          <a:xfrm>
            <a:off x="4572000" y="-201000"/>
            <a:ext cx="0" cy="1508100"/>
          </a:xfrm>
          <a:prstGeom prst="straightConnector1">
            <a:avLst/>
          </a:prstGeom>
          <a:noFill/>
          <a:ln w="9525" cap="flat" cmpd="sng">
            <a:solidFill>
              <a:schemeClr val="dk1"/>
            </a:solidFill>
            <a:prstDash val="solid"/>
            <a:round/>
            <a:headEnd type="none" w="med" len="med"/>
            <a:tailEnd type="diamond" w="med" len="med"/>
          </a:ln>
        </p:spPr>
      </p:cxnSp>
      <p:sp>
        <p:nvSpPr>
          <p:cNvPr id="370" name="Google Shape;370;p8"/>
          <p:cNvSpPr/>
          <p:nvPr/>
        </p:nvSpPr>
        <p:spPr>
          <a:xfrm>
            <a:off x="3468688" y="4345800"/>
            <a:ext cx="5675310" cy="819150"/>
          </a:xfrm>
          <a:custGeom>
            <a:avLst/>
            <a:gdLst/>
            <a:ahLst/>
            <a:cxnLst/>
            <a:rect l="l" t="t" r="r" b="b"/>
            <a:pathLst>
              <a:path w="3000" h="433" extrusionOk="0">
                <a:moveTo>
                  <a:pt x="0" y="420"/>
                </a:moveTo>
                <a:cubicBezTo>
                  <a:pt x="0" y="433"/>
                  <a:pt x="0" y="433"/>
                  <a:pt x="0" y="433"/>
                </a:cubicBezTo>
                <a:cubicBezTo>
                  <a:pt x="1233" y="433"/>
                  <a:pt x="1233" y="433"/>
                  <a:pt x="1233" y="433"/>
                </a:cubicBezTo>
                <a:cubicBezTo>
                  <a:pt x="1812" y="312"/>
                  <a:pt x="2411" y="281"/>
                  <a:pt x="3000" y="343"/>
                </a:cubicBezTo>
                <a:cubicBezTo>
                  <a:pt x="3000" y="56"/>
                  <a:pt x="3000" y="56"/>
                  <a:pt x="3000" y="56"/>
                </a:cubicBezTo>
                <a:cubicBezTo>
                  <a:pt x="1989" y="0"/>
                  <a:pt x="968" y="124"/>
                  <a:pt x="0" y="420"/>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71" name="Google Shape;371;p8"/>
          <p:cNvGrpSpPr/>
          <p:nvPr/>
        </p:nvGrpSpPr>
        <p:grpSpPr>
          <a:xfrm>
            <a:off x="-438104" y="4503266"/>
            <a:ext cx="4094599" cy="640293"/>
            <a:chOff x="1040511" y="1999631"/>
            <a:chExt cx="5615964" cy="878196"/>
          </a:xfrm>
        </p:grpSpPr>
        <p:sp>
          <p:nvSpPr>
            <p:cNvPr id="372" name="Google Shape;372;p8"/>
            <p:cNvSpPr/>
            <p:nvPr/>
          </p:nvSpPr>
          <p:spPr>
            <a:xfrm>
              <a:off x="1190618" y="2693565"/>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3" name="Google Shape;373;p8"/>
            <p:cNvSpPr/>
            <p:nvPr/>
          </p:nvSpPr>
          <p:spPr>
            <a:xfrm>
              <a:off x="1209371" y="2711502"/>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4" name="Google Shape;374;p8"/>
            <p:cNvSpPr/>
            <p:nvPr/>
          </p:nvSpPr>
          <p:spPr>
            <a:xfrm>
              <a:off x="1422171" y="2693565"/>
              <a:ext cx="184264" cy="184262"/>
            </a:xfrm>
            <a:custGeom>
              <a:avLst/>
              <a:gdLst/>
              <a:ahLst/>
              <a:cxnLst/>
              <a:rect l="l" t="t" r="r" b="b"/>
              <a:pathLst>
                <a:path w="121" h="121" extrusionOk="0">
                  <a:moveTo>
                    <a:pt x="60" y="121"/>
                  </a:moveTo>
                  <a:cubicBezTo>
                    <a:pt x="60" y="121"/>
                    <a:pt x="60" y="121"/>
                    <a:pt x="60" y="121"/>
                  </a:cubicBezTo>
                  <a:cubicBezTo>
                    <a:pt x="27" y="121"/>
                    <a:pt x="0" y="94"/>
                    <a:pt x="0" y="61"/>
                  </a:cubicBezTo>
                  <a:cubicBezTo>
                    <a:pt x="0" y="27"/>
                    <a:pt x="27" y="0"/>
                    <a:pt x="60" y="0"/>
                  </a:cubicBezTo>
                  <a:cubicBezTo>
                    <a:pt x="94" y="0"/>
                    <a:pt x="121" y="27"/>
                    <a:pt x="121" y="61"/>
                  </a:cubicBezTo>
                  <a:cubicBezTo>
                    <a:pt x="121" y="94"/>
                    <a:pt x="94" y="121"/>
                    <a:pt x="60"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5" name="Google Shape;375;p8"/>
            <p:cNvSpPr/>
            <p:nvPr/>
          </p:nvSpPr>
          <p:spPr>
            <a:xfrm>
              <a:off x="1440108" y="2711502"/>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6" name="Google Shape;376;p8"/>
            <p:cNvSpPr/>
            <p:nvPr/>
          </p:nvSpPr>
          <p:spPr>
            <a:xfrm>
              <a:off x="1651278" y="2693565"/>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7" name="Google Shape;377;p8"/>
            <p:cNvSpPr/>
            <p:nvPr/>
          </p:nvSpPr>
          <p:spPr>
            <a:xfrm>
              <a:off x="1670030" y="2711502"/>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8" name="Google Shape;378;p8"/>
            <p:cNvSpPr/>
            <p:nvPr/>
          </p:nvSpPr>
          <p:spPr>
            <a:xfrm>
              <a:off x="2468868" y="2693565"/>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9" name="Google Shape;379;p8"/>
            <p:cNvSpPr/>
            <p:nvPr/>
          </p:nvSpPr>
          <p:spPr>
            <a:xfrm>
              <a:off x="2487621" y="2711502"/>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0" name="Google Shape;380;p8"/>
            <p:cNvSpPr/>
            <p:nvPr/>
          </p:nvSpPr>
          <p:spPr>
            <a:xfrm>
              <a:off x="2700421" y="2693565"/>
              <a:ext cx="184264" cy="184262"/>
            </a:xfrm>
            <a:custGeom>
              <a:avLst/>
              <a:gdLst/>
              <a:ahLst/>
              <a:cxnLst/>
              <a:rect l="l" t="t" r="r" b="b"/>
              <a:pathLst>
                <a:path w="121" h="121" extrusionOk="0">
                  <a:moveTo>
                    <a:pt x="60" y="121"/>
                  </a:moveTo>
                  <a:cubicBezTo>
                    <a:pt x="60" y="121"/>
                    <a:pt x="60" y="121"/>
                    <a:pt x="60" y="121"/>
                  </a:cubicBezTo>
                  <a:cubicBezTo>
                    <a:pt x="27" y="121"/>
                    <a:pt x="0" y="94"/>
                    <a:pt x="0" y="61"/>
                  </a:cubicBezTo>
                  <a:cubicBezTo>
                    <a:pt x="0" y="27"/>
                    <a:pt x="27" y="0"/>
                    <a:pt x="60" y="0"/>
                  </a:cubicBezTo>
                  <a:cubicBezTo>
                    <a:pt x="94" y="0"/>
                    <a:pt x="121" y="27"/>
                    <a:pt x="121" y="61"/>
                  </a:cubicBezTo>
                  <a:cubicBezTo>
                    <a:pt x="121" y="94"/>
                    <a:pt x="94" y="121"/>
                    <a:pt x="60"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1" name="Google Shape;381;p8"/>
            <p:cNvSpPr/>
            <p:nvPr/>
          </p:nvSpPr>
          <p:spPr>
            <a:xfrm>
              <a:off x="2718358" y="2711502"/>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2" name="Google Shape;382;p8"/>
            <p:cNvSpPr/>
            <p:nvPr/>
          </p:nvSpPr>
          <p:spPr>
            <a:xfrm>
              <a:off x="2929528" y="2693565"/>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3" name="Google Shape;383;p8"/>
            <p:cNvSpPr/>
            <p:nvPr/>
          </p:nvSpPr>
          <p:spPr>
            <a:xfrm>
              <a:off x="2948280" y="2711502"/>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4" name="Google Shape;384;p8"/>
            <p:cNvSpPr/>
            <p:nvPr/>
          </p:nvSpPr>
          <p:spPr>
            <a:xfrm>
              <a:off x="3298149" y="2045289"/>
              <a:ext cx="230700" cy="7404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5" name="Google Shape;385;p8"/>
            <p:cNvSpPr/>
            <p:nvPr/>
          </p:nvSpPr>
          <p:spPr>
            <a:xfrm>
              <a:off x="3462029" y="2045289"/>
              <a:ext cx="20400" cy="7404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6" name="Google Shape;386;p8"/>
            <p:cNvSpPr/>
            <p:nvPr/>
          </p:nvSpPr>
          <p:spPr>
            <a:xfrm>
              <a:off x="3422894" y="2045289"/>
              <a:ext cx="19500" cy="7404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7" name="Google Shape;387;p8"/>
            <p:cNvSpPr/>
            <p:nvPr/>
          </p:nvSpPr>
          <p:spPr>
            <a:xfrm>
              <a:off x="3382943" y="2045289"/>
              <a:ext cx="20400" cy="7404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8" name="Google Shape;388;p8"/>
            <p:cNvSpPr/>
            <p:nvPr/>
          </p:nvSpPr>
          <p:spPr>
            <a:xfrm>
              <a:off x="3343807" y="2045289"/>
              <a:ext cx="19500" cy="7404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9" name="Google Shape;389;p8"/>
            <p:cNvSpPr/>
            <p:nvPr/>
          </p:nvSpPr>
          <p:spPr>
            <a:xfrm>
              <a:off x="1040511" y="1999631"/>
              <a:ext cx="2303400" cy="8316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0" name="Google Shape;390;p8"/>
            <p:cNvSpPr/>
            <p:nvPr/>
          </p:nvSpPr>
          <p:spPr>
            <a:xfrm>
              <a:off x="1131828" y="2183893"/>
              <a:ext cx="460659" cy="369340"/>
            </a:xfrm>
            <a:custGeom>
              <a:avLst/>
              <a:gdLst/>
              <a:ahLst/>
              <a:cxnLst/>
              <a:rect l="l" t="t" r="r" b="b"/>
              <a:pathLst>
                <a:path w="303" h="242" extrusionOk="0">
                  <a:moveTo>
                    <a:pt x="277" y="0"/>
                  </a:moveTo>
                  <a:cubicBezTo>
                    <a:pt x="26" y="0"/>
                    <a:pt x="26" y="0"/>
                    <a:pt x="26" y="0"/>
                  </a:cubicBezTo>
                  <a:cubicBezTo>
                    <a:pt x="12" y="0"/>
                    <a:pt x="0" y="12"/>
                    <a:pt x="0" y="26"/>
                  </a:cubicBezTo>
                  <a:cubicBezTo>
                    <a:pt x="0" y="216"/>
                    <a:pt x="0" y="216"/>
                    <a:pt x="0" y="216"/>
                  </a:cubicBezTo>
                  <a:cubicBezTo>
                    <a:pt x="0" y="231"/>
                    <a:pt x="12" y="242"/>
                    <a:pt x="26" y="242"/>
                  </a:cubicBezTo>
                  <a:cubicBezTo>
                    <a:pt x="277" y="242"/>
                    <a:pt x="277" y="242"/>
                    <a:pt x="277" y="242"/>
                  </a:cubicBezTo>
                  <a:cubicBezTo>
                    <a:pt x="292" y="242"/>
                    <a:pt x="303" y="231"/>
                    <a:pt x="303" y="216"/>
                  </a:cubicBezTo>
                  <a:cubicBezTo>
                    <a:pt x="303" y="26"/>
                    <a:pt x="303" y="26"/>
                    <a:pt x="303" y="26"/>
                  </a:cubicBezTo>
                  <a:cubicBezTo>
                    <a:pt x="303" y="12"/>
                    <a:pt x="292" y="0"/>
                    <a:pt x="277"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1" name="Google Shape;391;p8"/>
            <p:cNvSpPr/>
            <p:nvPr/>
          </p:nvSpPr>
          <p:spPr>
            <a:xfrm>
              <a:off x="1684619" y="2183893"/>
              <a:ext cx="460659" cy="369340"/>
            </a:xfrm>
            <a:custGeom>
              <a:avLst/>
              <a:gdLst/>
              <a:ahLst/>
              <a:cxnLst/>
              <a:rect l="l" t="t" r="r" b="b"/>
              <a:pathLst>
                <a:path w="303" h="242" extrusionOk="0">
                  <a:moveTo>
                    <a:pt x="0" y="26"/>
                  </a:moveTo>
                  <a:cubicBezTo>
                    <a:pt x="0" y="216"/>
                    <a:pt x="0" y="216"/>
                    <a:pt x="0" y="216"/>
                  </a:cubicBezTo>
                  <a:cubicBezTo>
                    <a:pt x="0" y="231"/>
                    <a:pt x="12" y="242"/>
                    <a:pt x="26" y="242"/>
                  </a:cubicBezTo>
                  <a:cubicBezTo>
                    <a:pt x="277" y="242"/>
                    <a:pt x="277" y="242"/>
                    <a:pt x="277" y="242"/>
                  </a:cubicBezTo>
                  <a:cubicBezTo>
                    <a:pt x="291" y="242"/>
                    <a:pt x="303" y="231"/>
                    <a:pt x="303" y="216"/>
                  </a:cubicBezTo>
                  <a:cubicBezTo>
                    <a:pt x="303" y="26"/>
                    <a:pt x="303" y="26"/>
                    <a:pt x="303" y="26"/>
                  </a:cubicBezTo>
                  <a:cubicBezTo>
                    <a:pt x="303" y="12"/>
                    <a:pt x="291" y="0"/>
                    <a:pt x="277" y="0"/>
                  </a:cubicBezTo>
                  <a:cubicBezTo>
                    <a:pt x="26" y="0"/>
                    <a:pt x="26" y="0"/>
                    <a:pt x="26" y="0"/>
                  </a:cubicBezTo>
                  <a:cubicBezTo>
                    <a:pt x="12" y="0"/>
                    <a:pt x="0" y="12"/>
                    <a:pt x="0" y="2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2" name="Google Shape;392;p8"/>
            <p:cNvSpPr/>
            <p:nvPr/>
          </p:nvSpPr>
          <p:spPr>
            <a:xfrm>
              <a:off x="2791831" y="2183893"/>
              <a:ext cx="460659" cy="369340"/>
            </a:xfrm>
            <a:custGeom>
              <a:avLst/>
              <a:gdLst/>
              <a:ahLst/>
              <a:cxnLst/>
              <a:rect l="l" t="t" r="r" b="b"/>
              <a:pathLst>
                <a:path w="303" h="242" extrusionOk="0">
                  <a:moveTo>
                    <a:pt x="0" y="26"/>
                  </a:moveTo>
                  <a:cubicBezTo>
                    <a:pt x="0" y="216"/>
                    <a:pt x="0" y="216"/>
                    <a:pt x="0" y="216"/>
                  </a:cubicBezTo>
                  <a:cubicBezTo>
                    <a:pt x="0" y="231"/>
                    <a:pt x="11" y="242"/>
                    <a:pt x="26" y="242"/>
                  </a:cubicBezTo>
                  <a:cubicBezTo>
                    <a:pt x="277" y="242"/>
                    <a:pt x="277" y="242"/>
                    <a:pt x="277" y="242"/>
                  </a:cubicBezTo>
                  <a:cubicBezTo>
                    <a:pt x="291" y="242"/>
                    <a:pt x="303" y="231"/>
                    <a:pt x="303" y="216"/>
                  </a:cubicBezTo>
                  <a:cubicBezTo>
                    <a:pt x="303" y="26"/>
                    <a:pt x="303" y="26"/>
                    <a:pt x="303" y="26"/>
                  </a:cubicBezTo>
                  <a:cubicBezTo>
                    <a:pt x="303" y="12"/>
                    <a:pt x="291" y="0"/>
                    <a:pt x="277" y="0"/>
                  </a:cubicBezTo>
                  <a:cubicBezTo>
                    <a:pt x="26" y="0"/>
                    <a:pt x="26" y="0"/>
                    <a:pt x="26" y="0"/>
                  </a:cubicBezTo>
                  <a:cubicBezTo>
                    <a:pt x="11" y="0"/>
                    <a:pt x="0" y="12"/>
                    <a:pt x="0" y="2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3" name="Google Shape;393;p8"/>
            <p:cNvSpPr/>
            <p:nvPr/>
          </p:nvSpPr>
          <p:spPr>
            <a:xfrm>
              <a:off x="2238225" y="2183893"/>
              <a:ext cx="460659" cy="369340"/>
            </a:xfrm>
            <a:custGeom>
              <a:avLst/>
              <a:gdLst/>
              <a:ahLst/>
              <a:cxnLst/>
              <a:rect l="l" t="t" r="r" b="b"/>
              <a:pathLst>
                <a:path w="303" h="242" extrusionOk="0">
                  <a:moveTo>
                    <a:pt x="0" y="216"/>
                  </a:moveTo>
                  <a:cubicBezTo>
                    <a:pt x="0" y="26"/>
                    <a:pt x="0" y="26"/>
                    <a:pt x="0" y="26"/>
                  </a:cubicBezTo>
                  <a:cubicBezTo>
                    <a:pt x="0" y="12"/>
                    <a:pt x="12" y="0"/>
                    <a:pt x="26" y="0"/>
                  </a:cubicBezTo>
                  <a:cubicBezTo>
                    <a:pt x="277" y="0"/>
                    <a:pt x="277" y="0"/>
                    <a:pt x="277" y="0"/>
                  </a:cubicBezTo>
                  <a:cubicBezTo>
                    <a:pt x="291" y="0"/>
                    <a:pt x="303" y="12"/>
                    <a:pt x="303" y="26"/>
                  </a:cubicBezTo>
                  <a:cubicBezTo>
                    <a:pt x="303" y="216"/>
                    <a:pt x="303" y="216"/>
                    <a:pt x="303" y="216"/>
                  </a:cubicBezTo>
                  <a:cubicBezTo>
                    <a:pt x="303" y="231"/>
                    <a:pt x="291" y="242"/>
                    <a:pt x="277" y="242"/>
                  </a:cubicBezTo>
                  <a:cubicBezTo>
                    <a:pt x="26" y="242"/>
                    <a:pt x="26" y="242"/>
                    <a:pt x="26" y="242"/>
                  </a:cubicBezTo>
                  <a:cubicBezTo>
                    <a:pt x="12" y="242"/>
                    <a:pt x="0" y="231"/>
                    <a:pt x="0" y="21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4" name="Google Shape;394;p8"/>
            <p:cNvSpPr/>
            <p:nvPr/>
          </p:nvSpPr>
          <p:spPr>
            <a:xfrm>
              <a:off x="1040511" y="1999631"/>
              <a:ext cx="2303400" cy="915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5" name="Google Shape;395;p8"/>
            <p:cNvSpPr/>
            <p:nvPr/>
          </p:nvSpPr>
          <p:spPr>
            <a:xfrm>
              <a:off x="1040511" y="2739941"/>
              <a:ext cx="2303400" cy="91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6" name="Google Shape;396;p8"/>
            <p:cNvSpPr/>
            <p:nvPr/>
          </p:nvSpPr>
          <p:spPr>
            <a:xfrm>
              <a:off x="1040511" y="2637211"/>
              <a:ext cx="2303400" cy="189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7" name="Google Shape;397;p8"/>
            <p:cNvSpPr/>
            <p:nvPr/>
          </p:nvSpPr>
          <p:spPr>
            <a:xfrm>
              <a:off x="5348693" y="2692652"/>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8" name="Google Shape;398;p8"/>
            <p:cNvSpPr/>
            <p:nvPr/>
          </p:nvSpPr>
          <p:spPr>
            <a:xfrm>
              <a:off x="5367446" y="2710589"/>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9" name="Google Shape;399;p8"/>
            <p:cNvSpPr/>
            <p:nvPr/>
          </p:nvSpPr>
          <p:spPr>
            <a:xfrm>
              <a:off x="5580246" y="2692652"/>
              <a:ext cx="184264" cy="184262"/>
            </a:xfrm>
            <a:custGeom>
              <a:avLst/>
              <a:gdLst/>
              <a:ahLst/>
              <a:cxnLst/>
              <a:rect l="l" t="t" r="r" b="b"/>
              <a:pathLst>
                <a:path w="121" h="121" extrusionOk="0">
                  <a:moveTo>
                    <a:pt x="60" y="121"/>
                  </a:moveTo>
                  <a:cubicBezTo>
                    <a:pt x="60" y="121"/>
                    <a:pt x="60" y="121"/>
                    <a:pt x="60" y="121"/>
                  </a:cubicBezTo>
                  <a:cubicBezTo>
                    <a:pt x="27" y="121"/>
                    <a:pt x="0" y="94"/>
                    <a:pt x="0" y="61"/>
                  </a:cubicBezTo>
                  <a:cubicBezTo>
                    <a:pt x="0" y="27"/>
                    <a:pt x="27" y="0"/>
                    <a:pt x="60" y="0"/>
                  </a:cubicBezTo>
                  <a:cubicBezTo>
                    <a:pt x="94" y="0"/>
                    <a:pt x="121" y="27"/>
                    <a:pt x="121" y="61"/>
                  </a:cubicBezTo>
                  <a:cubicBezTo>
                    <a:pt x="121" y="94"/>
                    <a:pt x="94" y="121"/>
                    <a:pt x="60"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0" name="Google Shape;400;p8"/>
            <p:cNvSpPr/>
            <p:nvPr/>
          </p:nvSpPr>
          <p:spPr>
            <a:xfrm>
              <a:off x="5598183" y="2710589"/>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1" name="Google Shape;401;p8"/>
            <p:cNvSpPr/>
            <p:nvPr/>
          </p:nvSpPr>
          <p:spPr>
            <a:xfrm>
              <a:off x="5809353" y="2692652"/>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2" name="Google Shape;402;p8"/>
            <p:cNvSpPr/>
            <p:nvPr/>
          </p:nvSpPr>
          <p:spPr>
            <a:xfrm>
              <a:off x="5828105" y="2710589"/>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3" name="Google Shape;403;p8"/>
            <p:cNvSpPr/>
            <p:nvPr/>
          </p:nvSpPr>
          <p:spPr>
            <a:xfrm>
              <a:off x="3574544" y="2692652"/>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4" name="Google Shape;404;p8"/>
            <p:cNvSpPr/>
            <p:nvPr/>
          </p:nvSpPr>
          <p:spPr>
            <a:xfrm>
              <a:off x="3593297" y="2710589"/>
              <a:ext cx="147600" cy="148500"/>
            </a:xfrm>
            <a:prstGeom prst="ellipse">
              <a:avLst/>
            </a:pr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5" name="Google Shape;405;p8"/>
            <p:cNvSpPr/>
            <p:nvPr/>
          </p:nvSpPr>
          <p:spPr>
            <a:xfrm>
              <a:off x="3804466" y="2692652"/>
              <a:ext cx="185079" cy="184262"/>
            </a:xfrm>
            <a:custGeom>
              <a:avLst/>
              <a:gdLst/>
              <a:ahLst/>
              <a:cxnLst/>
              <a:rect l="l" t="t" r="r" b="b"/>
              <a:pathLst>
                <a:path w="122" h="121" extrusionOk="0">
                  <a:moveTo>
                    <a:pt x="61" y="121"/>
                  </a:moveTo>
                  <a:cubicBezTo>
                    <a:pt x="61" y="121"/>
                    <a:pt x="61" y="121"/>
                    <a:pt x="61" y="121"/>
                  </a:cubicBezTo>
                  <a:cubicBezTo>
                    <a:pt x="28" y="121"/>
                    <a:pt x="0" y="94"/>
                    <a:pt x="0" y="61"/>
                  </a:cubicBezTo>
                  <a:cubicBezTo>
                    <a:pt x="0" y="27"/>
                    <a:pt x="28" y="0"/>
                    <a:pt x="61" y="0"/>
                  </a:cubicBezTo>
                  <a:cubicBezTo>
                    <a:pt x="95" y="0"/>
                    <a:pt x="122" y="27"/>
                    <a:pt x="122" y="61"/>
                  </a:cubicBezTo>
                  <a:cubicBezTo>
                    <a:pt x="122" y="94"/>
                    <a:pt x="95"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6" name="Google Shape;406;p8"/>
            <p:cNvSpPr/>
            <p:nvPr/>
          </p:nvSpPr>
          <p:spPr>
            <a:xfrm>
              <a:off x="3824034" y="2710589"/>
              <a:ext cx="147600" cy="148500"/>
            </a:xfrm>
            <a:prstGeom prst="ellipse">
              <a:avLst/>
            </a:pr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7" name="Google Shape;407;p8"/>
            <p:cNvSpPr/>
            <p:nvPr/>
          </p:nvSpPr>
          <p:spPr>
            <a:xfrm>
              <a:off x="4035204" y="2692652"/>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8" name="Google Shape;408;p8"/>
            <p:cNvSpPr/>
            <p:nvPr/>
          </p:nvSpPr>
          <p:spPr>
            <a:xfrm>
              <a:off x="4053956" y="2710589"/>
              <a:ext cx="147600" cy="148500"/>
            </a:xfrm>
            <a:prstGeom prst="ellipse">
              <a:avLst/>
            </a:pr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9" name="Google Shape;409;p8"/>
            <p:cNvSpPr/>
            <p:nvPr/>
          </p:nvSpPr>
          <p:spPr>
            <a:xfrm>
              <a:off x="3482413" y="1999631"/>
              <a:ext cx="3174063" cy="831625"/>
            </a:xfrm>
            <a:custGeom>
              <a:avLst/>
              <a:gdLst/>
              <a:ahLst/>
              <a:cxnLst/>
              <a:rect l="l" t="t" r="r" b="b"/>
              <a:pathLst>
                <a:path w="2088" h="545" extrusionOk="0">
                  <a:moveTo>
                    <a:pt x="0" y="0"/>
                  </a:moveTo>
                  <a:cubicBezTo>
                    <a:pt x="0" y="545"/>
                    <a:pt x="0" y="545"/>
                    <a:pt x="0" y="545"/>
                  </a:cubicBezTo>
                  <a:cubicBezTo>
                    <a:pt x="1985" y="545"/>
                    <a:pt x="1985" y="545"/>
                    <a:pt x="1985" y="545"/>
                  </a:cubicBezTo>
                  <a:cubicBezTo>
                    <a:pt x="2042" y="545"/>
                    <a:pt x="2088" y="499"/>
                    <a:pt x="2088" y="442"/>
                  </a:cubicBezTo>
                  <a:cubicBezTo>
                    <a:pt x="2088" y="430"/>
                    <a:pt x="2086" y="418"/>
                    <a:pt x="2082" y="407"/>
                  </a:cubicBezTo>
                  <a:cubicBezTo>
                    <a:pt x="1986" y="143"/>
                    <a:pt x="1986" y="143"/>
                    <a:pt x="1986" y="143"/>
                  </a:cubicBezTo>
                  <a:cubicBezTo>
                    <a:pt x="1955" y="57"/>
                    <a:pt x="1873" y="0"/>
                    <a:pt x="1781" y="0"/>
                  </a:cubicBezTo>
                  <a:cubicBezTo>
                    <a:pt x="0" y="0"/>
                    <a:pt x="0" y="0"/>
                    <a:pt x="0" y="0"/>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0" name="Google Shape;410;p8"/>
            <p:cNvSpPr/>
            <p:nvPr/>
          </p:nvSpPr>
          <p:spPr>
            <a:xfrm>
              <a:off x="3574544" y="2183893"/>
              <a:ext cx="460659" cy="369340"/>
            </a:xfrm>
            <a:custGeom>
              <a:avLst/>
              <a:gdLst/>
              <a:ahLst/>
              <a:cxnLst/>
              <a:rect l="l" t="t" r="r" b="b"/>
              <a:pathLst>
                <a:path w="303" h="242" extrusionOk="0">
                  <a:moveTo>
                    <a:pt x="277" y="0"/>
                  </a:moveTo>
                  <a:cubicBezTo>
                    <a:pt x="26" y="0"/>
                    <a:pt x="26" y="0"/>
                    <a:pt x="26" y="0"/>
                  </a:cubicBezTo>
                  <a:cubicBezTo>
                    <a:pt x="12" y="0"/>
                    <a:pt x="0" y="12"/>
                    <a:pt x="0" y="26"/>
                  </a:cubicBezTo>
                  <a:cubicBezTo>
                    <a:pt x="0" y="216"/>
                    <a:pt x="0" y="216"/>
                    <a:pt x="0" y="216"/>
                  </a:cubicBezTo>
                  <a:cubicBezTo>
                    <a:pt x="0" y="231"/>
                    <a:pt x="12" y="242"/>
                    <a:pt x="26" y="242"/>
                  </a:cubicBezTo>
                  <a:cubicBezTo>
                    <a:pt x="277" y="242"/>
                    <a:pt x="277" y="242"/>
                    <a:pt x="277" y="242"/>
                  </a:cubicBezTo>
                  <a:cubicBezTo>
                    <a:pt x="291" y="242"/>
                    <a:pt x="303" y="231"/>
                    <a:pt x="303" y="216"/>
                  </a:cubicBezTo>
                  <a:cubicBezTo>
                    <a:pt x="303" y="26"/>
                    <a:pt x="303" y="26"/>
                    <a:pt x="303" y="26"/>
                  </a:cubicBezTo>
                  <a:cubicBezTo>
                    <a:pt x="303" y="12"/>
                    <a:pt x="291" y="0"/>
                    <a:pt x="277"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1" name="Google Shape;411;p8"/>
            <p:cNvSpPr/>
            <p:nvPr/>
          </p:nvSpPr>
          <p:spPr>
            <a:xfrm>
              <a:off x="4128151" y="2183893"/>
              <a:ext cx="460659" cy="369340"/>
            </a:xfrm>
            <a:custGeom>
              <a:avLst/>
              <a:gdLst/>
              <a:ahLst/>
              <a:cxnLst/>
              <a:rect l="l" t="t" r="r" b="b"/>
              <a:pathLst>
                <a:path w="303" h="242" extrusionOk="0">
                  <a:moveTo>
                    <a:pt x="0" y="26"/>
                  </a:moveTo>
                  <a:cubicBezTo>
                    <a:pt x="0" y="216"/>
                    <a:pt x="0" y="216"/>
                    <a:pt x="0" y="216"/>
                  </a:cubicBezTo>
                  <a:cubicBezTo>
                    <a:pt x="0" y="231"/>
                    <a:pt x="11" y="242"/>
                    <a:pt x="26" y="242"/>
                  </a:cubicBezTo>
                  <a:cubicBezTo>
                    <a:pt x="277" y="242"/>
                    <a:pt x="277" y="242"/>
                    <a:pt x="277" y="242"/>
                  </a:cubicBezTo>
                  <a:cubicBezTo>
                    <a:pt x="291" y="242"/>
                    <a:pt x="303" y="231"/>
                    <a:pt x="303" y="216"/>
                  </a:cubicBezTo>
                  <a:cubicBezTo>
                    <a:pt x="303" y="26"/>
                    <a:pt x="303" y="26"/>
                    <a:pt x="303" y="26"/>
                  </a:cubicBezTo>
                  <a:cubicBezTo>
                    <a:pt x="303" y="12"/>
                    <a:pt x="291" y="0"/>
                    <a:pt x="277" y="0"/>
                  </a:cubicBezTo>
                  <a:cubicBezTo>
                    <a:pt x="26" y="0"/>
                    <a:pt x="26" y="0"/>
                    <a:pt x="26" y="0"/>
                  </a:cubicBezTo>
                  <a:cubicBezTo>
                    <a:pt x="11" y="0"/>
                    <a:pt x="0" y="12"/>
                    <a:pt x="0" y="2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2" name="Google Shape;412;p8"/>
            <p:cNvSpPr/>
            <p:nvPr/>
          </p:nvSpPr>
          <p:spPr>
            <a:xfrm>
              <a:off x="4979351" y="2183893"/>
              <a:ext cx="462290" cy="369340"/>
            </a:xfrm>
            <a:custGeom>
              <a:avLst/>
              <a:gdLst/>
              <a:ahLst/>
              <a:cxnLst/>
              <a:rect l="l" t="t" r="r" b="b"/>
              <a:pathLst>
                <a:path w="304" h="242" extrusionOk="0">
                  <a:moveTo>
                    <a:pt x="277" y="0"/>
                  </a:moveTo>
                  <a:cubicBezTo>
                    <a:pt x="27" y="0"/>
                    <a:pt x="27" y="0"/>
                    <a:pt x="27" y="0"/>
                  </a:cubicBezTo>
                  <a:cubicBezTo>
                    <a:pt x="12" y="0"/>
                    <a:pt x="0" y="12"/>
                    <a:pt x="0" y="26"/>
                  </a:cubicBezTo>
                  <a:cubicBezTo>
                    <a:pt x="0" y="216"/>
                    <a:pt x="0" y="216"/>
                    <a:pt x="0" y="216"/>
                  </a:cubicBezTo>
                  <a:cubicBezTo>
                    <a:pt x="0" y="231"/>
                    <a:pt x="12" y="242"/>
                    <a:pt x="27" y="242"/>
                  </a:cubicBezTo>
                  <a:cubicBezTo>
                    <a:pt x="277" y="242"/>
                    <a:pt x="277" y="242"/>
                    <a:pt x="277" y="242"/>
                  </a:cubicBezTo>
                  <a:cubicBezTo>
                    <a:pt x="292" y="242"/>
                    <a:pt x="304" y="231"/>
                    <a:pt x="304" y="216"/>
                  </a:cubicBezTo>
                  <a:cubicBezTo>
                    <a:pt x="304" y="26"/>
                    <a:pt x="304" y="26"/>
                    <a:pt x="304" y="26"/>
                  </a:cubicBezTo>
                  <a:cubicBezTo>
                    <a:pt x="304" y="12"/>
                    <a:pt x="292" y="0"/>
                    <a:pt x="277"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3" name="Google Shape;413;p8"/>
            <p:cNvSpPr/>
            <p:nvPr/>
          </p:nvSpPr>
          <p:spPr>
            <a:xfrm>
              <a:off x="5532957" y="2183893"/>
              <a:ext cx="460659" cy="369340"/>
            </a:xfrm>
            <a:custGeom>
              <a:avLst/>
              <a:gdLst/>
              <a:ahLst/>
              <a:cxnLst/>
              <a:rect l="l" t="t" r="r" b="b"/>
              <a:pathLst>
                <a:path w="303" h="242" extrusionOk="0">
                  <a:moveTo>
                    <a:pt x="0" y="26"/>
                  </a:moveTo>
                  <a:cubicBezTo>
                    <a:pt x="0" y="216"/>
                    <a:pt x="0" y="216"/>
                    <a:pt x="0" y="216"/>
                  </a:cubicBezTo>
                  <a:cubicBezTo>
                    <a:pt x="0" y="231"/>
                    <a:pt x="12" y="242"/>
                    <a:pt x="26" y="242"/>
                  </a:cubicBezTo>
                  <a:cubicBezTo>
                    <a:pt x="277" y="242"/>
                    <a:pt x="277" y="242"/>
                    <a:pt x="277" y="242"/>
                  </a:cubicBezTo>
                  <a:cubicBezTo>
                    <a:pt x="292" y="242"/>
                    <a:pt x="303" y="231"/>
                    <a:pt x="303" y="216"/>
                  </a:cubicBezTo>
                  <a:cubicBezTo>
                    <a:pt x="303" y="26"/>
                    <a:pt x="303" y="26"/>
                    <a:pt x="303" y="26"/>
                  </a:cubicBezTo>
                  <a:cubicBezTo>
                    <a:pt x="303" y="12"/>
                    <a:pt x="292" y="0"/>
                    <a:pt x="277" y="0"/>
                  </a:cubicBezTo>
                  <a:cubicBezTo>
                    <a:pt x="26" y="0"/>
                    <a:pt x="26" y="0"/>
                    <a:pt x="26" y="0"/>
                  </a:cubicBezTo>
                  <a:cubicBezTo>
                    <a:pt x="12" y="0"/>
                    <a:pt x="0" y="12"/>
                    <a:pt x="0" y="2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4" name="Google Shape;414;p8"/>
            <p:cNvSpPr/>
            <p:nvPr/>
          </p:nvSpPr>
          <p:spPr>
            <a:xfrm>
              <a:off x="4680126" y="2183893"/>
              <a:ext cx="207908" cy="369340"/>
            </a:xfrm>
            <a:custGeom>
              <a:avLst/>
              <a:gdLst/>
              <a:ahLst/>
              <a:cxnLst/>
              <a:rect l="l" t="t" r="r" b="b"/>
              <a:pathLst>
                <a:path w="137" h="242" extrusionOk="0">
                  <a:moveTo>
                    <a:pt x="111" y="0"/>
                  </a:moveTo>
                  <a:cubicBezTo>
                    <a:pt x="27" y="0"/>
                    <a:pt x="27" y="0"/>
                    <a:pt x="27" y="0"/>
                  </a:cubicBezTo>
                  <a:cubicBezTo>
                    <a:pt x="12" y="0"/>
                    <a:pt x="0" y="12"/>
                    <a:pt x="0" y="26"/>
                  </a:cubicBezTo>
                  <a:cubicBezTo>
                    <a:pt x="0" y="216"/>
                    <a:pt x="0" y="216"/>
                    <a:pt x="0" y="216"/>
                  </a:cubicBezTo>
                  <a:cubicBezTo>
                    <a:pt x="0" y="231"/>
                    <a:pt x="12" y="242"/>
                    <a:pt x="27" y="242"/>
                  </a:cubicBezTo>
                  <a:cubicBezTo>
                    <a:pt x="111" y="242"/>
                    <a:pt x="111" y="242"/>
                    <a:pt x="111" y="242"/>
                  </a:cubicBezTo>
                  <a:cubicBezTo>
                    <a:pt x="125" y="242"/>
                    <a:pt x="137" y="231"/>
                    <a:pt x="137" y="216"/>
                  </a:cubicBezTo>
                  <a:cubicBezTo>
                    <a:pt x="137" y="26"/>
                    <a:pt x="137" y="26"/>
                    <a:pt x="137" y="26"/>
                  </a:cubicBezTo>
                  <a:cubicBezTo>
                    <a:pt x="137" y="12"/>
                    <a:pt x="125" y="0"/>
                    <a:pt x="11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5" name="Google Shape;415;p8"/>
            <p:cNvSpPr/>
            <p:nvPr/>
          </p:nvSpPr>
          <p:spPr>
            <a:xfrm>
              <a:off x="3482413" y="1999631"/>
              <a:ext cx="2936804" cy="91316"/>
            </a:xfrm>
            <a:custGeom>
              <a:avLst/>
              <a:gdLst/>
              <a:ahLst/>
              <a:cxnLst/>
              <a:rect l="l" t="t" r="r" b="b"/>
              <a:pathLst>
                <a:path w="1932" h="60" extrusionOk="0">
                  <a:moveTo>
                    <a:pt x="1781" y="0"/>
                  </a:moveTo>
                  <a:cubicBezTo>
                    <a:pt x="0" y="0"/>
                    <a:pt x="0" y="0"/>
                    <a:pt x="0" y="0"/>
                  </a:cubicBezTo>
                  <a:cubicBezTo>
                    <a:pt x="0" y="60"/>
                    <a:pt x="0" y="60"/>
                    <a:pt x="0" y="60"/>
                  </a:cubicBezTo>
                  <a:cubicBezTo>
                    <a:pt x="1932" y="60"/>
                    <a:pt x="1932" y="60"/>
                    <a:pt x="1932" y="60"/>
                  </a:cubicBezTo>
                  <a:cubicBezTo>
                    <a:pt x="1892" y="22"/>
                    <a:pt x="1839" y="0"/>
                    <a:pt x="1781" y="0"/>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6" name="Google Shape;416;p8"/>
            <p:cNvSpPr/>
            <p:nvPr/>
          </p:nvSpPr>
          <p:spPr>
            <a:xfrm>
              <a:off x="6215385" y="2183893"/>
              <a:ext cx="407663" cy="369340"/>
            </a:xfrm>
            <a:custGeom>
              <a:avLst/>
              <a:gdLst/>
              <a:ahLst/>
              <a:cxnLst/>
              <a:rect l="l" t="t" r="r" b="b"/>
              <a:pathLst>
                <a:path w="268" h="242" extrusionOk="0">
                  <a:moveTo>
                    <a:pt x="6" y="35"/>
                  </a:moveTo>
                  <a:cubicBezTo>
                    <a:pt x="75" y="225"/>
                    <a:pt x="75" y="225"/>
                    <a:pt x="75" y="225"/>
                  </a:cubicBezTo>
                  <a:cubicBezTo>
                    <a:pt x="79" y="235"/>
                    <a:pt x="89" y="242"/>
                    <a:pt x="100" y="242"/>
                  </a:cubicBezTo>
                  <a:cubicBezTo>
                    <a:pt x="268" y="242"/>
                    <a:pt x="268" y="242"/>
                    <a:pt x="268" y="242"/>
                  </a:cubicBezTo>
                  <a:cubicBezTo>
                    <a:pt x="188" y="22"/>
                    <a:pt x="188" y="22"/>
                    <a:pt x="188" y="22"/>
                  </a:cubicBezTo>
                  <a:cubicBezTo>
                    <a:pt x="185" y="14"/>
                    <a:pt x="182" y="7"/>
                    <a:pt x="179" y="0"/>
                  </a:cubicBezTo>
                  <a:cubicBezTo>
                    <a:pt x="31" y="0"/>
                    <a:pt x="31" y="0"/>
                    <a:pt x="31" y="0"/>
                  </a:cubicBezTo>
                  <a:cubicBezTo>
                    <a:pt x="13" y="0"/>
                    <a:pt x="0" y="18"/>
                    <a:pt x="6" y="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7" name="Google Shape;417;p8"/>
            <p:cNvSpPr/>
            <p:nvPr/>
          </p:nvSpPr>
          <p:spPr>
            <a:xfrm>
              <a:off x="3482413" y="2739941"/>
              <a:ext cx="3160205" cy="91316"/>
            </a:xfrm>
            <a:custGeom>
              <a:avLst/>
              <a:gdLst/>
              <a:ahLst/>
              <a:cxnLst/>
              <a:rect l="l" t="t" r="r" b="b"/>
              <a:pathLst>
                <a:path w="2079" h="60" extrusionOk="0">
                  <a:moveTo>
                    <a:pt x="0" y="60"/>
                  </a:moveTo>
                  <a:cubicBezTo>
                    <a:pt x="1985" y="60"/>
                    <a:pt x="1985" y="60"/>
                    <a:pt x="1985" y="60"/>
                  </a:cubicBezTo>
                  <a:cubicBezTo>
                    <a:pt x="2027" y="60"/>
                    <a:pt x="2063" y="35"/>
                    <a:pt x="2079" y="0"/>
                  </a:cubicBezTo>
                  <a:cubicBezTo>
                    <a:pt x="0" y="0"/>
                    <a:pt x="0" y="0"/>
                    <a:pt x="0" y="0"/>
                  </a:cubicBezTo>
                  <a:lnTo>
                    <a:pt x="0" y="6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8" name="Google Shape;418;p8"/>
            <p:cNvSpPr/>
            <p:nvPr/>
          </p:nvSpPr>
          <p:spPr>
            <a:xfrm>
              <a:off x="4625499" y="2090947"/>
              <a:ext cx="317977" cy="648994"/>
            </a:xfrm>
            <a:custGeom>
              <a:avLst/>
              <a:gdLst/>
              <a:ahLst/>
              <a:cxnLst/>
              <a:rect l="l" t="t" r="r" b="b"/>
              <a:pathLst>
                <a:path w="209" h="425" extrusionOk="0">
                  <a:moveTo>
                    <a:pt x="190" y="0"/>
                  </a:moveTo>
                  <a:cubicBezTo>
                    <a:pt x="20" y="0"/>
                    <a:pt x="20" y="0"/>
                    <a:pt x="20" y="0"/>
                  </a:cubicBezTo>
                  <a:cubicBezTo>
                    <a:pt x="8" y="7"/>
                    <a:pt x="0" y="20"/>
                    <a:pt x="0" y="35"/>
                  </a:cubicBezTo>
                  <a:cubicBezTo>
                    <a:pt x="0" y="425"/>
                    <a:pt x="0" y="425"/>
                    <a:pt x="0" y="425"/>
                  </a:cubicBezTo>
                  <a:cubicBezTo>
                    <a:pt x="12" y="425"/>
                    <a:pt x="12" y="425"/>
                    <a:pt x="12" y="425"/>
                  </a:cubicBezTo>
                  <a:cubicBezTo>
                    <a:pt x="12" y="35"/>
                    <a:pt x="12" y="35"/>
                    <a:pt x="12" y="35"/>
                  </a:cubicBezTo>
                  <a:cubicBezTo>
                    <a:pt x="12" y="19"/>
                    <a:pt x="25" y="6"/>
                    <a:pt x="41" y="6"/>
                  </a:cubicBezTo>
                  <a:cubicBezTo>
                    <a:pt x="168" y="6"/>
                    <a:pt x="168" y="6"/>
                    <a:pt x="168" y="6"/>
                  </a:cubicBezTo>
                  <a:cubicBezTo>
                    <a:pt x="184" y="6"/>
                    <a:pt x="197" y="19"/>
                    <a:pt x="197" y="35"/>
                  </a:cubicBezTo>
                  <a:cubicBezTo>
                    <a:pt x="197" y="425"/>
                    <a:pt x="197" y="425"/>
                    <a:pt x="197" y="425"/>
                  </a:cubicBezTo>
                  <a:cubicBezTo>
                    <a:pt x="209" y="425"/>
                    <a:pt x="209" y="425"/>
                    <a:pt x="209" y="425"/>
                  </a:cubicBezTo>
                  <a:cubicBezTo>
                    <a:pt x="209" y="35"/>
                    <a:pt x="209" y="35"/>
                    <a:pt x="209" y="35"/>
                  </a:cubicBezTo>
                  <a:cubicBezTo>
                    <a:pt x="209" y="20"/>
                    <a:pt x="201" y="7"/>
                    <a:pt x="190" y="0"/>
                  </a:cubicBezTo>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9" name="Google Shape;419;p8"/>
            <p:cNvSpPr/>
            <p:nvPr/>
          </p:nvSpPr>
          <p:spPr>
            <a:xfrm>
              <a:off x="4655666" y="2081978"/>
              <a:ext cx="258459" cy="8969"/>
            </a:xfrm>
            <a:custGeom>
              <a:avLst/>
              <a:gdLst/>
              <a:ahLst/>
              <a:cxnLst/>
              <a:rect l="l" t="t" r="r" b="b"/>
              <a:pathLst>
                <a:path w="170" h="6" extrusionOk="0">
                  <a:moveTo>
                    <a:pt x="148" y="0"/>
                  </a:moveTo>
                  <a:cubicBezTo>
                    <a:pt x="21" y="0"/>
                    <a:pt x="21" y="0"/>
                    <a:pt x="21" y="0"/>
                  </a:cubicBezTo>
                  <a:cubicBezTo>
                    <a:pt x="13" y="0"/>
                    <a:pt x="6" y="2"/>
                    <a:pt x="0" y="6"/>
                  </a:cubicBezTo>
                  <a:cubicBezTo>
                    <a:pt x="170" y="6"/>
                    <a:pt x="170" y="6"/>
                    <a:pt x="170" y="6"/>
                  </a:cubicBezTo>
                  <a:cubicBezTo>
                    <a:pt x="163" y="2"/>
                    <a:pt x="156" y="0"/>
                    <a:pt x="148" y="0"/>
                  </a:cubicBezTo>
                </a:path>
              </a:pathLst>
            </a:custGeom>
            <a:solidFill>
              <a:srgbClr val="B7403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0" name="Google Shape;420;p8"/>
            <p:cNvSpPr/>
            <p:nvPr/>
          </p:nvSpPr>
          <p:spPr>
            <a:xfrm>
              <a:off x="3482413" y="2637211"/>
              <a:ext cx="2626979" cy="102730"/>
            </a:xfrm>
            <a:custGeom>
              <a:avLst/>
              <a:gdLst/>
              <a:ahLst/>
              <a:cxnLst/>
              <a:rect l="l" t="t" r="r" b="b"/>
              <a:pathLst>
                <a:path w="1728" h="67" extrusionOk="0">
                  <a:moveTo>
                    <a:pt x="1530" y="0"/>
                  </a:moveTo>
                  <a:cubicBezTo>
                    <a:pt x="0" y="0"/>
                    <a:pt x="0" y="0"/>
                    <a:pt x="0" y="0"/>
                  </a:cubicBezTo>
                  <a:cubicBezTo>
                    <a:pt x="0" y="12"/>
                    <a:pt x="0" y="12"/>
                    <a:pt x="0" y="12"/>
                  </a:cubicBezTo>
                  <a:cubicBezTo>
                    <a:pt x="1530" y="12"/>
                    <a:pt x="1530" y="12"/>
                    <a:pt x="1530" y="12"/>
                  </a:cubicBezTo>
                  <a:cubicBezTo>
                    <a:pt x="1595" y="12"/>
                    <a:pt x="1656" y="31"/>
                    <a:pt x="1707" y="67"/>
                  </a:cubicBezTo>
                  <a:cubicBezTo>
                    <a:pt x="1728" y="67"/>
                    <a:pt x="1728" y="67"/>
                    <a:pt x="1728" y="67"/>
                  </a:cubicBezTo>
                  <a:cubicBezTo>
                    <a:pt x="1672" y="24"/>
                    <a:pt x="1603" y="0"/>
                    <a:pt x="1530"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21" name="Google Shape;421;p8"/>
          <p:cNvGrpSpPr/>
          <p:nvPr/>
        </p:nvGrpSpPr>
        <p:grpSpPr>
          <a:xfrm>
            <a:off x="2" y="4132605"/>
            <a:ext cx="9144002" cy="1032346"/>
            <a:chOff x="2" y="4132605"/>
            <a:chExt cx="9144002" cy="1032346"/>
          </a:xfrm>
        </p:grpSpPr>
        <p:sp>
          <p:nvSpPr>
            <p:cNvPr id="422" name="Google Shape;422;p8"/>
            <p:cNvSpPr/>
            <p:nvPr/>
          </p:nvSpPr>
          <p:spPr>
            <a:xfrm>
              <a:off x="2" y="4132605"/>
              <a:ext cx="9144002" cy="840967"/>
            </a:xfrm>
            <a:custGeom>
              <a:avLst/>
              <a:gdLst/>
              <a:ahLst/>
              <a:cxnLst/>
              <a:rect l="l" t="t" r="r" b="b"/>
              <a:pathLst>
                <a:path w="4160" h="382" extrusionOk="0">
                  <a:moveTo>
                    <a:pt x="3818" y="18"/>
                  </a:moveTo>
                  <a:cubicBezTo>
                    <a:pt x="3845" y="18"/>
                    <a:pt x="3845" y="18"/>
                    <a:pt x="3845" y="18"/>
                  </a:cubicBezTo>
                  <a:cubicBezTo>
                    <a:pt x="3846" y="18"/>
                    <a:pt x="3846" y="18"/>
                    <a:pt x="3846" y="18"/>
                  </a:cubicBezTo>
                  <a:cubicBezTo>
                    <a:pt x="3950" y="39"/>
                    <a:pt x="4055" y="54"/>
                    <a:pt x="4160" y="63"/>
                  </a:cubicBezTo>
                  <a:cubicBezTo>
                    <a:pt x="4160" y="63"/>
                    <a:pt x="4160" y="63"/>
                    <a:pt x="4160" y="63"/>
                  </a:cubicBezTo>
                  <a:cubicBezTo>
                    <a:pt x="4055" y="54"/>
                    <a:pt x="3951" y="38"/>
                    <a:pt x="3847" y="17"/>
                  </a:cubicBezTo>
                  <a:cubicBezTo>
                    <a:pt x="3848" y="17"/>
                    <a:pt x="3849" y="16"/>
                    <a:pt x="3849" y="15"/>
                  </a:cubicBezTo>
                  <a:cubicBezTo>
                    <a:pt x="3849" y="13"/>
                    <a:pt x="3847" y="12"/>
                    <a:pt x="3845" y="12"/>
                  </a:cubicBezTo>
                  <a:cubicBezTo>
                    <a:pt x="3842" y="12"/>
                    <a:pt x="3842" y="12"/>
                    <a:pt x="3842" y="12"/>
                  </a:cubicBezTo>
                  <a:cubicBezTo>
                    <a:pt x="3842" y="11"/>
                    <a:pt x="3842" y="11"/>
                    <a:pt x="3842" y="11"/>
                  </a:cubicBezTo>
                  <a:cubicBezTo>
                    <a:pt x="3842" y="8"/>
                    <a:pt x="3842" y="8"/>
                    <a:pt x="3842" y="8"/>
                  </a:cubicBezTo>
                  <a:cubicBezTo>
                    <a:pt x="3842" y="6"/>
                    <a:pt x="3841" y="5"/>
                    <a:pt x="3839" y="5"/>
                  </a:cubicBezTo>
                  <a:cubicBezTo>
                    <a:pt x="3837" y="5"/>
                    <a:pt x="3836" y="6"/>
                    <a:pt x="3836" y="8"/>
                  </a:cubicBezTo>
                  <a:cubicBezTo>
                    <a:pt x="3836" y="11"/>
                    <a:pt x="3836" y="11"/>
                    <a:pt x="3836" y="11"/>
                  </a:cubicBezTo>
                  <a:cubicBezTo>
                    <a:pt x="3836" y="12"/>
                    <a:pt x="3836" y="12"/>
                    <a:pt x="3836" y="12"/>
                  </a:cubicBezTo>
                  <a:cubicBezTo>
                    <a:pt x="3828" y="12"/>
                    <a:pt x="3828" y="12"/>
                    <a:pt x="3828" y="12"/>
                  </a:cubicBezTo>
                  <a:cubicBezTo>
                    <a:pt x="3828" y="11"/>
                    <a:pt x="3828" y="11"/>
                    <a:pt x="3828" y="11"/>
                  </a:cubicBezTo>
                  <a:cubicBezTo>
                    <a:pt x="3828" y="8"/>
                    <a:pt x="3828" y="8"/>
                    <a:pt x="3828" y="8"/>
                  </a:cubicBezTo>
                  <a:cubicBezTo>
                    <a:pt x="3828" y="6"/>
                    <a:pt x="3827" y="5"/>
                    <a:pt x="3825" y="5"/>
                  </a:cubicBezTo>
                  <a:cubicBezTo>
                    <a:pt x="3824" y="5"/>
                    <a:pt x="3822" y="6"/>
                    <a:pt x="3822" y="8"/>
                  </a:cubicBezTo>
                  <a:cubicBezTo>
                    <a:pt x="3822" y="11"/>
                    <a:pt x="3822" y="11"/>
                    <a:pt x="3822" y="11"/>
                  </a:cubicBezTo>
                  <a:cubicBezTo>
                    <a:pt x="3822" y="12"/>
                    <a:pt x="3822" y="12"/>
                    <a:pt x="3822" y="12"/>
                  </a:cubicBezTo>
                  <a:cubicBezTo>
                    <a:pt x="3805" y="12"/>
                    <a:pt x="3805" y="12"/>
                    <a:pt x="3805" y="12"/>
                  </a:cubicBezTo>
                  <a:cubicBezTo>
                    <a:pt x="3805" y="0"/>
                    <a:pt x="3805" y="0"/>
                    <a:pt x="3805" y="0"/>
                  </a:cubicBezTo>
                  <a:cubicBezTo>
                    <a:pt x="3797" y="0"/>
                    <a:pt x="3797" y="0"/>
                    <a:pt x="3797" y="0"/>
                  </a:cubicBezTo>
                  <a:cubicBezTo>
                    <a:pt x="3797" y="12"/>
                    <a:pt x="3797" y="12"/>
                    <a:pt x="3797" y="12"/>
                  </a:cubicBezTo>
                  <a:cubicBezTo>
                    <a:pt x="3779" y="12"/>
                    <a:pt x="3779" y="12"/>
                    <a:pt x="3779" y="12"/>
                  </a:cubicBezTo>
                  <a:cubicBezTo>
                    <a:pt x="3780" y="11"/>
                    <a:pt x="3780" y="11"/>
                    <a:pt x="3780" y="11"/>
                  </a:cubicBezTo>
                  <a:cubicBezTo>
                    <a:pt x="3780" y="8"/>
                    <a:pt x="3780" y="8"/>
                    <a:pt x="3780" y="8"/>
                  </a:cubicBezTo>
                  <a:cubicBezTo>
                    <a:pt x="3780" y="6"/>
                    <a:pt x="3778" y="5"/>
                    <a:pt x="3776" y="5"/>
                  </a:cubicBezTo>
                  <a:cubicBezTo>
                    <a:pt x="3775" y="5"/>
                    <a:pt x="3773" y="6"/>
                    <a:pt x="3773" y="8"/>
                  </a:cubicBezTo>
                  <a:cubicBezTo>
                    <a:pt x="3773" y="11"/>
                    <a:pt x="3773" y="11"/>
                    <a:pt x="3773" y="11"/>
                  </a:cubicBezTo>
                  <a:cubicBezTo>
                    <a:pt x="3773" y="12"/>
                    <a:pt x="3773" y="12"/>
                    <a:pt x="3773" y="12"/>
                  </a:cubicBezTo>
                  <a:cubicBezTo>
                    <a:pt x="3766" y="12"/>
                    <a:pt x="3766" y="12"/>
                    <a:pt x="3766" y="12"/>
                  </a:cubicBezTo>
                  <a:cubicBezTo>
                    <a:pt x="3766" y="11"/>
                    <a:pt x="3766" y="11"/>
                    <a:pt x="3766" y="11"/>
                  </a:cubicBezTo>
                  <a:cubicBezTo>
                    <a:pt x="3766" y="8"/>
                    <a:pt x="3766" y="8"/>
                    <a:pt x="3766" y="8"/>
                  </a:cubicBezTo>
                  <a:cubicBezTo>
                    <a:pt x="3766" y="6"/>
                    <a:pt x="3765" y="5"/>
                    <a:pt x="3763" y="5"/>
                  </a:cubicBezTo>
                  <a:cubicBezTo>
                    <a:pt x="3761" y="5"/>
                    <a:pt x="3760" y="6"/>
                    <a:pt x="3760" y="8"/>
                  </a:cubicBezTo>
                  <a:cubicBezTo>
                    <a:pt x="3760" y="11"/>
                    <a:pt x="3760" y="11"/>
                    <a:pt x="3760" y="11"/>
                  </a:cubicBezTo>
                  <a:cubicBezTo>
                    <a:pt x="3760" y="12"/>
                    <a:pt x="3760" y="12"/>
                    <a:pt x="3760" y="12"/>
                  </a:cubicBezTo>
                  <a:cubicBezTo>
                    <a:pt x="3756" y="12"/>
                    <a:pt x="3756" y="12"/>
                    <a:pt x="3756" y="12"/>
                  </a:cubicBezTo>
                  <a:cubicBezTo>
                    <a:pt x="3755" y="12"/>
                    <a:pt x="3754" y="12"/>
                    <a:pt x="3753" y="14"/>
                  </a:cubicBezTo>
                  <a:cubicBezTo>
                    <a:pt x="3753" y="13"/>
                    <a:pt x="3753" y="13"/>
                    <a:pt x="3753" y="13"/>
                  </a:cubicBezTo>
                  <a:cubicBezTo>
                    <a:pt x="3753" y="14"/>
                    <a:pt x="3753" y="14"/>
                    <a:pt x="3753" y="14"/>
                  </a:cubicBezTo>
                  <a:cubicBezTo>
                    <a:pt x="3753" y="14"/>
                    <a:pt x="3753" y="14"/>
                    <a:pt x="3753" y="14"/>
                  </a:cubicBezTo>
                  <a:cubicBezTo>
                    <a:pt x="3753" y="15"/>
                    <a:pt x="3753" y="15"/>
                    <a:pt x="3753" y="15"/>
                  </a:cubicBezTo>
                  <a:cubicBezTo>
                    <a:pt x="3753" y="15"/>
                    <a:pt x="3753" y="15"/>
                    <a:pt x="3753" y="15"/>
                  </a:cubicBezTo>
                  <a:cubicBezTo>
                    <a:pt x="3578" y="51"/>
                    <a:pt x="3403" y="71"/>
                    <a:pt x="3227" y="73"/>
                  </a:cubicBezTo>
                  <a:cubicBezTo>
                    <a:pt x="3051" y="71"/>
                    <a:pt x="2876" y="52"/>
                    <a:pt x="2701" y="16"/>
                  </a:cubicBezTo>
                  <a:cubicBezTo>
                    <a:pt x="2701" y="15"/>
                    <a:pt x="2701" y="15"/>
                    <a:pt x="2701" y="15"/>
                  </a:cubicBezTo>
                  <a:cubicBezTo>
                    <a:pt x="2701" y="15"/>
                    <a:pt x="2701" y="15"/>
                    <a:pt x="2701" y="15"/>
                  </a:cubicBezTo>
                  <a:cubicBezTo>
                    <a:pt x="2702" y="14"/>
                    <a:pt x="2702" y="14"/>
                    <a:pt x="2703" y="14"/>
                  </a:cubicBezTo>
                  <a:cubicBezTo>
                    <a:pt x="2703" y="13"/>
                    <a:pt x="2703" y="13"/>
                    <a:pt x="2703" y="13"/>
                  </a:cubicBezTo>
                  <a:cubicBezTo>
                    <a:pt x="2702" y="14"/>
                    <a:pt x="2702" y="14"/>
                    <a:pt x="2701" y="14"/>
                  </a:cubicBezTo>
                  <a:cubicBezTo>
                    <a:pt x="2701" y="13"/>
                    <a:pt x="2699" y="12"/>
                    <a:pt x="2698" y="12"/>
                  </a:cubicBezTo>
                  <a:cubicBezTo>
                    <a:pt x="2694" y="12"/>
                    <a:pt x="2694" y="12"/>
                    <a:pt x="2694" y="12"/>
                  </a:cubicBezTo>
                  <a:cubicBezTo>
                    <a:pt x="2695" y="11"/>
                    <a:pt x="2695" y="11"/>
                    <a:pt x="2695" y="11"/>
                  </a:cubicBezTo>
                  <a:cubicBezTo>
                    <a:pt x="2695" y="8"/>
                    <a:pt x="2695" y="8"/>
                    <a:pt x="2695" y="8"/>
                  </a:cubicBezTo>
                  <a:cubicBezTo>
                    <a:pt x="2695" y="6"/>
                    <a:pt x="2693" y="5"/>
                    <a:pt x="2691" y="5"/>
                  </a:cubicBezTo>
                  <a:cubicBezTo>
                    <a:pt x="2690" y="5"/>
                    <a:pt x="2688" y="6"/>
                    <a:pt x="2688" y="8"/>
                  </a:cubicBezTo>
                  <a:cubicBezTo>
                    <a:pt x="2688" y="11"/>
                    <a:pt x="2688" y="11"/>
                    <a:pt x="2688" y="11"/>
                  </a:cubicBezTo>
                  <a:cubicBezTo>
                    <a:pt x="2688" y="12"/>
                    <a:pt x="2688" y="12"/>
                    <a:pt x="2688" y="12"/>
                  </a:cubicBezTo>
                  <a:cubicBezTo>
                    <a:pt x="2681" y="12"/>
                    <a:pt x="2681" y="12"/>
                    <a:pt x="2681" y="12"/>
                  </a:cubicBezTo>
                  <a:cubicBezTo>
                    <a:pt x="2681" y="11"/>
                    <a:pt x="2681" y="11"/>
                    <a:pt x="2681" y="11"/>
                  </a:cubicBezTo>
                  <a:cubicBezTo>
                    <a:pt x="2681" y="8"/>
                    <a:pt x="2681" y="8"/>
                    <a:pt x="2681" y="8"/>
                  </a:cubicBezTo>
                  <a:cubicBezTo>
                    <a:pt x="2681" y="6"/>
                    <a:pt x="2680" y="5"/>
                    <a:pt x="2678" y="5"/>
                  </a:cubicBezTo>
                  <a:cubicBezTo>
                    <a:pt x="2676" y="5"/>
                    <a:pt x="2675" y="6"/>
                    <a:pt x="2675" y="8"/>
                  </a:cubicBezTo>
                  <a:cubicBezTo>
                    <a:pt x="2675" y="11"/>
                    <a:pt x="2675" y="11"/>
                    <a:pt x="2675" y="11"/>
                  </a:cubicBezTo>
                  <a:cubicBezTo>
                    <a:pt x="2675" y="12"/>
                    <a:pt x="2675" y="12"/>
                    <a:pt x="2675" y="12"/>
                  </a:cubicBezTo>
                  <a:cubicBezTo>
                    <a:pt x="2657" y="12"/>
                    <a:pt x="2657" y="12"/>
                    <a:pt x="2657" y="12"/>
                  </a:cubicBezTo>
                  <a:cubicBezTo>
                    <a:pt x="2657" y="0"/>
                    <a:pt x="2657" y="0"/>
                    <a:pt x="2657" y="0"/>
                  </a:cubicBezTo>
                  <a:cubicBezTo>
                    <a:pt x="2650" y="0"/>
                    <a:pt x="2650" y="0"/>
                    <a:pt x="2650" y="0"/>
                  </a:cubicBezTo>
                  <a:cubicBezTo>
                    <a:pt x="2650" y="12"/>
                    <a:pt x="2650" y="12"/>
                    <a:pt x="2650" y="12"/>
                  </a:cubicBezTo>
                  <a:cubicBezTo>
                    <a:pt x="2632" y="12"/>
                    <a:pt x="2632" y="12"/>
                    <a:pt x="2632" y="12"/>
                  </a:cubicBezTo>
                  <a:cubicBezTo>
                    <a:pt x="2632" y="11"/>
                    <a:pt x="2632" y="11"/>
                    <a:pt x="2632" y="11"/>
                  </a:cubicBezTo>
                  <a:cubicBezTo>
                    <a:pt x="2632" y="8"/>
                    <a:pt x="2632" y="8"/>
                    <a:pt x="2632" y="8"/>
                  </a:cubicBezTo>
                  <a:cubicBezTo>
                    <a:pt x="2632" y="6"/>
                    <a:pt x="2631" y="5"/>
                    <a:pt x="2629" y="5"/>
                  </a:cubicBezTo>
                  <a:cubicBezTo>
                    <a:pt x="2627" y="5"/>
                    <a:pt x="2626" y="6"/>
                    <a:pt x="2626" y="8"/>
                  </a:cubicBezTo>
                  <a:cubicBezTo>
                    <a:pt x="2626" y="11"/>
                    <a:pt x="2626" y="11"/>
                    <a:pt x="2626" y="11"/>
                  </a:cubicBezTo>
                  <a:cubicBezTo>
                    <a:pt x="2626" y="12"/>
                    <a:pt x="2626" y="12"/>
                    <a:pt x="2626" y="12"/>
                  </a:cubicBezTo>
                  <a:cubicBezTo>
                    <a:pt x="2619" y="12"/>
                    <a:pt x="2619" y="12"/>
                    <a:pt x="2619" y="12"/>
                  </a:cubicBezTo>
                  <a:cubicBezTo>
                    <a:pt x="2619" y="11"/>
                    <a:pt x="2619" y="11"/>
                    <a:pt x="2619" y="11"/>
                  </a:cubicBezTo>
                  <a:cubicBezTo>
                    <a:pt x="2619" y="8"/>
                    <a:pt x="2619" y="8"/>
                    <a:pt x="2619" y="8"/>
                  </a:cubicBezTo>
                  <a:cubicBezTo>
                    <a:pt x="2619" y="6"/>
                    <a:pt x="2617" y="5"/>
                    <a:pt x="2616" y="5"/>
                  </a:cubicBezTo>
                  <a:cubicBezTo>
                    <a:pt x="2614" y="5"/>
                    <a:pt x="2612" y="6"/>
                    <a:pt x="2612" y="8"/>
                  </a:cubicBezTo>
                  <a:cubicBezTo>
                    <a:pt x="2612" y="11"/>
                    <a:pt x="2612" y="11"/>
                    <a:pt x="2612" y="11"/>
                  </a:cubicBezTo>
                  <a:cubicBezTo>
                    <a:pt x="2613" y="12"/>
                    <a:pt x="2613" y="12"/>
                    <a:pt x="2613" y="12"/>
                  </a:cubicBezTo>
                  <a:cubicBezTo>
                    <a:pt x="2609" y="12"/>
                    <a:pt x="2609" y="12"/>
                    <a:pt x="2609" y="12"/>
                  </a:cubicBezTo>
                  <a:cubicBezTo>
                    <a:pt x="2607" y="12"/>
                    <a:pt x="2606" y="13"/>
                    <a:pt x="2606" y="15"/>
                  </a:cubicBezTo>
                  <a:cubicBezTo>
                    <a:pt x="2606" y="16"/>
                    <a:pt x="2606" y="17"/>
                    <a:pt x="2607" y="18"/>
                  </a:cubicBezTo>
                  <a:cubicBezTo>
                    <a:pt x="2437" y="52"/>
                    <a:pt x="2265" y="71"/>
                    <a:pt x="2092" y="73"/>
                  </a:cubicBezTo>
                  <a:cubicBezTo>
                    <a:pt x="1916" y="71"/>
                    <a:pt x="1739" y="51"/>
                    <a:pt x="1564" y="15"/>
                  </a:cubicBezTo>
                  <a:cubicBezTo>
                    <a:pt x="1566" y="15"/>
                    <a:pt x="1567" y="14"/>
                    <a:pt x="1569" y="14"/>
                  </a:cubicBezTo>
                  <a:cubicBezTo>
                    <a:pt x="1568" y="13"/>
                    <a:pt x="1568" y="13"/>
                    <a:pt x="1568" y="13"/>
                  </a:cubicBezTo>
                  <a:cubicBezTo>
                    <a:pt x="1566" y="14"/>
                    <a:pt x="1564" y="14"/>
                    <a:pt x="1562" y="15"/>
                  </a:cubicBezTo>
                  <a:cubicBezTo>
                    <a:pt x="1560" y="14"/>
                    <a:pt x="1558" y="14"/>
                    <a:pt x="1556" y="13"/>
                  </a:cubicBezTo>
                  <a:cubicBezTo>
                    <a:pt x="1556" y="14"/>
                    <a:pt x="1556" y="14"/>
                    <a:pt x="1556" y="14"/>
                  </a:cubicBezTo>
                  <a:cubicBezTo>
                    <a:pt x="1558" y="14"/>
                    <a:pt x="1559" y="15"/>
                    <a:pt x="1561" y="15"/>
                  </a:cubicBezTo>
                  <a:cubicBezTo>
                    <a:pt x="1558" y="16"/>
                    <a:pt x="1556" y="16"/>
                    <a:pt x="1553" y="17"/>
                  </a:cubicBezTo>
                  <a:cubicBezTo>
                    <a:pt x="1554" y="16"/>
                    <a:pt x="1554" y="16"/>
                    <a:pt x="1554" y="15"/>
                  </a:cubicBezTo>
                  <a:cubicBezTo>
                    <a:pt x="1554" y="13"/>
                    <a:pt x="1553" y="12"/>
                    <a:pt x="1551" y="12"/>
                  </a:cubicBezTo>
                  <a:cubicBezTo>
                    <a:pt x="1547" y="12"/>
                    <a:pt x="1547" y="12"/>
                    <a:pt x="1547" y="12"/>
                  </a:cubicBezTo>
                  <a:cubicBezTo>
                    <a:pt x="1547" y="11"/>
                    <a:pt x="1547" y="11"/>
                    <a:pt x="1547" y="11"/>
                  </a:cubicBezTo>
                  <a:cubicBezTo>
                    <a:pt x="1547" y="8"/>
                    <a:pt x="1547" y="8"/>
                    <a:pt x="1547" y="8"/>
                  </a:cubicBezTo>
                  <a:cubicBezTo>
                    <a:pt x="1547" y="6"/>
                    <a:pt x="1546" y="5"/>
                    <a:pt x="1544" y="5"/>
                  </a:cubicBezTo>
                  <a:cubicBezTo>
                    <a:pt x="1542" y="5"/>
                    <a:pt x="1541" y="6"/>
                    <a:pt x="1541" y="8"/>
                  </a:cubicBezTo>
                  <a:cubicBezTo>
                    <a:pt x="1541" y="11"/>
                    <a:pt x="1541" y="11"/>
                    <a:pt x="1541" y="11"/>
                  </a:cubicBezTo>
                  <a:cubicBezTo>
                    <a:pt x="1541" y="12"/>
                    <a:pt x="1541" y="12"/>
                    <a:pt x="1541" y="12"/>
                  </a:cubicBezTo>
                  <a:cubicBezTo>
                    <a:pt x="1534" y="12"/>
                    <a:pt x="1534" y="12"/>
                    <a:pt x="1534" y="12"/>
                  </a:cubicBezTo>
                  <a:cubicBezTo>
                    <a:pt x="1534" y="11"/>
                    <a:pt x="1534" y="11"/>
                    <a:pt x="1534" y="11"/>
                  </a:cubicBezTo>
                  <a:cubicBezTo>
                    <a:pt x="1534" y="8"/>
                    <a:pt x="1534" y="8"/>
                    <a:pt x="1534" y="8"/>
                  </a:cubicBezTo>
                  <a:cubicBezTo>
                    <a:pt x="1534" y="6"/>
                    <a:pt x="1532" y="5"/>
                    <a:pt x="1531" y="5"/>
                  </a:cubicBezTo>
                  <a:cubicBezTo>
                    <a:pt x="1529" y="5"/>
                    <a:pt x="1527" y="6"/>
                    <a:pt x="1527" y="8"/>
                  </a:cubicBezTo>
                  <a:cubicBezTo>
                    <a:pt x="1527" y="11"/>
                    <a:pt x="1527" y="11"/>
                    <a:pt x="1527" y="11"/>
                  </a:cubicBezTo>
                  <a:cubicBezTo>
                    <a:pt x="1528" y="12"/>
                    <a:pt x="1528" y="12"/>
                    <a:pt x="1528" y="12"/>
                  </a:cubicBezTo>
                  <a:cubicBezTo>
                    <a:pt x="1510" y="12"/>
                    <a:pt x="1510" y="12"/>
                    <a:pt x="1510" y="12"/>
                  </a:cubicBezTo>
                  <a:cubicBezTo>
                    <a:pt x="1510" y="0"/>
                    <a:pt x="1510" y="0"/>
                    <a:pt x="1510" y="0"/>
                  </a:cubicBezTo>
                  <a:cubicBezTo>
                    <a:pt x="1502" y="0"/>
                    <a:pt x="1502" y="0"/>
                    <a:pt x="1502" y="0"/>
                  </a:cubicBezTo>
                  <a:cubicBezTo>
                    <a:pt x="1502" y="12"/>
                    <a:pt x="1502" y="12"/>
                    <a:pt x="1502" y="12"/>
                  </a:cubicBezTo>
                  <a:cubicBezTo>
                    <a:pt x="1485" y="12"/>
                    <a:pt x="1485" y="12"/>
                    <a:pt x="1485" y="12"/>
                  </a:cubicBezTo>
                  <a:cubicBezTo>
                    <a:pt x="1485" y="11"/>
                    <a:pt x="1485" y="11"/>
                    <a:pt x="1485" y="11"/>
                  </a:cubicBezTo>
                  <a:cubicBezTo>
                    <a:pt x="1485" y="8"/>
                    <a:pt x="1485" y="8"/>
                    <a:pt x="1485" y="8"/>
                  </a:cubicBezTo>
                  <a:cubicBezTo>
                    <a:pt x="1485" y="6"/>
                    <a:pt x="1483" y="5"/>
                    <a:pt x="1482" y="5"/>
                  </a:cubicBezTo>
                  <a:cubicBezTo>
                    <a:pt x="1480" y="5"/>
                    <a:pt x="1479" y="6"/>
                    <a:pt x="1479" y="8"/>
                  </a:cubicBezTo>
                  <a:cubicBezTo>
                    <a:pt x="1479" y="11"/>
                    <a:pt x="1479" y="11"/>
                    <a:pt x="1479" y="11"/>
                  </a:cubicBezTo>
                  <a:cubicBezTo>
                    <a:pt x="1479" y="12"/>
                    <a:pt x="1479" y="12"/>
                    <a:pt x="1479" y="12"/>
                  </a:cubicBezTo>
                  <a:cubicBezTo>
                    <a:pt x="1471" y="12"/>
                    <a:pt x="1471" y="12"/>
                    <a:pt x="1471" y="12"/>
                  </a:cubicBezTo>
                  <a:cubicBezTo>
                    <a:pt x="1471" y="11"/>
                    <a:pt x="1471" y="11"/>
                    <a:pt x="1471" y="11"/>
                  </a:cubicBezTo>
                  <a:cubicBezTo>
                    <a:pt x="1471" y="8"/>
                    <a:pt x="1471" y="8"/>
                    <a:pt x="1471" y="8"/>
                  </a:cubicBezTo>
                  <a:cubicBezTo>
                    <a:pt x="1471" y="6"/>
                    <a:pt x="1470" y="5"/>
                    <a:pt x="1468" y="5"/>
                  </a:cubicBezTo>
                  <a:cubicBezTo>
                    <a:pt x="1467" y="5"/>
                    <a:pt x="1465" y="6"/>
                    <a:pt x="1465" y="8"/>
                  </a:cubicBezTo>
                  <a:cubicBezTo>
                    <a:pt x="1465" y="11"/>
                    <a:pt x="1465" y="11"/>
                    <a:pt x="1465" y="11"/>
                  </a:cubicBezTo>
                  <a:cubicBezTo>
                    <a:pt x="1465" y="12"/>
                    <a:pt x="1465" y="12"/>
                    <a:pt x="1465" y="12"/>
                  </a:cubicBezTo>
                  <a:cubicBezTo>
                    <a:pt x="1462" y="12"/>
                    <a:pt x="1462" y="12"/>
                    <a:pt x="1462" y="12"/>
                  </a:cubicBezTo>
                  <a:cubicBezTo>
                    <a:pt x="1460" y="12"/>
                    <a:pt x="1458" y="13"/>
                    <a:pt x="1458" y="15"/>
                  </a:cubicBezTo>
                  <a:cubicBezTo>
                    <a:pt x="1458" y="17"/>
                    <a:pt x="1460" y="18"/>
                    <a:pt x="1462" y="18"/>
                  </a:cubicBezTo>
                  <a:cubicBezTo>
                    <a:pt x="1471" y="18"/>
                    <a:pt x="1471" y="18"/>
                    <a:pt x="1471" y="18"/>
                  </a:cubicBezTo>
                  <a:cubicBezTo>
                    <a:pt x="1301" y="52"/>
                    <a:pt x="1130" y="71"/>
                    <a:pt x="958" y="73"/>
                  </a:cubicBezTo>
                  <a:cubicBezTo>
                    <a:pt x="782" y="71"/>
                    <a:pt x="605" y="51"/>
                    <a:pt x="430" y="15"/>
                  </a:cubicBezTo>
                  <a:cubicBezTo>
                    <a:pt x="431" y="15"/>
                    <a:pt x="433" y="14"/>
                    <a:pt x="434" y="14"/>
                  </a:cubicBezTo>
                  <a:cubicBezTo>
                    <a:pt x="434" y="13"/>
                    <a:pt x="434" y="13"/>
                    <a:pt x="434" y="13"/>
                  </a:cubicBezTo>
                  <a:cubicBezTo>
                    <a:pt x="432" y="14"/>
                    <a:pt x="430" y="14"/>
                    <a:pt x="428" y="15"/>
                  </a:cubicBezTo>
                  <a:cubicBezTo>
                    <a:pt x="426" y="14"/>
                    <a:pt x="424" y="14"/>
                    <a:pt x="422" y="13"/>
                  </a:cubicBezTo>
                  <a:cubicBezTo>
                    <a:pt x="422" y="14"/>
                    <a:pt x="422" y="14"/>
                    <a:pt x="422" y="14"/>
                  </a:cubicBezTo>
                  <a:cubicBezTo>
                    <a:pt x="423" y="14"/>
                    <a:pt x="425" y="15"/>
                    <a:pt x="426" y="15"/>
                  </a:cubicBezTo>
                  <a:cubicBezTo>
                    <a:pt x="414" y="18"/>
                    <a:pt x="403" y="20"/>
                    <a:pt x="391" y="22"/>
                  </a:cubicBezTo>
                  <a:cubicBezTo>
                    <a:pt x="384" y="21"/>
                    <a:pt x="377" y="19"/>
                    <a:pt x="370" y="18"/>
                  </a:cubicBezTo>
                  <a:cubicBezTo>
                    <a:pt x="403" y="18"/>
                    <a:pt x="403" y="18"/>
                    <a:pt x="403" y="18"/>
                  </a:cubicBezTo>
                  <a:cubicBezTo>
                    <a:pt x="405" y="18"/>
                    <a:pt x="407" y="17"/>
                    <a:pt x="407" y="15"/>
                  </a:cubicBezTo>
                  <a:cubicBezTo>
                    <a:pt x="407" y="13"/>
                    <a:pt x="405" y="12"/>
                    <a:pt x="403" y="12"/>
                  </a:cubicBezTo>
                  <a:cubicBezTo>
                    <a:pt x="400" y="12"/>
                    <a:pt x="400" y="12"/>
                    <a:pt x="400" y="12"/>
                  </a:cubicBezTo>
                  <a:cubicBezTo>
                    <a:pt x="400" y="11"/>
                    <a:pt x="400" y="11"/>
                    <a:pt x="400" y="11"/>
                  </a:cubicBezTo>
                  <a:cubicBezTo>
                    <a:pt x="400" y="8"/>
                    <a:pt x="400" y="8"/>
                    <a:pt x="400" y="8"/>
                  </a:cubicBezTo>
                  <a:cubicBezTo>
                    <a:pt x="400" y="6"/>
                    <a:pt x="398" y="5"/>
                    <a:pt x="397" y="5"/>
                  </a:cubicBezTo>
                  <a:cubicBezTo>
                    <a:pt x="395" y="5"/>
                    <a:pt x="394" y="6"/>
                    <a:pt x="394" y="8"/>
                  </a:cubicBezTo>
                  <a:cubicBezTo>
                    <a:pt x="394" y="11"/>
                    <a:pt x="394" y="11"/>
                    <a:pt x="394" y="11"/>
                  </a:cubicBezTo>
                  <a:cubicBezTo>
                    <a:pt x="394" y="12"/>
                    <a:pt x="394" y="12"/>
                    <a:pt x="394" y="12"/>
                  </a:cubicBezTo>
                  <a:cubicBezTo>
                    <a:pt x="386" y="12"/>
                    <a:pt x="386" y="12"/>
                    <a:pt x="386" y="12"/>
                  </a:cubicBezTo>
                  <a:cubicBezTo>
                    <a:pt x="386" y="11"/>
                    <a:pt x="386" y="11"/>
                    <a:pt x="386" y="11"/>
                  </a:cubicBezTo>
                  <a:cubicBezTo>
                    <a:pt x="386" y="8"/>
                    <a:pt x="386" y="8"/>
                    <a:pt x="386" y="8"/>
                  </a:cubicBezTo>
                  <a:cubicBezTo>
                    <a:pt x="386" y="6"/>
                    <a:pt x="385" y="5"/>
                    <a:pt x="383" y="5"/>
                  </a:cubicBezTo>
                  <a:cubicBezTo>
                    <a:pt x="382" y="5"/>
                    <a:pt x="380" y="6"/>
                    <a:pt x="380" y="8"/>
                  </a:cubicBezTo>
                  <a:cubicBezTo>
                    <a:pt x="380" y="11"/>
                    <a:pt x="380" y="11"/>
                    <a:pt x="380" y="11"/>
                  </a:cubicBezTo>
                  <a:cubicBezTo>
                    <a:pt x="380" y="12"/>
                    <a:pt x="380" y="12"/>
                    <a:pt x="380" y="12"/>
                  </a:cubicBezTo>
                  <a:cubicBezTo>
                    <a:pt x="363" y="12"/>
                    <a:pt x="363" y="12"/>
                    <a:pt x="363" y="12"/>
                  </a:cubicBezTo>
                  <a:cubicBezTo>
                    <a:pt x="363" y="0"/>
                    <a:pt x="363" y="0"/>
                    <a:pt x="363" y="0"/>
                  </a:cubicBezTo>
                  <a:cubicBezTo>
                    <a:pt x="355" y="0"/>
                    <a:pt x="355" y="0"/>
                    <a:pt x="355" y="0"/>
                  </a:cubicBezTo>
                  <a:cubicBezTo>
                    <a:pt x="355" y="12"/>
                    <a:pt x="355" y="12"/>
                    <a:pt x="355" y="12"/>
                  </a:cubicBezTo>
                  <a:cubicBezTo>
                    <a:pt x="337" y="12"/>
                    <a:pt x="337" y="12"/>
                    <a:pt x="337" y="12"/>
                  </a:cubicBezTo>
                  <a:cubicBezTo>
                    <a:pt x="337" y="11"/>
                    <a:pt x="337" y="11"/>
                    <a:pt x="337" y="11"/>
                  </a:cubicBezTo>
                  <a:cubicBezTo>
                    <a:pt x="337" y="8"/>
                    <a:pt x="337" y="8"/>
                    <a:pt x="337" y="8"/>
                  </a:cubicBezTo>
                  <a:cubicBezTo>
                    <a:pt x="337" y="6"/>
                    <a:pt x="336" y="5"/>
                    <a:pt x="334" y="5"/>
                  </a:cubicBezTo>
                  <a:cubicBezTo>
                    <a:pt x="333" y="5"/>
                    <a:pt x="331" y="6"/>
                    <a:pt x="331" y="8"/>
                  </a:cubicBezTo>
                  <a:cubicBezTo>
                    <a:pt x="331" y="11"/>
                    <a:pt x="331" y="11"/>
                    <a:pt x="331" y="11"/>
                  </a:cubicBezTo>
                  <a:cubicBezTo>
                    <a:pt x="331" y="12"/>
                    <a:pt x="331" y="12"/>
                    <a:pt x="331" y="12"/>
                  </a:cubicBezTo>
                  <a:cubicBezTo>
                    <a:pt x="324" y="12"/>
                    <a:pt x="324" y="12"/>
                    <a:pt x="324" y="12"/>
                  </a:cubicBezTo>
                  <a:cubicBezTo>
                    <a:pt x="324" y="11"/>
                    <a:pt x="324" y="11"/>
                    <a:pt x="324" y="11"/>
                  </a:cubicBezTo>
                  <a:cubicBezTo>
                    <a:pt x="324" y="8"/>
                    <a:pt x="324" y="8"/>
                    <a:pt x="324" y="8"/>
                  </a:cubicBezTo>
                  <a:cubicBezTo>
                    <a:pt x="324" y="6"/>
                    <a:pt x="323" y="5"/>
                    <a:pt x="321" y="5"/>
                  </a:cubicBezTo>
                  <a:cubicBezTo>
                    <a:pt x="319" y="5"/>
                    <a:pt x="318" y="6"/>
                    <a:pt x="318" y="8"/>
                  </a:cubicBezTo>
                  <a:cubicBezTo>
                    <a:pt x="318" y="11"/>
                    <a:pt x="318" y="11"/>
                    <a:pt x="318" y="11"/>
                  </a:cubicBezTo>
                  <a:cubicBezTo>
                    <a:pt x="318" y="12"/>
                    <a:pt x="318" y="12"/>
                    <a:pt x="318" y="12"/>
                  </a:cubicBezTo>
                  <a:cubicBezTo>
                    <a:pt x="314" y="12"/>
                    <a:pt x="314" y="12"/>
                    <a:pt x="314" y="12"/>
                  </a:cubicBezTo>
                  <a:cubicBezTo>
                    <a:pt x="312" y="12"/>
                    <a:pt x="311" y="13"/>
                    <a:pt x="311" y="15"/>
                  </a:cubicBezTo>
                  <a:cubicBezTo>
                    <a:pt x="311" y="17"/>
                    <a:pt x="312" y="18"/>
                    <a:pt x="314" y="18"/>
                  </a:cubicBezTo>
                  <a:cubicBezTo>
                    <a:pt x="337" y="18"/>
                    <a:pt x="337" y="18"/>
                    <a:pt x="337" y="18"/>
                  </a:cubicBezTo>
                  <a:cubicBezTo>
                    <a:pt x="225" y="41"/>
                    <a:pt x="112" y="56"/>
                    <a:pt x="0" y="65"/>
                  </a:cubicBezTo>
                  <a:cubicBezTo>
                    <a:pt x="0" y="66"/>
                    <a:pt x="0" y="66"/>
                    <a:pt x="0" y="66"/>
                  </a:cubicBezTo>
                  <a:cubicBezTo>
                    <a:pt x="114" y="57"/>
                    <a:pt x="227" y="41"/>
                    <a:pt x="340" y="18"/>
                  </a:cubicBezTo>
                  <a:cubicBezTo>
                    <a:pt x="355" y="18"/>
                    <a:pt x="355" y="18"/>
                    <a:pt x="355" y="18"/>
                  </a:cubicBezTo>
                  <a:cubicBezTo>
                    <a:pt x="355" y="29"/>
                    <a:pt x="355" y="29"/>
                    <a:pt x="355" y="29"/>
                  </a:cubicBezTo>
                  <a:cubicBezTo>
                    <a:pt x="237" y="50"/>
                    <a:pt x="118" y="64"/>
                    <a:pt x="0" y="70"/>
                  </a:cubicBezTo>
                  <a:cubicBezTo>
                    <a:pt x="0" y="71"/>
                    <a:pt x="0" y="71"/>
                    <a:pt x="0" y="71"/>
                  </a:cubicBezTo>
                  <a:cubicBezTo>
                    <a:pt x="118" y="65"/>
                    <a:pt x="237" y="51"/>
                    <a:pt x="355" y="29"/>
                  </a:cubicBezTo>
                  <a:cubicBezTo>
                    <a:pt x="355" y="382"/>
                    <a:pt x="355" y="382"/>
                    <a:pt x="355" y="382"/>
                  </a:cubicBezTo>
                  <a:cubicBezTo>
                    <a:pt x="363" y="382"/>
                    <a:pt x="363" y="382"/>
                    <a:pt x="363" y="382"/>
                  </a:cubicBezTo>
                  <a:cubicBezTo>
                    <a:pt x="363" y="28"/>
                    <a:pt x="363" y="28"/>
                    <a:pt x="363" y="28"/>
                  </a:cubicBezTo>
                  <a:cubicBezTo>
                    <a:pt x="372" y="26"/>
                    <a:pt x="381" y="25"/>
                    <a:pt x="391" y="23"/>
                  </a:cubicBezTo>
                  <a:cubicBezTo>
                    <a:pt x="567" y="57"/>
                    <a:pt x="745" y="74"/>
                    <a:pt x="921" y="74"/>
                  </a:cubicBezTo>
                  <a:cubicBezTo>
                    <a:pt x="933" y="74"/>
                    <a:pt x="946" y="74"/>
                    <a:pt x="958" y="74"/>
                  </a:cubicBezTo>
                  <a:cubicBezTo>
                    <a:pt x="970" y="74"/>
                    <a:pt x="983" y="74"/>
                    <a:pt x="995" y="74"/>
                  </a:cubicBezTo>
                  <a:cubicBezTo>
                    <a:pt x="1164" y="74"/>
                    <a:pt x="1334" y="58"/>
                    <a:pt x="1502" y="27"/>
                  </a:cubicBezTo>
                  <a:cubicBezTo>
                    <a:pt x="1502" y="382"/>
                    <a:pt x="1502" y="382"/>
                    <a:pt x="1502" y="382"/>
                  </a:cubicBezTo>
                  <a:cubicBezTo>
                    <a:pt x="1510" y="382"/>
                    <a:pt x="1510" y="382"/>
                    <a:pt x="1510" y="382"/>
                  </a:cubicBezTo>
                  <a:cubicBezTo>
                    <a:pt x="1510" y="26"/>
                    <a:pt x="1510" y="26"/>
                    <a:pt x="1510" y="26"/>
                  </a:cubicBezTo>
                  <a:cubicBezTo>
                    <a:pt x="1515" y="25"/>
                    <a:pt x="1520" y="24"/>
                    <a:pt x="1525" y="23"/>
                  </a:cubicBezTo>
                  <a:cubicBezTo>
                    <a:pt x="1701" y="57"/>
                    <a:pt x="1879" y="74"/>
                    <a:pt x="2055" y="74"/>
                  </a:cubicBezTo>
                  <a:cubicBezTo>
                    <a:pt x="2068" y="74"/>
                    <a:pt x="2080" y="74"/>
                    <a:pt x="2092" y="74"/>
                  </a:cubicBezTo>
                  <a:cubicBezTo>
                    <a:pt x="2105" y="74"/>
                    <a:pt x="2117" y="74"/>
                    <a:pt x="2130" y="74"/>
                  </a:cubicBezTo>
                  <a:cubicBezTo>
                    <a:pt x="2302" y="74"/>
                    <a:pt x="2477" y="57"/>
                    <a:pt x="2650" y="25"/>
                  </a:cubicBezTo>
                  <a:cubicBezTo>
                    <a:pt x="2650" y="382"/>
                    <a:pt x="2650" y="382"/>
                    <a:pt x="2650" y="382"/>
                  </a:cubicBezTo>
                  <a:cubicBezTo>
                    <a:pt x="2657" y="382"/>
                    <a:pt x="2657" y="382"/>
                    <a:pt x="2657" y="382"/>
                  </a:cubicBezTo>
                  <a:cubicBezTo>
                    <a:pt x="2657" y="23"/>
                    <a:pt x="2657" y="23"/>
                    <a:pt x="2657" y="23"/>
                  </a:cubicBezTo>
                  <a:cubicBezTo>
                    <a:pt x="2658" y="23"/>
                    <a:pt x="2659" y="23"/>
                    <a:pt x="2660" y="23"/>
                  </a:cubicBezTo>
                  <a:cubicBezTo>
                    <a:pt x="2835" y="57"/>
                    <a:pt x="3013" y="74"/>
                    <a:pt x="3190" y="74"/>
                  </a:cubicBezTo>
                  <a:cubicBezTo>
                    <a:pt x="3202" y="74"/>
                    <a:pt x="3214" y="74"/>
                    <a:pt x="3227" y="74"/>
                  </a:cubicBezTo>
                  <a:cubicBezTo>
                    <a:pt x="3239" y="74"/>
                    <a:pt x="3252" y="74"/>
                    <a:pt x="3264" y="74"/>
                  </a:cubicBezTo>
                  <a:cubicBezTo>
                    <a:pt x="3441" y="74"/>
                    <a:pt x="3619" y="57"/>
                    <a:pt x="3795" y="23"/>
                  </a:cubicBezTo>
                  <a:cubicBezTo>
                    <a:pt x="3796" y="23"/>
                    <a:pt x="3796" y="23"/>
                    <a:pt x="3797" y="23"/>
                  </a:cubicBezTo>
                  <a:cubicBezTo>
                    <a:pt x="3797" y="382"/>
                    <a:pt x="3797" y="382"/>
                    <a:pt x="3797" y="382"/>
                  </a:cubicBezTo>
                  <a:cubicBezTo>
                    <a:pt x="3805" y="382"/>
                    <a:pt x="3805" y="382"/>
                    <a:pt x="3805" y="382"/>
                  </a:cubicBezTo>
                  <a:cubicBezTo>
                    <a:pt x="3805" y="24"/>
                    <a:pt x="3805" y="24"/>
                    <a:pt x="3805" y="24"/>
                  </a:cubicBezTo>
                  <a:cubicBezTo>
                    <a:pt x="3922" y="47"/>
                    <a:pt x="4041" y="62"/>
                    <a:pt x="4160" y="69"/>
                  </a:cubicBezTo>
                  <a:cubicBezTo>
                    <a:pt x="4160" y="68"/>
                    <a:pt x="4160" y="68"/>
                    <a:pt x="4160" y="68"/>
                  </a:cubicBezTo>
                  <a:cubicBezTo>
                    <a:pt x="4041" y="61"/>
                    <a:pt x="3923" y="46"/>
                    <a:pt x="3805" y="24"/>
                  </a:cubicBezTo>
                  <a:cubicBezTo>
                    <a:pt x="3805" y="21"/>
                    <a:pt x="3805" y="21"/>
                    <a:pt x="3805" y="21"/>
                  </a:cubicBezTo>
                  <a:cubicBezTo>
                    <a:pt x="3809" y="20"/>
                    <a:pt x="3813" y="19"/>
                    <a:pt x="3818" y="18"/>
                  </a:cubicBezTo>
                  <a:close/>
                  <a:moveTo>
                    <a:pt x="363" y="27"/>
                  </a:moveTo>
                  <a:cubicBezTo>
                    <a:pt x="363" y="18"/>
                    <a:pt x="363" y="18"/>
                    <a:pt x="363" y="18"/>
                  </a:cubicBezTo>
                  <a:cubicBezTo>
                    <a:pt x="367" y="18"/>
                    <a:pt x="367" y="18"/>
                    <a:pt x="367" y="18"/>
                  </a:cubicBezTo>
                  <a:cubicBezTo>
                    <a:pt x="374" y="20"/>
                    <a:pt x="382" y="21"/>
                    <a:pt x="389" y="23"/>
                  </a:cubicBezTo>
                  <a:cubicBezTo>
                    <a:pt x="380" y="24"/>
                    <a:pt x="371" y="26"/>
                    <a:pt x="363" y="27"/>
                  </a:cubicBezTo>
                  <a:close/>
                  <a:moveTo>
                    <a:pt x="393" y="23"/>
                  </a:moveTo>
                  <a:cubicBezTo>
                    <a:pt x="404" y="20"/>
                    <a:pt x="416" y="18"/>
                    <a:pt x="428" y="15"/>
                  </a:cubicBezTo>
                  <a:cubicBezTo>
                    <a:pt x="593" y="50"/>
                    <a:pt x="761" y="69"/>
                    <a:pt x="927" y="73"/>
                  </a:cubicBezTo>
                  <a:cubicBezTo>
                    <a:pt x="749" y="74"/>
                    <a:pt x="570" y="57"/>
                    <a:pt x="393" y="23"/>
                  </a:cubicBezTo>
                  <a:close/>
                  <a:moveTo>
                    <a:pt x="989" y="73"/>
                  </a:moveTo>
                  <a:cubicBezTo>
                    <a:pt x="1151" y="69"/>
                    <a:pt x="1314" y="51"/>
                    <a:pt x="1475" y="18"/>
                  </a:cubicBezTo>
                  <a:cubicBezTo>
                    <a:pt x="1501" y="18"/>
                    <a:pt x="1501" y="18"/>
                    <a:pt x="1501" y="18"/>
                  </a:cubicBezTo>
                  <a:cubicBezTo>
                    <a:pt x="1502" y="18"/>
                    <a:pt x="1502" y="18"/>
                    <a:pt x="1502" y="18"/>
                  </a:cubicBezTo>
                  <a:cubicBezTo>
                    <a:pt x="1502" y="26"/>
                    <a:pt x="1502" y="26"/>
                    <a:pt x="1502" y="26"/>
                  </a:cubicBezTo>
                  <a:cubicBezTo>
                    <a:pt x="1332" y="58"/>
                    <a:pt x="1160" y="74"/>
                    <a:pt x="989" y="73"/>
                  </a:cubicBezTo>
                  <a:close/>
                  <a:moveTo>
                    <a:pt x="1510" y="25"/>
                  </a:moveTo>
                  <a:cubicBezTo>
                    <a:pt x="1510" y="20"/>
                    <a:pt x="1510" y="20"/>
                    <a:pt x="1510" y="20"/>
                  </a:cubicBezTo>
                  <a:cubicBezTo>
                    <a:pt x="1514" y="21"/>
                    <a:pt x="1519" y="22"/>
                    <a:pt x="1523" y="23"/>
                  </a:cubicBezTo>
                  <a:cubicBezTo>
                    <a:pt x="1519" y="23"/>
                    <a:pt x="1514" y="24"/>
                    <a:pt x="1510" y="25"/>
                  </a:cubicBezTo>
                  <a:close/>
                  <a:moveTo>
                    <a:pt x="1510" y="19"/>
                  </a:moveTo>
                  <a:cubicBezTo>
                    <a:pt x="1510" y="18"/>
                    <a:pt x="1510" y="18"/>
                    <a:pt x="1510" y="18"/>
                  </a:cubicBezTo>
                  <a:cubicBezTo>
                    <a:pt x="1546" y="18"/>
                    <a:pt x="1546" y="18"/>
                    <a:pt x="1546" y="18"/>
                  </a:cubicBezTo>
                  <a:cubicBezTo>
                    <a:pt x="1539" y="19"/>
                    <a:pt x="1532" y="21"/>
                    <a:pt x="1525" y="22"/>
                  </a:cubicBezTo>
                  <a:cubicBezTo>
                    <a:pt x="1520" y="21"/>
                    <a:pt x="1515" y="20"/>
                    <a:pt x="1510" y="19"/>
                  </a:cubicBezTo>
                  <a:close/>
                  <a:moveTo>
                    <a:pt x="1527" y="23"/>
                  </a:moveTo>
                  <a:cubicBezTo>
                    <a:pt x="1534" y="21"/>
                    <a:pt x="1542" y="20"/>
                    <a:pt x="1549" y="18"/>
                  </a:cubicBezTo>
                  <a:cubicBezTo>
                    <a:pt x="1551" y="18"/>
                    <a:pt x="1551" y="18"/>
                    <a:pt x="1551" y="18"/>
                  </a:cubicBezTo>
                  <a:cubicBezTo>
                    <a:pt x="1551" y="18"/>
                    <a:pt x="1552" y="18"/>
                    <a:pt x="1553" y="17"/>
                  </a:cubicBezTo>
                  <a:cubicBezTo>
                    <a:pt x="1556" y="17"/>
                    <a:pt x="1559" y="16"/>
                    <a:pt x="1562" y="15"/>
                  </a:cubicBezTo>
                  <a:cubicBezTo>
                    <a:pt x="1728" y="50"/>
                    <a:pt x="1895" y="69"/>
                    <a:pt x="2062" y="73"/>
                  </a:cubicBezTo>
                  <a:cubicBezTo>
                    <a:pt x="1883" y="74"/>
                    <a:pt x="1705" y="57"/>
                    <a:pt x="1527" y="23"/>
                  </a:cubicBezTo>
                  <a:close/>
                  <a:moveTo>
                    <a:pt x="2650" y="20"/>
                  </a:moveTo>
                  <a:cubicBezTo>
                    <a:pt x="2646" y="20"/>
                    <a:pt x="2643" y="19"/>
                    <a:pt x="2639" y="18"/>
                  </a:cubicBezTo>
                  <a:cubicBezTo>
                    <a:pt x="2650" y="18"/>
                    <a:pt x="2650" y="18"/>
                    <a:pt x="2650" y="18"/>
                  </a:cubicBezTo>
                  <a:lnTo>
                    <a:pt x="2650" y="20"/>
                  </a:lnTo>
                  <a:close/>
                  <a:moveTo>
                    <a:pt x="2123" y="73"/>
                  </a:moveTo>
                  <a:cubicBezTo>
                    <a:pt x="2285" y="69"/>
                    <a:pt x="2448" y="51"/>
                    <a:pt x="2609" y="18"/>
                  </a:cubicBezTo>
                  <a:cubicBezTo>
                    <a:pt x="2636" y="18"/>
                    <a:pt x="2636" y="18"/>
                    <a:pt x="2636" y="18"/>
                  </a:cubicBezTo>
                  <a:cubicBezTo>
                    <a:pt x="2640" y="19"/>
                    <a:pt x="2645" y="20"/>
                    <a:pt x="2650" y="21"/>
                  </a:cubicBezTo>
                  <a:cubicBezTo>
                    <a:pt x="2650" y="24"/>
                    <a:pt x="2650" y="24"/>
                    <a:pt x="2650" y="24"/>
                  </a:cubicBezTo>
                  <a:cubicBezTo>
                    <a:pt x="2475" y="57"/>
                    <a:pt x="2299" y="74"/>
                    <a:pt x="2123" y="73"/>
                  </a:cubicBezTo>
                  <a:close/>
                  <a:moveTo>
                    <a:pt x="2657" y="23"/>
                  </a:moveTo>
                  <a:cubicBezTo>
                    <a:pt x="2657" y="22"/>
                    <a:pt x="2657" y="22"/>
                    <a:pt x="2657" y="22"/>
                  </a:cubicBezTo>
                  <a:cubicBezTo>
                    <a:pt x="2658" y="23"/>
                    <a:pt x="2658" y="23"/>
                    <a:pt x="2658" y="23"/>
                  </a:cubicBezTo>
                  <a:lnTo>
                    <a:pt x="2657" y="23"/>
                  </a:lnTo>
                  <a:close/>
                  <a:moveTo>
                    <a:pt x="2657" y="22"/>
                  </a:moveTo>
                  <a:cubicBezTo>
                    <a:pt x="2657" y="18"/>
                    <a:pt x="2657" y="18"/>
                    <a:pt x="2657" y="18"/>
                  </a:cubicBezTo>
                  <a:cubicBezTo>
                    <a:pt x="2680" y="18"/>
                    <a:pt x="2680" y="18"/>
                    <a:pt x="2680" y="18"/>
                  </a:cubicBezTo>
                  <a:cubicBezTo>
                    <a:pt x="2673" y="19"/>
                    <a:pt x="2666" y="21"/>
                    <a:pt x="2660" y="22"/>
                  </a:cubicBezTo>
                  <a:cubicBezTo>
                    <a:pt x="2659" y="22"/>
                    <a:pt x="2658" y="22"/>
                    <a:pt x="2657" y="22"/>
                  </a:cubicBezTo>
                  <a:close/>
                  <a:moveTo>
                    <a:pt x="2661" y="23"/>
                  </a:moveTo>
                  <a:cubicBezTo>
                    <a:pt x="2669" y="21"/>
                    <a:pt x="2676" y="20"/>
                    <a:pt x="2684" y="18"/>
                  </a:cubicBezTo>
                  <a:cubicBezTo>
                    <a:pt x="2698" y="18"/>
                    <a:pt x="2698" y="18"/>
                    <a:pt x="2698" y="18"/>
                  </a:cubicBezTo>
                  <a:cubicBezTo>
                    <a:pt x="2699" y="18"/>
                    <a:pt x="2700" y="17"/>
                    <a:pt x="2701" y="16"/>
                  </a:cubicBezTo>
                  <a:cubicBezTo>
                    <a:pt x="2865" y="50"/>
                    <a:pt x="3031" y="69"/>
                    <a:pt x="3196" y="73"/>
                  </a:cubicBezTo>
                  <a:cubicBezTo>
                    <a:pt x="3018" y="74"/>
                    <a:pt x="2839" y="57"/>
                    <a:pt x="2661" y="23"/>
                  </a:cubicBezTo>
                  <a:close/>
                  <a:moveTo>
                    <a:pt x="3814" y="18"/>
                  </a:moveTo>
                  <a:cubicBezTo>
                    <a:pt x="3811" y="19"/>
                    <a:pt x="3808" y="19"/>
                    <a:pt x="3805" y="20"/>
                  </a:cubicBezTo>
                  <a:cubicBezTo>
                    <a:pt x="3805" y="18"/>
                    <a:pt x="3805" y="18"/>
                    <a:pt x="3805" y="18"/>
                  </a:cubicBezTo>
                  <a:lnTo>
                    <a:pt x="3814" y="18"/>
                  </a:lnTo>
                  <a:close/>
                  <a:moveTo>
                    <a:pt x="3258" y="73"/>
                  </a:moveTo>
                  <a:cubicBezTo>
                    <a:pt x="3423" y="69"/>
                    <a:pt x="3589" y="50"/>
                    <a:pt x="3753" y="16"/>
                  </a:cubicBezTo>
                  <a:cubicBezTo>
                    <a:pt x="3754" y="17"/>
                    <a:pt x="3755" y="18"/>
                    <a:pt x="3756" y="18"/>
                  </a:cubicBezTo>
                  <a:cubicBezTo>
                    <a:pt x="3773" y="18"/>
                    <a:pt x="3773" y="18"/>
                    <a:pt x="3773" y="18"/>
                  </a:cubicBezTo>
                  <a:cubicBezTo>
                    <a:pt x="3779" y="20"/>
                    <a:pt x="3786" y="21"/>
                    <a:pt x="3793" y="22"/>
                  </a:cubicBezTo>
                  <a:cubicBezTo>
                    <a:pt x="3615" y="57"/>
                    <a:pt x="3437" y="74"/>
                    <a:pt x="3258" y="73"/>
                  </a:cubicBezTo>
                  <a:close/>
                  <a:moveTo>
                    <a:pt x="3776" y="18"/>
                  </a:moveTo>
                  <a:cubicBezTo>
                    <a:pt x="3797" y="18"/>
                    <a:pt x="3797" y="18"/>
                    <a:pt x="3797" y="18"/>
                  </a:cubicBezTo>
                  <a:cubicBezTo>
                    <a:pt x="3797" y="22"/>
                    <a:pt x="3797" y="22"/>
                    <a:pt x="3797" y="22"/>
                  </a:cubicBezTo>
                  <a:cubicBezTo>
                    <a:pt x="3796" y="22"/>
                    <a:pt x="3796" y="22"/>
                    <a:pt x="3795" y="22"/>
                  </a:cubicBezTo>
                  <a:cubicBezTo>
                    <a:pt x="3789" y="21"/>
                    <a:pt x="3782" y="19"/>
                    <a:pt x="3776" y="18"/>
                  </a:cubicBezTo>
                  <a:close/>
                  <a:moveTo>
                    <a:pt x="3797" y="22"/>
                  </a:moveTo>
                  <a:cubicBezTo>
                    <a:pt x="3797" y="22"/>
                    <a:pt x="3797" y="22"/>
                    <a:pt x="3797" y="22"/>
                  </a:cubicBezTo>
                  <a:cubicBezTo>
                    <a:pt x="3797" y="22"/>
                    <a:pt x="3797" y="22"/>
                    <a:pt x="3797" y="22"/>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3" name="Google Shape;423;p8"/>
            <p:cNvSpPr/>
            <p:nvPr/>
          </p:nvSpPr>
          <p:spPr>
            <a:xfrm>
              <a:off x="5800725" y="4877614"/>
              <a:ext cx="3343274" cy="287338"/>
            </a:xfrm>
            <a:custGeom>
              <a:avLst/>
              <a:gdLst/>
              <a:ahLst/>
              <a:cxnLst/>
              <a:rect l="l" t="t" r="r" b="b"/>
              <a:pathLst>
                <a:path w="1767" h="152" extrusionOk="0">
                  <a:moveTo>
                    <a:pt x="0" y="152"/>
                  </a:moveTo>
                  <a:cubicBezTo>
                    <a:pt x="1767" y="152"/>
                    <a:pt x="1767" y="152"/>
                    <a:pt x="1767" y="152"/>
                  </a:cubicBezTo>
                  <a:cubicBezTo>
                    <a:pt x="1767" y="62"/>
                    <a:pt x="1767" y="62"/>
                    <a:pt x="1767" y="62"/>
                  </a:cubicBezTo>
                  <a:cubicBezTo>
                    <a:pt x="1178" y="0"/>
                    <a:pt x="579" y="31"/>
                    <a:pt x="0" y="152"/>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24" name="Google Shape;424;p8"/>
          <p:cNvGrpSpPr/>
          <p:nvPr/>
        </p:nvGrpSpPr>
        <p:grpSpPr>
          <a:xfrm>
            <a:off x="5230725" y="4080881"/>
            <a:ext cx="2672481" cy="1084069"/>
            <a:chOff x="5230725" y="4080881"/>
            <a:chExt cx="2672481" cy="1084069"/>
          </a:xfrm>
        </p:grpSpPr>
        <p:sp>
          <p:nvSpPr>
            <p:cNvPr id="425" name="Google Shape;425;p8"/>
            <p:cNvSpPr/>
            <p:nvPr/>
          </p:nvSpPr>
          <p:spPr>
            <a:xfrm>
              <a:off x="5230725" y="4841151"/>
              <a:ext cx="1042875" cy="323799"/>
            </a:xfrm>
            <a:custGeom>
              <a:avLst/>
              <a:gdLst/>
              <a:ahLst/>
              <a:cxnLst/>
              <a:rect l="l" t="t" r="r" b="b"/>
              <a:pathLst>
                <a:path w="1506" h="467" extrusionOk="0">
                  <a:moveTo>
                    <a:pt x="1506" y="467"/>
                  </a:moveTo>
                  <a:cubicBezTo>
                    <a:pt x="0" y="467"/>
                    <a:pt x="0" y="467"/>
                    <a:pt x="0" y="467"/>
                  </a:cubicBezTo>
                  <a:cubicBezTo>
                    <a:pt x="2" y="400"/>
                    <a:pt x="53" y="322"/>
                    <a:pt x="109" y="285"/>
                  </a:cubicBezTo>
                  <a:cubicBezTo>
                    <a:pt x="166" y="248"/>
                    <a:pt x="240" y="241"/>
                    <a:pt x="303" y="267"/>
                  </a:cubicBezTo>
                  <a:cubicBezTo>
                    <a:pt x="325" y="276"/>
                    <a:pt x="346" y="288"/>
                    <a:pt x="369" y="291"/>
                  </a:cubicBezTo>
                  <a:cubicBezTo>
                    <a:pt x="411" y="295"/>
                    <a:pt x="449" y="263"/>
                    <a:pt x="472" y="228"/>
                  </a:cubicBezTo>
                  <a:cubicBezTo>
                    <a:pt x="494" y="192"/>
                    <a:pt x="506" y="151"/>
                    <a:pt x="529" y="115"/>
                  </a:cubicBezTo>
                  <a:cubicBezTo>
                    <a:pt x="574" y="43"/>
                    <a:pt x="661" y="0"/>
                    <a:pt x="745" y="8"/>
                  </a:cubicBezTo>
                  <a:cubicBezTo>
                    <a:pt x="830" y="16"/>
                    <a:pt x="908" y="74"/>
                    <a:pt x="939" y="152"/>
                  </a:cubicBezTo>
                  <a:cubicBezTo>
                    <a:pt x="959" y="202"/>
                    <a:pt x="968" y="266"/>
                    <a:pt x="1017" y="286"/>
                  </a:cubicBezTo>
                  <a:cubicBezTo>
                    <a:pt x="1071" y="308"/>
                    <a:pt x="1126" y="258"/>
                    <a:pt x="1182" y="241"/>
                  </a:cubicBezTo>
                  <a:cubicBezTo>
                    <a:pt x="1243" y="222"/>
                    <a:pt x="1312" y="244"/>
                    <a:pt x="1363" y="283"/>
                  </a:cubicBezTo>
                  <a:cubicBezTo>
                    <a:pt x="1415" y="322"/>
                    <a:pt x="1469" y="414"/>
                    <a:pt x="1506" y="46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26" name="Google Shape;426;p8"/>
            <p:cNvGrpSpPr/>
            <p:nvPr/>
          </p:nvGrpSpPr>
          <p:grpSpPr>
            <a:xfrm>
              <a:off x="6860560" y="4080881"/>
              <a:ext cx="1042646" cy="915868"/>
              <a:chOff x="6860560" y="4080881"/>
              <a:chExt cx="1042646" cy="915868"/>
            </a:xfrm>
          </p:grpSpPr>
          <p:grpSp>
            <p:nvGrpSpPr>
              <p:cNvPr id="427" name="Google Shape;427;p8"/>
              <p:cNvGrpSpPr/>
              <p:nvPr/>
            </p:nvGrpSpPr>
            <p:grpSpPr>
              <a:xfrm>
                <a:off x="7690241" y="4378656"/>
                <a:ext cx="212965" cy="583472"/>
                <a:chOff x="6178550" y="415926"/>
                <a:chExt cx="774700" cy="2122487"/>
              </a:xfrm>
            </p:grpSpPr>
            <p:sp>
              <p:nvSpPr>
                <p:cNvPr id="428" name="Google Shape;428;p8"/>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9" name="Google Shape;429;p8"/>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0" name="Google Shape;430;p8"/>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1" name="Google Shape;431;p8"/>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2" name="Google Shape;432;p8"/>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3" name="Google Shape;433;p8"/>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4" name="Google Shape;434;p8"/>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5" name="Google Shape;435;p8"/>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36" name="Google Shape;436;p8"/>
              <p:cNvGrpSpPr/>
              <p:nvPr/>
            </p:nvGrpSpPr>
            <p:grpSpPr>
              <a:xfrm>
                <a:off x="7275443" y="4080881"/>
                <a:ext cx="273004" cy="915641"/>
                <a:chOff x="6178550" y="415926"/>
                <a:chExt cx="774700" cy="2122487"/>
              </a:xfrm>
            </p:grpSpPr>
            <p:sp>
              <p:nvSpPr>
                <p:cNvPr id="437" name="Google Shape;437;p8"/>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8" name="Google Shape;438;p8"/>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9" name="Google Shape;439;p8"/>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0" name="Google Shape;440;p8"/>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1" name="Google Shape;441;p8"/>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2" name="Google Shape;442;p8"/>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3" name="Google Shape;443;p8"/>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4" name="Google Shape;444;p8"/>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45" name="Google Shape;445;p8"/>
              <p:cNvGrpSpPr/>
              <p:nvPr/>
            </p:nvGrpSpPr>
            <p:grpSpPr>
              <a:xfrm>
                <a:off x="6860560" y="4248785"/>
                <a:ext cx="273004" cy="747964"/>
                <a:chOff x="6178550" y="415926"/>
                <a:chExt cx="774700" cy="2122487"/>
              </a:xfrm>
            </p:grpSpPr>
            <p:sp>
              <p:nvSpPr>
                <p:cNvPr id="446" name="Google Shape;446;p8"/>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7" name="Google Shape;447;p8"/>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8" name="Google Shape;448;p8"/>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9" name="Google Shape;449;p8"/>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0" name="Google Shape;450;p8"/>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1" name="Google Shape;451;p8"/>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2" name="Google Shape;452;p8"/>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3" name="Google Shape;453;p8"/>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454" name="Google Shape;454;p8"/>
          <p:cNvGrpSpPr/>
          <p:nvPr/>
        </p:nvGrpSpPr>
        <p:grpSpPr>
          <a:xfrm>
            <a:off x="-792010" y="535008"/>
            <a:ext cx="10776048" cy="2617992"/>
            <a:chOff x="-792010" y="535008"/>
            <a:chExt cx="10776048" cy="2617992"/>
          </a:xfrm>
        </p:grpSpPr>
        <p:grpSp>
          <p:nvGrpSpPr>
            <p:cNvPr id="455" name="Google Shape;455;p8"/>
            <p:cNvGrpSpPr/>
            <p:nvPr/>
          </p:nvGrpSpPr>
          <p:grpSpPr>
            <a:xfrm>
              <a:off x="6873762" y="535008"/>
              <a:ext cx="3110277" cy="1049166"/>
              <a:chOff x="-944163" y="151533"/>
              <a:chExt cx="3110277" cy="1049166"/>
            </a:xfrm>
          </p:grpSpPr>
          <p:sp>
            <p:nvSpPr>
              <p:cNvPr id="456" name="Google Shape;456;p8"/>
              <p:cNvSpPr/>
              <p:nvPr/>
            </p:nvSpPr>
            <p:spPr>
              <a:xfrm>
                <a:off x="-944163" y="151533"/>
                <a:ext cx="3110277" cy="466375"/>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7" name="Google Shape;457;p8"/>
              <p:cNvSpPr/>
              <p:nvPr/>
            </p:nvSpPr>
            <p:spPr>
              <a:xfrm flipH="1">
                <a:off x="673881" y="923630"/>
                <a:ext cx="710808" cy="277069"/>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58" name="Google Shape;458;p8"/>
            <p:cNvSpPr/>
            <p:nvPr/>
          </p:nvSpPr>
          <p:spPr>
            <a:xfrm>
              <a:off x="180952" y="1307100"/>
              <a:ext cx="1207140" cy="181011"/>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9" name="Google Shape;459;p8"/>
            <p:cNvSpPr/>
            <p:nvPr/>
          </p:nvSpPr>
          <p:spPr>
            <a:xfrm flipH="1">
              <a:off x="-792010" y="2467700"/>
              <a:ext cx="1758100" cy="685300"/>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60"/>
        <p:cNvGrpSpPr/>
        <p:nvPr/>
      </p:nvGrpSpPr>
      <p:grpSpPr>
        <a:xfrm>
          <a:off x="0" y="0"/>
          <a:ext cx="0" cy="0"/>
          <a:chOff x="0" y="0"/>
          <a:chExt cx="0" cy="0"/>
        </a:xfrm>
      </p:grpSpPr>
      <p:pic>
        <p:nvPicPr>
          <p:cNvPr id="461" name="Google Shape;461;p9"/>
          <p:cNvPicPr preferRelativeResize="0"/>
          <p:nvPr/>
        </p:nvPicPr>
        <p:blipFill>
          <a:blip r:embed="rId2">
            <a:alphaModFix/>
          </a:blip>
          <a:stretch>
            <a:fillRect/>
          </a:stretch>
        </p:blipFill>
        <p:spPr>
          <a:xfrm>
            <a:off x="25" y="0"/>
            <a:ext cx="9144000" cy="5143500"/>
          </a:xfrm>
          <a:prstGeom prst="rect">
            <a:avLst/>
          </a:prstGeom>
          <a:noFill/>
          <a:ln>
            <a:noFill/>
          </a:ln>
        </p:spPr>
      </p:pic>
      <p:sp>
        <p:nvSpPr>
          <p:cNvPr id="462" name="Google Shape;462;p9"/>
          <p:cNvSpPr/>
          <p:nvPr/>
        </p:nvSpPr>
        <p:spPr>
          <a:xfrm>
            <a:off x="-4595000" y="3071117"/>
            <a:ext cx="12930107" cy="2072400"/>
          </a:xfrm>
          <a:custGeom>
            <a:avLst/>
            <a:gdLst/>
            <a:ahLst/>
            <a:cxnLst/>
            <a:rect l="l" t="t" r="r" b="b"/>
            <a:pathLst>
              <a:path w="4072" h="652" extrusionOk="0">
                <a:moveTo>
                  <a:pt x="4072" y="652"/>
                </a:moveTo>
                <a:cubicBezTo>
                  <a:pt x="3284" y="528"/>
                  <a:pt x="2784" y="319"/>
                  <a:pt x="2479" y="138"/>
                </a:cubicBezTo>
                <a:cubicBezTo>
                  <a:pt x="2479" y="138"/>
                  <a:pt x="2479" y="138"/>
                  <a:pt x="2479" y="138"/>
                </a:cubicBezTo>
                <a:cubicBezTo>
                  <a:pt x="2421" y="131"/>
                  <a:pt x="2368" y="112"/>
                  <a:pt x="2318" y="94"/>
                </a:cubicBezTo>
                <a:cubicBezTo>
                  <a:pt x="2268" y="75"/>
                  <a:pt x="2179" y="34"/>
                  <a:pt x="2149" y="25"/>
                </a:cubicBezTo>
                <a:cubicBezTo>
                  <a:pt x="2120" y="15"/>
                  <a:pt x="2118" y="55"/>
                  <a:pt x="2061" y="44"/>
                </a:cubicBezTo>
                <a:cubicBezTo>
                  <a:pt x="2005" y="32"/>
                  <a:pt x="1936" y="0"/>
                  <a:pt x="1895" y="7"/>
                </a:cubicBezTo>
                <a:cubicBezTo>
                  <a:pt x="1872" y="11"/>
                  <a:pt x="1825" y="11"/>
                  <a:pt x="1788" y="9"/>
                </a:cubicBezTo>
                <a:cubicBezTo>
                  <a:pt x="1521" y="209"/>
                  <a:pt x="986" y="497"/>
                  <a:pt x="0" y="652"/>
                </a:cubicBezTo>
                <a:lnTo>
                  <a:pt x="4072" y="652"/>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3" name="Google Shape;463;p9"/>
          <p:cNvSpPr txBox="1">
            <a:spLocks noGrp="1"/>
          </p:cNvSpPr>
          <p:nvPr>
            <p:ph type="title"/>
          </p:nvPr>
        </p:nvSpPr>
        <p:spPr>
          <a:xfrm>
            <a:off x="2241425" y="1490425"/>
            <a:ext cx="46611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64" name="Google Shape;464;p9"/>
          <p:cNvSpPr txBox="1">
            <a:spLocks noGrp="1"/>
          </p:cNvSpPr>
          <p:nvPr>
            <p:ph type="subTitle" idx="1"/>
          </p:nvPr>
        </p:nvSpPr>
        <p:spPr>
          <a:xfrm>
            <a:off x="2241475" y="2365925"/>
            <a:ext cx="4661100" cy="64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sz="1400"/>
            </a:lvl2pPr>
            <a:lvl3pPr lvl="2" algn="ctr" rtl="0">
              <a:lnSpc>
                <a:spcPct val="100000"/>
              </a:lnSpc>
              <a:spcBef>
                <a:spcPts val="0"/>
              </a:spcBef>
              <a:spcAft>
                <a:spcPts val="0"/>
              </a:spcAft>
              <a:buSzPts val="1400"/>
              <a:buNone/>
              <a:defRPr sz="1400"/>
            </a:lvl3pPr>
            <a:lvl4pPr lvl="3" algn="ctr" rtl="0">
              <a:lnSpc>
                <a:spcPct val="100000"/>
              </a:lnSpc>
              <a:spcBef>
                <a:spcPts val="0"/>
              </a:spcBef>
              <a:spcAft>
                <a:spcPts val="0"/>
              </a:spcAft>
              <a:buSzPts val="1400"/>
              <a:buNone/>
              <a:defRPr sz="1400"/>
            </a:lvl4pPr>
            <a:lvl5pPr lvl="4" algn="ctr" rtl="0">
              <a:lnSpc>
                <a:spcPct val="100000"/>
              </a:lnSpc>
              <a:spcBef>
                <a:spcPts val="0"/>
              </a:spcBef>
              <a:spcAft>
                <a:spcPts val="0"/>
              </a:spcAft>
              <a:buSzPts val="1400"/>
              <a:buNone/>
              <a:defRPr sz="1400"/>
            </a:lvl5pPr>
            <a:lvl6pPr lvl="5" algn="ctr" rtl="0">
              <a:lnSpc>
                <a:spcPct val="100000"/>
              </a:lnSpc>
              <a:spcBef>
                <a:spcPts val="0"/>
              </a:spcBef>
              <a:spcAft>
                <a:spcPts val="0"/>
              </a:spcAft>
              <a:buSzPts val="1400"/>
              <a:buNone/>
              <a:defRPr sz="1400"/>
            </a:lvl6pPr>
            <a:lvl7pPr lvl="6" algn="ctr" rtl="0">
              <a:lnSpc>
                <a:spcPct val="100000"/>
              </a:lnSpc>
              <a:spcBef>
                <a:spcPts val="0"/>
              </a:spcBef>
              <a:spcAft>
                <a:spcPts val="0"/>
              </a:spcAft>
              <a:buSzPts val="1400"/>
              <a:buNone/>
              <a:defRPr sz="1400"/>
            </a:lvl7pPr>
            <a:lvl8pPr lvl="7" algn="ctr" rtl="0">
              <a:lnSpc>
                <a:spcPct val="100000"/>
              </a:lnSpc>
              <a:spcBef>
                <a:spcPts val="0"/>
              </a:spcBef>
              <a:spcAft>
                <a:spcPts val="0"/>
              </a:spcAft>
              <a:buSzPts val="1400"/>
              <a:buNone/>
              <a:defRPr sz="1400"/>
            </a:lvl8pPr>
            <a:lvl9pPr lvl="8" algn="ctr" rtl="0">
              <a:lnSpc>
                <a:spcPct val="100000"/>
              </a:lnSpc>
              <a:spcBef>
                <a:spcPts val="0"/>
              </a:spcBef>
              <a:spcAft>
                <a:spcPts val="0"/>
              </a:spcAft>
              <a:buSzPts val="1400"/>
              <a:buNone/>
              <a:defRPr sz="1400"/>
            </a:lvl9pPr>
          </a:lstStyle>
          <a:p>
            <a:endParaRPr/>
          </a:p>
        </p:txBody>
      </p:sp>
      <p:cxnSp>
        <p:nvCxnSpPr>
          <p:cNvPr id="465" name="Google Shape;465;p9"/>
          <p:cNvCxnSpPr>
            <a:endCxn id="463" idx="0"/>
          </p:cNvCxnSpPr>
          <p:nvPr/>
        </p:nvCxnSpPr>
        <p:spPr>
          <a:xfrm>
            <a:off x="4571975" y="-581975"/>
            <a:ext cx="0" cy="2072400"/>
          </a:xfrm>
          <a:prstGeom prst="straightConnector1">
            <a:avLst/>
          </a:prstGeom>
          <a:noFill/>
          <a:ln w="9525" cap="flat" cmpd="sng">
            <a:solidFill>
              <a:schemeClr val="dk1"/>
            </a:solidFill>
            <a:prstDash val="solid"/>
            <a:round/>
            <a:headEnd type="none" w="med" len="med"/>
            <a:tailEnd type="diamond" w="med" len="med"/>
          </a:ln>
        </p:spPr>
      </p:cxnSp>
      <p:grpSp>
        <p:nvGrpSpPr>
          <p:cNvPr id="466" name="Google Shape;466;p9"/>
          <p:cNvGrpSpPr/>
          <p:nvPr/>
        </p:nvGrpSpPr>
        <p:grpSpPr>
          <a:xfrm>
            <a:off x="-1547964" y="1093934"/>
            <a:ext cx="11516177" cy="2198627"/>
            <a:chOff x="-1547964" y="1093934"/>
            <a:chExt cx="11516177" cy="2198627"/>
          </a:xfrm>
        </p:grpSpPr>
        <p:sp>
          <p:nvSpPr>
            <p:cNvPr id="467" name="Google Shape;467;p9"/>
            <p:cNvSpPr/>
            <p:nvPr/>
          </p:nvSpPr>
          <p:spPr>
            <a:xfrm>
              <a:off x="-1547964" y="1093934"/>
              <a:ext cx="3066274" cy="459775"/>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8" name="Google Shape;468;p9"/>
            <p:cNvSpPr/>
            <p:nvPr/>
          </p:nvSpPr>
          <p:spPr>
            <a:xfrm flipH="1">
              <a:off x="1200844" y="1881980"/>
              <a:ext cx="710808" cy="277069"/>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9" name="Google Shape;469;p9"/>
            <p:cNvSpPr/>
            <p:nvPr/>
          </p:nvSpPr>
          <p:spPr>
            <a:xfrm>
              <a:off x="7058752" y="3111550"/>
              <a:ext cx="1207140" cy="181011"/>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0" name="Google Shape;470;p9"/>
            <p:cNvSpPr/>
            <p:nvPr/>
          </p:nvSpPr>
          <p:spPr>
            <a:xfrm flipH="1">
              <a:off x="7947139" y="1969602"/>
              <a:ext cx="2021075" cy="787800"/>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1" name="Google Shape;471;p9"/>
          <p:cNvGrpSpPr/>
          <p:nvPr/>
        </p:nvGrpSpPr>
        <p:grpSpPr>
          <a:xfrm>
            <a:off x="0" y="4385525"/>
            <a:ext cx="10937196" cy="1463152"/>
            <a:chOff x="0" y="4385525"/>
            <a:chExt cx="10937196" cy="1463152"/>
          </a:xfrm>
        </p:grpSpPr>
        <p:grpSp>
          <p:nvGrpSpPr>
            <p:cNvPr id="472" name="Google Shape;472;p9"/>
            <p:cNvGrpSpPr/>
            <p:nvPr/>
          </p:nvGrpSpPr>
          <p:grpSpPr>
            <a:xfrm>
              <a:off x="0" y="4385525"/>
              <a:ext cx="5496646" cy="1463152"/>
              <a:chOff x="256225" y="2849437"/>
              <a:chExt cx="5496646" cy="1463152"/>
            </a:xfrm>
          </p:grpSpPr>
          <p:sp>
            <p:nvSpPr>
              <p:cNvPr id="473" name="Google Shape;473;p9"/>
              <p:cNvSpPr/>
              <p:nvPr/>
            </p:nvSpPr>
            <p:spPr>
              <a:xfrm>
                <a:off x="256225" y="2849437"/>
                <a:ext cx="5496646" cy="1463152"/>
              </a:xfrm>
              <a:custGeom>
                <a:avLst/>
                <a:gdLst/>
                <a:ahLst/>
                <a:cxnLst/>
                <a:rect l="l" t="t" r="r" b="b"/>
                <a:pathLst>
                  <a:path w="2861" h="760" extrusionOk="0">
                    <a:moveTo>
                      <a:pt x="0" y="106"/>
                    </a:moveTo>
                    <a:cubicBezTo>
                      <a:pt x="0" y="106"/>
                      <a:pt x="136" y="102"/>
                      <a:pt x="136" y="218"/>
                    </a:cubicBezTo>
                    <a:cubicBezTo>
                      <a:pt x="112" y="218"/>
                      <a:pt x="112" y="218"/>
                      <a:pt x="112" y="218"/>
                    </a:cubicBezTo>
                    <a:cubicBezTo>
                      <a:pt x="112" y="249"/>
                      <a:pt x="112" y="249"/>
                      <a:pt x="112" y="249"/>
                    </a:cubicBezTo>
                    <a:cubicBezTo>
                      <a:pt x="136" y="263"/>
                      <a:pt x="136" y="263"/>
                      <a:pt x="136" y="263"/>
                    </a:cubicBezTo>
                    <a:cubicBezTo>
                      <a:pt x="136" y="760"/>
                      <a:pt x="136" y="760"/>
                      <a:pt x="136" y="760"/>
                    </a:cubicBezTo>
                    <a:cubicBezTo>
                      <a:pt x="184" y="760"/>
                      <a:pt x="184" y="760"/>
                      <a:pt x="184" y="760"/>
                    </a:cubicBezTo>
                    <a:cubicBezTo>
                      <a:pt x="184" y="263"/>
                      <a:pt x="184" y="263"/>
                      <a:pt x="184" y="263"/>
                    </a:cubicBezTo>
                    <a:cubicBezTo>
                      <a:pt x="208" y="249"/>
                      <a:pt x="208" y="249"/>
                      <a:pt x="208" y="249"/>
                    </a:cubicBezTo>
                    <a:cubicBezTo>
                      <a:pt x="208" y="218"/>
                      <a:pt x="208" y="218"/>
                      <a:pt x="208" y="218"/>
                    </a:cubicBezTo>
                    <a:cubicBezTo>
                      <a:pt x="184" y="218"/>
                      <a:pt x="184" y="218"/>
                      <a:pt x="184" y="218"/>
                    </a:cubicBezTo>
                    <a:cubicBezTo>
                      <a:pt x="184" y="102"/>
                      <a:pt x="320" y="106"/>
                      <a:pt x="320" y="106"/>
                    </a:cubicBezTo>
                    <a:cubicBezTo>
                      <a:pt x="320" y="106"/>
                      <a:pt x="456" y="102"/>
                      <a:pt x="456" y="218"/>
                    </a:cubicBezTo>
                    <a:cubicBezTo>
                      <a:pt x="432" y="218"/>
                      <a:pt x="432" y="218"/>
                      <a:pt x="432" y="218"/>
                    </a:cubicBezTo>
                    <a:cubicBezTo>
                      <a:pt x="432" y="249"/>
                      <a:pt x="432" y="249"/>
                      <a:pt x="432" y="249"/>
                    </a:cubicBezTo>
                    <a:cubicBezTo>
                      <a:pt x="456" y="263"/>
                      <a:pt x="456" y="263"/>
                      <a:pt x="456" y="263"/>
                    </a:cubicBezTo>
                    <a:cubicBezTo>
                      <a:pt x="456" y="760"/>
                      <a:pt x="456" y="760"/>
                      <a:pt x="456" y="760"/>
                    </a:cubicBezTo>
                    <a:cubicBezTo>
                      <a:pt x="500" y="760"/>
                      <a:pt x="500" y="760"/>
                      <a:pt x="500" y="760"/>
                    </a:cubicBezTo>
                    <a:cubicBezTo>
                      <a:pt x="500" y="263"/>
                      <a:pt x="500" y="263"/>
                      <a:pt x="500" y="263"/>
                    </a:cubicBezTo>
                    <a:cubicBezTo>
                      <a:pt x="524" y="249"/>
                      <a:pt x="524" y="249"/>
                      <a:pt x="524" y="249"/>
                    </a:cubicBezTo>
                    <a:cubicBezTo>
                      <a:pt x="524" y="218"/>
                      <a:pt x="524" y="218"/>
                      <a:pt x="524" y="218"/>
                    </a:cubicBezTo>
                    <a:cubicBezTo>
                      <a:pt x="500" y="218"/>
                      <a:pt x="500" y="218"/>
                      <a:pt x="500" y="218"/>
                    </a:cubicBezTo>
                    <a:cubicBezTo>
                      <a:pt x="500" y="102"/>
                      <a:pt x="636" y="106"/>
                      <a:pt x="636" y="106"/>
                    </a:cubicBezTo>
                    <a:cubicBezTo>
                      <a:pt x="636" y="106"/>
                      <a:pt x="772" y="102"/>
                      <a:pt x="772" y="218"/>
                    </a:cubicBezTo>
                    <a:cubicBezTo>
                      <a:pt x="748" y="218"/>
                      <a:pt x="748" y="218"/>
                      <a:pt x="748" y="218"/>
                    </a:cubicBezTo>
                    <a:cubicBezTo>
                      <a:pt x="748" y="249"/>
                      <a:pt x="748" y="249"/>
                      <a:pt x="748" y="249"/>
                    </a:cubicBezTo>
                    <a:cubicBezTo>
                      <a:pt x="772" y="263"/>
                      <a:pt x="772" y="263"/>
                      <a:pt x="772" y="263"/>
                    </a:cubicBezTo>
                    <a:cubicBezTo>
                      <a:pt x="772" y="760"/>
                      <a:pt x="772" y="760"/>
                      <a:pt x="772" y="760"/>
                    </a:cubicBezTo>
                    <a:cubicBezTo>
                      <a:pt x="819" y="760"/>
                      <a:pt x="819" y="760"/>
                      <a:pt x="819" y="760"/>
                    </a:cubicBezTo>
                    <a:cubicBezTo>
                      <a:pt x="819" y="263"/>
                      <a:pt x="819" y="263"/>
                      <a:pt x="819" y="263"/>
                    </a:cubicBezTo>
                    <a:cubicBezTo>
                      <a:pt x="844" y="249"/>
                      <a:pt x="844" y="249"/>
                      <a:pt x="844" y="249"/>
                    </a:cubicBezTo>
                    <a:cubicBezTo>
                      <a:pt x="844" y="218"/>
                      <a:pt x="844" y="218"/>
                      <a:pt x="844" y="218"/>
                    </a:cubicBezTo>
                    <a:cubicBezTo>
                      <a:pt x="819" y="218"/>
                      <a:pt x="819" y="218"/>
                      <a:pt x="819" y="218"/>
                    </a:cubicBezTo>
                    <a:cubicBezTo>
                      <a:pt x="819" y="102"/>
                      <a:pt x="955" y="106"/>
                      <a:pt x="955" y="106"/>
                    </a:cubicBezTo>
                    <a:cubicBezTo>
                      <a:pt x="955" y="106"/>
                      <a:pt x="1091" y="102"/>
                      <a:pt x="1091" y="218"/>
                    </a:cubicBezTo>
                    <a:cubicBezTo>
                      <a:pt x="1067" y="218"/>
                      <a:pt x="1067" y="218"/>
                      <a:pt x="1067" y="218"/>
                    </a:cubicBezTo>
                    <a:cubicBezTo>
                      <a:pt x="1067" y="249"/>
                      <a:pt x="1067" y="249"/>
                      <a:pt x="1067" y="249"/>
                    </a:cubicBezTo>
                    <a:cubicBezTo>
                      <a:pt x="1091" y="263"/>
                      <a:pt x="1091" y="263"/>
                      <a:pt x="1091" y="263"/>
                    </a:cubicBezTo>
                    <a:cubicBezTo>
                      <a:pt x="1091" y="760"/>
                      <a:pt x="1091" y="760"/>
                      <a:pt x="1091" y="760"/>
                    </a:cubicBezTo>
                    <a:cubicBezTo>
                      <a:pt x="1135" y="760"/>
                      <a:pt x="1135" y="760"/>
                      <a:pt x="1135" y="760"/>
                    </a:cubicBezTo>
                    <a:cubicBezTo>
                      <a:pt x="1135" y="263"/>
                      <a:pt x="1135" y="263"/>
                      <a:pt x="1135" y="263"/>
                    </a:cubicBezTo>
                    <a:cubicBezTo>
                      <a:pt x="1159" y="249"/>
                      <a:pt x="1159" y="249"/>
                      <a:pt x="1159" y="249"/>
                    </a:cubicBezTo>
                    <a:cubicBezTo>
                      <a:pt x="1159" y="218"/>
                      <a:pt x="1159" y="218"/>
                      <a:pt x="1159" y="218"/>
                    </a:cubicBezTo>
                    <a:cubicBezTo>
                      <a:pt x="1135" y="218"/>
                      <a:pt x="1135" y="218"/>
                      <a:pt x="1135" y="218"/>
                    </a:cubicBezTo>
                    <a:cubicBezTo>
                      <a:pt x="1135" y="102"/>
                      <a:pt x="1271" y="106"/>
                      <a:pt x="1271" y="106"/>
                    </a:cubicBezTo>
                    <a:cubicBezTo>
                      <a:pt x="1271" y="106"/>
                      <a:pt x="1407" y="102"/>
                      <a:pt x="1407" y="218"/>
                    </a:cubicBezTo>
                    <a:cubicBezTo>
                      <a:pt x="1383" y="218"/>
                      <a:pt x="1383" y="218"/>
                      <a:pt x="1383" y="218"/>
                    </a:cubicBezTo>
                    <a:cubicBezTo>
                      <a:pt x="1383" y="249"/>
                      <a:pt x="1383" y="249"/>
                      <a:pt x="1383" y="249"/>
                    </a:cubicBezTo>
                    <a:cubicBezTo>
                      <a:pt x="1407" y="263"/>
                      <a:pt x="1407" y="263"/>
                      <a:pt x="1407" y="263"/>
                    </a:cubicBezTo>
                    <a:cubicBezTo>
                      <a:pt x="1407" y="760"/>
                      <a:pt x="1407" y="760"/>
                      <a:pt x="1407" y="760"/>
                    </a:cubicBezTo>
                    <a:cubicBezTo>
                      <a:pt x="1454" y="760"/>
                      <a:pt x="1454" y="760"/>
                      <a:pt x="1454" y="760"/>
                    </a:cubicBezTo>
                    <a:cubicBezTo>
                      <a:pt x="1454" y="263"/>
                      <a:pt x="1454" y="263"/>
                      <a:pt x="1454" y="263"/>
                    </a:cubicBezTo>
                    <a:cubicBezTo>
                      <a:pt x="1478" y="249"/>
                      <a:pt x="1478" y="249"/>
                      <a:pt x="1478" y="249"/>
                    </a:cubicBezTo>
                    <a:cubicBezTo>
                      <a:pt x="1478" y="218"/>
                      <a:pt x="1478" y="218"/>
                      <a:pt x="1478" y="218"/>
                    </a:cubicBezTo>
                    <a:cubicBezTo>
                      <a:pt x="1454" y="218"/>
                      <a:pt x="1454" y="218"/>
                      <a:pt x="1454" y="218"/>
                    </a:cubicBezTo>
                    <a:cubicBezTo>
                      <a:pt x="1454" y="102"/>
                      <a:pt x="1590" y="106"/>
                      <a:pt x="1590" y="106"/>
                    </a:cubicBezTo>
                    <a:cubicBezTo>
                      <a:pt x="1590" y="106"/>
                      <a:pt x="1726" y="102"/>
                      <a:pt x="1726" y="218"/>
                    </a:cubicBezTo>
                    <a:cubicBezTo>
                      <a:pt x="1702" y="218"/>
                      <a:pt x="1702" y="218"/>
                      <a:pt x="1702" y="218"/>
                    </a:cubicBezTo>
                    <a:cubicBezTo>
                      <a:pt x="1702" y="249"/>
                      <a:pt x="1702" y="249"/>
                      <a:pt x="1702" y="249"/>
                    </a:cubicBezTo>
                    <a:cubicBezTo>
                      <a:pt x="1726" y="263"/>
                      <a:pt x="1726" y="263"/>
                      <a:pt x="1726" y="263"/>
                    </a:cubicBezTo>
                    <a:cubicBezTo>
                      <a:pt x="1726" y="760"/>
                      <a:pt x="1726" y="760"/>
                      <a:pt x="1726" y="760"/>
                    </a:cubicBezTo>
                    <a:cubicBezTo>
                      <a:pt x="1766" y="760"/>
                      <a:pt x="1766" y="760"/>
                      <a:pt x="1766" y="760"/>
                    </a:cubicBezTo>
                    <a:cubicBezTo>
                      <a:pt x="1766" y="263"/>
                      <a:pt x="1766" y="263"/>
                      <a:pt x="1766" y="263"/>
                    </a:cubicBezTo>
                    <a:cubicBezTo>
                      <a:pt x="1790" y="249"/>
                      <a:pt x="1790" y="249"/>
                      <a:pt x="1790" y="249"/>
                    </a:cubicBezTo>
                    <a:cubicBezTo>
                      <a:pt x="1790" y="218"/>
                      <a:pt x="1790" y="218"/>
                      <a:pt x="1790" y="218"/>
                    </a:cubicBezTo>
                    <a:cubicBezTo>
                      <a:pt x="1766" y="218"/>
                      <a:pt x="1766" y="218"/>
                      <a:pt x="1766" y="218"/>
                    </a:cubicBezTo>
                    <a:cubicBezTo>
                      <a:pt x="1766" y="102"/>
                      <a:pt x="1902" y="106"/>
                      <a:pt x="1902" y="106"/>
                    </a:cubicBezTo>
                    <a:cubicBezTo>
                      <a:pt x="1902" y="106"/>
                      <a:pt x="2038" y="102"/>
                      <a:pt x="2038" y="218"/>
                    </a:cubicBezTo>
                    <a:cubicBezTo>
                      <a:pt x="2014" y="218"/>
                      <a:pt x="2014" y="218"/>
                      <a:pt x="2014" y="218"/>
                    </a:cubicBezTo>
                    <a:cubicBezTo>
                      <a:pt x="2014" y="249"/>
                      <a:pt x="2014" y="249"/>
                      <a:pt x="2014" y="249"/>
                    </a:cubicBezTo>
                    <a:cubicBezTo>
                      <a:pt x="2038" y="263"/>
                      <a:pt x="2038" y="263"/>
                      <a:pt x="2038" y="263"/>
                    </a:cubicBezTo>
                    <a:cubicBezTo>
                      <a:pt x="2038" y="760"/>
                      <a:pt x="2038" y="760"/>
                      <a:pt x="2038" y="760"/>
                    </a:cubicBezTo>
                    <a:cubicBezTo>
                      <a:pt x="2086" y="760"/>
                      <a:pt x="2086" y="760"/>
                      <a:pt x="2086" y="760"/>
                    </a:cubicBezTo>
                    <a:cubicBezTo>
                      <a:pt x="2086" y="263"/>
                      <a:pt x="2086" y="263"/>
                      <a:pt x="2086" y="263"/>
                    </a:cubicBezTo>
                    <a:cubicBezTo>
                      <a:pt x="2110" y="249"/>
                      <a:pt x="2110" y="249"/>
                      <a:pt x="2110" y="249"/>
                    </a:cubicBezTo>
                    <a:cubicBezTo>
                      <a:pt x="2110" y="218"/>
                      <a:pt x="2110" y="218"/>
                      <a:pt x="2110" y="218"/>
                    </a:cubicBezTo>
                    <a:cubicBezTo>
                      <a:pt x="2086" y="218"/>
                      <a:pt x="2086" y="218"/>
                      <a:pt x="2086" y="218"/>
                    </a:cubicBezTo>
                    <a:cubicBezTo>
                      <a:pt x="2086" y="102"/>
                      <a:pt x="2222" y="106"/>
                      <a:pt x="2222" y="106"/>
                    </a:cubicBezTo>
                    <a:cubicBezTo>
                      <a:pt x="2222" y="106"/>
                      <a:pt x="2358" y="102"/>
                      <a:pt x="2358" y="218"/>
                    </a:cubicBezTo>
                    <a:cubicBezTo>
                      <a:pt x="2334" y="218"/>
                      <a:pt x="2334" y="218"/>
                      <a:pt x="2334" y="218"/>
                    </a:cubicBezTo>
                    <a:cubicBezTo>
                      <a:pt x="2334" y="249"/>
                      <a:pt x="2334" y="249"/>
                      <a:pt x="2334" y="249"/>
                    </a:cubicBezTo>
                    <a:cubicBezTo>
                      <a:pt x="2358" y="263"/>
                      <a:pt x="2358" y="263"/>
                      <a:pt x="2358" y="263"/>
                    </a:cubicBezTo>
                    <a:cubicBezTo>
                      <a:pt x="2358" y="760"/>
                      <a:pt x="2358" y="760"/>
                      <a:pt x="2358" y="760"/>
                    </a:cubicBezTo>
                    <a:cubicBezTo>
                      <a:pt x="2395" y="760"/>
                      <a:pt x="2395" y="760"/>
                      <a:pt x="2395" y="760"/>
                    </a:cubicBezTo>
                    <a:cubicBezTo>
                      <a:pt x="2395" y="263"/>
                      <a:pt x="2395" y="263"/>
                      <a:pt x="2395" y="263"/>
                    </a:cubicBezTo>
                    <a:cubicBezTo>
                      <a:pt x="2420" y="249"/>
                      <a:pt x="2420" y="249"/>
                      <a:pt x="2420" y="249"/>
                    </a:cubicBezTo>
                    <a:cubicBezTo>
                      <a:pt x="2420" y="218"/>
                      <a:pt x="2420" y="218"/>
                      <a:pt x="2420" y="218"/>
                    </a:cubicBezTo>
                    <a:cubicBezTo>
                      <a:pt x="2395" y="218"/>
                      <a:pt x="2395" y="218"/>
                      <a:pt x="2395" y="218"/>
                    </a:cubicBezTo>
                    <a:cubicBezTo>
                      <a:pt x="2395" y="102"/>
                      <a:pt x="2531" y="106"/>
                      <a:pt x="2531" y="106"/>
                    </a:cubicBezTo>
                    <a:cubicBezTo>
                      <a:pt x="2531" y="106"/>
                      <a:pt x="2667" y="102"/>
                      <a:pt x="2667" y="218"/>
                    </a:cubicBezTo>
                    <a:cubicBezTo>
                      <a:pt x="2643" y="218"/>
                      <a:pt x="2643" y="218"/>
                      <a:pt x="2643" y="218"/>
                    </a:cubicBezTo>
                    <a:cubicBezTo>
                      <a:pt x="2643" y="249"/>
                      <a:pt x="2643" y="249"/>
                      <a:pt x="2643" y="249"/>
                    </a:cubicBezTo>
                    <a:cubicBezTo>
                      <a:pt x="2667" y="263"/>
                      <a:pt x="2667" y="263"/>
                      <a:pt x="2667" y="263"/>
                    </a:cubicBezTo>
                    <a:cubicBezTo>
                      <a:pt x="2667" y="760"/>
                      <a:pt x="2667" y="760"/>
                      <a:pt x="2667" y="760"/>
                    </a:cubicBezTo>
                    <a:cubicBezTo>
                      <a:pt x="2715" y="760"/>
                      <a:pt x="2715" y="760"/>
                      <a:pt x="2715" y="760"/>
                    </a:cubicBezTo>
                    <a:cubicBezTo>
                      <a:pt x="2715" y="263"/>
                      <a:pt x="2715" y="263"/>
                      <a:pt x="2715" y="263"/>
                    </a:cubicBezTo>
                    <a:cubicBezTo>
                      <a:pt x="2739" y="249"/>
                      <a:pt x="2739" y="249"/>
                      <a:pt x="2739" y="249"/>
                    </a:cubicBezTo>
                    <a:cubicBezTo>
                      <a:pt x="2739" y="218"/>
                      <a:pt x="2739" y="218"/>
                      <a:pt x="2739" y="218"/>
                    </a:cubicBezTo>
                    <a:cubicBezTo>
                      <a:pt x="2715" y="218"/>
                      <a:pt x="2715" y="218"/>
                      <a:pt x="2715" y="218"/>
                    </a:cubicBezTo>
                    <a:cubicBezTo>
                      <a:pt x="2715" y="102"/>
                      <a:pt x="2851" y="106"/>
                      <a:pt x="2851" y="106"/>
                    </a:cubicBezTo>
                    <a:cubicBezTo>
                      <a:pt x="2851" y="106"/>
                      <a:pt x="2855" y="106"/>
                      <a:pt x="2861" y="106"/>
                    </a:cubicBezTo>
                    <a:cubicBezTo>
                      <a:pt x="2861" y="0"/>
                      <a:pt x="2861" y="0"/>
                      <a:pt x="2861" y="0"/>
                    </a:cubicBezTo>
                    <a:cubicBezTo>
                      <a:pt x="0" y="0"/>
                      <a:pt x="0" y="0"/>
                      <a:pt x="0" y="0"/>
                    </a:cubicBezTo>
                    <a:lnTo>
                      <a:pt x="0" y="10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74" name="Google Shape;474;p9"/>
              <p:cNvGrpSpPr/>
              <p:nvPr/>
            </p:nvGrpSpPr>
            <p:grpSpPr>
              <a:xfrm>
                <a:off x="522242" y="3004104"/>
                <a:ext cx="4945824" cy="77100"/>
                <a:chOff x="522242" y="3004104"/>
                <a:chExt cx="4945824" cy="77100"/>
              </a:xfrm>
            </p:grpSpPr>
            <p:sp>
              <p:nvSpPr>
                <p:cNvPr id="475" name="Google Shape;475;p9"/>
                <p:cNvSpPr/>
                <p:nvPr/>
              </p:nvSpPr>
              <p:spPr>
                <a:xfrm>
                  <a:off x="1137793"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6" name="Google Shape;476;p9"/>
                <p:cNvSpPr/>
                <p:nvPr/>
              </p:nvSpPr>
              <p:spPr>
                <a:xfrm>
                  <a:off x="522242" y="3004104"/>
                  <a:ext cx="807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7" name="Google Shape;477;p9"/>
                <p:cNvSpPr/>
                <p:nvPr/>
              </p:nvSpPr>
              <p:spPr>
                <a:xfrm>
                  <a:off x="2362707"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8" name="Google Shape;478;p9"/>
                <p:cNvSpPr/>
                <p:nvPr/>
              </p:nvSpPr>
              <p:spPr>
                <a:xfrm>
                  <a:off x="1747156"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9" name="Google Shape;479;p9"/>
                <p:cNvSpPr/>
                <p:nvPr/>
              </p:nvSpPr>
              <p:spPr>
                <a:xfrm>
                  <a:off x="3584527"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0" name="Google Shape;480;p9"/>
                <p:cNvSpPr/>
                <p:nvPr/>
              </p:nvSpPr>
              <p:spPr>
                <a:xfrm>
                  <a:off x="2972070"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1" name="Google Shape;481;p9"/>
                <p:cNvSpPr/>
                <p:nvPr/>
              </p:nvSpPr>
              <p:spPr>
                <a:xfrm>
                  <a:off x="4787789" y="3004104"/>
                  <a:ext cx="807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2" name="Google Shape;482;p9"/>
                <p:cNvSpPr/>
                <p:nvPr/>
              </p:nvSpPr>
              <p:spPr>
                <a:xfrm>
                  <a:off x="5390965"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3" name="Google Shape;483;p9"/>
                <p:cNvSpPr/>
                <p:nvPr/>
              </p:nvSpPr>
              <p:spPr>
                <a:xfrm>
                  <a:off x="4175332"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84" name="Google Shape;484;p9"/>
            <p:cNvGrpSpPr/>
            <p:nvPr/>
          </p:nvGrpSpPr>
          <p:grpSpPr>
            <a:xfrm>
              <a:off x="5440550" y="4385525"/>
              <a:ext cx="5496646" cy="1463152"/>
              <a:chOff x="256225" y="2849437"/>
              <a:chExt cx="5496646" cy="1463152"/>
            </a:xfrm>
          </p:grpSpPr>
          <p:sp>
            <p:nvSpPr>
              <p:cNvPr id="485" name="Google Shape;485;p9"/>
              <p:cNvSpPr/>
              <p:nvPr/>
            </p:nvSpPr>
            <p:spPr>
              <a:xfrm>
                <a:off x="256225" y="2849437"/>
                <a:ext cx="5496646" cy="1463152"/>
              </a:xfrm>
              <a:custGeom>
                <a:avLst/>
                <a:gdLst/>
                <a:ahLst/>
                <a:cxnLst/>
                <a:rect l="l" t="t" r="r" b="b"/>
                <a:pathLst>
                  <a:path w="2861" h="760" extrusionOk="0">
                    <a:moveTo>
                      <a:pt x="0" y="106"/>
                    </a:moveTo>
                    <a:cubicBezTo>
                      <a:pt x="0" y="106"/>
                      <a:pt x="136" y="102"/>
                      <a:pt x="136" y="218"/>
                    </a:cubicBezTo>
                    <a:cubicBezTo>
                      <a:pt x="112" y="218"/>
                      <a:pt x="112" y="218"/>
                      <a:pt x="112" y="218"/>
                    </a:cubicBezTo>
                    <a:cubicBezTo>
                      <a:pt x="112" y="249"/>
                      <a:pt x="112" y="249"/>
                      <a:pt x="112" y="249"/>
                    </a:cubicBezTo>
                    <a:cubicBezTo>
                      <a:pt x="136" y="263"/>
                      <a:pt x="136" y="263"/>
                      <a:pt x="136" y="263"/>
                    </a:cubicBezTo>
                    <a:cubicBezTo>
                      <a:pt x="136" y="760"/>
                      <a:pt x="136" y="760"/>
                      <a:pt x="136" y="760"/>
                    </a:cubicBezTo>
                    <a:cubicBezTo>
                      <a:pt x="184" y="760"/>
                      <a:pt x="184" y="760"/>
                      <a:pt x="184" y="760"/>
                    </a:cubicBezTo>
                    <a:cubicBezTo>
                      <a:pt x="184" y="263"/>
                      <a:pt x="184" y="263"/>
                      <a:pt x="184" y="263"/>
                    </a:cubicBezTo>
                    <a:cubicBezTo>
                      <a:pt x="208" y="249"/>
                      <a:pt x="208" y="249"/>
                      <a:pt x="208" y="249"/>
                    </a:cubicBezTo>
                    <a:cubicBezTo>
                      <a:pt x="208" y="218"/>
                      <a:pt x="208" y="218"/>
                      <a:pt x="208" y="218"/>
                    </a:cubicBezTo>
                    <a:cubicBezTo>
                      <a:pt x="184" y="218"/>
                      <a:pt x="184" y="218"/>
                      <a:pt x="184" y="218"/>
                    </a:cubicBezTo>
                    <a:cubicBezTo>
                      <a:pt x="184" y="102"/>
                      <a:pt x="320" y="106"/>
                      <a:pt x="320" y="106"/>
                    </a:cubicBezTo>
                    <a:cubicBezTo>
                      <a:pt x="320" y="106"/>
                      <a:pt x="456" y="102"/>
                      <a:pt x="456" y="218"/>
                    </a:cubicBezTo>
                    <a:cubicBezTo>
                      <a:pt x="432" y="218"/>
                      <a:pt x="432" y="218"/>
                      <a:pt x="432" y="218"/>
                    </a:cubicBezTo>
                    <a:cubicBezTo>
                      <a:pt x="432" y="249"/>
                      <a:pt x="432" y="249"/>
                      <a:pt x="432" y="249"/>
                    </a:cubicBezTo>
                    <a:cubicBezTo>
                      <a:pt x="456" y="263"/>
                      <a:pt x="456" y="263"/>
                      <a:pt x="456" y="263"/>
                    </a:cubicBezTo>
                    <a:cubicBezTo>
                      <a:pt x="456" y="760"/>
                      <a:pt x="456" y="760"/>
                      <a:pt x="456" y="760"/>
                    </a:cubicBezTo>
                    <a:cubicBezTo>
                      <a:pt x="500" y="760"/>
                      <a:pt x="500" y="760"/>
                      <a:pt x="500" y="760"/>
                    </a:cubicBezTo>
                    <a:cubicBezTo>
                      <a:pt x="500" y="263"/>
                      <a:pt x="500" y="263"/>
                      <a:pt x="500" y="263"/>
                    </a:cubicBezTo>
                    <a:cubicBezTo>
                      <a:pt x="524" y="249"/>
                      <a:pt x="524" y="249"/>
                      <a:pt x="524" y="249"/>
                    </a:cubicBezTo>
                    <a:cubicBezTo>
                      <a:pt x="524" y="218"/>
                      <a:pt x="524" y="218"/>
                      <a:pt x="524" y="218"/>
                    </a:cubicBezTo>
                    <a:cubicBezTo>
                      <a:pt x="500" y="218"/>
                      <a:pt x="500" y="218"/>
                      <a:pt x="500" y="218"/>
                    </a:cubicBezTo>
                    <a:cubicBezTo>
                      <a:pt x="500" y="102"/>
                      <a:pt x="636" y="106"/>
                      <a:pt x="636" y="106"/>
                    </a:cubicBezTo>
                    <a:cubicBezTo>
                      <a:pt x="636" y="106"/>
                      <a:pt x="772" y="102"/>
                      <a:pt x="772" y="218"/>
                    </a:cubicBezTo>
                    <a:cubicBezTo>
                      <a:pt x="748" y="218"/>
                      <a:pt x="748" y="218"/>
                      <a:pt x="748" y="218"/>
                    </a:cubicBezTo>
                    <a:cubicBezTo>
                      <a:pt x="748" y="249"/>
                      <a:pt x="748" y="249"/>
                      <a:pt x="748" y="249"/>
                    </a:cubicBezTo>
                    <a:cubicBezTo>
                      <a:pt x="772" y="263"/>
                      <a:pt x="772" y="263"/>
                      <a:pt x="772" y="263"/>
                    </a:cubicBezTo>
                    <a:cubicBezTo>
                      <a:pt x="772" y="760"/>
                      <a:pt x="772" y="760"/>
                      <a:pt x="772" y="760"/>
                    </a:cubicBezTo>
                    <a:cubicBezTo>
                      <a:pt x="819" y="760"/>
                      <a:pt x="819" y="760"/>
                      <a:pt x="819" y="760"/>
                    </a:cubicBezTo>
                    <a:cubicBezTo>
                      <a:pt x="819" y="263"/>
                      <a:pt x="819" y="263"/>
                      <a:pt x="819" y="263"/>
                    </a:cubicBezTo>
                    <a:cubicBezTo>
                      <a:pt x="844" y="249"/>
                      <a:pt x="844" y="249"/>
                      <a:pt x="844" y="249"/>
                    </a:cubicBezTo>
                    <a:cubicBezTo>
                      <a:pt x="844" y="218"/>
                      <a:pt x="844" y="218"/>
                      <a:pt x="844" y="218"/>
                    </a:cubicBezTo>
                    <a:cubicBezTo>
                      <a:pt x="819" y="218"/>
                      <a:pt x="819" y="218"/>
                      <a:pt x="819" y="218"/>
                    </a:cubicBezTo>
                    <a:cubicBezTo>
                      <a:pt x="819" y="102"/>
                      <a:pt x="955" y="106"/>
                      <a:pt x="955" y="106"/>
                    </a:cubicBezTo>
                    <a:cubicBezTo>
                      <a:pt x="955" y="106"/>
                      <a:pt x="1091" y="102"/>
                      <a:pt x="1091" y="218"/>
                    </a:cubicBezTo>
                    <a:cubicBezTo>
                      <a:pt x="1067" y="218"/>
                      <a:pt x="1067" y="218"/>
                      <a:pt x="1067" y="218"/>
                    </a:cubicBezTo>
                    <a:cubicBezTo>
                      <a:pt x="1067" y="249"/>
                      <a:pt x="1067" y="249"/>
                      <a:pt x="1067" y="249"/>
                    </a:cubicBezTo>
                    <a:cubicBezTo>
                      <a:pt x="1091" y="263"/>
                      <a:pt x="1091" y="263"/>
                      <a:pt x="1091" y="263"/>
                    </a:cubicBezTo>
                    <a:cubicBezTo>
                      <a:pt x="1091" y="760"/>
                      <a:pt x="1091" y="760"/>
                      <a:pt x="1091" y="760"/>
                    </a:cubicBezTo>
                    <a:cubicBezTo>
                      <a:pt x="1135" y="760"/>
                      <a:pt x="1135" y="760"/>
                      <a:pt x="1135" y="760"/>
                    </a:cubicBezTo>
                    <a:cubicBezTo>
                      <a:pt x="1135" y="263"/>
                      <a:pt x="1135" y="263"/>
                      <a:pt x="1135" y="263"/>
                    </a:cubicBezTo>
                    <a:cubicBezTo>
                      <a:pt x="1159" y="249"/>
                      <a:pt x="1159" y="249"/>
                      <a:pt x="1159" y="249"/>
                    </a:cubicBezTo>
                    <a:cubicBezTo>
                      <a:pt x="1159" y="218"/>
                      <a:pt x="1159" y="218"/>
                      <a:pt x="1159" y="218"/>
                    </a:cubicBezTo>
                    <a:cubicBezTo>
                      <a:pt x="1135" y="218"/>
                      <a:pt x="1135" y="218"/>
                      <a:pt x="1135" y="218"/>
                    </a:cubicBezTo>
                    <a:cubicBezTo>
                      <a:pt x="1135" y="102"/>
                      <a:pt x="1271" y="106"/>
                      <a:pt x="1271" y="106"/>
                    </a:cubicBezTo>
                    <a:cubicBezTo>
                      <a:pt x="1271" y="106"/>
                      <a:pt x="1407" y="102"/>
                      <a:pt x="1407" y="218"/>
                    </a:cubicBezTo>
                    <a:cubicBezTo>
                      <a:pt x="1383" y="218"/>
                      <a:pt x="1383" y="218"/>
                      <a:pt x="1383" y="218"/>
                    </a:cubicBezTo>
                    <a:cubicBezTo>
                      <a:pt x="1383" y="249"/>
                      <a:pt x="1383" y="249"/>
                      <a:pt x="1383" y="249"/>
                    </a:cubicBezTo>
                    <a:cubicBezTo>
                      <a:pt x="1407" y="263"/>
                      <a:pt x="1407" y="263"/>
                      <a:pt x="1407" y="263"/>
                    </a:cubicBezTo>
                    <a:cubicBezTo>
                      <a:pt x="1407" y="760"/>
                      <a:pt x="1407" y="760"/>
                      <a:pt x="1407" y="760"/>
                    </a:cubicBezTo>
                    <a:cubicBezTo>
                      <a:pt x="1454" y="760"/>
                      <a:pt x="1454" y="760"/>
                      <a:pt x="1454" y="760"/>
                    </a:cubicBezTo>
                    <a:cubicBezTo>
                      <a:pt x="1454" y="263"/>
                      <a:pt x="1454" y="263"/>
                      <a:pt x="1454" y="263"/>
                    </a:cubicBezTo>
                    <a:cubicBezTo>
                      <a:pt x="1478" y="249"/>
                      <a:pt x="1478" y="249"/>
                      <a:pt x="1478" y="249"/>
                    </a:cubicBezTo>
                    <a:cubicBezTo>
                      <a:pt x="1478" y="218"/>
                      <a:pt x="1478" y="218"/>
                      <a:pt x="1478" y="218"/>
                    </a:cubicBezTo>
                    <a:cubicBezTo>
                      <a:pt x="1454" y="218"/>
                      <a:pt x="1454" y="218"/>
                      <a:pt x="1454" y="218"/>
                    </a:cubicBezTo>
                    <a:cubicBezTo>
                      <a:pt x="1454" y="102"/>
                      <a:pt x="1590" y="106"/>
                      <a:pt x="1590" y="106"/>
                    </a:cubicBezTo>
                    <a:cubicBezTo>
                      <a:pt x="1590" y="106"/>
                      <a:pt x="1726" y="102"/>
                      <a:pt x="1726" y="218"/>
                    </a:cubicBezTo>
                    <a:cubicBezTo>
                      <a:pt x="1702" y="218"/>
                      <a:pt x="1702" y="218"/>
                      <a:pt x="1702" y="218"/>
                    </a:cubicBezTo>
                    <a:cubicBezTo>
                      <a:pt x="1702" y="249"/>
                      <a:pt x="1702" y="249"/>
                      <a:pt x="1702" y="249"/>
                    </a:cubicBezTo>
                    <a:cubicBezTo>
                      <a:pt x="1726" y="263"/>
                      <a:pt x="1726" y="263"/>
                      <a:pt x="1726" y="263"/>
                    </a:cubicBezTo>
                    <a:cubicBezTo>
                      <a:pt x="1726" y="760"/>
                      <a:pt x="1726" y="760"/>
                      <a:pt x="1726" y="760"/>
                    </a:cubicBezTo>
                    <a:cubicBezTo>
                      <a:pt x="1766" y="760"/>
                      <a:pt x="1766" y="760"/>
                      <a:pt x="1766" y="760"/>
                    </a:cubicBezTo>
                    <a:cubicBezTo>
                      <a:pt x="1766" y="263"/>
                      <a:pt x="1766" y="263"/>
                      <a:pt x="1766" y="263"/>
                    </a:cubicBezTo>
                    <a:cubicBezTo>
                      <a:pt x="1790" y="249"/>
                      <a:pt x="1790" y="249"/>
                      <a:pt x="1790" y="249"/>
                    </a:cubicBezTo>
                    <a:cubicBezTo>
                      <a:pt x="1790" y="218"/>
                      <a:pt x="1790" y="218"/>
                      <a:pt x="1790" y="218"/>
                    </a:cubicBezTo>
                    <a:cubicBezTo>
                      <a:pt x="1766" y="218"/>
                      <a:pt x="1766" y="218"/>
                      <a:pt x="1766" y="218"/>
                    </a:cubicBezTo>
                    <a:cubicBezTo>
                      <a:pt x="1766" y="102"/>
                      <a:pt x="1902" y="106"/>
                      <a:pt x="1902" y="106"/>
                    </a:cubicBezTo>
                    <a:cubicBezTo>
                      <a:pt x="1902" y="106"/>
                      <a:pt x="2038" y="102"/>
                      <a:pt x="2038" y="218"/>
                    </a:cubicBezTo>
                    <a:cubicBezTo>
                      <a:pt x="2014" y="218"/>
                      <a:pt x="2014" y="218"/>
                      <a:pt x="2014" y="218"/>
                    </a:cubicBezTo>
                    <a:cubicBezTo>
                      <a:pt x="2014" y="249"/>
                      <a:pt x="2014" y="249"/>
                      <a:pt x="2014" y="249"/>
                    </a:cubicBezTo>
                    <a:cubicBezTo>
                      <a:pt x="2038" y="263"/>
                      <a:pt x="2038" y="263"/>
                      <a:pt x="2038" y="263"/>
                    </a:cubicBezTo>
                    <a:cubicBezTo>
                      <a:pt x="2038" y="760"/>
                      <a:pt x="2038" y="760"/>
                      <a:pt x="2038" y="760"/>
                    </a:cubicBezTo>
                    <a:cubicBezTo>
                      <a:pt x="2086" y="760"/>
                      <a:pt x="2086" y="760"/>
                      <a:pt x="2086" y="760"/>
                    </a:cubicBezTo>
                    <a:cubicBezTo>
                      <a:pt x="2086" y="263"/>
                      <a:pt x="2086" y="263"/>
                      <a:pt x="2086" y="263"/>
                    </a:cubicBezTo>
                    <a:cubicBezTo>
                      <a:pt x="2110" y="249"/>
                      <a:pt x="2110" y="249"/>
                      <a:pt x="2110" y="249"/>
                    </a:cubicBezTo>
                    <a:cubicBezTo>
                      <a:pt x="2110" y="218"/>
                      <a:pt x="2110" y="218"/>
                      <a:pt x="2110" y="218"/>
                    </a:cubicBezTo>
                    <a:cubicBezTo>
                      <a:pt x="2086" y="218"/>
                      <a:pt x="2086" y="218"/>
                      <a:pt x="2086" y="218"/>
                    </a:cubicBezTo>
                    <a:cubicBezTo>
                      <a:pt x="2086" y="102"/>
                      <a:pt x="2222" y="106"/>
                      <a:pt x="2222" y="106"/>
                    </a:cubicBezTo>
                    <a:cubicBezTo>
                      <a:pt x="2222" y="106"/>
                      <a:pt x="2358" y="102"/>
                      <a:pt x="2358" y="218"/>
                    </a:cubicBezTo>
                    <a:cubicBezTo>
                      <a:pt x="2334" y="218"/>
                      <a:pt x="2334" y="218"/>
                      <a:pt x="2334" y="218"/>
                    </a:cubicBezTo>
                    <a:cubicBezTo>
                      <a:pt x="2334" y="249"/>
                      <a:pt x="2334" y="249"/>
                      <a:pt x="2334" y="249"/>
                    </a:cubicBezTo>
                    <a:cubicBezTo>
                      <a:pt x="2358" y="263"/>
                      <a:pt x="2358" y="263"/>
                      <a:pt x="2358" y="263"/>
                    </a:cubicBezTo>
                    <a:cubicBezTo>
                      <a:pt x="2358" y="760"/>
                      <a:pt x="2358" y="760"/>
                      <a:pt x="2358" y="760"/>
                    </a:cubicBezTo>
                    <a:cubicBezTo>
                      <a:pt x="2395" y="760"/>
                      <a:pt x="2395" y="760"/>
                      <a:pt x="2395" y="760"/>
                    </a:cubicBezTo>
                    <a:cubicBezTo>
                      <a:pt x="2395" y="263"/>
                      <a:pt x="2395" y="263"/>
                      <a:pt x="2395" y="263"/>
                    </a:cubicBezTo>
                    <a:cubicBezTo>
                      <a:pt x="2420" y="249"/>
                      <a:pt x="2420" y="249"/>
                      <a:pt x="2420" y="249"/>
                    </a:cubicBezTo>
                    <a:cubicBezTo>
                      <a:pt x="2420" y="218"/>
                      <a:pt x="2420" y="218"/>
                      <a:pt x="2420" y="218"/>
                    </a:cubicBezTo>
                    <a:cubicBezTo>
                      <a:pt x="2395" y="218"/>
                      <a:pt x="2395" y="218"/>
                      <a:pt x="2395" y="218"/>
                    </a:cubicBezTo>
                    <a:cubicBezTo>
                      <a:pt x="2395" y="102"/>
                      <a:pt x="2531" y="106"/>
                      <a:pt x="2531" y="106"/>
                    </a:cubicBezTo>
                    <a:cubicBezTo>
                      <a:pt x="2531" y="106"/>
                      <a:pt x="2667" y="102"/>
                      <a:pt x="2667" y="218"/>
                    </a:cubicBezTo>
                    <a:cubicBezTo>
                      <a:pt x="2643" y="218"/>
                      <a:pt x="2643" y="218"/>
                      <a:pt x="2643" y="218"/>
                    </a:cubicBezTo>
                    <a:cubicBezTo>
                      <a:pt x="2643" y="249"/>
                      <a:pt x="2643" y="249"/>
                      <a:pt x="2643" y="249"/>
                    </a:cubicBezTo>
                    <a:cubicBezTo>
                      <a:pt x="2667" y="263"/>
                      <a:pt x="2667" y="263"/>
                      <a:pt x="2667" y="263"/>
                    </a:cubicBezTo>
                    <a:cubicBezTo>
                      <a:pt x="2667" y="760"/>
                      <a:pt x="2667" y="760"/>
                      <a:pt x="2667" y="760"/>
                    </a:cubicBezTo>
                    <a:cubicBezTo>
                      <a:pt x="2715" y="760"/>
                      <a:pt x="2715" y="760"/>
                      <a:pt x="2715" y="760"/>
                    </a:cubicBezTo>
                    <a:cubicBezTo>
                      <a:pt x="2715" y="263"/>
                      <a:pt x="2715" y="263"/>
                      <a:pt x="2715" y="263"/>
                    </a:cubicBezTo>
                    <a:cubicBezTo>
                      <a:pt x="2739" y="249"/>
                      <a:pt x="2739" y="249"/>
                      <a:pt x="2739" y="249"/>
                    </a:cubicBezTo>
                    <a:cubicBezTo>
                      <a:pt x="2739" y="218"/>
                      <a:pt x="2739" y="218"/>
                      <a:pt x="2739" y="218"/>
                    </a:cubicBezTo>
                    <a:cubicBezTo>
                      <a:pt x="2715" y="218"/>
                      <a:pt x="2715" y="218"/>
                      <a:pt x="2715" y="218"/>
                    </a:cubicBezTo>
                    <a:cubicBezTo>
                      <a:pt x="2715" y="102"/>
                      <a:pt x="2851" y="106"/>
                      <a:pt x="2851" y="106"/>
                    </a:cubicBezTo>
                    <a:cubicBezTo>
                      <a:pt x="2851" y="106"/>
                      <a:pt x="2855" y="106"/>
                      <a:pt x="2861" y="106"/>
                    </a:cubicBezTo>
                    <a:cubicBezTo>
                      <a:pt x="2861" y="0"/>
                      <a:pt x="2861" y="0"/>
                      <a:pt x="2861" y="0"/>
                    </a:cubicBezTo>
                    <a:cubicBezTo>
                      <a:pt x="0" y="0"/>
                      <a:pt x="0" y="0"/>
                      <a:pt x="0" y="0"/>
                    </a:cubicBezTo>
                    <a:lnTo>
                      <a:pt x="0" y="10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86" name="Google Shape;486;p9"/>
              <p:cNvGrpSpPr/>
              <p:nvPr/>
            </p:nvGrpSpPr>
            <p:grpSpPr>
              <a:xfrm>
                <a:off x="522242" y="3004104"/>
                <a:ext cx="4945824" cy="77100"/>
                <a:chOff x="522242" y="3004104"/>
                <a:chExt cx="4945824" cy="77100"/>
              </a:xfrm>
            </p:grpSpPr>
            <p:sp>
              <p:nvSpPr>
                <p:cNvPr id="487" name="Google Shape;487;p9"/>
                <p:cNvSpPr/>
                <p:nvPr/>
              </p:nvSpPr>
              <p:spPr>
                <a:xfrm>
                  <a:off x="1137793"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8" name="Google Shape;488;p9"/>
                <p:cNvSpPr/>
                <p:nvPr/>
              </p:nvSpPr>
              <p:spPr>
                <a:xfrm>
                  <a:off x="522242" y="3004104"/>
                  <a:ext cx="807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9" name="Google Shape;489;p9"/>
                <p:cNvSpPr/>
                <p:nvPr/>
              </p:nvSpPr>
              <p:spPr>
                <a:xfrm>
                  <a:off x="2362707"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0" name="Google Shape;490;p9"/>
                <p:cNvSpPr/>
                <p:nvPr/>
              </p:nvSpPr>
              <p:spPr>
                <a:xfrm>
                  <a:off x="1747156"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1" name="Google Shape;491;p9"/>
                <p:cNvSpPr/>
                <p:nvPr/>
              </p:nvSpPr>
              <p:spPr>
                <a:xfrm>
                  <a:off x="3584527"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2" name="Google Shape;492;p9"/>
                <p:cNvSpPr/>
                <p:nvPr/>
              </p:nvSpPr>
              <p:spPr>
                <a:xfrm>
                  <a:off x="2972070"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3" name="Google Shape;493;p9"/>
                <p:cNvSpPr/>
                <p:nvPr/>
              </p:nvSpPr>
              <p:spPr>
                <a:xfrm>
                  <a:off x="4787789" y="3004104"/>
                  <a:ext cx="807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4" name="Google Shape;494;p9"/>
                <p:cNvSpPr/>
                <p:nvPr/>
              </p:nvSpPr>
              <p:spPr>
                <a:xfrm>
                  <a:off x="5390965"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5" name="Google Shape;495;p9"/>
                <p:cNvSpPr/>
                <p:nvPr/>
              </p:nvSpPr>
              <p:spPr>
                <a:xfrm>
                  <a:off x="4175332" y="3004104"/>
                  <a:ext cx="77100" cy="77100"/>
                </a:xfrm>
                <a:prstGeom prst="ellipse">
                  <a:avLst/>
                </a:prstGeom>
                <a:solidFill>
                  <a:srgbClr val="E2E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496" name="Google Shape;496;p9"/>
          <p:cNvGrpSpPr/>
          <p:nvPr/>
        </p:nvGrpSpPr>
        <p:grpSpPr>
          <a:xfrm>
            <a:off x="5497061" y="3817015"/>
            <a:ext cx="3967933" cy="573236"/>
            <a:chOff x="1134148" y="4193002"/>
            <a:chExt cx="4953725" cy="715650"/>
          </a:xfrm>
        </p:grpSpPr>
        <p:sp>
          <p:nvSpPr>
            <p:cNvPr id="497" name="Google Shape;497;p9"/>
            <p:cNvSpPr/>
            <p:nvPr/>
          </p:nvSpPr>
          <p:spPr>
            <a:xfrm>
              <a:off x="4192744" y="4806036"/>
              <a:ext cx="455790" cy="102616"/>
            </a:xfrm>
            <a:custGeom>
              <a:avLst/>
              <a:gdLst/>
              <a:ahLst/>
              <a:cxnLst/>
              <a:rect l="l" t="t" r="r" b="b"/>
              <a:pathLst>
                <a:path w="297" h="67" extrusionOk="0">
                  <a:moveTo>
                    <a:pt x="285" y="8"/>
                  </a:moveTo>
                  <a:cubicBezTo>
                    <a:pt x="288" y="0"/>
                    <a:pt x="288" y="0"/>
                    <a:pt x="288" y="0"/>
                  </a:cubicBezTo>
                  <a:cubicBezTo>
                    <a:pt x="19" y="0"/>
                    <a:pt x="19" y="0"/>
                    <a:pt x="19" y="0"/>
                  </a:cubicBezTo>
                  <a:cubicBezTo>
                    <a:pt x="19" y="4"/>
                    <a:pt x="19" y="4"/>
                    <a:pt x="19" y="4"/>
                  </a:cubicBezTo>
                  <a:cubicBezTo>
                    <a:pt x="8" y="9"/>
                    <a:pt x="0" y="20"/>
                    <a:pt x="0" y="34"/>
                  </a:cubicBezTo>
                  <a:cubicBezTo>
                    <a:pt x="0" y="52"/>
                    <a:pt x="15" y="67"/>
                    <a:pt x="34" y="67"/>
                  </a:cubicBezTo>
                  <a:cubicBezTo>
                    <a:pt x="48" y="67"/>
                    <a:pt x="60" y="58"/>
                    <a:pt x="65" y="45"/>
                  </a:cubicBezTo>
                  <a:cubicBezTo>
                    <a:pt x="72" y="45"/>
                    <a:pt x="72" y="45"/>
                    <a:pt x="72" y="45"/>
                  </a:cubicBezTo>
                  <a:cubicBezTo>
                    <a:pt x="77" y="58"/>
                    <a:pt x="89" y="67"/>
                    <a:pt x="103" y="67"/>
                  </a:cubicBezTo>
                  <a:cubicBezTo>
                    <a:pt x="118" y="67"/>
                    <a:pt x="130" y="58"/>
                    <a:pt x="135" y="45"/>
                  </a:cubicBezTo>
                  <a:cubicBezTo>
                    <a:pt x="163" y="45"/>
                    <a:pt x="163" y="45"/>
                    <a:pt x="163" y="45"/>
                  </a:cubicBezTo>
                  <a:cubicBezTo>
                    <a:pt x="168" y="58"/>
                    <a:pt x="180" y="67"/>
                    <a:pt x="194" y="67"/>
                  </a:cubicBezTo>
                  <a:cubicBezTo>
                    <a:pt x="209" y="67"/>
                    <a:pt x="221" y="58"/>
                    <a:pt x="226" y="45"/>
                  </a:cubicBezTo>
                  <a:cubicBezTo>
                    <a:pt x="233" y="45"/>
                    <a:pt x="233" y="45"/>
                    <a:pt x="233" y="45"/>
                  </a:cubicBezTo>
                  <a:cubicBezTo>
                    <a:pt x="237" y="58"/>
                    <a:pt x="250" y="67"/>
                    <a:pt x="264" y="67"/>
                  </a:cubicBezTo>
                  <a:cubicBezTo>
                    <a:pt x="282" y="67"/>
                    <a:pt x="297" y="52"/>
                    <a:pt x="297" y="34"/>
                  </a:cubicBezTo>
                  <a:cubicBezTo>
                    <a:pt x="297" y="23"/>
                    <a:pt x="293" y="14"/>
                    <a:pt x="285" y="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8" name="Google Shape;498;p9"/>
            <p:cNvSpPr/>
            <p:nvPr/>
          </p:nvSpPr>
          <p:spPr>
            <a:xfrm>
              <a:off x="5429509" y="4806036"/>
              <a:ext cx="457124" cy="102616"/>
            </a:xfrm>
            <a:custGeom>
              <a:avLst/>
              <a:gdLst/>
              <a:ahLst/>
              <a:cxnLst/>
              <a:rect l="l" t="t" r="r" b="b"/>
              <a:pathLst>
                <a:path w="298" h="67" extrusionOk="0">
                  <a:moveTo>
                    <a:pt x="285" y="8"/>
                  </a:moveTo>
                  <a:cubicBezTo>
                    <a:pt x="288" y="0"/>
                    <a:pt x="288" y="0"/>
                    <a:pt x="288" y="0"/>
                  </a:cubicBezTo>
                  <a:cubicBezTo>
                    <a:pt x="20" y="0"/>
                    <a:pt x="20" y="0"/>
                    <a:pt x="20" y="0"/>
                  </a:cubicBezTo>
                  <a:cubicBezTo>
                    <a:pt x="20" y="4"/>
                    <a:pt x="20" y="4"/>
                    <a:pt x="20" y="4"/>
                  </a:cubicBezTo>
                  <a:cubicBezTo>
                    <a:pt x="8" y="9"/>
                    <a:pt x="0" y="20"/>
                    <a:pt x="0" y="34"/>
                  </a:cubicBezTo>
                  <a:cubicBezTo>
                    <a:pt x="0" y="52"/>
                    <a:pt x="15" y="67"/>
                    <a:pt x="34" y="67"/>
                  </a:cubicBezTo>
                  <a:cubicBezTo>
                    <a:pt x="48" y="67"/>
                    <a:pt x="60" y="58"/>
                    <a:pt x="65" y="45"/>
                  </a:cubicBezTo>
                  <a:cubicBezTo>
                    <a:pt x="72" y="45"/>
                    <a:pt x="72" y="45"/>
                    <a:pt x="72" y="45"/>
                  </a:cubicBezTo>
                  <a:cubicBezTo>
                    <a:pt x="77" y="58"/>
                    <a:pt x="89" y="67"/>
                    <a:pt x="103" y="67"/>
                  </a:cubicBezTo>
                  <a:cubicBezTo>
                    <a:pt x="118" y="67"/>
                    <a:pt x="130" y="58"/>
                    <a:pt x="135" y="45"/>
                  </a:cubicBezTo>
                  <a:cubicBezTo>
                    <a:pt x="163" y="45"/>
                    <a:pt x="163" y="45"/>
                    <a:pt x="163" y="45"/>
                  </a:cubicBezTo>
                  <a:cubicBezTo>
                    <a:pt x="168" y="58"/>
                    <a:pt x="180" y="67"/>
                    <a:pt x="195" y="67"/>
                  </a:cubicBezTo>
                  <a:cubicBezTo>
                    <a:pt x="209" y="67"/>
                    <a:pt x="221" y="58"/>
                    <a:pt x="226" y="45"/>
                  </a:cubicBezTo>
                  <a:cubicBezTo>
                    <a:pt x="233" y="45"/>
                    <a:pt x="233" y="45"/>
                    <a:pt x="233" y="45"/>
                  </a:cubicBezTo>
                  <a:cubicBezTo>
                    <a:pt x="238" y="58"/>
                    <a:pt x="250" y="67"/>
                    <a:pt x="264" y="67"/>
                  </a:cubicBezTo>
                  <a:cubicBezTo>
                    <a:pt x="283" y="67"/>
                    <a:pt x="298" y="52"/>
                    <a:pt x="298" y="34"/>
                  </a:cubicBezTo>
                  <a:cubicBezTo>
                    <a:pt x="298" y="23"/>
                    <a:pt x="293" y="14"/>
                    <a:pt x="285" y="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9" name="Google Shape;499;p9"/>
            <p:cNvSpPr/>
            <p:nvPr/>
          </p:nvSpPr>
          <p:spPr>
            <a:xfrm>
              <a:off x="3991502" y="4251640"/>
              <a:ext cx="2096370" cy="586381"/>
            </a:xfrm>
            <a:custGeom>
              <a:avLst/>
              <a:gdLst/>
              <a:ahLst/>
              <a:cxnLst/>
              <a:rect l="l" t="t" r="r" b="b"/>
              <a:pathLst>
                <a:path w="1365" h="382" extrusionOk="0">
                  <a:moveTo>
                    <a:pt x="1343" y="0"/>
                  </a:moveTo>
                  <a:cubicBezTo>
                    <a:pt x="22" y="0"/>
                    <a:pt x="22" y="0"/>
                    <a:pt x="22" y="0"/>
                  </a:cubicBezTo>
                  <a:cubicBezTo>
                    <a:pt x="9" y="0"/>
                    <a:pt x="0" y="10"/>
                    <a:pt x="0" y="22"/>
                  </a:cubicBezTo>
                  <a:cubicBezTo>
                    <a:pt x="0" y="360"/>
                    <a:pt x="0" y="360"/>
                    <a:pt x="0" y="360"/>
                  </a:cubicBezTo>
                  <a:cubicBezTo>
                    <a:pt x="0" y="372"/>
                    <a:pt x="9" y="382"/>
                    <a:pt x="22" y="382"/>
                  </a:cubicBezTo>
                  <a:cubicBezTo>
                    <a:pt x="1343" y="382"/>
                    <a:pt x="1343" y="382"/>
                    <a:pt x="1343" y="382"/>
                  </a:cubicBezTo>
                  <a:cubicBezTo>
                    <a:pt x="1355" y="382"/>
                    <a:pt x="1365" y="372"/>
                    <a:pt x="1365" y="360"/>
                  </a:cubicBezTo>
                  <a:cubicBezTo>
                    <a:pt x="1365" y="22"/>
                    <a:pt x="1365" y="22"/>
                    <a:pt x="1365" y="22"/>
                  </a:cubicBezTo>
                  <a:cubicBezTo>
                    <a:pt x="1365" y="10"/>
                    <a:pt x="1355" y="0"/>
                    <a:pt x="1343"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0" name="Google Shape;500;p9"/>
            <p:cNvSpPr/>
            <p:nvPr/>
          </p:nvSpPr>
          <p:spPr>
            <a:xfrm>
              <a:off x="3991502" y="4744732"/>
              <a:ext cx="2096369" cy="150593"/>
            </a:xfrm>
            <a:custGeom>
              <a:avLst/>
              <a:gdLst/>
              <a:ahLst/>
              <a:cxnLst/>
              <a:rect l="l" t="t" r="r" b="b"/>
              <a:pathLst>
                <a:path w="1573" h="113" extrusionOk="0">
                  <a:moveTo>
                    <a:pt x="1541" y="0"/>
                  </a:moveTo>
                  <a:lnTo>
                    <a:pt x="1535" y="10"/>
                  </a:lnTo>
                  <a:lnTo>
                    <a:pt x="1535" y="33"/>
                  </a:lnTo>
                  <a:lnTo>
                    <a:pt x="38" y="33"/>
                  </a:lnTo>
                  <a:lnTo>
                    <a:pt x="38" y="10"/>
                  </a:lnTo>
                  <a:lnTo>
                    <a:pt x="32" y="0"/>
                  </a:lnTo>
                  <a:lnTo>
                    <a:pt x="0" y="0"/>
                  </a:lnTo>
                  <a:lnTo>
                    <a:pt x="0" y="85"/>
                  </a:lnTo>
                  <a:lnTo>
                    <a:pt x="131" y="85"/>
                  </a:lnTo>
                  <a:lnTo>
                    <a:pt x="155" y="56"/>
                  </a:lnTo>
                  <a:lnTo>
                    <a:pt x="501" y="56"/>
                  </a:lnTo>
                  <a:lnTo>
                    <a:pt x="523" y="113"/>
                  </a:lnTo>
                  <a:lnTo>
                    <a:pt x="1050" y="113"/>
                  </a:lnTo>
                  <a:lnTo>
                    <a:pt x="1071" y="56"/>
                  </a:lnTo>
                  <a:lnTo>
                    <a:pt x="1416" y="56"/>
                  </a:lnTo>
                  <a:lnTo>
                    <a:pt x="1442" y="85"/>
                  </a:lnTo>
                  <a:lnTo>
                    <a:pt x="1573" y="85"/>
                  </a:lnTo>
                  <a:lnTo>
                    <a:pt x="1573" y="0"/>
                  </a:lnTo>
                  <a:lnTo>
                    <a:pt x="1541"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1" name="Google Shape;501;p9"/>
            <p:cNvSpPr/>
            <p:nvPr/>
          </p:nvSpPr>
          <p:spPr>
            <a:xfrm>
              <a:off x="4729830" y="4820695"/>
              <a:ext cx="619800" cy="333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2" name="Google Shape;502;p9"/>
            <p:cNvSpPr/>
            <p:nvPr/>
          </p:nvSpPr>
          <p:spPr>
            <a:xfrm>
              <a:off x="4107450" y="4710083"/>
              <a:ext cx="1875000" cy="34800"/>
            </a:xfrm>
            <a:prstGeom prst="rect">
              <a:avLst/>
            </a:pr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3" name="Google Shape;503;p9"/>
            <p:cNvSpPr/>
            <p:nvPr/>
          </p:nvSpPr>
          <p:spPr>
            <a:xfrm>
              <a:off x="4107450" y="4684761"/>
              <a:ext cx="1875000" cy="105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4" name="Google Shape;504;p9"/>
            <p:cNvSpPr/>
            <p:nvPr/>
          </p:nvSpPr>
          <p:spPr>
            <a:xfrm>
              <a:off x="4098120" y="4226319"/>
              <a:ext cx="507600" cy="25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5" name="Google Shape;505;p9"/>
            <p:cNvSpPr/>
            <p:nvPr/>
          </p:nvSpPr>
          <p:spPr>
            <a:xfrm>
              <a:off x="5460161" y="4226319"/>
              <a:ext cx="505200" cy="25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6" name="Google Shape;506;p9"/>
            <p:cNvSpPr/>
            <p:nvPr/>
          </p:nvSpPr>
          <p:spPr>
            <a:xfrm>
              <a:off x="4071466" y="4335599"/>
              <a:ext cx="1935111" cy="175914"/>
            </a:xfrm>
            <a:custGeom>
              <a:avLst/>
              <a:gdLst/>
              <a:ahLst/>
              <a:cxnLst/>
              <a:rect l="l" t="t" r="r" b="b"/>
              <a:pathLst>
                <a:path w="1260" h="114" extrusionOk="0">
                  <a:moveTo>
                    <a:pt x="1240" y="0"/>
                  </a:moveTo>
                  <a:cubicBezTo>
                    <a:pt x="20" y="0"/>
                    <a:pt x="20" y="0"/>
                    <a:pt x="20" y="0"/>
                  </a:cubicBezTo>
                  <a:cubicBezTo>
                    <a:pt x="9" y="0"/>
                    <a:pt x="0" y="9"/>
                    <a:pt x="0" y="20"/>
                  </a:cubicBezTo>
                  <a:cubicBezTo>
                    <a:pt x="0" y="94"/>
                    <a:pt x="0" y="94"/>
                    <a:pt x="0" y="94"/>
                  </a:cubicBezTo>
                  <a:cubicBezTo>
                    <a:pt x="0" y="105"/>
                    <a:pt x="9" y="114"/>
                    <a:pt x="20" y="114"/>
                  </a:cubicBezTo>
                  <a:cubicBezTo>
                    <a:pt x="1240" y="114"/>
                    <a:pt x="1240" y="114"/>
                    <a:pt x="1240" y="114"/>
                  </a:cubicBezTo>
                  <a:cubicBezTo>
                    <a:pt x="1251" y="114"/>
                    <a:pt x="1260" y="105"/>
                    <a:pt x="1260" y="94"/>
                  </a:cubicBezTo>
                  <a:cubicBezTo>
                    <a:pt x="1260" y="20"/>
                    <a:pt x="1260" y="20"/>
                    <a:pt x="1260" y="20"/>
                  </a:cubicBezTo>
                  <a:cubicBezTo>
                    <a:pt x="1260" y="9"/>
                    <a:pt x="1251" y="0"/>
                    <a:pt x="124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7" name="Google Shape;507;p9"/>
            <p:cNvSpPr/>
            <p:nvPr/>
          </p:nvSpPr>
          <p:spPr>
            <a:xfrm>
              <a:off x="4369995" y="4335599"/>
              <a:ext cx="5400" cy="17610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8" name="Google Shape;508;p9"/>
            <p:cNvSpPr/>
            <p:nvPr/>
          </p:nvSpPr>
          <p:spPr>
            <a:xfrm>
              <a:off x="4369995" y="4335599"/>
              <a:ext cx="5331" cy="175914"/>
            </a:xfrm>
            <a:custGeom>
              <a:avLst/>
              <a:gdLst/>
              <a:ahLst/>
              <a:cxnLst/>
              <a:rect l="l" t="t" r="r" b="b"/>
              <a:pathLst>
                <a:path w="4" h="132" extrusionOk="0">
                  <a:moveTo>
                    <a:pt x="0" y="0"/>
                  </a:moveTo>
                  <a:lnTo>
                    <a:pt x="0" y="132"/>
                  </a:lnTo>
                  <a:lnTo>
                    <a:pt x="4" y="132"/>
                  </a:lnTo>
                  <a:lnTo>
                    <a:pt x="4" y="0"/>
                  </a:ln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9" name="Google Shape;509;p9"/>
            <p:cNvSpPr/>
            <p:nvPr/>
          </p:nvSpPr>
          <p:spPr>
            <a:xfrm>
              <a:off x="4815124" y="4335599"/>
              <a:ext cx="3900" cy="17610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0" name="Google Shape;510;p9"/>
            <p:cNvSpPr/>
            <p:nvPr/>
          </p:nvSpPr>
          <p:spPr>
            <a:xfrm>
              <a:off x="4815124" y="4335599"/>
              <a:ext cx="3999" cy="175914"/>
            </a:xfrm>
            <a:custGeom>
              <a:avLst/>
              <a:gdLst/>
              <a:ahLst/>
              <a:cxnLst/>
              <a:rect l="l" t="t" r="r" b="b"/>
              <a:pathLst>
                <a:path w="3" h="132" extrusionOk="0">
                  <a:moveTo>
                    <a:pt x="0" y="0"/>
                  </a:moveTo>
                  <a:lnTo>
                    <a:pt x="0" y="132"/>
                  </a:lnTo>
                  <a:lnTo>
                    <a:pt x="3" y="132"/>
                  </a:lnTo>
                  <a:lnTo>
                    <a:pt x="3" y="0"/>
                  </a:ln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1" name="Google Shape;511;p9"/>
            <p:cNvSpPr/>
            <p:nvPr/>
          </p:nvSpPr>
          <p:spPr>
            <a:xfrm>
              <a:off x="5260253" y="4335599"/>
              <a:ext cx="3900" cy="17610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2" name="Google Shape;512;p9"/>
            <p:cNvSpPr/>
            <p:nvPr/>
          </p:nvSpPr>
          <p:spPr>
            <a:xfrm>
              <a:off x="5260253" y="4335599"/>
              <a:ext cx="3999" cy="175914"/>
            </a:xfrm>
            <a:custGeom>
              <a:avLst/>
              <a:gdLst/>
              <a:ahLst/>
              <a:cxnLst/>
              <a:rect l="l" t="t" r="r" b="b"/>
              <a:pathLst>
                <a:path w="3" h="132" extrusionOk="0">
                  <a:moveTo>
                    <a:pt x="0" y="0"/>
                  </a:moveTo>
                  <a:lnTo>
                    <a:pt x="0" y="132"/>
                  </a:lnTo>
                  <a:lnTo>
                    <a:pt x="3" y="132"/>
                  </a:lnTo>
                  <a:lnTo>
                    <a:pt x="3" y="0"/>
                  </a:ln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3" name="Google Shape;513;p9"/>
            <p:cNvSpPr/>
            <p:nvPr/>
          </p:nvSpPr>
          <p:spPr>
            <a:xfrm>
              <a:off x="5704050" y="4335599"/>
              <a:ext cx="3900" cy="17610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4" name="Google Shape;514;p9"/>
            <p:cNvSpPr/>
            <p:nvPr/>
          </p:nvSpPr>
          <p:spPr>
            <a:xfrm>
              <a:off x="5704050" y="4335599"/>
              <a:ext cx="3999" cy="175914"/>
            </a:xfrm>
            <a:custGeom>
              <a:avLst/>
              <a:gdLst/>
              <a:ahLst/>
              <a:cxnLst/>
              <a:rect l="l" t="t" r="r" b="b"/>
              <a:pathLst>
                <a:path w="3" h="132" extrusionOk="0">
                  <a:moveTo>
                    <a:pt x="0" y="0"/>
                  </a:moveTo>
                  <a:lnTo>
                    <a:pt x="0" y="132"/>
                  </a:lnTo>
                  <a:lnTo>
                    <a:pt x="3" y="132"/>
                  </a:lnTo>
                  <a:lnTo>
                    <a:pt x="3" y="0"/>
                  </a:ln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5" name="Google Shape;515;p9"/>
            <p:cNvSpPr/>
            <p:nvPr/>
          </p:nvSpPr>
          <p:spPr>
            <a:xfrm>
              <a:off x="3964848" y="4260968"/>
              <a:ext cx="26700" cy="5532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6" name="Google Shape;516;p9"/>
            <p:cNvSpPr/>
            <p:nvPr/>
          </p:nvSpPr>
          <p:spPr>
            <a:xfrm>
              <a:off x="1779185" y="4806036"/>
              <a:ext cx="455790" cy="102616"/>
            </a:xfrm>
            <a:custGeom>
              <a:avLst/>
              <a:gdLst/>
              <a:ahLst/>
              <a:cxnLst/>
              <a:rect l="l" t="t" r="r" b="b"/>
              <a:pathLst>
                <a:path w="297" h="67" extrusionOk="0">
                  <a:moveTo>
                    <a:pt x="285" y="8"/>
                  </a:moveTo>
                  <a:cubicBezTo>
                    <a:pt x="288" y="0"/>
                    <a:pt x="288" y="0"/>
                    <a:pt x="288" y="0"/>
                  </a:cubicBezTo>
                  <a:cubicBezTo>
                    <a:pt x="19" y="0"/>
                    <a:pt x="19" y="0"/>
                    <a:pt x="19" y="0"/>
                  </a:cubicBezTo>
                  <a:cubicBezTo>
                    <a:pt x="19" y="4"/>
                    <a:pt x="19" y="4"/>
                    <a:pt x="19" y="4"/>
                  </a:cubicBezTo>
                  <a:cubicBezTo>
                    <a:pt x="8" y="9"/>
                    <a:pt x="0" y="20"/>
                    <a:pt x="0" y="34"/>
                  </a:cubicBezTo>
                  <a:cubicBezTo>
                    <a:pt x="0" y="52"/>
                    <a:pt x="15" y="67"/>
                    <a:pt x="33" y="67"/>
                  </a:cubicBezTo>
                  <a:cubicBezTo>
                    <a:pt x="48" y="67"/>
                    <a:pt x="60" y="58"/>
                    <a:pt x="65" y="45"/>
                  </a:cubicBezTo>
                  <a:cubicBezTo>
                    <a:pt x="72" y="45"/>
                    <a:pt x="72" y="45"/>
                    <a:pt x="72" y="45"/>
                  </a:cubicBezTo>
                  <a:cubicBezTo>
                    <a:pt x="76" y="58"/>
                    <a:pt x="88" y="67"/>
                    <a:pt x="103" y="67"/>
                  </a:cubicBezTo>
                  <a:cubicBezTo>
                    <a:pt x="117" y="67"/>
                    <a:pt x="130" y="58"/>
                    <a:pt x="134" y="45"/>
                  </a:cubicBezTo>
                  <a:cubicBezTo>
                    <a:pt x="163" y="45"/>
                    <a:pt x="163" y="45"/>
                    <a:pt x="163" y="45"/>
                  </a:cubicBezTo>
                  <a:cubicBezTo>
                    <a:pt x="168" y="58"/>
                    <a:pt x="180" y="67"/>
                    <a:pt x="194" y="67"/>
                  </a:cubicBezTo>
                  <a:cubicBezTo>
                    <a:pt x="209" y="67"/>
                    <a:pt x="221" y="58"/>
                    <a:pt x="225" y="45"/>
                  </a:cubicBezTo>
                  <a:cubicBezTo>
                    <a:pt x="232" y="45"/>
                    <a:pt x="232" y="45"/>
                    <a:pt x="232" y="45"/>
                  </a:cubicBezTo>
                  <a:cubicBezTo>
                    <a:pt x="237" y="58"/>
                    <a:pt x="249" y="67"/>
                    <a:pt x="264" y="67"/>
                  </a:cubicBezTo>
                  <a:cubicBezTo>
                    <a:pt x="282" y="67"/>
                    <a:pt x="297" y="52"/>
                    <a:pt x="297" y="34"/>
                  </a:cubicBezTo>
                  <a:cubicBezTo>
                    <a:pt x="297" y="23"/>
                    <a:pt x="292" y="14"/>
                    <a:pt x="285" y="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7" name="Google Shape;517;p9"/>
            <p:cNvSpPr/>
            <p:nvPr/>
          </p:nvSpPr>
          <p:spPr>
            <a:xfrm>
              <a:off x="3350464" y="4806036"/>
              <a:ext cx="458456" cy="102616"/>
            </a:xfrm>
            <a:custGeom>
              <a:avLst/>
              <a:gdLst/>
              <a:ahLst/>
              <a:cxnLst/>
              <a:rect l="l" t="t" r="r" b="b"/>
              <a:pathLst>
                <a:path w="298" h="67" extrusionOk="0">
                  <a:moveTo>
                    <a:pt x="285" y="8"/>
                  </a:moveTo>
                  <a:cubicBezTo>
                    <a:pt x="288" y="0"/>
                    <a:pt x="288" y="0"/>
                    <a:pt x="288" y="0"/>
                  </a:cubicBezTo>
                  <a:cubicBezTo>
                    <a:pt x="20" y="0"/>
                    <a:pt x="20" y="0"/>
                    <a:pt x="20" y="0"/>
                  </a:cubicBezTo>
                  <a:cubicBezTo>
                    <a:pt x="20" y="4"/>
                    <a:pt x="20" y="4"/>
                    <a:pt x="20" y="4"/>
                  </a:cubicBezTo>
                  <a:cubicBezTo>
                    <a:pt x="8" y="9"/>
                    <a:pt x="0" y="20"/>
                    <a:pt x="0" y="34"/>
                  </a:cubicBezTo>
                  <a:cubicBezTo>
                    <a:pt x="0" y="52"/>
                    <a:pt x="15" y="67"/>
                    <a:pt x="34" y="67"/>
                  </a:cubicBezTo>
                  <a:cubicBezTo>
                    <a:pt x="48" y="67"/>
                    <a:pt x="60" y="58"/>
                    <a:pt x="65" y="45"/>
                  </a:cubicBezTo>
                  <a:cubicBezTo>
                    <a:pt x="72" y="45"/>
                    <a:pt x="72" y="45"/>
                    <a:pt x="72" y="45"/>
                  </a:cubicBezTo>
                  <a:cubicBezTo>
                    <a:pt x="77" y="58"/>
                    <a:pt x="89" y="67"/>
                    <a:pt x="103" y="67"/>
                  </a:cubicBezTo>
                  <a:cubicBezTo>
                    <a:pt x="118" y="67"/>
                    <a:pt x="130" y="58"/>
                    <a:pt x="135" y="45"/>
                  </a:cubicBezTo>
                  <a:cubicBezTo>
                    <a:pt x="163" y="45"/>
                    <a:pt x="163" y="45"/>
                    <a:pt x="163" y="45"/>
                  </a:cubicBezTo>
                  <a:cubicBezTo>
                    <a:pt x="168" y="58"/>
                    <a:pt x="180" y="67"/>
                    <a:pt x="195" y="67"/>
                  </a:cubicBezTo>
                  <a:cubicBezTo>
                    <a:pt x="209" y="67"/>
                    <a:pt x="221" y="58"/>
                    <a:pt x="226" y="45"/>
                  </a:cubicBezTo>
                  <a:cubicBezTo>
                    <a:pt x="233" y="45"/>
                    <a:pt x="233" y="45"/>
                    <a:pt x="233" y="45"/>
                  </a:cubicBezTo>
                  <a:cubicBezTo>
                    <a:pt x="238" y="58"/>
                    <a:pt x="250" y="67"/>
                    <a:pt x="264" y="67"/>
                  </a:cubicBezTo>
                  <a:cubicBezTo>
                    <a:pt x="283" y="67"/>
                    <a:pt x="298" y="52"/>
                    <a:pt x="298" y="34"/>
                  </a:cubicBezTo>
                  <a:cubicBezTo>
                    <a:pt x="298" y="23"/>
                    <a:pt x="293" y="14"/>
                    <a:pt x="285" y="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8" name="Google Shape;518;p9"/>
            <p:cNvSpPr/>
            <p:nvPr/>
          </p:nvSpPr>
          <p:spPr>
            <a:xfrm>
              <a:off x="1330059" y="4251640"/>
              <a:ext cx="2634789" cy="569056"/>
            </a:xfrm>
            <a:custGeom>
              <a:avLst/>
              <a:gdLst/>
              <a:ahLst/>
              <a:cxnLst/>
              <a:rect l="l" t="t" r="r" b="b"/>
              <a:pathLst>
                <a:path w="1715" h="371" extrusionOk="0">
                  <a:moveTo>
                    <a:pt x="451" y="0"/>
                  </a:moveTo>
                  <a:cubicBezTo>
                    <a:pt x="369" y="108"/>
                    <a:pt x="369" y="108"/>
                    <a:pt x="369" y="108"/>
                  </a:cubicBezTo>
                  <a:cubicBezTo>
                    <a:pt x="291" y="108"/>
                    <a:pt x="291" y="108"/>
                    <a:pt x="291" y="108"/>
                  </a:cubicBezTo>
                  <a:cubicBezTo>
                    <a:pt x="217" y="108"/>
                    <a:pt x="148" y="145"/>
                    <a:pt x="107" y="207"/>
                  </a:cubicBezTo>
                  <a:cubicBezTo>
                    <a:pt x="0" y="371"/>
                    <a:pt x="0" y="371"/>
                    <a:pt x="0" y="371"/>
                  </a:cubicBezTo>
                  <a:cubicBezTo>
                    <a:pt x="1715" y="371"/>
                    <a:pt x="1715" y="371"/>
                    <a:pt x="1715" y="371"/>
                  </a:cubicBezTo>
                  <a:cubicBezTo>
                    <a:pt x="1715" y="0"/>
                    <a:pt x="1715" y="0"/>
                    <a:pt x="1715" y="0"/>
                  </a:cubicBezTo>
                  <a:lnTo>
                    <a:pt x="451" y="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9" name="Google Shape;519;p9"/>
            <p:cNvSpPr/>
            <p:nvPr/>
          </p:nvSpPr>
          <p:spPr>
            <a:xfrm>
              <a:off x="1476658" y="4447544"/>
              <a:ext cx="158594" cy="118608"/>
            </a:xfrm>
            <a:custGeom>
              <a:avLst/>
              <a:gdLst/>
              <a:ahLst/>
              <a:cxnLst/>
              <a:rect l="l" t="t" r="r" b="b"/>
              <a:pathLst>
                <a:path w="119" h="89" extrusionOk="0">
                  <a:moveTo>
                    <a:pt x="119" y="0"/>
                  </a:moveTo>
                  <a:lnTo>
                    <a:pt x="69" y="0"/>
                  </a:lnTo>
                  <a:lnTo>
                    <a:pt x="0" y="89"/>
                  </a:lnTo>
                  <a:lnTo>
                    <a:pt x="14" y="89"/>
                  </a:lnTo>
                  <a:lnTo>
                    <a:pt x="119"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0" name="Google Shape;520;p9"/>
            <p:cNvSpPr/>
            <p:nvPr/>
          </p:nvSpPr>
          <p:spPr>
            <a:xfrm>
              <a:off x="1899130" y="4744732"/>
              <a:ext cx="2065716" cy="150593"/>
            </a:xfrm>
            <a:custGeom>
              <a:avLst/>
              <a:gdLst/>
              <a:ahLst/>
              <a:cxnLst/>
              <a:rect l="l" t="t" r="r" b="b"/>
              <a:pathLst>
                <a:path w="1550" h="113" extrusionOk="0">
                  <a:moveTo>
                    <a:pt x="1423" y="0"/>
                  </a:moveTo>
                  <a:lnTo>
                    <a:pt x="1347" y="29"/>
                  </a:lnTo>
                  <a:lnTo>
                    <a:pt x="0" y="29"/>
                  </a:lnTo>
                  <a:lnTo>
                    <a:pt x="0" y="57"/>
                  </a:lnTo>
                  <a:lnTo>
                    <a:pt x="205" y="57"/>
                  </a:lnTo>
                  <a:lnTo>
                    <a:pt x="245" y="113"/>
                  </a:lnTo>
                  <a:lnTo>
                    <a:pt x="1056" y="113"/>
                  </a:lnTo>
                  <a:lnTo>
                    <a:pt x="1105" y="57"/>
                  </a:lnTo>
                  <a:lnTo>
                    <a:pt x="1413" y="57"/>
                  </a:lnTo>
                  <a:lnTo>
                    <a:pt x="1441" y="75"/>
                  </a:lnTo>
                  <a:lnTo>
                    <a:pt x="1550" y="75"/>
                  </a:lnTo>
                  <a:lnTo>
                    <a:pt x="1550" y="0"/>
                  </a:lnTo>
                  <a:lnTo>
                    <a:pt x="1423"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1" name="Google Shape;521;p9"/>
            <p:cNvSpPr/>
            <p:nvPr/>
          </p:nvSpPr>
          <p:spPr>
            <a:xfrm>
              <a:off x="1134148" y="4706084"/>
              <a:ext cx="683686" cy="189241"/>
            </a:xfrm>
            <a:custGeom>
              <a:avLst/>
              <a:gdLst/>
              <a:ahLst/>
              <a:cxnLst/>
              <a:rect l="l" t="t" r="r" b="b"/>
              <a:pathLst>
                <a:path w="445" h="123" extrusionOk="0">
                  <a:moveTo>
                    <a:pt x="318" y="3"/>
                  </a:moveTo>
                  <a:cubicBezTo>
                    <a:pt x="318" y="2"/>
                    <a:pt x="317" y="0"/>
                    <a:pt x="315" y="0"/>
                  </a:cubicBezTo>
                  <a:cubicBezTo>
                    <a:pt x="126" y="0"/>
                    <a:pt x="126" y="0"/>
                    <a:pt x="126" y="0"/>
                  </a:cubicBezTo>
                  <a:cubicBezTo>
                    <a:pt x="124" y="0"/>
                    <a:pt x="123" y="2"/>
                    <a:pt x="123" y="3"/>
                  </a:cubicBezTo>
                  <a:cubicBezTo>
                    <a:pt x="123" y="50"/>
                    <a:pt x="123" y="50"/>
                    <a:pt x="123" y="50"/>
                  </a:cubicBezTo>
                  <a:cubicBezTo>
                    <a:pt x="115" y="50"/>
                    <a:pt x="115" y="50"/>
                    <a:pt x="115" y="50"/>
                  </a:cubicBezTo>
                  <a:cubicBezTo>
                    <a:pt x="109" y="72"/>
                    <a:pt x="109" y="72"/>
                    <a:pt x="109" y="72"/>
                  </a:cubicBezTo>
                  <a:cubicBezTo>
                    <a:pt x="98" y="72"/>
                    <a:pt x="98" y="72"/>
                    <a:pt x="98" y="72"/>
                  </a:cubicBezTo>
                  <a:cubicBezTo>
                    <a:pt x="98" y="72"/>
                    <a:pt x="56" y="123"/>
                    <a:pt x="0" y="123"/>
                  </a:cubicBezTo>
                  <a:cubicBezTo>
                    <a:pt x="428" y="123"/>
                    <a:pt x="428" y="123"/>
                    <a:pt x="428" y="123"/>
                  </a:cubicBezTo>
                  <a:cubicBezTo>
                    <a:pt x="428" y="107"/>
                    <a:pt x="428" y="107"/>
                    <a:pt x="428" y="107"/>
                  </a:cubicBezTo>
                  <a:cubicBezTo>
                    <a:pt x="428" y="107"/>
                    <a:pt x="429" y="89"/>
                    <a:pt x="445" y="89"/>
                  </a:cubicBezTo>
                  <a:cubicBezTo>
                    <a:pt x="445" y="50"/>
                    <a:pt x="445" y="50"/>
                    <a:pt x="445" y="50"/>
                  </a:cubicBezTo>
                  <a:cubicBezTo>
                    <a:pt x="318" y="50"/>
                    <a:pt x="318" y="50"/>
                    <a:pt x="318" y="50"/>
                  </a:cubicBezTo>
                  <a:lnTo>
                    <a:pt x="318" y="3"/>
                  </a:lnTo>
                  <a:close/>
                  <a:moveTo>
                    <a:pt x="312" y="6"/>
                  </a:moveTo>
                  <a:cubicBezTo>
                    <a:pt x="312" y="50"/>
                    <a:pt x="312" y="50"/>
                    <a:pt x="312" y="50"/>
                  </a:cubicBezTo>
                  <a:cubicBezTo>
                    <a:pt x="269" y="50"/>
                    <a:pt x="269" y="50"/>
                    <a:pt x="269" y="50"/>
                  </a:cubicBezTo>
                  <a:cubicBezTo>
                    <a:pt x="269" y="6"/>
                    <a:pt x="269" y="6"/>
                    <a:pt x="269" y="6"/>
                  </a:cubicBezTo>
                  <a:lnTo>
                    <a:pt x="312" y="6"/>
                  </a:lnTo>
                  <a:close/>
                  <a:moveTo>
                    <a:pt x="263" y="6"/>
                  </a:moveTo>
                  <a:cubicBezTo>
                    <a:pt x="263" y="50"/>
                    <a:pt x="263" y="50"/>
                    <a:pt x="263" y="50"/>
                  </a:cubicBezTo>
                  <a:cubicBezTo>
                    <a:pt x="224" y="50"/>
                    <a:pt x="224" y="50"/>
                    <a:pt x="224" y="50"/>
                  </a:cubicBezTo>
                  <a:cubicBezTo>
                    <a:pt x="224" y="6"/>
                    <a:pt x="224" y="6"/>
                    <a:pt x="224" y="6"/>
                  </a:cubicBezTo>
                  <a:lnTo>
                    <a:pt x="263" y="6"/>
                  </a:lnTo>
                  <a:close/>
                  <a:moveTo>
                    <a:pt x="218" y="6"/>
                  </a:moveTo>
                  <a:cubicBezTo>
                    <a:pt x="218" y="50"/>
                    <a:pt x="218" y="50"/>
                    <a:pt x="218" y="50"/>
                  </a:cubicBezTo>
                  <a:cubicBezTo>
                    <a:pt x="178" y="50"/>
                    <a:pt x="178" y="50"/>
                    <a:pt x="178" y="50"/>
                  </a:cubicBezTo>
                  <a:cubicBezTo>
                    <a:pt x="178" y="6"/>
                    <a:pt x="178" y="6"/>
                    <a:pt x="178" y="6"/>
                  </a:cubicBezTo>
                  <a:lnTo>
                    <a:pt x="218" y="6"/>
                  </a:lnTo>
                  <a:close/>
                  <a:moveTo>
                    <a:pt x="129" y="6"/>
                  </a:moveTo>
                  <a:cubicBezTo>
                    <a:pt x="172" y="6"/>
                    <a:pt x="172" y="6"/>
                    <a:pt x="172" y="6"/>
                  </a:cubicBezTo>
                  <a:cubicBezTo>
                    <a:pt x="172" y="50"/>
                    <a:pt x="172" y="50"/>
                    <a:pt x="172" y="50"/>
                  </a:cubicBezTo>
                  <a:cubicBezTo>
                    <a:pt x="129" y="50"/>
                    <a:pt x="129" y="50"/>
                    <a:pt x="129" y="50"/>
                  </a:cubicBezTo>
                  <a:lnTo>
                    <a:pt x="129" y="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2" name="Google Shape;522;p9"/>
            <p:cNvSpPr/>
            <p:nvPr/>
          </p:nvSpPr>
          <p:spPr>
            <a:xfrm>
              <a:off x="2261630" y="4827359"/>
              <a:ext cx="994200" cy="306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3" name="Google Shape;523;p9"/>
            <p:cNvSpPr/>
            <p:nvPr/>
          </p:nvSpPr>
          <p:spPr>
            <a:xfrm>
              <a:off x="1430012" y="4840686"/>
              <a:ext cx="309300" cy="174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4" name="Google Shape;524;p9"/>
            <p:cNvSpPr/>
            <p:nvPr/>
          </p:nvSpPr>
          <p:spPr>
            <a:xfrm>
              <a:off x="3823579" y="4779382"/>
              <a:ext cx="108000" cy="174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5" name="Google Shape;525;p9"/>
            <p:cNvSpPr/>
            <p:nvPr/>
          </p:nvSpPr>
          <p:spPr>
            <a:xfrm>
              <a:off x="2184332" y="4214325"/>
              <a:ext cx="1732536" cy="37315"/>
            </a:xfrm>
            <a:custGeom>
              <a:avLst/>
              <a:gdLst/>
              <a:ahLst/>
              <a:cxnLst/>
              <a:rect l="l" t="t" r="r" b="b"/>
              <a:pathLst>
                <a:path w="1300" h="28" extrusionOk="0">
                  <a:moveTo>
                    <a:pt x="0" y="28"/>
                  </a:moveTo>
                  <a:lnTo>
                    <a:pt x="28" y="0"/>
                  </a:lnTo>
                  <a:lnTo>
                    <a:pt x="1285" y="0"/>
                  </a:lnTo>
                  <a:lnTo>
                    <a:pt x="1300" y="28"/>
                  </a:lnTo>
                  <a:lnTo>
                    <a:pt x="0" y="28"/>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6" name="Google Shape;526;p9"/>
            <p:cNvSpPr/>
            <p:nvPr/>
          </p:nvSpPr>
          <p:spPr>
            <a:xfrm>
              <a:off x="2314939" y="4193002"/>
              <a:ext cx="286500" cy="213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7" name="Google Shape;527;p9"/>
            <p:cNvSpPr/>
            <p:nvPr/>
          </p:nvSpPr>
          <p:spPr>
            <a:xfrm>
              <a:off x="3479737" y="4193002"/>
              <a:ext cx="286500" cy="213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8" name="Google Shape;528;p9"/>
            <p:cNvSpPr/>
            <p:nvPr/>
          </p:nvSpPr>
          <p:spPr>
            <a:xfrm>
              <a:off x="3170546" y="4193002"/>
              <a:ext cx="288000" cy="213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9" name="Google Shape;529;p9"/>
            <p:cNvSpPr/>
            <p:nvPr/>
          </p:nvSpPr>
          <p:spPr>
            <a:xfrm>
              <a:off x="1911125" y="4300949"/>
              <a:ext cx="273208" cy="95953"/>
            </a:xfrm>
            <a:custGeom>
              <a:avLst/>
              <a:gdLst/>
              <a:ahLst/>
              <a:cxnLst/>
              <a:rect l="l" t="t" r="r" b="b"/>
              <a:pathLst>
                <a:path w="205" h="72" extrusionOk="0">
                  <a:moveTo>
                    <a:pt x="0" y="72"/>
                  </a:moveTo>
                  <a:lnTo>
                    <a:pt x="146" y="72"/>
                  </a:lnTo>
                  <a:lnTo>
                    <a:pt x="205" y="0"/>
                  </a:lnTo>
                  <a:lnTo>
                    <a:pt x="58" y="0"/>
                  </a:lnTo>
                  <a:lnTo>
                    <a:pt x="0" y="7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0" name="Google Shape;530;p9"/>
            <p:cNvSpPr/>
            <p:nvPr/>
          </p:nvSpPr>
          <p:spPr>
            <a:xfrm>
              <a:off x="2837366" y="4340929"/>
              <a:ext cx="294532" cy="135934"/>
            </a:xfrm>
            <a:custGeom>
              <a:avLst/>
              <a:gdLst/>
              <a:ahLst/>
              <a:cxnLst/>
              <a:rect l="l" t="t" r="r" b="b"/>
              <a:pathLst>
                <a:path w="192" h="89" extrusionOk="0">
                  <a:moveTo>
                    <a:pt x="171" y="0"/>
                  </a:moveTo>
                  <a:cubicBezTo>
                    <a:pt x="21" y="0"/>
                    <a:pt x="21" y="0"/>
                    <a:pt x="21" y="0"/>
                  </a:cubicBezTo>
                  <a:cubicBezTo>
                    <a:pt x="9" y="0"/>
                    <a:pt x="0" y="10"/>
                    <a:pt x="0" y="22"/>
                  </a:cubicBezTo>
                  <a:cubicBezTo>
                    <a:pt x="0" y="68"/>
                    <a:pt x="0" y="68"/>
                    <a:pt x="0" y="68"/>
                  </a:cubicBezTo>
                  <a:cubicBezTo>
                    <a:pt x="0" y="79"/>
                    <a:pt x="9" y="89"/>
                    <a:pt x="21" y="89"/>
                  </a:cubicBezTo>
                  <a:cubicBezTo>
                    <a:pt x="171" y="89"/>
                    <a:pt x="171" y="89"/>
                    <a:pt x="171" y="89"/>
                  </a:cubicBezTo>
                  <a:cubicBezTo>
                    <a:pt x="183" y="89"/>
                    <a:pt x="192" y="79"/>
                    <a:pt x="192" y="68"/>
                  </a:cubicBezTo>
                  <a:cubicBezTo>
                    <a:pt x="192" y="22"/>
                    <a:pt x="192" y="22"/>
                    <a:pt x="192" y="22"/>
                  </a:cubicBezTo>
                  <a:cubicBezTo>
                    <a:pt x="192" y="10"/>
                    <a:pt x="183" y="0"/>
                    <a:pt x="17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1" name="Google Shape;531;p9"/>
            <p:cNvSpPr/>
            <p:nvPr/>
          </p:nvSpPr>
          <p:spPr>
            <a:xfrm>
              <a:off x="3166548" y="4340929"/>
              <a:ext cx="295864" cy="135934"/>
            </a:xfrm>
            <a:custGeom>
              <a:avLst/>
              <a:gdLst/>
              <a:ahLst/>
              <a:cxnLst/>
              <a:rect l="l" t="t" r="r" b="b"/>
              <a:pathLst>
                <a:path w="193" h="89" extrusionOk="0">
                  <a:moveTo>
                    <a:pt x="172" y="0"/>
                  </a:moveTo>
                  <a:cubicBezTo>
                    <a:pt x="22" y="0"/>
                    <a:pt x="22" y="0"/>
                    <a:pt x="22" y="0"/>
                  </a:cubicBezTo>
                  <a:cubicBezTo>
                    <a:pt x="10" y="0"/>
                    <a:pt x="0" y="10"/>
                    <a:pt x="0" y="22"/>
                  </a:cubicBezTo>
                  <a:cubicBezTo>
                    <a:pt x="0" y="68"/>
                    <a:pt x="0" y="68"/>
                    <a:pt x="0" y="68"/>
                  </a:cubicBezTo>
                  <a:cubicBezTo>
                    <a:pt x="0" y="79"/>
                    <a:pt x="10" y="89"/>
                    <a:pt x="22" y="89"/>
                  </a:cubicBezTo>
                  <a:cubicBezTo>
                    <a:pt x="172" y="89"/>
                    <a:pt x="172" y="89"/>
                    <a:pt x="172" y="89"/>
                  </a:cubicBezTo>
                  <a:cubicBezTo>
                    <a:pt x="183" y="89"/>
                    <a:pt x="193" y="79"/>
                    <a:pt x="193" y="68"/>
                  </a:cubicBezTo>
                  <a:cubicBezTo>
                    <a:pt x="193" y="22"/>
                    <a:pt x="193" y="22"/>
                    <a:pt x="193" y="22"/>
                  </a:cubicBezTo>
                  <a:cubicBezTo>
                    <a:pt x="193" y="10"/>
                    <a:pt x="183" y="0"/>
                    <a:pt x="172"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2" name="Google Shape;532;p9"/>
            <p:cNvSpPr/>
            <p:nvPr/>
          </p:nvSpPr>
          <p:spPr>
            <a:xfrm>
              <a:off x="3868892" y="4348925"/>
              <a:ext cx="58800" cy="600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3" name="Google Shape;533;p9"/>
            <p:cNvSpPr/>
            <p:nvPr/>
          </p:nvSpPr>
          <p:spPr>
            <a:xfrm>
              <a:off x="1983092" y="4214325"/>
              <a:ext cx="1987089" cy="573054"/>
            </a:xfrm>
            <a:custGeom>
              <a:avLst/>
              <a:gdLst/>
              <a:ahLst/>
              <a:cxnLst/>
              <a:rect l="l" t="t" r="r" b="b"/>
              <a:pathLst>
                <a:path w="1293" h="373" extrusionOk="0">
                  <a:moveTo>
                    <a:pt x="1290" y="53"/>
                  </a:moveTo>
                  <a:cubicBezTo>
                    <a:pt x="1075" y="53"/>
                    <a:pt x="1075" y="53"/>
                    <a:pt x="1075" y="53"/>
                  </a:cubicBezTo>
                  <a:cubicBezTo>
                    <a:pt x="1075" y="0"/>
                    <a:pt x="1075" y="0"/>
                    <a:pt x="1075" y="0"/>
                  </a:cubicBezTo>
                  <a:cubicBezTo>
                    <a:pt x="1072" y="0"/>
                    <a:pt x="1072" y="0"/>
                    <a:pt x="1072" y="0"/>
                  </a:cubicBezTo>
                  <a:cubicBezTo>
                    <a:pt x="1072" y="26"/>
                    <a:pt x="1072" y="26"/>
                    <a:pt x="1072" y="26"/>
                  </a:cubicBezTo>
                  <a:cubicBezTo>
                    <a:pt x="1030" y="26"/>
                    <a:pt x="1030" y="26"/>
                    <a:pt x="1030" y="26"/>
                  </a:cubicBezTo>
                  <a:cubicBezTo>
                    <a:pt x="1030" y="0"/>
                    <a:pt x="1030" y="0"/>
                    <a:pt x="1030" y="0"/>
                  </a:cubicBezTo>
                  <a:cubicBezTo>
                    <a:pt x="1027" y="0"/>
                    <a:pt x="1027" y="0"/>
                    <a:pt x="1027" y="0"/>
                  </a:cubicBezTo>
                  <a:cubicBezTo>
                    <a:pt x="1027" y="53"/>
                    <a:pt x="1027" y="53"/>
                    <a:pt x="1027" y="53"/>
                  </a:cubicBezTo>
                  <a:cubicBezTo>
                    <a:pt x="3" y="53"/>
                    <a:pt x="3" y="53"/>
                    <a:pt x="3" y="53"/>
                  </a:cubicBezTo>
                  <a:cubicBezTo>
                    <a:pt x="2" y="53"/>
                    <a:pt x="0" y="54"/>
                    <a:pt x="0" y="56"/>
                  </a:cubicBezTo>
                  <a:cubicBezTo>
                    <a:pt x="0" y="57"/>
                    <a:pt x="2" y="59"/>
                    <a:pt x="3" y="59"/>
                  </a:cubicBezTo>
                  <a:cubicBezTo>
                    <a:pt x="505" y="59"/>
                    <a:pt x="505" y="59"/>
                    <a:pt x="505" y="59"/>
                  </a:cubicBezTo>
                  <a:cubicBezTo>
                    <a:pt x="505" y="370"/>
                    <a:pt x="505" y="370"/>
                    <a:pt x="505" y="370"/>
                  </a:cubicBezTo>
                  <a:cubicBezTo>
                    <a:pt x="505" y="372"/>
                    <a:pt x="507" y="373"/>
                    <a:pt x="508" y="373"/>
                  </a:cubicBezTo>
                  <a:cubicBezTo>
                    <a:pt x="510" y="373"/>
                    <a:pt x="512" y="372"/>
                    <a:pt x="512" y="370"/>
                  </a:cubicBezTo>
                  <a:cubicBezTo>
                    <a:pt x="512" y="59"/>
                    <a:pt x="512" y="59"/>
                    <a:pt x="512" y="59"/>
                  </a:cubicBezTo>
                  <a:cubicBezTo>
                    <a:pt x="522" y="59"/>
                    <a:pt x="522" y="59"/>
                    <a:pt x="522" y="59"/>
                  </a:cubicBezTo>
                  <a:cubicBezTo>
                    <a:pt x="522" y="370"/>
                    <a:pt x="522" y="370"/>
                    <a:pt x="522" y="370"/>
                  </a:cubicBezTo>
                  <a:cubicBezTo>
                    <a:pt x="522" y="372"/>
                    <a:pt x="524" y="373"/>
                    <a:pt x="526" y="373"/>
                  </a:cubicBezTo>
                  <a:cubicBezTo>
                    <a:pt x="527" y="373"/>
                    <a:pt x="529" y="372"/>
                    <a:pt x="529" y="370"/>
                  </a:cubicBezTo>
                  <a:cubicBezTo>
                    <a:pt x="529" y="59"/>
                    <a:pt x="529" y="59"/>
                    <a:pt x="529" y="59"/>
                  </a:cubicBezTo>
                  <a:cubicBezTo>
                    <a:pt x="1027" y="59"/>
                    <a:pt x="1027" y="59"/>
                    <a:pt x="1027" y="59"/>
                  </a:cubicBezTo>
                  <a:cubicBezTo>
                    <a:pt x="1027" y="360"/>
                    <a:pt x="1027" y="360"/>
                    <a:pt x="1027" y="360"/>
                  </a:cubicBezTo>
                  <a:cubicBezTo>
                    <a:pt x="1030" y="360"/>
                    <a:pt x="1030" y="360"/>
                    <a:pt x="1030" y="360"/>
                  </a:cubicBezTo>
                  <a:cubicBezTo>
                    <a:pt x="1030" y="324"/>
                    <a:pt x="1030" y="324"/>
                    <a:pt x="1030" y="324"/>
                  </a:cubicBezTo>
                  <a:cubicBezTo>
                    <a:pt x="1072" y="324"/>
                    <a:pt x="1072" y="324"/>
                    <a:pt x="1072" y="324"/>
                  </a:cubicBezTo>
                  <a:cubicBezTo>
                    <a:pt x="1072" y="360"/>
                    <a:pt x="1072" y="360"/>
                    <a:pt x="1072" y="360"/>
                  </a:cubicBezTo>
                  <a:cubicBezTo>
                    <a:pt x="1075" y="360"/>
                    <a:pt x="1075" y="360"/>
                    <a:pt x="1075" y="360"/>
                  </a:cubicBezTo>
                  <a:cubicBezTo>
                    <a:pt x="1075" y="59"/>
                    <a:pt x="1075" y="59"/>
                    <a:pt x="1075" y="59"/>
                  </a:cubicBezTo>
                  <a:cubicBezTo>
                    <a:pt x="1290" y="59"/>
                    <a:pt x="1290" y="59"/>
                    <a:pt x="1290" y="59"/>
                  </a:cubicBezTo>
                  <a:cubicBezTo>
                    <a:pt x="1292" y="59"/>
                    <a:pt x="1293" y="57"/>
                    <a:pt x="1293" y="56"/>
                  </a:cubicBezTo>
                  <a:cubicBezTo>
                    <a:pt x="1293" y="54"/>
                    <a:pt x="1292" y="53"/>
                    <a:pt x="1290" y="53"/>
                  </a:cubicBezTo>
                  <a:close/>
                  <a:moveTo>
                    <a:pt x="1030" y="29"/>
                  </a:moveTo>
                  <a:cubicBezTo>
                    <a:pt x="1072" y="29"/>
                    <a:pt x="1072" y="29"/>
                    <a:pt x="1072" y="29"/>
                  </a:cubicBezTo>
                  <a:cubicBezTo>
                    <a:pt x="1072" y="53"/>
                    <a:pt x="1072" y="53"/>
                    <a:pt x="1072" y="53"/>
                  </a:cubicBezTo>
                  <a:cubicBezTo>
                    <a:pt x="1030" y="53"/>
                    <a:pt x="1030" y="53"/>
                    <a:pt x="1030" y="53"/>
                  </a:cubicBezTo>
                  <a:lnTo>
                    <a:pt x="1030" y="29"/>
                  </a:lnTo>
                  <a:close/>
                  <a:moveTo>
                    <a:pt x="1072" y="321"/>
                  </a:moveTo>
                  <a:cubicBezTo>
                    <a:pt x="1030" y="321"/>
                    <a:pt x="1030" y="321"/>
                    <a:pt x="1030" y="321"/>
                  </a:cubicBezTo>
                  <a:cubicBezTo>
                    <a:pt x="1030" y="297"/>
                    <a:pt x="1030" y="297"/>
                    <a:pt x="1030" y="297"/>
                  </a:cubicBezTo>
                  <a:cubicBezTo>
                    <a:pt x="1072" y="297"/>
                    <a:pt x="1072" y="297"/>
                    <a:pt x="1072" y="297"/>
                  </a:cubicBezTo>
                  <a:lnTo>
                    <a:pt x="1072" y="321"/>
                  </a:lnTo>
                  <a:close/>
                  <a:moveTo>
                    <a:pt x="1072" y="294"/>
                  </a:moveTo>
                  <a:cubicBezTo>
                    <a:pt x="1030" y="294"/>
                    <a:pt x="1030" y="294"/>
                    <a:pt x="1030" y="294"/>
                  </a:cubicBezTo>
                  <a:cubicBezTo>
                    <a:pt x="1030" y="271"/>
                    <a:pt x="1030" y="271"/>
                    <a:pt x="1030" y="271"/>
                  </a:cubicBezTo>
                  <a:cubicBezTo>
                    <a:pt x="1072" y="271"/>
                    <a:pt x="1072" y="271"/>
                    <a:pt x="1072" y="271"/>
                  </a:cubicBezTo>
                  <a:lnTo>
                    <a:pt x="1072" y="294"/>
                  </a:lnTo>
                  <a:close/>
                  <a:moveTo>
                    <a:pt x="1072" y="268"/>
                  </a:moveTo>
                  <a:cubicBezTo>
                    <a:pt x="1030" y="268"/>
                    <a:pt x="1030" y="268"/>
                    <a:pt x="1030" y="268"/>
                  </a:cubicBezTo>
                  <a:cubicBezTo>
                    <a:pt x="1030" y="244"/>
                    <a:pt x="1030" y="244"/>
                    <a:pt x="1030" y="244"/>
                  </a:cubicBezTo>
                  <a:cubicBezTo>
                    <a:pt x="1072" y="244"/>
                    <a:pt x="1072" y="244"/>
                    <a:pt x="1072" y="244"/>
                  </a:cubicBezTo>
                  <a:lnTo>
                    <a:pt x="1072" y="268"/>
                  </a:lnTo>
                  <a:close/>
                  <a:moveTo>
                    <a:pt x="1072" y="241"/>
                  </a:moveTo>
                  <a:cubicBezTo>
                    <a:pt x="1030" y="241"/>
                    <a:pt x="1030" y="241"/>
                    <a:pt x="1030" y="241"/>
                  </a:cubicBezTo>
                  <a:cubicBezTo>
                    <a:pt x="1030" y="218"/>
                    <a:pt x="1030" y="218"/>
                    <a:pt x="1030" y="218"/>
                  </a:cubicBezTo>
                  <a:cubicBezTo>
                    <a:pt x="1072" y="218"/>
                    <a:pt x="1072" y="218"/>
                    <a:pt x="1072" y="218"/>
                  </a:cubicBezTo>
                  <a:lnTo>
                    <a:pt x="1072" y="241"/>
                  </a:lnTo>
                  <a:close/>
                  <a:moveTo>
                    <a:pt x="1072" y="215"/>
                  </a:moveTo>
                  <a:cubicBezTo>
                    <a:pt x="1030" y="215"/>
                    <a:pt x="1030" y="215"/>
                    <a:pt x="1030" y="215"/>
                  </a:cubicBezTo>
                  <a:cubicBezTo>
                    <a:pt x="1030" y="191"/>
                    <a:pt x="1030" y="191"/>
                    <a:pt x="1030" y="191"/>
                  </a:cubicBezTo>
                  <a:cubicBezTo>
                    <a:pt x="1072" y="191"/>
                    <a:pt x="1072" y="191"/>
                    <a:pt x="1072" y="191"/>
                  </a:cubicBezTo>
                  <a:lnTo>
                    <a:pt x="1072" y="215"/>
                  </a:lnTo>
                  <a:close/>
                  <a:moveTo>
                    <a:pt x="1072" y="188"/>
                  </a:moveTo>
                  <a:cubicBezTo>
                    <a:pt x="1030" y="188"/>
                    <a:pt x="1030" y="188"/>
                    <a:pt x="1030" y="188"/>
                  </a:cubicBezTo>
                  <a:cubicBezTo>
                    <a:pt x="1030" y="165"/>
                    <a:pt x="1030" y="165"/>
                    <a:pt x="1030" y="165"/>
                  </a:cubicBezTo>
                  <a:cubicBezTo>
                    <a:pt x="1072" y="165"/>
                    <a:pt x="1072" y="165"/>
                    <a:pt x="1072" y="165"/>
                  </a:cubicBezTo>
                  <a:lnTo>
                    <a:pt x="1072" y="188"/>
                  </a:lnTo>
                  <a:close/>
                  <a:moveTo>
                    <a:pt x="1072" y="162"/>
                  </a:moveTo>
                  <a:cubicBezTo>
                    <a:pt x="1030" y="162"/>
                    <a:pt x="1030" y="162"/>
                    <a:pt x="1030" y="162"/>
                  </a:cubicBezTo>
                  <a:cubicBezTo>
                    <a:pt x="1030" y="138"/>
                    <a:pt x="1030" y="138"/>
                    <a:pt x="1030" y="138"/>
                  </a:cubicBezTo>
                  <a:cubicBezTo>
                    <a:pt x="1072" y="138"/>
                    <a:pt x="1072" y="138"/>
                    <a:pt x="1072" y="138"/>
                  </a:cubicBezTo>
                  <a:lnTo>
                    <a:pt x="1072" y="162"/>
                  </a:lnTo>
                  <a:close/>
                  <a:moveTo>
                    <a:pt x="1072" y="135"/>
                  </a:moveTo>
                  <a:cubicBezTo>
                    <a:pt x="1030" y="135"/>
                    <a:pt x="1030" y="135"/>
                    <a:pt x="1030" y="135"/>
                  </a:cubicBezTo>
                  <a:cubicBezTo>
                    <a:pt x="1030" y="109"/>
                    <a:pt x="1030" y="109"/>
                    <a:pt x="1030" y="109"/>
                  </a:cubicBezTo>
                  <a:cubicBezTo>
                    <a:pt x="1072" y="109"/>
                    <a:pt x="1072" y="109"/>
                    <a:pt x="1072" y="109"/>
                  </a:cubicBezTo>
                  <a:lnTo>
                    <a:pt x="1072" y="135"/>
                  </a:lnTo>
                  <a:close/>
                  <a:moveTo>
                    <a:pt x="1072" y="106"/>
                  </a:moveTo>
                  <a:cubicBezTo>
                    <a:pt x="1030" y="106"/>
                    <a:pt x="1030" y="106"/>
                    <a:pt x="1030" y="106"/>
                  </a:cubicBezTo>
                  <a:cubicBezTo>
                    <a:pt x="1030" y="82"/>
                    <a:pt x="1030" y="82"/>
                    <a:pt x="1030" y="82"/>
                  </a:cubicBezTo>
                  <a:cubicBezTo>
                    <a:pt x="1072" y="82"/>
                    <a:pt x="1072" y="82"/>
                    <a:pt x="1072" y="82"/>
                  </a:cubicBezTo>
                  <a:lnTo>
                    <a:pt x="1072" y="106"/>
                  </a:lnTo>
                  <a:close/>
                  <a:moveTo>
                    <a:pt x="1072" y="78"/>
                  </a:moveTo>
                  <a:cubicBezTo>
                    <a:pt x="1030" y="78"/>
                    <a:pt x="1030" y="78"/>
                    <a:pt x="1030" y="78"/>
                  </a:cubicBezTo>
                  <a:cubicBezTo>
                    <a:pt x="1030" y="59"/>
                    <a:pt x="1030" y="59"/>
                    <a:pt x="1030" y="59"/>
                  </a:cubicBezTo>
                  <a:cubicBezTo>
                    <a:pt x="1072" y="59"/>
                    <a:pt x="1072" y="59"/>
                    <a:pt x="1072" y="59"/>
                  </a:cubicBezTo>
                  <a:lnTo>
                    <a:pt x="1072" y="78"/>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4" name="Google Shape;534;p9"/>
            <p:cNvSpPr/>
            <p:nvPr/>
          </p:nvSpPr>
          <p:spPr>
            <a:xfrm>
              <a:off x="2490858" y="4356921"/>
              <a:ext cx="217234" cy="9328"/>
            </a:xfrm>
            <a:custGeom>
              <a:avLst/>
              <a:gdLst/>
              <a:ahLst/>
              <a:cxnLst/>
              <a:rect l="l" t="t" r="r" b="b"/>
              <a:pathLst>
                <a:path w="142" h="6" extrusionOk="0">
                  <a:moveTo>
                    <a:pt x="139" y="0"/>
                  </a:moveTo>
                  <a:cubicBezTo>
                    <a:pt x="3" y="0"/>
                    <a:pt x="3" y="0"/>
                    <a:pt x="3" y="0"/>
                  </a:cubicBezTo>
                  <a:cubicBezTo>
                    <a:pt x="2" y="0"/>
                    <a:pt x="0" y="1"/>
                    <a:pt x="0" y="3"/>
                  </a:cubicBezTo>
                  <a:cubicBezTo>
                    <a:pt x="0" y="5"/>
                    <a:pt x="2" y="6"/>
                    <a:pt x="3" y="6"/>
                  </a:cubicBezTo>
                  <a:cubicBezTo>
                    <a:pt x="139" y="6"/>
                    <a:pt x="139" y="6"/>
                    <a:pt x="139" y="6"/>
                  </a:cubicBezTo>
                  <a:cubicBezTo>
                    <a:pt x="141" y="6"/>
                    <a:pt x="142" y="5"/>
                    <a:pt x="142" y="3"/>
                  </a:cubicBezTo>
                  <a:cubicBezTo>
                    <a:pt x="142" y="1"/>
                    <a:pt x="141" y="0"/>
                    <a:pt x="13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5" name="Google Shape;535;p9"/>
            <p:cNvSpPr/>
            <p:nvPr/>
          </p:nvSpPr>
          <p:spPr>
            <a:xfrm>
              <a:off x="2490858" y="4395570"/>
              <a:ext cx="217234" cy="9328"/>
            </a:xfrm>
            <a:custGeom>
              <a:avLst/>
              <a:gdLst/>
              <a:ahLst/>
              <a:cxnLst/>
              <a:rect l="l" t="t" r="r" b="b"/>
              <a:pathLst>
                <a:path w="142" h="6" extrusionOk="0">
                  <a:moveTo>
                    <a:pt x="139" y="0"/>
                  </a:moveTo>
                  <a:cubicBezTo>
                    <a:pt x="3" y="0"/>
                    <a:pt x="3" y="0"/>
                    <a:pt x="3" y="0"/>
                  </a:cubicBezTo>
                  <a:cubicBezTo>
                    <a:pt x="2" y="0"/>
                    <a:pt x="0" y="1"/>
                    <a:pt x="0" y="3"/>
                  </a:cubicBezTo>
                  <a:cubicBezTo>
                    <a:pt x="0" y="5"/>
                    <a:pt x="2" y="6"/>
                    <a:pt x="3" y="6"/>
                  </a:cubicBezTo>
                  <a:cubicBezTo>
                    <a:pt x="139" y="6"/>
                    <a:pt x="139" y="6"/>
                    <a:pt x="139" y="6"/>
                  </a:cubicBezTo>
                  <a:cubicBezTo>
                    <a:pt x="141" y="6"/>
                    <a:pt x="142" y="5"/>
                    <a:pt x="142" y="3"/>
                  </a:cubicBezTo>
                  <a:cubicBezTo>
                    <a:pt x="142" y="1"/>
                    <a:pt x="141" y="0"/>
                    <a:pt x="13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6" name="Google Shape;536;p9"/>
            <p:cNvSpPr/>
            <p:nvPr/>
          </p:nvSpPr>
          <p:spPr>
            <a:xfrm>
              <a:off x="2490858" y="4434217"/>
              <a:ext cx="217234" cy="10661"/>
            </a:xfrm>
            <a:custGeom>
              <a:avLst/>
              <a:gdLst/>
              <a:ahLst/>
              <a:cxnLst/>
              <a:rect l="l" t="t" r="r" b="b"/>
              <a:pathLst>
                <a:path w="142" h="7" extrusionOk="0">
                  <a:moveTo>
                    <a:pt x="139" y="0"/>
                  </a:moveTo>
                  <a:cubicBezTo>
                    <a:pt x="3" y="0"/>
                    <a:pt x="3" y="0"/>
                    <a:pt x="3" y="0"/>
                  </a:cubicBezTo>
                  <a:cubicBezTo>
                    <a:pt x="2" y="0"/>
                    <a:pt x="0" y="2"/>
                    <a:pt x="0" y="3"/>
                  </a:cubicBezTo>
                  <a:cubicBezTo>
                    <a:pt x="0" y="5"/>
                    <a:pt x="2" y="7"/>
                    <a:pt x="3" y="7"/>
                  </a:cubicBezTo>
                  <a:cubicBezTo>
                    <a:pt x="139" y="7"/>
                    <a:pt x="139" y="7"/>
                    <a:pt x="139" y="7"/>
                  </a:cubicBezTo>
                  <a:cubicBezTo>
                    <a:pt x="141" y="7"/>
                    <a:pt x="142" y="5"/>
                    <a:pt x="142" y="3"/>
                  </a:cubicBezTo>
                  <a:cubicBezTo>
                    <a:pt x="142" y="2"/>
                    <a:pt x="141" y="0"/>
                    <a:pt x="13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7" name="Google Shape;537;p9"/>
            <p:cNvSpPr/>
            <p:nvPr/>
          </p:nvSpPr>
          <p:spPr>
            <a:xfrm>
              <a:off x="2490858" y="4472865"/>
              <a:ext cx="217234" cy="9328"/>
            </a:xfrm>
            <a:custGeom>
              <a:avLst/>
              <a:gdLst/>
              <a:ahLst/>
              <a:cxnLst/>
              <a:rect l="l" t="t" r="r" b="b"/>
              <a:pathLst>
                <a:path w="142" h="6" extrusionOk="0">
                  <a:moveTo>
                    <a:pt x="139" y="0"/>
                  </a:moveTo>
                  <a:cubicBezTo>
                    <a:pt x="3" y="0"/>
                    <a:pt x="3" y="0"/>
                    <a:pt x="3" y="0"/>
                  </a:cubicBezTo>
                  <a:cubicBezTo>
                    <a:pt x="2" y="0"/>
                    <a:pt x="0" y="1"/>
                    <a:pt x="0" y="3"/>
                  </a:cubicBezTo>
                  <a:cubicBezTo>
                    <a:pt x="0" y="5"/>
                    <a:pt x="2" y="6"/>
                    <a:pt x="3" y="6"/>
                  </a:cubicBezTo>
                  <a:cubicBezTo>
                    <a:pt x="139" y="6"/>
                    <a:pt x="139" y="6"/>
                    <a:pt x="139" y="6"/>
                  </a:cubicBezTo>
                  <a:cubicBezTo>
                    <a:pt x="141" y="6"/>
                    <a:pt x="142" y="5"/>
                    <a:pt x="142" y="3"/>
                  </a:cubicBezTo>
                  <a:cubicBezTo>
                    <a:pt x="142" y="1"/>
                    <a:pt x="141" y="0"/>
                    <a:pt x="13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8" name="Google Shape;538;p9"/>
            <p:cNvSpPr/>
            <p:nvPr/>
          </p:nvSpPr>
          <p:spPr>
            <a:xfrm>
              <a:off x="2490858" y="4514178"/>
              <a:ext cx="217234" cy="9328"/>
            </a:xfrm>
            <a:custGeom>
              <a:avLst/>
              <a:gdLst/>
              <a:ahLst/>
              <a:cxnLst/>
              <a:rect l="l" t="t" r="r" b="b"/>
              <a:pathLst>
                <a:path w="142" h="6" extrusionOk="0">
                  <a:moveTo>
                    <a:pt x="139" y="0"/>
                  </a:moveTo>
                  <a:cubicBezTo>
                    <a:pt x="3" y="0"/>
                    <a:pt x="3" y="0"/>
                    <a:pt x="3" y="0"/>
                  </a:cubicBezTo>
                  <a:cubicBezTo>
                    <a:pt x="2" y="0"/>
                    <a:pt x="0" y="1"/>
                    <a:pt x="0" y="3"/>
                  </a:cubicBezTo>
                  <a:cubicBezTo>
                    <a:pt x="0" y="4"/>
                    <a:pt x="2" y="6"/>
                    <a:pt x="3" y="6"/>
                  </a:cubicBezTo>
                  <a:cubicBezTo>
                    <a:pt x="139" y="6"/>
                    <a:pt x="139" y="6"/>
                    <a:pt x="139" y="6"/>
                  </a:cubicBezTo>
                  <a:cubicBezTo>
                    <a:pt x="141" y="6"/>
                    <a:pt x="142" y="4"/>
                    <a:pt x="142" y="3"/>
                  </a:cubicBezTo>
                  <a:cubicBezTo>
                    <a:pt x="142" y="1"/>
                    <a:pt x="141" y="0"/>
                    <a:pt x="13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9" name="Google Shape;539;p9"/>
            <p:cNvSpPr/>
            <p:nvPr/>
          </p:nvSpPr>
          <p:spPr>
            <a:xfrm>
              <a:off x="2490858" y="4551493"/>
              <a:ext cx="217234" cy="7996"/>
            </a:xfrm>
            <a:custGeom>
              <a:avLst/>
              <a:gdLst/>
              <a:ahLst/>
              <a:cxnLst/>
              <a:rect l="l" t="t" r="r" b="b"/>
              <a:pathLst>
                <a:path w="142" h="6" extrusionOk="0">
                  <a:moveTo>
                    <a:pt x="139" y="0"/>
                  </a:moveTo>
                  <a:cubicBezTo>
                    <a:pt x="3" y="0"/>
                    <a:pt x="3" y="0"/>
                    <a:pt x="3" y="0"/>
                  </a:cubicBezTo>
                  <a:cubicBezTo>
                    <a:pt x="2" y="0"/>
                    <a:pt x="0" y="2"/>
                    <a:pt x="0" y="3"/>
                  </a:cubicBezTo>
                  <a:cubicBezTo>
                    <a:pt x="0" y="5"/>
                    <a:pt x="2" y="6"/>
                    <a:pt x="3" y="6"/>
                  </a:cubicBezTo>
                  <a:cubicBezTo>
                    <a:pt x="139" y="6"/>
                    <a:pt x="139" y="6"/>
                    <a:pt x="139" y="6"/>
                  </a:cubicBezTo>
                  <a:cubicBezTo>
                    <a:pt x="141" y="6"/>
                    <a:pt x="142" y="5"/>
                    <a:pt x="142" y="3"/>
                  </a:cubicBezTo>
                  <a:cubicBezTo>
                    <a:pt x="142" y="2"/>
                    <a:pt x="141" y="0"/>
                    <a:pt x="13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0" name="Google Shape;540;p9"/>
            <p:cNvSpPr/>
            <p:nvPr/>
          </p:nvSpPr>
          <p:spPr>
            <a:xfrm>
              <a:off x="1430012" y="4607466"/>
              <a:ext cx="2530835" cy="175914"/>
            </a:xfrm>
            <a:custGeom>
              <a:avLst/>
              <a:gdLst/>
              <a:ahLst/>
              <a:cxnLst/>
              <a:rect l="l" t="t" r="r" b="b"/>
              <a:pathLst>
                <a:path w="1899" h="132" extrusionOk="0">
                  <a:moveTo>
                    <a:pt x="0" y="132"/>
                  </a:moveTo>
                  <a:lnTo>
                    <a:pt x="262" y="119"/>
                  </a:lnTo>
                  <a:lnTo>
                    <a:pt x="448" y="0"/>
                  </a:lnTo>
                  <a:lnTo>
                    <a:pt x="1899" y="0"/>
                  </a:lnTo>
                  <a:lnTo>
                    <a:pt x="1899" y="75"/>
                  </a:lnTo>
                  <a:lnTo>
                    <a:pt x="424" y="75"/>
                  </a:lnTo>
                  <a:lnTo>
                    <a:pt x="333" y="132"/>
                  </a:lnTo>
                  <a:lnTo>
                    <a:pt x="0" y="132"/>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1" name="Google Shape;541;p9"/>
            <p:cNvSpPr/>
            <p:nvPr/>
          </p:nvSpPr>
          <p:spPr>
            <a:xfrm>
              <a:off x="2089710" y="4638118"/>
              <a:ext cx="1827159" cy="39980"/>
            </a:xfrm>
            <a:custGeom>
              <a:avLst/>
              <a:gdLst/>
              <a:ahLst/>
              <a:cxnLst/>
              <a:rect l="l" t="t" r="r" b="b"/>
              <a:pathLst>
                <a:path w="1371" h="30" extrusionOk="0">
                  <a:moveTo>
                    <a:pt x="1371" y="0"/>
                  </a:moveTo>
                  <a:lnTo>
                    <a:pt x="46" y="0"/>
                  </a:lnTo>
                  <a:lnTo>
                    <a:pt x="0" y="30"/>
                  </a:lnTo>
                  <a:lnTo>
                    <a:pt x="1371" y="30"/>
                  </a:lnTo>
                  <a:lnTo>
                    <a:pt x="1371"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2" name="Google Shape;542;p9"/>
            <p:cNvSpPr/>
            <p:nvPr/>
          </p:nvSpPr>
          <p:spPr>
            <a:xfrm>
              <a:off x="1495316" y="4447544"/>
              <a:ext cx="313190" cy="118608"/>
            </a:xfrm>
            <a:custGeom>
              <a:avLst/>
              <a:gdLst/>
              <a:ahLst/>
              <a:cxnLst/>
              <a:rect l="l" t="t" r="r" b="b"/>
              <a:pathLst>
                <a:path w="204" h="77" extrusionOk="0">
                  <a:moveTo>
                    <a:pt x="0" y="77"/>
                  </a:moveTo>
                  <a:cubicBezTo>
                    <a:pt x="0" y="77"/>
                    <a:pt x="119" y="0"/>
                    <a:pt x="204" y="0"/>
                  </a:cubicBezTo>
                  <a:cubicBezTo>
                    <a:pt x="91" y="0"/>
                    <a:pt x="91" y="0"/>
                    <a:pt x="91" y="0"/>
                  </a:cubicBezTo>
                  <a:lnTo>
                    <a:pt x="0" y="77"/>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43" name="Google Shape;543;p9"/>
          <p:cNvGrpSpPr/>
          <p:nvPr/>
        </p:nvGrpSpPr>
        <p:grpSpPr>
          <a:xfrm>
            <a:off x="-460875" y="3469656"/>
            <a:ext cx="3173431" cy="920594"/>
            <a:chOff x="-460875" y="3469656"/>
            <a:chExt cx="3173431" cy="920594"/>
          </a:xfrm>
        </p:grpSpPr>
        <p:sp>
          <p:nvSpPr>
            <p:cNvPr id="544" name="Google Shape;544;p9"/>
            <p:cNvSpPr/>
            <p:nvPr/>
          </p:nvSpPr>
          <p:spPr>
            <a:xfrm>
              <a:off x="-460875" y="4066451"/>
              <a:ext cx="1042875" cy="323799"/>
            </a:xfrm>
            <a:custGeom>
              <a:avLst/>
              <a:gdLst/>
              <a:ahLst/>
              <a:cxnLst/>
              <a:rect l="l" t="t" r="r" b="b"/>
              <a:pathLst>
                <a:path w="1506" h="467" extrusionOk="0">
                  <a:moveTo>
                    <a:pt x="1506" y="467"/>
                  </a:moveTo>
                  <a:cubicBezTo>
                    <a:pt x="0" y="467"/>
                    <a:pt x="0" y="467"/>
                    <a:pt x="0" y="467"/>
                  </a:cubicBezTo>
                  <a:cubicBezTo>
                    <a:pt x="2" y="400"/>
                    <a:pt x="53" y="322"/>
                    <a:pt x="109" y="285"/>
                  </a:cubicBezTo>
                  <a:cubicBezTo>
                    <a:pt x="166" y="248"/>
                    <a:pt x="240" y="241"/>
                    <a:pt x="303" y="267"/>
                  </a:cubicBezTo>
                  <a:cubicBezTo>
                    <a:pt x="325" y="276"/>
                    <a:pt x="346" y="288"/>
                    <a:pt x="369" y="291"/>
                  </a:cubicBezTo>
                  <a:cubicBezTo>
                    <a:pt x="411" y="295"/>
                    <a:pt x="449" y="263"/>
                    <a:pt x="472" y="228"/>
                  </a:cubicBezTo>
                  <a:cubicBezTo>
                    <a:pt x="494" y="192"/>
                    <a:pt x="506" y="151"/>
                    <a:pt x="529" y="115"/>
                  </a:cubicBezTo>
                  <a:cubicBezTo>
                    <a:pt x="574" y="43"/>
                    <a:pt x="661" y="0"/>
                    <a:pt x="745" y="8"/>
                  </a:cubicBezTo>
                  <a:cubicBezTo>
                    <a:pt x="830" y="16"/>
                    <a:pt x="908" y="74"/>
                    <a:pt x="939" y="152"/>
                  </a:cubicBezTo>
                  <a:cubicBezTo>
                    <a:pt x="959" y="202"/>
                    <a:pt x="968" y="266"/>
                    <a:pt x="1017" y="286"/>
                  </a:cubicBezTo>
                  <a:cubicBezTo>
                    <a:pt x="1071" y="308"/>
                    <a:pt x="1126" y="258"/>
                    <a:pt x="1182" y="241"/>
                  </a:cubicBezTo>
                  <a:cubicBezTo>
                    <a:pt x="1243" y="222"/>
                    <a:pt x="1312" y="244"/>
                    <a:pt x="1363" y="283"/>
                  </a:cubicBezTo>
                  <a:cubicBezTo>
                    <a:pt x="1415" y="322"/>
                    <a:pt x="1469" y="414"/>
                    <a:pt x="1506" y="46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45" name="Google Shape;545;p9"/>
            <p:cNvGrpSpPr/>
            <p:nvPr/>
          </p:nvGrpSpPr>
          <p:grpSpPr>
            <a:xfrm>
              <a:off x="1669910" y="3469656"/>
              <a:ext cx="1042646" cy="915868"/>
              <a:chOff x="6860560" y="4080881"/>
              <a:chExt cx="1042646" cy="915868"/>
            </a:xfrm>
          </p:grpSpPr>
          <p:grpSp>
            <p:nvGrpSpPr>
              <p:cNvPr id="546" name="Google Shape;546;p9"/>
              <p:cNvGrpSpPr/>
              <p:nvPr/>
            </p:nvGrpSpPr>
            <p:grpSpPr>
              <a:xfrm>
                <a:off x="7690241" y="4378656"/>
                <a:ext cx="212965" cy="583472"/>
                <a:chOff x="6178550" y="415926"/>
                <a:chExt cx="774700" cy="2122487"/>
              </a:xfrm>
            </p:grpSpPr>
            <p:sp>
              <p:nvSpPr>
                <p:cNvPr id="547" name="Google Shape;547;p9"/>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8" name="Google Shape;548;p9"/>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9" name="Google Shape;549;p9"/>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0" name="Google Shape;550;p9"/>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1" name="Google Shape;551;p9"/>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2" name="Google Shape;552;p9"/>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3" name="Google Shape;553;p9"/>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4" name="Google Shape;554;p9"/>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55" name="Google Shape;555;p9"/>
              <p:cNvGrpSpPr/>
              <p:nvPr/>
            </p:nvGrpSpPr>
            <p:grpSpPr>
              <a:xfrm>
                <a:off x="7275443" y="4080881"/>
                <a:ext cx="273004" cy="915641"/>
                <a:chOff x="6178550" y="415926"/>
                <a:chExt cx="774700" cy="2122487"/>
              </a:xfrm>
            </p:grpSpPr>
            <p:sp>
              <p:nvSpPr>
                <p:cNvPr id="556" name="Google Shape;556;p9"/>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7" name="Google Shape;557;p9"/>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8" name="Google Shape;558;p9"/>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9" name="Google Shape;559;p9"/>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0" name="Google Shape;560;p9"/>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1" name="Google Shape;561;p9"/>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2" name="Google Shape;562;p9"/>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3" name="Google Shape;563;p9"/>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64" name="Google Shape;564;p9"/>
              <p:cNvGrpSpPr/>
              <p:nvPr/>
            </p:nvGrpSpPr>
            <p:grpSpPr>
              <a:xfrm>
                <a:off x="6860560" y="4248785"/>
                <a:ext cx="273004" cy="747964"/>
                <a:chOff x="6178550" y="415926"/>
                <a:chExt cx="774700" cy="2122487"/>
              </a:xfrm>
            </p:grpSpPr>
            <p:sp>
              <p:nvSpPr>
                <p:cNvPr id="565" name="Google Shape;565;p9"/>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6" name="Google Shape;566;p9"/>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7" name="Google Shape;567;p9"/>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8" name="Google Shape;568;p9"/>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9" name="Google Shape;569;p9"/>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0" name="Google Shape;570;p9"/>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1" name="Google Shape;571;p9"/>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2" name="Google Shape;572;p9"/>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73"/>
        <p:cNvGrpSpPr/>
        <p:nvPr/>
      </p:nvGrpSpPr>
      <p:grpSpPr>
        <a:xfrm>
          <a:off x="0" y="0"/>
          <a:ext cx="0" cy="0"/>
          <a:chOff x="0" y="0"/>
          <a:chExt cx="0" cy="0"/>
        </a:xfrm>
      </p:grpSpPr>
      <p:sp>
        <p:nvSpPr>
          <p:cNvPr id="574" name="Google Shape;574;p10"/>
          <p:cNvSpPr txBox="1">
            <a:spLocks noGrp="1"/>
          </p:cNvSpPr>
          <p:nvPr>
            <p:ph type="title"/>
          </p:nvPr>
        </p:nvSpPr>
        <p:spPr>
          <a:xfrm>
            <a:off x="715100" y="4038275"/>
            <a:ext cx="7713900" cy="4257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75"/>
        <p:cNvGrpSpPr/>
        <p:nvPr/>
      </p:nvGrpSpPr>
      <p:grpSpPr>
        <a:xfrm>
          <a:off x="0" y="0"/>
          <a:ext cx="0" cy="0"/>
          <a:chOff x="0" y="0"/>
          <a:chExt cx="0" cy="0"/>
        </a:xfrm>
      </p:grpSpPr>
      <p:pic>
        <p:nvPicPr>
          <p:cNvPr id="576" name="Google Shape;576;p11"/>
          <p:cNvPicPr preferRelativeResize="0"/>
          <p:nvPr/>
        </p:nvPicPr>
        <p:blipFill>
          <a:blip r:embed="rId2">
            <a:alphaModFix/>
          </a:blip>
          <a:stretch>
            <a:fillRect/>
          </a:stretch>
        </p:blipFill>
        <p:spPr>
          <a:xfrm>
            <a:off x="25" y="0"/>
            <a:ext cx="9144000" cy="5143500"/>
          </a:xfrm>
          <a:prstGeom prst="rect">
            <a:avLst/>
          </a:prstGeom>
          <a:noFill/>
          <a:ln>
            <a:noFill/>
          </a:ln>
        </p:spPr>
      </p:pic>
      <p:grpSp>
        <p:nvGrpSpPr>
          <p:cNvPr id="577" name="Google Shape;577;p11"/>
          <p:cNvGrpSpPr/>
          <p:nvPr/>
        </p:nvGrpSpPr>
        <p:grpSpPr>
          <a:xfrm>
            <a:off x="-2456518" y="1063175"/>
            <a:ext cx="12314819" cy="4080300"/>
            <a:chOff x="-2456518" y="1063175"/>
            <a:chExt cx="12314819" cy="4080300"/>
          </a:xfrm>
        </p:grpSpPr>
        <p:sp>
          <p:nvSpPr>
            <p:cNvPr id="578" name="Google Shape;578;p11"/>
            <p:cNvSpPr/>
            <p:nvPr/>
          </p:nvSpPr>
          <p:spPr>
            <a:xfrm>
              <a:off x="39350" y="3704975"/>
              <a:ext cx="9144000" cy="1438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sp>
          <p:nvSpPr>
            <p:cNvPr id="579" name="Google Shape;579;p11"/>
            <p:cNvSpPr/>
            <p:nvPr/>
          </p:nvSpPr>
          <p:spPr>
            <a:xfrm>
              <a:off x="-2456518" y="2290732"/>
              <a:ext cx="8844771" cy="1417626"/>
            </a:xfrm>
            <a:custGeom>
              <a:avLst/>
              <a:gdLst/>
              <a:ahLst/>
              <a:cxnLst/>
              <a:rect l="l" t="t" r="r" b="b"/>
              <a:pathLst>
                <a:path w="4072" h="652" extrusionOk="0">
                  <a:moveTo>
                    <a:pt x="4072" y="652"/>
                  </a:moveTo>
                  <a:cubicBezTo>
                    <a:pt x="3284" y="528"/>
                    <a:pt x="2784" y="319"/>
                    <a:pt x="2479" y="138"/>
                  </a:cubicBezTo>
                  <a:cubicBezTo>
                    <a:pt x="2479" y="138"/>
                    <a:pt x="2479" y="138"/>
                    <a:pt x="2479" y="138"/>
                  </a:cubicBezTo>
                  <a:cubicBezTo>
                    <a:pt x="2421" y="131"/>
                    <a:pt x="2368" y="112"/>
                    <a:pt x="2318" y="94"/>
                  </a:cubicBezTo>
                  <a:cubicBezTo>
                    <a:pt x="2268" y="75"/>
                    <a:pt x="2179" y="34"/>
                    <a:pt x="2149" y="25"/>
                  </a:cubicBezTo>
                  <a:cubicBezTo>
                    <a:pt x="2120" y="15"/>
                    <a:pt x="2118" y="55"/>
                    <a:pt x="2061" y="44"/>
                  </a:cubicBezTo>
                  <a:cubicBezTo>
                    <a:pt x="2005" y="32"/>
                    <a:pt x="1936" y="0"/>
                    <a:pt x="1895" y="7"/>
                  </a:cubicBezTo>
                  <a:cubicBezTo>
                    <a:pt x="1872" y="11"/>
                    <a:pt x="1825" y="11"/>
                    <a:pt x="1788" y="9"/>
                  </a:cubicBezTo>
                  <a:cubicBezTo>
                    <a:pt x="1521" y="209"/>
                    <a:pt x="986" y="497"/>
                    <a:pt x="0" y="652"/>
                  </a:cubicBezTo>
                  <a:lnTo>
                    <a:pt x="4072" y="652"/>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580" name="Google Shape;580;p11"/>
            <p:cNvSpPr/>
            <p:nvPr/>
          </p:nvSpPr>
          <p:spPr>
            <a:xfrm>
              <a:off x="6336875" y="1063175"/>
              <a:ext cx="3521426" cy="2641801"/>
            </a:xfrm>
            <a:custGeom>
              <a:avLst/>
              <a:gdLst/>
              <a:ahLst/>
              <a:cxnLst/>
              <a:rect l="l" t="t" r="r" b="b"/>
              <a:pathLst>
                <a:path w="1354" h="1173" extrusionOk="0">
                  <a:moveTo>
                    <a:pt x="544" y="138"/>
                  </a:moveTo>
                  <a:lnTo>
                    <a:pt x="957" y="0"/>
                  </a:lnTo>
                  <a:lnTo>
                    <a:pt x="1011" y="368"/>
                  </a:lnTo>
                  <a:lnTo>
                    <a:pt x="1011" y="257"/>
                  </a:lnTo>
                  <a:lnTo>
                    <a:pt x="1213" y="303"/>
                  </a:lnTo>
                  <a:lnTo>
                    <a:pt x="1354" y="1173"/>
                  </a:lnTo>
                  <a:lnTo>
                    <a:pt x="0" y="1173"/>
                  </a:lnTo>
                  <a:lnTo>
                    <a:pt x="175" y="651"/>
                  </a:lnTo>
                  <a:lnTo>
                    <a:pt x="264" y="629"/>
                  </a:lnTo>
                  <a:lnTo>
                    <a:pt x="198" y="1001"/>
                  </a:lnTo>
                  <a:lnTo>
                    <a:pt x="433" y="400"/>
                  </a:lnTo>
                  <a:lnTo>
                    <a:pt x="489" y="395"/>
                  </a:lnTo>
                  <a:lnTo>
                    <a:pt x="489" y="517"/>
                  </a:lnTo>
                  <a:lnTo>
                    <a:pt x="544" y="138"/>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581" name="Google Shape;581;p11"/>
          <p:cNvSpPr txBox="1">
            <a:spLocks noGrp="1"/>
          </p:cNvSpPr>
          <p:nvPr>
            <p:ph type="title" hasCustomPrompt="1"/>
          </p:nvPr>
        </p:nvSpPr>
        <p:spPr>
          <a:xfrm>
            <a:off x="2374500" y="1044275"/>
            <a:ext cx="4395000" cy="7572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4300">
                <a:solidFill>
                  <a:schemeClr val="l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82" name="Google Shape;582;p11"/>
          <p:cNvSpPr txBox="1">
            <a:spLocks noGrp="1"/>
          </p:cNvSpPr>
          <p:nvPr>
            <p:ph type="subTitle" idx="1"/>
          </p:nvPr>
        </p:nvSpPr>
        <p:spPr>
          <a:xfrm>
            <a:off x="2374500" y="1739273"/>
            <a:ext cx="4395000" cy="42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583" name="Google Shape;583;p11"/>
          <p:cNvSpPr/>
          <p:nvPr/>
        </p:nvSpPr>
        <p:spPr>
          <a:xfrm>
            <a:off x="109028" y="4854875"/>
            <a:ext cx="8880675" cy="301075"/>
          </a:xfrm>
          <a:custGeom>
            <a:avLst/>
            <a:gdLst/>
            <a:ahLst/>
            <a:cxnLst/>
            <a:rect l="l" t="t" r="r" b="b"/>
            <a:pathLst>
              <a:path w="801" h="159" extrusionOk="0">
                <a:moveTo>
                  <a:pt x="801" y="152"/>
                </a:moveTo>
                <a:cubicBezTo>
                  <a:pt x="791" y="112"/>
                  <a:pt x="762" y="78"/>
                  <a:pt x="725" y="60"/>
                </a:cubicBezTo>
                <a:cubicBezTo>
                  <a:pt x="688" y="42"/>
                  <a:pt x="643" y="41"/>
                  <a:pt x="606" y="58"/>
                </a:cubicBezTo>
                <a:cubicBezTo>
                  <a:pt x="577" y="71"/>
                  <a:pt x="551" y="93"/>
                  <a:pt x="520" y="93"/>
                </a:cubicBezTo>
                <a:cubicBezTo>
                  <a:pt x="490" y="93"/>
                  <a:pt x="465" y="71"/>
                  <a:pt x="440" y="55"/>
                </a:cubicBezTo>
                <a:cubicBezTo>
                  <a:pt x="371" y="10"/>
                  <a:pt x="283" y="0"/>
                  <a:pt x="204" y="21"/>
                </a:cubicBezTo>
                <a:cubicBezTo>
                  <a:pt x="125" y="41"/>
                  <a:pt x="54" y="89"/>
                  <a:pt x="0" y="150"/>
                </a:cubicBezTo>
                <a:cubicBezTo>
                  <a:pt x="22" y="150"/>
                  <a:pt x="50" y="159"/>
                  <a:pt x="73" y="159"/>
                </a:cubicBezTo>
                <a:lnTo>
                  <a:pt x="801" y="15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84" name="Google Shape;584;p11"/>
          <p:cNvGrpSpPr/>
          <p:nvPr/>
        </p:nvGrpSpPr>
        <p:grpSpPr>
          <a:xfrm>
            <a:off x="-1166295" y="494875"/>
            <a:ext cx="11441907" cy="1400923"/>
            <a:chOff x="-1166295" y="494875"/>
            <a:chExt cx="11441907" cy="1400923"/>
          </a:xfrm>
        </p:grpSpPr>
        <p:sp>
          <p:nvSpPr>
            <p:cNvPr id="585" name="Google Shape;585;p11"/>
            <p:cNvSpPr/>
            <p:nvPr/>
          </p:nvSpPr>
          <p:spPr>
            <a:xfrm>
              <a:off x="-1166295" y="1557600"/>
              <a:ext cx="2255407" cy="338198"/>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6" name="Google Shape;586;p11"/>
            <p:cNvSpPr/>
            <p:nvPr/>
          </p:nvSpPr>
          <p:spPr>
            <a:xfrm>
              <a:off x="8020205" y="494875"/>
              <a:ext cx="2255407" cy="338198"/>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587"/>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588"/>
        <p:cNvGrpSpPr/>
        <p:nvPr/>
      </p:nvGrpSpPr>
      <p:grpSpPr>
        <a:xfrm>
          <a:off x="0" y="0"/>
          <a:ext cx="0" cy="0"/>
          <a:chOff x="0" y="0"/>
          <a:chExt cx="0" cy="0"/>
        </a:xfrm>
      </p:grpSpPr>
      <p:pic>
        <p:nvPicPr>
          <p:cNvPr id="589" name="Google Shape;589;p13"/>
          <p:cNvPicPr preferRelativeResize="0"/>
          <p:nvPr/>
        </p:nvPicPr>
        <p:blipFill>
          <a:blip r:embed="rId2">
            <a:alphaModFix/>
          </a:blip>
          <a:stretch>
            <a:fillRect/>
          </a:stretch>
        </p:blipFill>
        <p:spPr>
          <a:xfrm>
            <a:off x="25" y="0"/>
            <a:ext cx="9144000" cy="5143500"/>
          </a:xfrm>
          <a:prstGeom prst="rect">
            <a:avLst/>
          </a:prstGeom>
          <a:noFill/>
          <a:ln>
            <a:noFill/>
          </a:ln>
        </p:spPr>
      </p:pic>
      <p:sp>
        <p:nvSpPr>
          <p:cNvPr id="590" name="Google Shape;590;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91" name="Google Shape;591;p13"/>
          <p:cNvSpPr txBox="1">
            <a:spLocks noGrp="1"/>
          </p:cNvSpPr>
          <p:nvPr>
            <p:ph type="title" idx="2" hasCustomPrompt="1"/>
          </p:nvPr>
        </p:nvSpPr>
        <p:spPr>
          <a:xfrm>
            <a:off x="872375" y="1571283"/>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22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2" name="Google Shape;592;p13"/>
          <p:cNvSpPr txBox="1">
            <a:spLocks noGrp="1"/>
          </p:cNvSpPr>
          <p:nvPr>
            <p:ph type="title" idx="3" hasCustomPrompt="1"/>
          </p:nvPr>
        </p:nvSpPr>
        <p:spPr>
          <a:xfrm>
            <a:off x="872375" y="2787191"/>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22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3" name="Google Shape;593;p13"/>
          <p:cNvSpPr txBox="1">
            <a:spLocks noGrp="1"/>
          </p:cNvSpPr>
          <p:nvPr>
            <p:ph type="title" idx="4" hasCustomPrompt="1"/>
          </p:nvPr>
        </p:nvSpPr>
        <p:spPr>
          <a:xfrm>
            <a:off x="3419250" y="1571283"/>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22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4" name="Google Shape;594;p13"/>
          <p:cNvSpPr txBox="1">
            <a:spLocks noGrp="1"/>
          </p:cNvSpPr>
          <p:nvPr>
            <p:ph type="title" idx="5" hasCustomPrompt="1"/>
          </p:nvPr>
        </p:nvSpPr>
        <p:spPr>
          <a:xfrm>
            <a:off x="3419250" y="2787191"/>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22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5" name="Google Shape;595;p13"/>
          <p:cNvSpPr txBox="1">
            <a:spLocks noGrp="1"/>
          </p:cNvSpPr>
          <p:nvPr>
            <p:ph type="title" idx="6" hasCustomPrompt="1"/>
          </p:nvPr>
        </p:nvSpPr>
        <p:spPr>
          <a:xfrm>
            <a:off x="5966125" y="1571283"/>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22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6" name="Google Shape;596;p13"/>
          <p:cNvSpPr txBox="1">
            <a:spLocks noGrp="1"/>
          </p:cNvSpPr>
          <p:nvPr>
            <p:ph type="title" idx="7" hasCustomPrompt="1"/>
          </p:nvPr>
        </p:nvSpPr>
        <p:spPr>
          <a:xfrm>
            <a:off x="5966125" y="2787191"/>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22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7" name="Google Shape;597;p13"/>
          <p:cNvSpPr txBox="1">
            <a:spLocks noGrp="1"/>
          </p:cNvSpPr>
          <p:nvPr>
            <p:ph type="subTitle" idx="1"/>
          </p:nvPr>
        </p:nvSpPr>
        <p:spPr>
          <a:xfrm>
            <a:off x="872375" y="1942550"/>
            <a:ext cx="2305500" cy="67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Sora ExtraBold"/>
              <a:buNone/>
              <a:defRPr sz="1800">
                <a:solidFill>
                  <a:schemeClr val="dk1"/>
                </a:solidFill>
                <a:latin typeface="Sora ExtraBold"/>
                <a:ea typeface="Sora ExtraBold"/>
                <a:cs typeface="Sora ExtraBold"/>
                <a:sym typeface="Sora ExtraBold"/>
              </a:defRPr>
            </a:lvl1pPr>
            <a:lvl2pPr lvl="1"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2pPr>
            <a:lvl3pPr lvl="2"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3pPr>
            <a:lvl4pPr lvl="3"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4pPr>
            <a:lvl5pPr lvl="4"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5pPr>
            <a:lvl6pPr lvl="5"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6pPr>
            <a:lvl7pPr lvl="6"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7pPr>
            <a:lvl8pPr lvl="7"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8pPr>
            <a:lvl9pPr lvl="8"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9pPr>
          </a:lstStyle>
          <a:p>
            <a:endParaRPr/>
          </a:p>
        </p:txBody>
      </p:sp>
      <p:sp>
        <p:nvSpPr>
          <p:cNvPr id="598" name="Google Shape;598;p13"/>
          <p:cNvSpPr txBox="1">
            <a:spLocks noGrp="1"/>
          </p:cNvSpPr>
          <p:nvPr>
            <p:ph type="subTitle" idx="8"/>
          </p:nvPr>
        </p:nvSpPr>
        <p:spPr>
          <a:xfrm>
            <a:off x="3419250" y="1942550"/>
            <a:ext cx="2305500" cy="67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Sora ExtraBold"/>
              <a:buNone/>
              <a:defRPr sz="1800">
                <a:solidFill>
                  <a:schemeClr val="dk1"/>
                </a:solidFill>
                <a:latin typeface="Sora ExtraBold"/>
                <a:ea typeface="Sora ExtraBold"/>
                <a:cs typeface="Sora ExtraBold"/>
                <a:sym typeface="Sora ExtraBold"/>
              </a:defRPr>
            </a:lvl1pPr>
            <a:lvl2pPr lvl="1"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2pPr>
            <a:lvl3pPr lvl="2"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3pPr>
            <a:lvl4pPr lvl="3"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4pPr>
            <a:lvl5pPr lvl="4"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5pPr>
            <a:lvl6pPr lvl="5"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6pPr>
            <a:lvl7pPr lvl="6"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7pPr>
            <a:lvl8pPr lvl="7"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8pPr>
            <a:lvl9pPr lvl="8"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9pPr>
          </a:lstStyle>
          <a:p>
            <a:endParaRPr/>
          </a:p>
        </p:txBody>
      </p:sp>
      <p:sp>
        <p:nvSpPr>
          <p:cNvPr id="599" name="Google Shape;599;p13"/>
          <p:cNvSpPr txBox="1">
            <a:spLocks noGrp="1"/>
          </p:cNvSpPr>
          <p:nvPr>
            <p:ph type="subTitle" idx="9"/>
          </p:nvPr>
        </p:nvSpPr>
        <p:spPr>
          <a:xfrm>
            <a:off x="5966125" y="1942550"/>
            <a:ext cx="2305500" cy="67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Sora ExtraBold"/>
              <a:buNone/>
              <a:defRPr sz="1800">
                <a:solidFill>
                  <a:schemeClr val="dk1"/>
                </a:solidFill>
                <a:latin typeface="Sora ExtraBold"/>
                <a:ea typeface="Sora ExtraBold"/>
                <a:cs typeface="Sora ExtraBold"/>
                <a:sym typeface="Sora ExtraBold"/>
              </a:defRPr>
            </a:lvl1pPr>
            <a:lvl2pPr lvl="1"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2pPr>
            <a:lvl3pPr lvl="2"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3pPr>
            <a:lvl4pPr lvl="3"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4pPr>
            <a:lvl5pPr lvl="4"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5pPr>
            <a:lvl6pPr lvl="5"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6pPr>
            <a:lvl7pPr lvl="6"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7pPr>
            <a:lvl8pPr lvl="7"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8pPr>
            <a:lvl9pPr lvl="8"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9pPr>
          </a:lstStyle>
          <a:p>
            <a:endParaRPr/>
          </a:p>
        </p:txBody>
      </p:sp>
      <p:sp>
        <p:nvSpPr>
          <p:cNvPr id="600" name="Google Shape;600;p13"/>
          <p:cNvSpPr txBox="1">
            <a:spLocks noGrp="1"/>
          </p:cNvSpPr>
          <p:nvPr>
            <p:ph type="subTitle" idx="13"/>
          </p:nvPr>
        </p:nvSpPr>
        <p:spPr>
          <a:xfrm>
            <a:off x="872375" y="3158600"/>
            <a:ext cx="2305500" cy="67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Sora ExtraBold"/>
              <a:buNone/>
              <a:defRPr sz="1800">
                <a:solidFill>
                  <a:schemeClr val="dk1"/>
                </a:solidFill>
                <a:latin typeface="Sora ExtraBold"/>
                <a:ea typeface="Sora ExtraBold"/>
                <a:cs typeface="Sora ExtraBold"/>
                <a:sym typeface="Sora ExtraBold"/>
              </a:defRPr>
            </a:lvl1pPr>
            <a:lvl2pPr lvl="1"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2pPr>
            <a:lvl3pPr lvl="2"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3pPr>
            <a:lvl4pPr lvl="3"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4pPr>
            <a:lvl5pPr lvl="4"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5pPr>
            <a:lvl6pPr lvl="5"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6pPr>
            <a:lvl7pPr lvl="6"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7pPr>
            <a:lvl8pPr lvl="7"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8pPr>
            <a:lvl9pPr lvl="8"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9pPr>
          </a:lstStyle>
          <a:p>
            <a:endParaRPr/>
          </a:p>
        </p:txBody>
      </p:sp>
      <p:sp>
        <p:nvSpPr>
          <p:cNvPr id="601" name="Google Shape;601;p13"/>
          <p:cNvSpPr txBox="1">
            <a:spLocks noGrp="1"/>
          </p:cNvSpPr>
          <p:nvPr>
            <p:ph type="subTitle" idx="14"/>
          </p:nvPr>
        </p:nvSpPr>
        <p:spPr>
          <a:xfrm>
            <a:off x="3419250" y="3158600"/>
            <a:ext cx="2305500" cy="67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Sora ExtraBold"/>
              <a:buNone/>
              <a:defRPr sz="1800">
                <a:solidFill>
                  <a:schemeClr val="dk1"/>
                </a:solidFill>
                <a:latin typeface="Sora ExtraBold"/>
                <a:ea typeface="Sora ExtraBold"/>
                <a:cs typeface="Sora ExtraBold"/>
                <a:sym typeface="Sora ExtraBold"/>
              </a:defRPr>
            </a:lvl1pPr>
            <a:lvl2pPr lvl="1"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2pPr>
            <a:lvl3pPr lvl="2"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3pPr>
            <a:lvl4pPr lvl="3"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4pPr>
            <a:lvl5pPr lvl="4"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5pPr>
            <a:lvl6pPr lvl="5"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6pPr>
            <a:lvl7pPr lvl="6"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7pPr>
            <a:lvl8pPr lvl="7"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8pPr>
            <a:lvl9pPr lvl="8"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9pPr>
          </a:lstStyle>
          <a:p>
            <a:endParaRPr/>
          </a:p>
        </p:txBody>
      </p:sp>
      <p:sp>
        <p:nvSpPr>
          <p:cNvPr id="602" name="Google Shape;602;p13"/>
          <p:cNvSpPr txBox="1">
            <a:spLocks noGrp="1"/>
          </p:cNvSpPr>
          <p:nvPr>
            <p:ph type="subTitle" idx="15"/>
          </p:nvPr>
        </p:nvSpPr>
        <p:spPr>
          <a:xfrm>
            <a:off x="5966125" y="3158600"/>
            <a:ext cx="2305500" cy="67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Sora ExtraBold"/>
              <a:buNone/>
              <a:defRPr sz="1800">
                <a:solidFill>
                  <a:schemeClr val="dk1"/>
                </a:solidFill>
                <a:latin typeface="Sora ExtraBold"/>
                <a:ea typeface="Sora ExtraBold"/>
                <a:cs typeface="Sora ExtraBold"/>
                <a:sym typeface="Sora ExtraBold"/>
              </a:defRPr>
            </a:lvl1pPr>
            <a:lvl2pPr lvl="1"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2pPr>
            <a:lvl3pPr lvl="2"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3pPr>
            <a:lvl4pPr lvl="3"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4pPr>
            <a:lvl5pPr lvl="4"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5pPr>
            <a:lvl6pPr lvl="5"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6pPr>
            <a:lvl7pPr lvl="6"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7pPr>
            <a:lvl8pPr lvl="7"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8pPr>
            <a:lvl9pPr lvl="8" rtl="0">
              <a:lnSpc>
                <a:spcPct val="100000"/>
              </a:lnSpc>
              <a:spcBef>
                <a:spcPts val="0"/>
              </a:spcBef>
              <a:spcAft>
                <a:spcPts val="0"/>
              </a:spcAft>
              <a:buSzPts val="2000"/>
              <a:buFont typeface="Sora ExtraBold"/>
              <a:buNone/>
              <a:defRPr sz="2000">
                <a:latin typeface="Sora ExtraBold"/>
                <a:ea typeface="Sora ExtraBold"/>
                <a:cs typeface="Sora ExtraBold"/>
                <a:sym typeface="Sora ExtraBold"/>
              </a:defRPr>
            </a:lvl9pPr>
          </a:lstStyle>
          <a:p>
            <a:endParaRPr/>
          </a:p>
        </p:txBody>
      </p:sp>
      <p:sp>
        <p:nvSpPr>
          <p:cNvPr id="603" name="Google Shape;603;p13"/>
          <p:cNvSpPr/>
          <p:nvPr/>
        </p:nvSpPr>
        <p:spPr>
          <a:xfrm>
            <a:off x="4913400" y="3772275"/>
            <a:ext cx="4687050" cy="1395750"/>
          </a:xfrm>
          <a:custGeom>
            <a:avLst/>
            <a:gdLst/>
            <a:ahLst/>
            <a:cxnLst/>
            <a:rect l="l" t="t" r="r" b="b"/>
            <a:pathLst>
              <a:path w="187482" h="55830" extrusionOk="0">
                <a:moveTo>
                  <a:pt x="0" y="55453"/>
                </a:moveTo>
                <a:lnTo>
                  <a:pt x="30178" y="31687"/>
                </a:lnTo>
                <a:lnTo>
                  <a:pt x="49416" y="44513"/>
                </a:lnTo>
                <a:lnTo>
                  <a:pt x="79595" y="28669"/>
                </a:lnTo>
                <a:lnTo>
                  <a:pt x="144478" y="24520"/>
                </a:lnTo>
                <a:lnTo>
                  <a:pt x="159190" y="0"/>
                </a:lnTo>
                <a:lnTo>
                  <a:pt x="187482" y="7922"/>
                </a:lnTo>
                <a:lnTo>
                  <a:pt x="187482" y="55830"/>
                </a:lnTo>
                <a:close/>
              </a:path>
            </a:pathLst>
          </a:custGeom>
          <a:solidFill>
            <a:schemeClr val="accent4"/>
          </a:solidFill>
          <a:ln>
            <a:noFill/>
          </a:ln>
        </p:spPr>
        <p:txBody>
          <a:bodyPr/>
          <a:lstStyle/>
          <a:p>
            <a:endParaRPr lang="en-MY"/>
          </a:p>
        </p:txBody>
      </p:sp>
      <p:grpSp>
        <p:nvGrpSpPr>
          <p:cNvPr id="604" name="Google Shape;604;p13"/>
          <p:cNvGrpSpPr/>
          <p:nvPr/>
        </p:nvGrpSpPr>
        <p:grpSpPr>
          <a:xfrm>
            <a:off x="7193001" y="4440600"/>
            <a:ext cx="3451742" cy="728069"/>
            <a:chOff x="7193001" y="4415534"/>
            <a:chExt cx="3451742" cy="728069"/>
          </a:xfrm>
        </p:grpSpPr>
        <p:sp>
          <p:nvSpPr>
            <p:cNvPr id="605" name="Google Shape;605;p13"/>
            <p:cNvSpPr/>
            <p:nvPr/>
          </p:nvSpPr>
          <p:spPr>
            <a:xfrm flipH="1">
              <a:off x="7765206" y="5066965"/>
              <a:ext cx="506132" cy="76639"/>
            </a:xfrm>
            <a:custGeom>
              <a:avLst/>
              <a:gdLst/>
              <a:ahLst/>
              <a:cxnLst/>
              <a:rect l="l" t="t" r="r" b="b"/>
              <a:pathLst>
                <a:path w="402" h="61" extrusionOk="0">
                  <a:moveTo>
                    <a:pt x="21" y="2"/>
                  </a:moveTo>
                  <a:cubicBezTo>
                    <a:pt x="21" y="1"/>
                    <a:pt x="21" y="1"/>
                    <a:pt x="21" y="1"/>
                  </a:cubicBezTo>
                  <a:cubicBezTo>
                    <a:pt x="22" y="1"/>
                    <a:pt x="22" y="1"/>
                    <a:pt x="22" y="1"/>
                  </a:cubicBezTo>
                  <a:cubicBezTo>
                    <a:pt x="25" y="1"/>
                    <a:pt x="27" y="0"/>
                    <a:pt x="30" y="0"/>
                  </a:cubicBezTo>
                  <a:cubicBezTo>
                    <a:pt x="33" y="0"/>
                    <a:pt x="36" y="1"/>
                    <a:pt x="38" y="1"/>
                  </a:cubicBezTo>
                  <a:cubicBezTo>
                    <a:pt x="89" y="1"/>
                    <a:pt x="89" y="1"/>
                    <a:pt x="89" y="1"/>
                  </a:cubicBezTo>
                  <a:cubicBezTo>
                    <a:pt x="92" y="1"/>
                    <a:pt x="94" y="0"/>
                    <a:pt x="97" y="0"/>
                  </a:cubicBezTo>
                  <a:cubicBezTo>
                    <a:pt x="100" y="0"/>
                    <a:pt x="103" y="1"/>
                    <a:pt x="105" y="1"/>
                  </a:cubicBezTo>
                  <a:cubicBezTo>
                    <a:pt x="296" y="1"/>
                    <a:pt x="296" y="1"/>
                    <a:pt x="296" y="1"/>
                  </a:cubicBezTo>
                  <a:cubicBezTo>
                    <a:pt x="299" y="1"/>
                    <a:pt x="301" y="0"/>
                    <a:pt x="304" y="0"/>
                  </a:cubicBezTo>
                  <a:cubicBezTo>
                    <a:pt x="307" y="0"/>
                    <a:pt x="310" y="1"/>
                    <a:pt x="312" y="1"/>
                  </a:cubicBezTo>
                  <a:cubicBezTo>
                    <a:pt x="363" y="1"/>
                    <a:pt x="363" y="1"/>
                    <a:pt x="363" y="1"/>
                  </a:cubicBezTo>
                  <a:cubicBezTo>
                    <a:pt x="366" y="1"/>
                    <a:pt x="368" y="0"/>
                    <a:pt x="371" y="0"/>
                  </a:cubicBezTo>
                  <a:cubicBezTo>
                    <a:pt x="388" y="0"/>
                    <a:pt x="402" y="14"/>
                    <a:pt x="402" y="31"/>
                  </a:cubicBezTo>
                  <a:cubicBezTo>
                    <a:pt x="402" y="48"/>
                    <a:pt x="388" y="61"/>
                    <a:pt x="371" y="61"/>
                  </a:cubicBezTo>
                  <a:cubicBezTo>
                    <a:pt x="357" y="61"/>
                    <a:pt x="346" y="52"/>
                    <a:pt x="342" y="39"/>
                  </a:cubicBezTo>
                  <a:cubicBezTo>
                    <a:pt x="333" y="39"/>
                    <a:pt x="333" y="39"/>
                    <a:pt x="333" y="39"/>
                  </a:cubicBezTo>
                  <a:cubicBezTo>
                    <a:pt x="330" y="52"/>
                    <a:pt x="318" y="61"/>
                    <a:pt x="304" y="61"/>
                  </a:cubicBezTo>
                  <a:cubicBezTo>
                    <a:pt x="290" y="61"/>
                    <a:pt x="279" y="52"/>
                    <a:pt x="275" y="39"/>
                  </a:cubicBezTo>
                  <a:cubicBezTo>
                    <a:pt x="263" y="39"/>
                    <a:pt x="263" y="39"/>
                    <a:pt x="263" y="39"/>
                  </a:cubicBezTo>
                  <a:cubicBezTo>
                    <a:pt x="256" y="52"/>
                    <a:pt x="256" y="52"/>
                    <a:pt x="256" y="52"/>
                  </a:cubicBezTo>
                  <a:cubicBezTo>
                    <a:pt x="140" y="52"/>
                    <a:pt x="140" y="52"/>
                    <a:pt x="140" y="52"/>
                  </a:cubicBezTo>
                  <a:cubicBezTo>
                    <a:pt x="131" y="39"/>
                    <a:pt x="131" y="39"/>
                    <a:pt x="131" y="39"/>
                  </a:cubicBezTo>
                  <a:cubicBezTo>
                    <a:pt x="126" y="39"/>
                    <a:pt x="126" y="39"/>
                    <a:pt x="126" y="39"/>
                  </a:cubicBezTo>
                  <a:cubicBezTo>
                    <a:pt x="123" y="52"/>
                    <a:pt x="111" y="61"/>
                    <a:pt x="97" y="61"/>
                  </a:cubicBezTo>
                  <a:cubicBezTo>
                    <a:pt x="83" y="61"/>
                    <a:pt x="72" y="52"/>
                    <a:pt x="68" y="39"/>
                  </a:cubicBezTo>
                  <a:cubicBezTo>
                    <a:pt x="59" y="39"/>
                    <a:pt x="59" y="39"/>
                    <a:pt x="59" y="39"/>
                  </a:cubicBezTo>
                  <a:cubicBezTo>
                    <a:pt x="56" y="52"/>
                    <a:pt x="44" y="61"/>
                    <a:pt x="30" y="61"/>
                  </a:cubicBezTo>
                  <a:cubicBezTo>
                    <a:pt x="13" y="61"/>
                    <a:pt x="0" y="48"/>
                    <a:pt x="0" y="31"/>
                  </a:cubicBezTo>
                  <a:cubicBezTo>
                    <a:pt x="0" y="17"/>
                    <a:pt x="9" y="5"/>
                    <a:pt x="21"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6" name="Google Shape;606;p13"/>
            <p:cNvSpPr/>
            <p:nvPr/>
          </p:nvSpPr>
          <p:spPr>
            <a:xfrm flipH="1">
              <a:off x="9925851" y="5066965"/>
              <a:ext cx="506132" cy="76639"/>
            </a:xfrm>
            <a:custGeom>
              <a:avLst/>
              <a:gdLst/>
              <a:ahLst/>
              <a:cxnLst/>
              <a:rect l="l" t="t" r="r" b="b"/>
              <a:pathLst>
                <a:path w="402" h="61" extrusionOk="0">
                  <a:moveTo>
                    <a:pt x="22" y="2"/>
                  </a:moveTo>
                  <a:cubicBezTo>
                    <a:pt x="22" y="1"/>
                    <a:pt x="22" y="1"/>
                    <a:pt x="22" y="1"/>
                  </a:cubicBezTo>
                  <a:cubicBezTo>
                    <a:pt x="23" y="1"/>
                    <a:pt x="23" y="1"/>
                    <a:pt x="23" y="1"/>
                  </a:cubicBezTo>
                  <a:cubicBezTo>
                    <a:pt x="25" y="1"/>
                    <a:pt x="28" y="0"/>
                    <a:pt x="31" y="0"/>
                  </a:cubicBezTo>
                  <a:cubicBezTo>
                    <a:pt x="34" y="0"/>
                    <a:pt x="36" y="1"/>
                    <a:pt x="39" y="1"/>
                  </a:cubicBezTo>
                  <a:cubicBezTo>
                    <a:pt x="90" y="1"/>
                    <a:pt x="90" y="1"/>
                    <a:pt x="90" y="1"/>
                  </a:cubicBezTo>
                  <a:cubicBezTo>
                    <a:pt x="92" y="1"/>
                    <a:pt x="95" y="0"/>
                    <a:pt x="98" y="0"/>
                  </a:cubicBezTo>
                  <a:cubicBezTo>
                    <a:pt x="101" y="0"/>
                    <a:pt x="103" y="1"/>
                    <a:pt x="106" y="1"/>
                  </a:cubicBezTo>
                  <a:cubicBezTo>
                    <a:pt x="297" y="1"/>
                    <a:pt x="297" y="1"/>
                    <a:pt x="297" y="1"/>
                  </a:cubicBezTo>
                  <a:cubicBezTo>
                    <a:pt x="299" y="1"/>
                    <a:pt x="302" y="0"/>
                    <a:pt x="305" y="0"/>
                  </a:cubicBezTo>
                  <a:cubicBezTo>
                    <a:pt x="308" y="0"/>
                    <a:pt x="310" y="1"/>
                    <a:pt x="313" y="1"/>
                  </a:cubicBezTo>
                  <a:cubicBezTo>
                    <a:pt x="364" y="1"/>
                    <a:pt x="364" y="1"/>
                    <a:pt x="364" y="1"/>
                  </a:cubicBezTo>
                  <a:cubicBezTo>
                    <a:pt x="366" y="1"/>
                    <a:pt x="369" y="0"/>
                    <a:pt x="372" y="0"/>
                  </a:cubicBezTo>
                  <a:cubicBezTo>
                    <a:pt x="389" y="0"/>
                    <a:pt x="402" y="14"/>
                    <a:pt x="402" y="31"/>
                  </a:cubicBezTo>
                  <a:cubicBezTo>
                    <a:pt x="402" y="48"/>
                    <a:pt x="389" y="61"/>
                    <a:pt x="372" y="61"/>
                  </a:cubicBezTo>
                  <a:cubicBezTo>
                    <a:pt x="358" y="61"/>
                    <a:pt x="346" y="52"/>
                    <a:pt x="343" y="39"/>
                  </a:cubicBezTo>
                  <a:cubicBezTo>
                    <a:pt x="334" y="39"/>
                    <a:pt x="334" y="39"/>
                    <a:pt x="334" y="39"/>
                  </a:cubicBezTo>
                  <a:cubicBezTo>
                    <a:pt x="330" y="52"/>
                    <a:pt x="319" y="61"/>
                    <a:pt x="305" y="61"/>
                  </a:cubicBezTo>
                  <a:cubicBezTo>
                    <a:pt x="291" y="61"/>
                    <a:pt x="279" y="52"/>
                    <a:pt x="276" y="39"/>
                  </a:cubicBezTo>
                  <a:cubicBezTo>
                    <a:pt x="264" y="39"/>
                    <a:pt x="264" y="39"/>
                    <a:pt x="264" y="39"/>
                  </a:cubicBezTo>
                  <a:cubicBezTo>
                    <a:pt x="256" y="52"/>
                    <a:pt x="256" y="52"/>
                    <a:pt x="256" y="52"/>
                  </a:cubicBezTo>
                  <a:cubicBezTo>
                    <a:pt x="140" y="52"/>
                    <a:pt x="140" y="52"/>
                    <a:pt x="140" y="52"/>
                  </a:cubicBezTo>
                  <a:cubicBezTo>
                    <a:pt x="132" y="39"/>
                    <a:pt x="132" y="39"/>
                    <a:pt x="132" y="39"/>
                  </a:cubicBezTo>
                  <a:cubicBezTo>
                    <a:pt x="127" y="39"/>
                    <a:pt x="127" y="39"/>
                    <a:pt x="127" y="39"/>
                  </a:cubicBezTo>
                  <a:cubicBezTo>
                    <a:pt x="123" y="52"/>
                    <a:pt x="112" y="61"/>
                    <a:pt x="98" y="61"/>
                  </a:cubicBezTo>
                  <a:cubicBezTo>
                    <a:pt x="84" y="61"/>
                    <a:pt x="72" y="52"/>
                    <a:pt x="69" y="39"/>
                  </a:cubicBezTo>
                  <a:cubicBezTo>
                    <a:pt x="60" y="39"/>
                    <a:pt x="60" y="39"/>
                    <a:pt x="60" y="39"/>
                  </a:cubicBezTo>
                  <a:cubicBezTo>
                    <a:pt x="56" y="52"/>
                    <a:pt x="45" y="61"/>
                    <a:pt x="31" y="61"/>
                  </a:cubicBezTo>
                  <a:cubicBezTo>
                    <a:pt x="14" y="61"/>
                    <a:pt x="0" y="48"/>
                    <a:pt x="0" y="31"/>
                  </a:cubicBezTo>
                  <a:cubicBezTo>
                    <a:pt x="0" y="17"/>
                    <a:pt x="10" y="5"/>
                    <a:pt x="22"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7" name="Google Shape;607;p13"/>
            <p:cNvSpPr/>
            <p:nvPr/>
          </p:nvSpPr>
          <p:spPr>
            <a:xfrm flipH="1">
              <a:off x="7193001" y="4504066"/>
              <a:ext cx="3400204" cy="595934"/>
            </a:xfrm>
            <a:custGeom>
              <a:avLst/>
              <a:gdLst/>
              <a:ahLst/>
              <a:cxnLst/>
              <a:rect l="l" t="t" r="r" b="b"/>
              <a:pathLst>
                <a:path w="2702" h="473" extrusionOk="0">
                  <a:moveTo>
                    <a:pt x="0" y="0"/>
                  </a:moveTo>
                  <a:cubicBezTo>
                    <a:pt x="0" y="473"/>
                    <a:pt x="0" y="473"/>
                    <a:pt x="0" y="473"/>
                  </a:cubicBezTo>
                  <a:cubicBezTo>
                    <a:pt x="2535" y="473"/>
                    <a:pt x="2535" y="473"/>
                    <a:pt x="2535" y="473"/>
                  </a:cubicBezTo>
                  <a:cubicBezTo>
                    <a:pt x="2535" y="473"/>
                    <a:pt x="2702" y="393"/>
                    <a:pt x="2585" y="326"/>
                  </a:cubicBezTo>
                  <a:cubicBezTo>
                    <a:pt x="2468" y="260"/>
                    <a:pt x="2025" y="0"/>
                    <a:pt x="1705" y="0"/>
                  </a:cubicBezTo>
                  <a:cubicBezTo>
                    <a:pt x="1385" y="0"/>
                    <a:pt x="0" y="0"/>
                    <a:pt x="0"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8" name="Google Shape;608;p13"/>
            <p:cNvSpPr/>
            <p:nvPr/>
          </p:nvSpPr>
          <p:spPr>
            <a:xfrm flipH="1">
              <a:off x="7330433" y="5072250"/>
              <a:ext cx="3262773" cy="60782"/>
            </a:xfrm>
            <a:custGeom>
              <a:avLst/>
              <a:gdLst/>
              <a:ahLst/>
              <a:cxnLst/>
              <a:rect l="l" t="t" r="r" b="b"/>
              <a:pathLst>
                <a:path w="2469" h="46" extrusionOk="0">
                  <a:moveTo>
                    <a:pt x="2469" y="46"/>
                  </a:moveTo>
                  <a:lnTo>
                    <a:pt x="2414" y="21"/>
                  </a:lnTo>
                  <a:lnTo>
                    <a:pt x="2382" y="21"/>
                  </a:lnTo>
                  <a:lnTo>
                    <a:pt x="2345" y="0"/>
                  </a:lnTo>
                  <a:lnTo>
                    <a:pt x="0" y="0"/>
                  </a:lnTo>
                  <a:lnTo>
                    <a:pt x="0" y="21"/>
                  </a:lnTo>
                  <a:lnTo>
                    <a:pt x="534" y="21"/>
                  </a:lnTo>
                  <a:lnTo>
                    <a:pt x="544" y="46"/>
                  </a:lnTo>
                  <a:lnTo>
                    <a:pt x="1715" y="46"/>
                  </a:lnTo>
                  <a:lnTo>
                    <a:pt x="1744" y="23"/>
                  </a:lnTo>
                  <a:lnTo>
                    <a:pt x="2155" y="23"/>
                  </a:lnTo>
                  <a:lnTo>
                    <a:pt x="2155" y="46"/>
                  </a:lnTo>
                  <a:lnTo>
                    <a:pt x="2469" y="4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9" name="Google Shape;609;p13"/>
            <p:cNvSpPr/>
            <p:nvPr/>
          </p:nvSpPr>
          <p:spPr>
            <a:xfrm flipH="1">
              <a:off x="7675344" y="4582026"/>
              <a:ext cx="725501" cy="151957"/>
            </a:xfrm>
            <a:custGeom>
              <a:avLst/>
              <a:gdLst/>
              <a:ahLst/>
              <a:cxnLst/>
              <a:rect l="l" t="t" r="r" b="b"/>
              <a:pathLst>
                <a:path w="577" h="121" extrusionOk="0">
                  <a:moveTo>
                    <a:pt x="0" y="121"/>
                  </a:moveTo>
                  <a:cubicBezTo>
                    <a:pt x="0" y="0"/>
                    <a:pt x="0" y="0"/>
                    <a:pt x="0" y="0"/>
                  </a:cubicBezTo>
                  <a:cubicBezTo>
                    <a:pt x="286" y="0"/>
                    <a:pt x="286" y="0"/>
                    <a:pt x="286" y="0"/>
                  </a:cubicBezTo>
                  <a:cubicBezTo>
                    <a:pt x="388" y="34"/>
                    <a:pt x="488" y="78"/>
                    <a:pt x="577" y="121"/>
                  </a:cubicBezTo>
                  <a:lnTo>
                    <a:pt x="0" y="12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0" name="Google Shape;610;p13"/>
            <p:cNvSpPr/>
            <p:nvPr/>
          </p:nvSpPr>
          <p:spPr>
            <a:xfrm flipH="1">
              <a:off x="7515287" y="5027324"/>
              <a:ext cx="3013165" cy="31669"/>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1" name="Google Shape;611;p13"/>
            <p:cNvSpPr/>
            <p:nvPr/>
          </p:nvSpPr>
          <p:spPr>
            <a:xfrm flipH="1">
              <a:off x="9914014" y="4582026"/>
              <a:ext cx="421499" cy="151942"/>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2" name="Google Shape;612;p13"/>
            <p:cNvSpPr/>
            <p:nvPr/>
          </p:nvSpPr>
          <p:spPr>
            <a:xfrm flipH="1">
              <a:off x="9468696" y="4582026"/>
              <a:ext cx="420152" cy="151942"/>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3" name="Google Shape;613;p13"/>
            <p:cNvSpPr/>
            <p:nvPr/>
          </p:nvSpPr>
          <p:spPr>
            <a:xfrm flipH="1">
              <a:off x="8497337" y="4464425"/>
              <a:ext cx="2019221" cy="39754"/>
            </a:xfrm>
            <a:prstGeom prst="rect">
              <a:avLst/>
            </a:pr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4" name="Google Shape;614;p13"/>
            <p:cNvSpPr/>
            <p:nvPr/>
          </p:nvSpPr>
          <p:spPr>
            <a:xfrm flipH="1">
              <a:off x="8575348" y="4415534"/>
              <a:ext cx="387133" cy="4885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5" name="Google Shape;615;p13"/>
            <p:cNvSpPr/>
            <p:nvPr/>
          </p:nvSpPr>
          <p:spPr>
            <a:xfrm flipH="1">
              <a:off x="10076566" y="4415534"/>
              <a:ext cx="387133" cy="4885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6" name="Google Shape;616;p13"/>
            <p:cNvSpPr/>
            <p:nvPr/>
          </p:nvSpPr>
          <p:spPr>
            <a:xfrm flipH="1">
              <a:off x="9022013" y="4415534"/>
              <a:ext cx="387133" cy="4885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7" name="Google Shape;617;p13"/>
            <p:cNvSpPr/>
            <p:nvPr/>
          </p:nvSpPr>
          <p:spPr>
            <a:xfrm flipH="1">
              <a:off x="7321182" y="4773623"/>
              <a:ext cx="654140" cy="153278"/>
            </a:xfrm>
            <a:custGeom>
              <a:avLst/>
              <a:gdLst/>
              <a:ahLst/>
              <a:cxnLst/>
              <a:rect l="l" t="t" r="r" b="b"/>
              <a:pathLst>
                <a:path w="495" h="116" extrusionOk="0">
                  <a:moveTo>
                    <a:pt x="0" y="0"/>
                  </a:moveTo>
                  <a:lnTo>
                    <a:pt x="285" y="0"/>
                  </a:lnTo>
                  <a:lnTo>
                    <a:pt x="495" y="116"/>
                  </a:lnTo>
                  <a:lnTo>
                    <a:pt x="467" y="116"/>
                  </a:lnTo>
                  <a:lnTo>
                    <a:pt x="290" y="21"/>
                  </a:lnTo>
                  <a:lnTo>
                    <a:pt x="37" y="21"/>
                  </a:lnTo>
                  <a:lnTo>
                    <a:pt x="0"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8" name="Google Shape;618;p13"/>
            <p:cNvSpPr/>
            <p:nvPr/>
          </p:nvSpPr>
          <p:spPr>
            <a:xfrm flipH="1">
              <a:off x="7931196" y="4885938"/>
              <a:ext cx="330374" cy="112316"/>
            </a:xfrm>
            <a:custGeom>
              <a:avLst/>
              <a:gdLst/>
              <a:ahLst/>
              <a:cxnLst/>
              <a:rect l="l" t="t" r="r" b="b"/>
              <a:pathLst>
                <a:path w="250" h="85" extrusionOk="0">
                  <a:moveTo>
                    <a:pt x="131" y="0"/>
                  </a:moveTo>
                  <a:lnTo>
                    <a:pt x="250" y="85"/>
                  </a:lnTo>
                  <a:lnTo>
                    <a:pt x="91" y="85"/>
                  </a:lnTo>
                  <a:lnTo>
                    <a:pt x="0" y="0"/>
                  </a:lnTo>
                  <a:lnTo>
                    <a:pt x="131"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9" name="Google Shape;619;p13"/>
            <p:cNvSpPr/>
            <p:nvPr/>
          </p:nvSpPr>
          <p:spPr>
            <a:xfrm flipH="1">
              <a:off x="8151886" y="4885938"/>
              <a:ext cx="158579" cy="112316"/>
            </a:xfrm>
            <a:custGeom>
              <a:avLst/>
              <a:gdLst/>
              <a:ahLst/>
              <a:cxnLst/>
              <a:rect l="l" t="t" r="r" b="b"/>
              <a:pathLst>
                <a:path w="120" h="85" extrusionOk="0">
                  <a:moveTo>
                    <a:pt x="30" y="0"/>
                  </a:moveTo>
                  <a:lnTo>
                    <a:pt x="120" y="85"/>
                  </a:lnTo>
                  <a:lnTo>
                    <a:pt x="91" y="85"/>
                  </a:lnTo>
                  <a:lnTo>
                    <a:pt x="0" y="0"/>
                  </a:lnTo>
                  <a:lnTo>
                    <a:pt x="3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0" name="Google Shape;620;p13"/>
            <p:cNvSpPr/>
            <p:nvPr/>
          </p:nvSpPr>
          <p:spPr>
            <a:xfrm flipH="1">
              <a:off x="8200780" y="4885938"/>
              <a:ext cx="2332440" cy="112316"/>
            </a:xfrm>
            <a:custGeom>
              <a:avLst/>
              <a:gdLst/>
              <a:ahLst/>
              <a:cxnLst/>
              <a:rect l="l" t="t" r="r" b="b"/>
              <a:pathLst>
                <a:path w="1765" h="85" extrusionOk="0">
                  <a:moveTo>
                    <a:pt x="1675" y="0"/>
                  </a:moveTo>
                  <a:lnTo>
                    <a:pt x="1765" y="85"/>
                  </a:lnTo>
                  <a:lnTo>
                    <a:pt x="0" y="85"/>
                  </a:lnTo>
                  <a:lnTo>
                    <a:pt x="0" y="0"/>
                  </a:lnTo>
                  <a:lnTo>
                    <a:pt x="1675"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1" name="Google Shape;621;p13"/>
            <p:cNvSpPr/>
            <p:nvPr/>
          </p:nvSpPr>
          <p:spPr>
            <a:xfrm flipH="1">
              <a:off x="7675343" y="4504066"/>
              <a:ext cx="2917862" cy="233881"/>
            </a:xfrm>
            <a:custGeom>
              <a:avLst/>
              <a:gdLst/>
              <a:ahLst/>
              <a:cxnLst/>
              <a:rect l="l" t="t" r="r" b="b"/>
              <a:pathLst>
                <a:path w="2208" h="177" extrusionOk="0">
                  <a:moveTo>
                    <a:pt x="903" y="172"/>
                  </a:moveTo>
                  <a:lnTo>
                    <a:pt x="903" y="0"/>
                  </a:lnTo>
                  <a:lnTo>
                    <a:pt x="907" y="0"/>
                  </a:lnTo>
                  <a:lnTo>
                    <a:pt x="907" y="172"/>
                  </a:lnTo>
                  <a:lnTo>
                    <a:pt x="1186" y="172"/>
                  </a:lnTo>
                  <a:lnTo>
                    <a:pt x="1186" y="0"/>
                  </a:lnTo>
                  <a:lnTo>
                    <a:pt x="1191" y="0"/>
                  </a:lnTo>
                  <a:lnTo>
                    <a:pt x="1191" y="172"/>
                  </a:lnTo>
                  <a:lnTo>
                    <a:pt x="2208" y="172"/>
                  </a:lnTo>
                  <a:lnTo>
                    <a:pt x="2208" y="177"/>
                  </a:lnTo>
                  <a:lnTo>
                    <a:pt x="0" y="177"/>
                  </a:lnTo>
                  <a:lnTo>
                    <a:pt x="0" y="172"/>
                  </a:lnTo>
                  <a:lnTo>
                    <a:pt x="903" y="172"/>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2" name="Google Shape;622;p13"/>
            <p:cNvSpPr/>
            <p:nvPr/>
          </p:nvSpPr>
          <p:spPr>
            <a:xfrm flipH="1">
              <a:off x="7633275" y="4752481"/>
              <a:ext cx="2959930" cy="539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3" name="Google Shape;623;p13"/>
            <p:cNvSpPr/>
            <p:nvPr/>
          </p:nvSpPr>
          <p:spPr>
            <a:xfrm flipH="1">
              <a:off x="10593193" y="4563527"/>
              <a:ext cx="51550" cy="536345"/>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24" name="Google Shape;624;p13"/>
          <p:cNvGrpSpPr/>
          <p:nvPr/>
        </p:nvGrpSpPr>
        <p:grpSpPr>
          <a:xfrm>
            <a:off x="279860" y="3990226"/>
            <a:ext cx="1174818" cy="1153280"/>
            <a:chOff x="3290685" y="3990226"/>
            <a:chExt cx="1174818" cy="1153280"/>
          </a:xfrm>
        </p:grpSpPr>
        <p:grpSp>
          <p:nvGrpSpPr>
            <p:cNvPr id="625" name="Google Shape;625;p13"/>
            <p:cNvGrpSpPr/>
            <p:nvPr/>
          </p:nvGrpSpPr>
          <p:grpSpPr>
            <a:xfrm>
              <a:off x="3872750" y="3990226"/>
              <a:ext cx="342839" cy="1153109"/>
              <a:chOff x="1539885" y="3300413"/>
              <a:chExt cx="511166" cy="1719263"/>
            </a:xfrm>
          </p:grpSpPr>
          <p:sp>
            <p:nvSpPr>
              <p:cNvPr id="626" name="Google Shape;626;p13"/>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7" name="Google Shape;627;p13"/>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8" name="Google Shape;628;p13"/>
              <p:cNvSpPr/>
              <p:nvPr/>
            </p:nvSpPr>
            <p:spPr>
              <a:xfrm>
                <a:off x="1539885" y="3366229"/>
                <a:ext cx="476257" cy="1482007"/>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9" name="Google Shape;629;p13"/>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0" name="Google Shape;630;p13"/>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1" name="Google Shape;631;p13"/>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32" name="Google Shape;632;p13"/>
            <p:cNvGrpSpPr/>
            <p:nvPr/>
          </p:nvGrpSpPr>
          <p:grpSpPr>
            <a:xfrm>
              <a:off x="3628815" y="4502797"/>
              <a:ext cx="185813" cy="640708"/>
              <a:chOff x="1539875" y="3257551"/>
              <a:chExt cx="511176" cy="1762125"/>
            </a:xfrm>
          </p:grpSpPr>
          <p:sp>
            <p:nvSpPr>
              <p:cNvPr id="633" name="Google Shape;633;p13"/>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4" name="Google Shape;634;p13"/>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5" name="Google Shape;635;p13"/>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6" name="Google Shape;636;p13"/>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7" name="Google Shape;637;p13"/>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8" name="Google Shape;638;p13"/>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39" name="Google Shape;639;p13"/>
            <p:cNvGrpSpPr/>
            <p:nvPr/>
          </p:nvGrpSpPr>
          <p:grpSpPr>
            <a:xfrm flipH="1">
              <a:off x="3290685" y="4367461"/>
              <a:ext cx="225020" cy="775863"/>
              <a:chOff x="1539875" y="3257551"/>
              <a:chExt cx="511176" cy="1762125"/>
            </a:xfrm>
          </p:grpSpPr>
          <p:sp>
            <p:nvSpPr>
              <p:cNvPr id="640" name="Google Shape;640;p13"/>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1" name="Google Shape;641;p13"/>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2" name="Google Shape;642;p13"/>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3" name="Google Shape;643;p13"/>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4" name="Google Shape;644;p13"/>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5" name="Google Shape;645;p13"/>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46" name="Google Shape;646;p13"/>
            <p:cNvGrpSpPr/>
            <p:nvPr/>
          </p:nvGrpSpPr>
          <p:grpSpPr>
            <a:xfrm>
              <a:off x="4279690" y="4502797"/>
              <a:ext cx="185813" cy="640708"/>
              <a:chOff x="1539875" y="3257551"/>
              <a:chExt cx="511176" cy="1762125"/>
            </a:xfrm>
          </p:grpSpPr>
          <p:sp>
            <p:nvSpPr>
              <p:cNvPr id="647" name="Google Shape;647;p13"/>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8" name="Google Shape;648;p13"/>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9" name="Google Shape;649;p13"/>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0" name="Google Shape;650;p13"/>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1" name="Google Shape;651;p13"/>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2" name="Google Shape;652;p13"/>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cxnSp>
        <p:nvCxnSpPr>
          <p:cNvPr id="653" name="Google Shape;653;p13"/>
          <p:cNvCxnSpPr/>
          <p:nvPr/>
        </p:nvCxnSpPr>
        <p:spPr>
          <a:xfrm>
            <a:off x="4572000" y="-200925"/>
            <a:ext cx="0" cy="583800"/>
          </a:xfrm>
          <a:prstGeom prst="straightConnector1">
            <a:avLst/>
          </a:prstGeom>
          <a:noFill/>
          <a:ln w="9525" cap="flat" cmpd="sng">
            <a:solidFill>
              <a:schemeClr val="dk1"/>
            </a:solidFill>
            <a:prstDash val="solid"/>
            <a:round/>
            <a:headEnd type="none" w="med" len="med"/>
            <a:tailEnd type="diamond" w="med" len="med"/>
          </a:ln>
        </p:spPr>
      </p:cxnSp>
      <p:grpSp>
        <p:nvGrpSpPr>
          <p:cNvPr id="654" name="Google Shape;654;p13"/>
          <p:cNvGrpSpPr/>
          <p:nvPr/>
        </p:nvGrpSpPr>
        <p:grpSpPr>
          <a:xfrm>
            <a:off x="-240894" y="206750"/>
            <a:ext cx="9727333" cy="962875"/>
            <a:chOff x="-240894" y="206750"/>
            <a:chExt cx="9727333" cy="962875"/>
          </a:xfrm>
        </p:grpSpPr>
        <p:sp>
          <p:nvSpPr>
            <p:cNvPr id="655" name="Google Shape;655;p13"/>
            <p:cNvSpPr/>
            <p:nvPr/>
          </p:nvSpPr>
          <p:spPr>
            <a:xfrm>
              <a:off x="483752" y="206750"/>
              <a:ext cx="1207140" cy="181011"/>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6" name="Google Shape;656;p13"/>
            <p:cNvSpPr/>
            <p:nvPr/>
          </p:nvSpPr>
          <p:spPr>
            <a:xfrm flipH="1">
              <a:off x="-240894" y="419880"/>
              <a:ext cx="710808" cy="277069"/>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7" name="Google Shape;657;p13"/>
            <p:cNvSpPr/>
            <p:nvPr/>
          </p:nvSpPr>
          <p:spPr>
            <a:xfrm flipH="1">
              <a:off x="8775631" y="892555"/>
              <a:ext cx="710808" cy="277069"/>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954"/>
        <p:cNvGrpSpPr/>
        <p:nvPr/>
      </p:nvGrpSpPr>
      <p:grpSpPr>
        <a:xfrm>
          <a:off x="0" y="0"/>
          <a:ext cx="0" cy="0"/>
          <a:chOff x="0" y="0"/>
          <a:chExt cx="0" cy="0"/>
        </a:xfrm>
      </p:grpSpPr>
      <p:pic>
        <p:nvPicPr>
          <p:cNvPr id="955" name="Google Shape;955;p17"/>
          <p:cNvPicPr preferRelativeResize="0"/>
          <p:nvPr/>
        </p:nvPicPr>
        <p:blipFill>
          <a:blip r:embed="rId2">
            <a:alphaModFix/>
          </a:blip>
          <a:stretch>
            <a:fillRect/>
          </a:stretch>
        </p:blipFill>
        <p:spPr>
          <a:xfrm>
            <a:off x="25" y="0"/>
            <a:ext cx="9144000" cy="5143500"/>
          </a:xfrm>
          <a:prstGeom prst="rect">
            <a:avLst/>
          </a:prstGeom>
          <a:noFill/>
          <a:ln>
            <a:noFill/>
          </a:ln>
        </p:spPr>
      </p:pic>
      <p:sp>
        <p:nvSpPr>
          <p:cNvPr id="956" name="Google Shape;956;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57" name="Google Shape;957;p17"/>
          <p:cNvSpPr/>
          <p:nvPr/>
        </p:nvSpPr>
        <p:spPr>
          <a:xfrm>
            <a:off x="5160300" y="3945575"/>
            <a:ext cx="7978679" cy="1205150"/>
          </a:xfrm>
          <a:custGeom>
            <a:avLst/>
            <a:gdLst/>
            <a:ahLst/>
            <a:cxnLst/>
            <a:rect l="l" t="t" r="r" b="b"/>
            <a:pathLst>
              <a:path w="3390" h="707" extrusionOk="0">
                <a:moveTo>
                  <a:pt x="0" y="707"/>
                </a:moveTo>
                <a:lnTo>
                  <a:pt x="1215" y="0"/>
                </a:lnTo>
                <a:lnTo>
                  <a:pt x="1391" y="124"/>
                </a:lnTo>
                <a:lnTo>
                  <a:pt x="1501" y="75"/>
                </a:lnTo>
                <a:lnTo>
                  <a:pt x="1665" y="186"/>
                </a:lnTo>
                <a:lnTo>
                  <a:pt x="1825" y="110"/>
                </a:lnTo>
                <a:lnTo>
                  <a:pt x="1921" y="151"/>
                </a:lnTo>
                <a:lnTo>
                  <a:pt x="2105" y="43"/>
                </a:lnTo>
                <a:lnTo>
                  <a:pt x="3390" y="707"/>
                </a:lnTo>
                <a:lnTo>
                  <a:pt x="2585" y="707"/>
                </a:lnTo>
                <a:lnTo>
                  <a:pt x="897" y="707"/>
                </a:lnTo>
                <a:lnTo>
                  <a:pt x="0" y="707"/>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8" name="Google Shape;958;p17"/>
          <p:cNvSpPr/>
          <p:nvPr/>
        </p:nvSpPr>
        <p:spPr>
          <a:xfrm>
            <a:off x="-1" y="4215526"/>
            <a:ext cx="12299102" cy="1131150"/>
          </a:xfrm>
          <a:custGeom>
            <a:avLst/>
            <a:gdLst/>
            <a:ahLst/>
            <a:cxnLst/>
            <a:rect l="l" t="t" r="r" b="b"/>
            <a:pathLst>
              <a:path w="4160" h="382" extrusionOk="0">
                <a:moveTo>
                  <a:pt x="3818" y="18"/>
                </a:moveTo>
                <a:cubicBezTo>
                  <a:pt x="3845" y="18"/>
                  <a:pt x="3845" y="18"/>
                  <a:pt x="3845" y="18"/>
                </a:cubicBezTo>
                <a:cubicBezTo>
                  <a:pt x="3846" y="18"/>
                  <a:pt x="3846" y="18"/>
                  <a:pt x="3846" y="18"/>
                </a:cubicBezTo>
                <a:cubicBezTo>
                  <a:pt x="3950" y="39"/>
                  <a:pt x="4055" y="54"/>
                  <a:pt x="4160" y="63"/>
                </a:cubicBezTo>
                <a:cubicBezTo>
                  <a:pt x="4160" y="63"/>
                  <a:pt x="4160" y="63"/>
                  <a:pt x="4160" y="63"/>
                </a:cubicBezTo>
                <a:cubicBezTo>
                  <a:pt x="4055" y="54"/>
                  <a:pt x="3951" y="38"/>
                  <a:pt x="3847" y="17"/>
                </a:cubicBezTo>
                <a:cubicBezTo>
                  <a:pt x="3848" y="17"/>
                  <a:pt x="3849" y="16"/>
                  <a:pt x="3849" y="15"/>
                </a:cubicBezTo>
                <a:cubicBezTo>
                  <a:pt x="3849" y="13"/>
                  <a:pt x="3847" y="12"/>
                  <a:pt x="3845" y="12"/>
                </a:cubicBezTo>
                <a:cubicBezTo>
                  <a:pt x="3842" y="12"/>
                  <a:pt x="3842" y="12"/>
                  <a:pt x="3842" y="12"/>
                </a:cubicBezTo>
                <a:cubicBezTo>
                  <a:pt x="3842" y="11"/>
                  <a:pt x="3842" y="11"/>
                  <a:pt x="3842" y="11"/>
                </a:cubicBezTo>
                <a:cubicBezTo>
                  <a:pt x="3842" y="8"/>
                  <a:pt x="3842" y="8"/>
                  <a:pt x="3842" y="8"/>
                </a:cubicBezTo>
                <a:cubicBezTo>
                  <a:pt x="3842" y="6"/>
                  <a:pt x="3841" y="5"/>
                  <a:pt x="3839" y="5"/>
                </a:cubicBezTo>
                <a:cubicBezTo>
                  <a:pt x="3837" y="5"/>
                  <a:pt x="3836" y="6"/>
                  <a:pt x="3836" y="8"/>
                </a:cubicBezTo>
                <a:cubicBezTo>
                  <a:pt x="3836" y="11"/>
                  <a:pt x="3836" y="11"/>
                  <a:pt x="3836" y="11"/>
                </a:cubicBezTo>
                <a:cubicBezTo>
                  <a:pt x="3836" y="12"/>
                  <a:pt x="3836" y="12"/>
                  <a:pt x="3836" y="12"/>
                </a:cubicBezTo>
                <a:cubicBezTo>
                  <a:pt x="3828" y="12"/>
                  <a:pt x="3828" y="12"/>
                  <a:pt x="3828" y="12"/>
                </a:cubicBezTo>
                <a:cubicBezTo>
                  <a:pt x="3828" y="11"/>
                  <a:pt x="3828" y="11"/>
                  <a:pt x="3828" y="11"/>
                </a:cubicBezTo>
                <a:cubicBezTo>
                  <a:pt x="3828" y="8"/>
                  <a:pt x="3828" y="8"/>
                  <a:pt x="3828" y="8"/>
                </a:cubicBezTo>
                <a:cubicBezTo>
                  <a:pt x="3828" y="6"/>
                  <a:pt x="3827" y="5"/>
                  <a:pt x="3825" y="5"/>
                </a:cubicBezTo>
                <a:cubicBezTo>
                  <a:pt x="3824" y="5"/>
                  <a:pt x="3822" y="6"/>
                  <a:pt x="3822" y="8"/>
                </a:cubicBezTo>
                <a:cubicBezTo>
                  <a:pt x="3822" y="11"/>
                  <a:pt x="3822" y="11"/>
                  <a:pt x="3822" y="11"/>
                </a:cubicBezTo>
                <a:cubicBezTo>
                  <a:pt x="3822" y="12"/>
                  <a:pt x="3822" y="12"/>
                  <a:pt x="3822" y="12"/>
                </a:cubicBezTo>
                <a:cubicBezTo>
                  <a:pt x="3805" y="12"/>
                  <a:pt x="3805" y="12"/>
                  <a:pt x="3805" y="12"/>
                </a:cubicBezTo>
                <a:cubicBezTo>
                  <a:pt x="3805" y="0"/>
                  <a:pt x="3805" y="0"/>
                  <a:pt x="3805" y="0"/>
                </a:cubicBezTo>
                <a:cubicBezTo>
                  <a:pt x="3797" y="0"/>
                  <a:pt x="3797" y="0"/>
                  <a:pt x="3797" y="0"/>
                </a:cubicBezTo>
                <a:cubicBezTo>
                  <a:pt x="3797" y="12"/>
                  <a:pt x="3797" y="12"/>
                  <a:pt x="3797" y="12"/>
                </a:cubicBezTo>
                <a:cubicBezTo>
                  <a:pt x="3779" y="12"/>
                  <a:pt x="3779" y="12"/>
                  <a:pt x="3779" y="12"/>
                </a:cubicBezTo>
                <a:cubicBezTo>
                  <a:pt x="3780" y="11"/>
                  <a:pt x="3780" y="11"/>
                  <a:pt x="3780" y="11"/>
                </a:cubicBezTo>
                <a:cubicBezTo>
                  <a:pt x="3780" y="8"/>
                  <a:pt x="3780" y="8"/>
                  <a:pt x="3780" y="8"/>
                </a:cubicBezTo>
                <a:cubicBezTo>
                  <a:pt x="3780" y="6"/>
                  <a:pt x="3778" y="5"/>
                  <a:pt x="3776" y="5"/>
                </a:cubicBezTo>
                <a:cubicBezTo>
                  <a:pt x="3775" y="5"/>
                  <a:pt x="3773" y="6"/>
                  <a:pt x="3773" y="8"/>
                </a:cubicBezTo>
                <a:cubicBezTo>
                  <a:pt x="3773" y="11"/>
                  <a:pt x="3773" y="11"/>
                  <a:pt x="3773" y="11"/>
                </a:cubicBezTo>
                <a:cubicBezTo>
                  <a:pt x="3773" y="12"/>
                  <a:pt x="3773" y="12"/>
                  <a:pt x="3773" y="12"/>
                </a:cubicBezTo>
                <a:cubicBezTo>
                  <a:pt x="3766" y="12"/>
                  <a:pt x="3766" y="12"/>
                  <a:pt x="3766" y="12"/>
                </a:cubicBezTo>
                <a:cubicBezTo>
                  <a:pt x="3766" y="11"/>
                  <a:pt x="3766" y="11"/>
                  <a:pt x="3766" y="11"/>
                </a:cubicBezTo>
                <a:cubicBezTo>
                  <a:pt x="3766" y="8"/>
                  <a:pt x="3766" y="8"/>
                  <a:pt x="3766" y="8"/>
                </a:cubicBezTo>
                <a:cubicBezTo>
                  <a:pt x="3766" y="6"/>
                  <a:pt x="3765" y="5"/>
                  <a:pt x="3763" y="5"/>
                </a:cubicBezTo>
                <a:cubicBezTo>
                  <a:pt x="3761" y="5"/>
                  <a:pt x="3760" y="6"/>
                  <a:pt x="3760" y="8"/>
                </a:cubicBezTo>
                <a:cubicBezTo>
                  <a:pt x="3760" y="11"/>
                  <a:pt x="3760" y="11"/>
                  <a:pt x="3760" y="11"/>
                </a:cubicBezTo>
                <a:cubicBezTo>
                  <a:pt x="3760" y="12"/>
                  <a:pt x="3760" y="12"/>
                  <a:pt x="3760" y="12"/>
                </a:cubicBezTo>
                <a:cubicBezTo>
                  <a:pt x="3756" y="12"/>
                  <a:pt x="3756" y="12"/>
                  <a:pt x="3756" y="12"/>
                </a:cubicBezTo>
                <a:cubicBezTo>
                  <a:pt x="3755" y="12"/>
                  <a:pt x="3754" y="12"/>
                  <a:pt x="3753" y="14"/>
                </a:cubicBezTo>
                <a:cubicBezTo>
                  <a:pt x="3753" y="13"/>
                  <a:pt x="3753" y="13"/>
                  <a:pt x="3753" y="13"/>
                </a:cubicBezTo>
                <a:cubicBezTo>
                  <a:pt x="3753" y="14"/>
                  <a:pt x="3753" y="14"/>
                  <a:pt x="3753" y="14"/>
                </a:cubicBezTo>
                <a:cubicBezTo>
                  <a:pt x="3753" y="14"/>
                  <a:pt x="3753" y="14"/>
                  <a:pt x="3753" y="14"/>
                </a:cubicBezTo>
                <a:cubicBezTo>
                  <a:pt x="3753" y="15"/>
                  <a:pt x="3753" y="15"/>
                  <a:pt x="3753" y="15"/>
                </a:cubicBezTo>
                <a:cubicBezTo>
                  <a:pt x="3753" y="15"/>
                  <a:pt x="3753" y="15"/>
                  <a:pt x="3753" y="15"/>
                </a:cubicBezTo>
                <a:cubicBezTo>
                  <a:pt x="3578" y="51"/>
                  <a:pt x="3403" y="71"/>
                  <a:pt x="3227" y="73"/>
                </a:cubicBezTo>
                <a:cubicBezTo>
                  <a:pt x="3051" y="71"/>
                  <a:pt x="2876" y="52"/>
                  <a:pt x="2701" y="16"/>
                </a:cubicBezTo>
                <a:cubicBezTo>
                  <a:pt x="2701" y="15"/>
                  <a:pt x="2701" y="15"/>
                  <a:pt x="2701" y="15"/>
                </a:cubicBezTo>
                <a:cubicBezTo>
                  <a:pt x="2701" y="15"/>
                  <a:pt x="2701" y="15"/>
                  <a:pt x="2701" y="15"/>
                </a:cubicBezTo>
                <a:cubicBezTo>
                  <a:pt x="2702" y="14"/>
                  <a:pt x="2702" y="14"/>
                  <a:pt x="2703" y="14"/>
                </a:cubicBezTo>
                <a:cubicBezTo>
                  <a:pt x="2703" y="13"/>
                  <a:pt x="2703" y="13"/>
                  <a:pt x="2703" y="13"/>
                </a:cubicBezTo>
                <a:cubicBezTo>
                  <a:pt x="2702" y="14"/>
                  <a:pt x="2702" y="14"/>
                  <a:pt x="2701" y="14"/>
                </a:cubicBezTo>
                <a:cubicBezTo>
                  <a:pt x="2701" y="13"/>
                  <a:pt x="2699" y="12"/>
                  <a:pt x="2698" y="12"/>
                </a:cubicBezTo>
                <a:cubicBezTo>
                  <a:pt x="2694" y="12"/>
                  <a:pt x="2694" y="12"/>
                  <a:pt x="2694" y="12"/>
                </a:cubicBezTo>
                <a:cubicBezTo>
                  <a:pt x="2695" y="11"/>
                  <a:pt x="2695" y="11"/>
                  <a:pt x="2695" y="11"/>
                </a:cubicBezTo>
                <a:cubicBezTo>
                  <a:pt x="2695" y="8"/>
                  <a:pt x="2695" y="8"/>
                  <a:pt x="2695" y="8"/>
                </a:cubicBezTo>
                <a:cubicBezTo>
                  <a:pt x="2695" y="6"/>
                  <a:pt x="2693" y="5"/>
                  <a:pt x="2691" y="5"/>
                </a:cubicBezTo>
                <a:cubicBezTo>
                  <a:pt x="2690" y="5"/>
                  <a:pt x="2688" y="6"/>
                  <a:pt x="2688" y="8"/>
                </a:cubicBezTo>
                <a:cubicBezTo>
                  <a:pt x="2688" y="11"/>
                  <a:pt x="2688" y="11"/>
                  <a:pt x="2688" y="11"/>
                </a:cubicBezTo>
                <a:cubicBezTo>
                  <a:pt x="2688" y="12"/>
                  <a:pt x="2688" y="12"/>
                  <a:pt x="2688" y="12"/>
                </a:cubicBezTo>
                <a:cubicBezTo>
                  <a:pt x="2681" y="12"/>
                  <a:pt x="2681" y="12"/>
                  <a:pt x="2681" y="12"/>
                </a:cubicBezTo>
                <a:cubicBezTo>
                  <a:pt x="2681" y="11"/>
                  <a:pt x="2681" y="11"/>
                  <a:pt x="2681" y="11"/>
                </a:cubicBezTo>
                <a:cubicBezTo>
                  <a:pt x="2681" y="8"/>
                  <a:pt x="2681" y="8"/>
                  <a:pt x="2681" y="8"/>
                </a:cubicBezTo>
                <a:cubicBezTo>
                  <a:pt x="2681" y="6"/>
                  <a:pt x="2680" y="5"/>
                  <a:pt x="2678" y="5"/>
                </a:cubicBezTo>
                <a:cubicBezTo>
                  <a:pt x="2676" y="5"/>
                  <a:pt x="2675" y="6"/>
                  <a:pt x="2675" y="8"/>
                </a:cubicBezTo>
                <a:cubicBezTo>
                  <a:pt x="2675" y="11"/>
                  <a:pt x="2675" y="11"/>
                  <a:pt x="2675" y="11"/>
                </a:cubicBezTo>
                <a:cubicBezTo>
                  <a:pt x="2675" y="12"/>
                  <a:pt x="2675" y="12"/>
                  <a:pt x="2675" y="12"/>
                </a:cubicBezTo>
                <a:cubicBezTo>
                  <a:pt x="2657" y="12"/>
                  <a:pt x="2657" y="12"/>
                  <a:pt x="2657" y="12"/>
                </a:cubicBezTo>
                <a:cubicBezTo>
                  <a:pt x="2657" y="0"/>
                  <a:pt x="2657" y="0"/>
                  <a:pt x="2657" y="0"/>
                </a:cubicBezTo>
                <a:cubicBezTo>
                  <a:pt x="2650" y="0"/>
                  <a:pt x="2650" y="0"/>
                  <a:pt x="2650" y="0"/>
                </a:cubicBezTo>
                <a:cubicBezTo>
                  <a:pt x="2650" y="12"/>
                  <a:pt x="2650" y="12"/>
                  <a:pt x="2650" y="12"/>
                </a:cubicBezTo>
                <a:cubicBezTo>
                  <a:pt x="2632" y="12"/>
                  <a:pt x="2632" y="12"/>
                  <a:pt x="2632" y="12"/>
                </a:cubicBezTo>
                <a:cubicBezTo>
                  <a:pt x="2632" y="11"/>
                  <a:pt x="2632" y="11"/>
                  <a:pt x="2632" y="11"/>
                </a:cubicBezTo>
                <a:cubicBezTo>
                  <a:pt x="2632" y="8"/>
                  <a:pt x="2632" y="8"/>
                  <a:pt x="2632" y="8"/>
                </a:cubicBezTo>
                <a:cubicBezTo>
                  <a:pt x="2632" y="6"/>
                  <a:pt x="2631" y="5"/>
                  <a:pt x="2629" y="5"/>
                </a:cubicBezTo>
                <a:cubicBezTo>
                  <a:pt x="2627" y="5"/>
                  <a:pt x="2626" y="6"/>
                  <a:pt x="2626" y="8"/>
                </a:cubicBezTo>
                <a:cubicBezTo>
                  <a:pt x="2626" y="11"/>
                  <a:pt x="2626" y="11"/>
                  <a:pt x="2626" y="11"/>
                </a:cubicBezTo>
                <a:cubicBezTo>
                  <a:pt x="2626" y="12"/>
                  <a:pt x="2626" y="12"/>
                  <a:pt x="2626" y="12"/>
                </a:cubicBezTo>
                <a:cubicBezTo>
                  <a:pt x="2619" y="12"/>
                  <a:pt x="2619" y="12"/>
                  <a:pt x="2619" y="12"/>
                </a:cubicBezTo>
                <a:cubicBezTo>
                  <a:pt x="2619" y="11"/>
                  <a:pt x="2619" y="11"/>
                  <a:pt x="2619" y="11"/>
                </a:cubicBezTo>
                <a:cubicBezTo>
                  <a:pt x="2619" y="8"/>
                  <a:pt x="2619" y="8"/>
                  <a:pt x="2619" y="8"/>
                </a:cubicBezTo>
                <a:cubicBezTo>
                  <a:pt x="2619" y="6"/>
                  <a:pt x="2617" y="5"/>
                  <a:pt x="2616" y="5"/>
                </a:cubicBezTo>
                <a:cubicBezTo>
                  <a:pt x="2614" y="5"/>
                  <a:pt x="2612" y="6"/>
                  <a:pt x="2612" y="8"/>
                </a:cubicBezTo>
                <a:cubicBezTo>
                  <a:pt x="2612" y="11"/>
                  <a:pt x="2612" y="11"/>
                  <a:pt x="2612" y="11"/>
                </a:cubicBezTo>
                <a:cubicBezTo>
                  <a:pt x="2613" y="12"/>
                  <a:pt x="2613" y="12"/>
                  <a:pt x="2613" y="12"/>
                </a:cubicBezTo>
                <a:cubicBezTo>
                  <a:pt x="2609" y="12"/>
                  <a:pt x="2609" y="12"/>
                  <a:pt x="2609" y="12"/>
                </a:cubicBezTo>
                <a:cubicBezTo>
                  <a:pt x="2607" y="12"/>
                  <a:pt x="2606" y="13"/>
                  <a:pt x="2606" y="15"/>
                </a:cubicBezTo>
                <a:cubicBezTo>
                  <a:pt x="2606" y="16"/>
                  <a:pt x="2606" y="17"/>
                  <a:pt x="2607" y="18"/>
                </a:cubicBezTo>
                <a:cubicBezTo>
                  <a:pt x="2437" y="52"/>
                  <a:pt x="2265" y="71"/>
                  <a:pt x="2092" y="73"/>
                </a:cubicBezTo>
                <a:cubicBezTo>
                  <a:pt x="1916" y="71"/>
                  <a:pt x="1739" y="51"/>
                  <a:pt x="1564" y="15"/>
                </a:cubicBezTo>
                <a:cubicBezTo>
                  <a:pt x="1566" y="15"/>
                  <a:pt x="1567" y="14"/>
                  <a:pt x="1569" y="14"/>
                </a:cubicBezTo>
                <a:cubicBezTo>
                  <a:pt x="1568" y="13"/>
                  <a:pt x="1568" y="13"/>
                  <a:pt x="1568" y="13"/>
                </a:cubicBezTo>
                <a:cubicBezTo>
                  <a:pt x="1566" y="14"/>
                  <a:pt x="1564" y="14"/>
                  <a:pt x="1562" y="15"/>
                </a:cubicBezTo>
                <a:cubicBezTo>
                  <a:pt x="1560" y="14"/>
                  <a:pt x="1558" y="14"/>
                  <a:pt x="1556" y="13"/>
                </a:cubicBezTo>
                <a:cubicBezTo>
                  <a:pt x="1556" y="14"/>
                  <a:pt x="1556" y="14"/>
                  <a:pt x="1556" y="14"/>
                </a:cubicBezTo>
                <a:cubicBezTo>
                  <a:pt x="1558" y="14"/>
                  <a:pt x="1559" y="15"/>
                  <a:pt x="1561" y="15"/>
                </a:cubicBezTo>
                <a:cubicBezTo>
                  <a:pt x="1558" y="16"/>
                  <a:pt x="1556" y="16"/>
                  <a:pt x="1553" y="17"/>
                </a:cubicBezTo>
                <a:cubicBezTo>
                  <a:pt x="1554" y="16"/>
                  <a:pt x="1554" y="16"/>
                  <a:pt x="1554" y="15"/>
                </a:cubicBezTo>
                <a:cubicBezTo>
                  <a:pt x="1554" y="13"/>
                  <a:pt x="1553" y="12"/>
                  <a:pt x="1551" y="12"/>
                </a:cubicBezTo>
                <a:cubicBezTo>
                  <a:pt x="1547" y="12"/>
                  <a:pt x="1547" y="12"/>
                  <a:pt x="1547" y="12"/>
                </a:cubicBezTo>
                <a:cubicBezTo>
                  <a:pt x="1547" y="11"/>
                  <a:pt x="1547" y="11"/>
                  <a:pt x="1547" y="11"/>
                </a:cubicBezTo>
                <a:cubicBezTo>
                  <a:pt x="1547" y="8"/>
                  <a:pt x="1547" y="8"/>
                  <a:pt x="1547" y="8"/>
                </a:cubicBezTo>
                <a:cubicBezTo>
                  <a:pt x="1547" y="6"/>
                  <a:pt x="1546" y="5"/>
                  <a:pt x="1544" y="5"/>
                </a:cubicBezTo>
                <a:cubicBezTo>
                  <a:pt x="1542" y="5"/>
                  <a:pt x="1541" y="6"/>
                  <a:pt x="1541" y="8"/>
                </a:cubicBezTo>
                <a:cubicBezTo>
                  <a:pt x="1541" y="11"/>
                  <a:pt x="1541" y="11"/>
                  <a:pt x="1541" y="11"/>
                </a:cubicBezTo>
                <a:cubicBezTo>
                  <a:pt x="1541" y="12"/>
                  <a:pt x="1541" y="12"/>
                  <a:pt x="1541" y="12"/>
                </a:cubicBezTo>
                <a:cubicBezTo>
                  <a:pt x="1534" y="12"/>
                  <a:pt x="1534" y="12"/>
                  <a:pt x="1534" y="12"/>
                </a:cubicBezTo>
                <a:cubicBezTo>
                  <a:pt x="1534" y="11"/>
                  <a:pt x="1534" y="11"/>
                  <a:pt x="1534" y="11"/>
                </a:cubicBezTo>
                <a:cubicBezTo>
                  <a:pt x="1534" y="8"/>
                  <a:pt x="1534" y="8"/>
                  <a:pt x="1534" y="8"/>
                </a:cubicBezTo>
                <a:cubicBezTo>
                  <a:pt x="1534" y="6"/>
                  <a:pt x="1532" y="5"/>
                  <a:pt x="1531" y="5"/>
                </a:cubicBezTo>
                <a:cubicBezTo>
                  <a:pt x="1529" y="5"/>
                  <a:pt x="1527" y="6"/>
                  <a:pt x="1527" y="8"/>
                </a:cubicBezTo>
                <a:cubicBezTo>
                  <a:pt x="1527" y="11"/>
                  <a:pt x="1527" y="11"/>
                  <a:pt x="1527" y="11"/>
                </a:cubicBezTo>
                <a:cubicBezTo>
                  <a:pt x="1528" y="12"/>
                  <a:pt x="1528" y="12"/>
                  <a:pt x="1528" y="12"/>
                </a:cubicBezTo>
                <a:cubicBezTo>
                  <a:pt x="1510" y="12"/>
                  <a:pt x="1510" y="12"/>
                  <a:pt x="1510" y="12"/>
                </a:cubicBezTo>
                <a:cubicBezTo>
                  <a:pt x="1510" y="0"/>
                  <a:pt x="1510" y="0"/>
                  <a:pt x="1510" y="0"/>
                </a:cubicBezTo>
                <a:cubicBezTo>
                  <a:pt x="1502" y="0"/>
                  <a:pt x="1502" y="0"/>
                  <a:pt x="1502" y="0"/>
                </a:cubicBezTo>
                <a:cubicBezTo>
                  <a:pt x="1502" y="12"/>
                  <a:pt x="1502" y="12"/>
                  <a:pt x="1502" y="12"/>
                </a:cubicBezTo>
                <a:cubicBezTo>
                  <a:pt x="1485" y="12"/>
                  <a:pt x="1485" y="12"/>
                  <a:pt x="1485" y="12"/>
                </a:cubicBezTo>
                <a:cubicBezTo>
                  <a:pt x="1485" y="11"/>
                  <a:pt x="1485" y="11"/>
                  <a:pt x="1485" y="11"/>
                </a:cubicBezTo>
                <a:cubicBezTo>
                  <a:pt x="1485" y="8"/>
                  <a:pt x="1485" y="8"/>
                  <a:pt x="1485" y="8"/>
                </a:cubicBezTo>
                <a:cubicBezTo>
                  <a:pt x="1485" y="6"/>
                  <a:pt x="1483" y="5"/>
                  <a:pt x="1482" y="5"/>
                </a:cubicBezTo>
                <a:cubicBezTo>
                  <a:pt x="1480" y="5"/>
                  <a:pt x="1479" y="6"/>
                  <a:pt x="1479" y="8"/>
                </a:cubicBezTo>
                <a:cubicBezTo>
                  <a:pt x="1479" y="11"/>
                  <a:pt x="1479" y="11"/>
                  <a:pt x="1479" y="11"/>
                </a:cubicBezTo>
                <a:cubicBezTo>
                  <a:pt x="1479" y="12"/>
                  <a:pt x="1479" y="12"/>
                  <a:pt x="1479" y="12"/>
                </a:cubicBezTo>
                <a:cubicBezTo>
                  <a:pt x="1471" y="12"/>
                  <a:pt x="1471" y="12"/>
                  <a:pt x="1471" y="12"/>
                </a:cubicBezTo>
                <a:cubicBezTo>
                  <a:pt x="1471" y="11"/>
                  <a:pt x="1471" y="11"/>
                  <a:pt x="1471" y="11"/>
                </a:cubicBezTo>
                <a:cubicBezTo>
                  <a:pt x="1471" y="8"/>
                  <a:pt x="1471" y="8"/>
                  <a:pt x="1471" y="8"/>
                </a:cubicBezTo>
                <a:cubicBezTo>
                  <a:pt x="1471" y="6"/>
                  <a:pt x="1470" y="5"/>
                  <a:pt x="1468" y="5"/>
                </a:cubicBezTo>
                <a:cubicBezTo>
                  <a:pt x="1467" y="5"/>
                  <a:pt x="1465" y="6"/>
                  <a:pt x="1465" y="8"/>
                </a:cubicBezTo>
                <a:cubicBezTo>
                  <a:pt x="1465" y="11"/>
                  <a:pt x="1465" y="11"/>
                  <a:pt x="1465" y="11"/>
                </a:cubicBezTo>
                <a:cubicBezTo>
                  <a:pt x="1465" y="12"/>
                  <a:pt x="1465" y="12"/>
                  <a:pt x="1465" y="12"/>
                </a:cubicBezTo>
                <a:cubicBezTo>
                  <a:pt x="1462" y="12"/>
                  <a:pt x="1462" y="12"/>
                  <a:pt x="1462" y="12"/>
                </a:cubicBezTo>
                <a:cubicBezTo>
                  <a:pt x="1460" y="12"/>
                  <a:pt x="1458" y="13"/>
                  <a:pt x="1458" y="15"/>
                </a:cubicBezTo>
                <a:cubicBezTo>
                  <a:pt x="1458" y="17"/>
                  <a:pt x="1460" y="18"/>
                  <a:pt x="1462" y="18"/>
                </a:cubicBezTo>
                <a:cubicBezTo>
                  <a:pt x="1471" y="18"/>
                  <a:pt x="1471" y="18"/>
                  <a:pt x="1471" y="18"/>
                </a:cubicBezTo>
                <a:cubicBezTo>
                  <a:pt x="1301" y="52"/>
                  <a:pt x="1130" y="71"/>
                  <a:pt x="958" y="73"/>
                </a:cubicBezTo>
                <a:cubicBezTo>
                  <a:pt x="782" y="71"/>
                  <a:pt x="605" y="51"/>
                  <a:pt x="430" y="15"/>
                </a:cubicBezTo>
                <a:cubicBezTo>
                  <a:pt x="431" y="15"/>
                  <a:pt x="433" y="14"/>
                  <a:pt x="434" y="14"/>
                </a:cubicBezTo>
                <a:cubicBezTo>
                  <a:pt x="434" y="13"/>
                  <a:pt x="434" y="13"/>
                  <a:pt x="434" y="13"/>
                </a:cubicBezTo>
                <a:cubicBezTo>
                  <a:pt x="432" y="14"/>
                  <a:pt x="430" y="14"/>
                  <a:pt x="428" y="15"/>
                </a:cubicBezTo>
                <a:cubicBezTo>
                  <a:pt x="426" y="14"/>
                  <a:pt x="424" y="14"/>
                  <a:pt x="422" y="13"/>
                </a:cubicBezTo>
                <a:cubicBezTo>
                  <a:pt x="422" y="14"/>
                  <a:pt x="422" y="14"/>
                  <a:pt x="422" y="14"/>
                </a:cubicBezTo>
                <a:cubicBezTo>
                  <a:pt x="423" y="14"/>
                  <a:pt x="425" y="15"/>
                  <a:pt x="426" y="15"/>
                </a:cubicBezTo>
                <a:cubicBezTo>
                  <a:pt x="414" y="18"/>
                  <a:pt x="403" y="20"/>
                  <a:pt x="391" y="22"/>
                </a:cubicBezTo>
                <a:cubicBezTo>
                  <a:pt x="384" y="21"/>
                  <a:pt x="377" y="19"/>
                  <a:pt x="370" y="18"/>
                </a:cubicBezTo>
                <a:cubicBezTo>
                  <a:pt x="403" y="18"/>
                  <a:pt x="403" y="18"/>
                  <a:pt x="403" y="18"/>
                </a:cubicBezTo>
                <a:cubicBezTo>
                  <a:pt x="405" y="18"/>
                  <a:pt x="407" y="17"/>
                  <a:pt x="407" y="15"/>
                </a:cubicBezTo>
                <a:cubicBezTo>
                  <a:pt x="407" y="13"/>
                  <a:pt x="405" y="12"/>
                  <a:pt x="403" y="12"/>
                </a:cubicBezTo>
                <a:cubicBezTo>
                  <a:pt x="400" y="12"/>
                  <a:pt x="400" y="12"/>
                  <a:pt x="400" y="12"/>
                </a:cubicBezTo>
                <a:cubicBezTo>
                  <a:pt x="400" y="11"/>
                  <a:pt x="400" y="11"/>
                  <a:pt x="400" y="11"/>
                </a:cubicBezTo>
                <a:cubicBezTo>
                  <a:pt x="400" y="8"/>
                  <a:pt x="400" y="8"/>
                  <a:pt x="400" y="8"/>
                </a:cubicBezTo>
                <a:cubicBezTo>
                  <a:pt x="400" y="6"/>
                  <a:pt x="398" y="5"/>
                  <a:pt x="397" y="5"/>
                </a:cubicBezTo>
                <a:cubicBezTo>
                  <a:pt x="395" y="5"/>
                  <a:pt x="394" y="6"/>
                  <a:pt x="394" y="8"/>
                </a:cubicBezTo>
                <a:cubicBezTo>
                  <a:pt x="394" y="11"/>
                  <a:pt x="394" y="11"/>
                  <a:pt x="394" y="11"/>
                </a:cubicBezTo>
                <a:cubicBezTo>
                  <a:pt x="394" y="12"/>
                  <a:pt x="394" y="12"/>
                  <a:pt x="394" y="12"/>
                </a:cubicBezTo>
                <a:cubicBezTo>
                  <a:pt x="386" y="12"/>
                  <a:pt x="386" y="12"/>
                  <a:pt x="386" y="12"/>
                </a:cubicBezTo>
                <a:cubicBezTo>
                  <a:pt x="386" y="11"/>
                  <a:pt x="386" y="11"/>
                  <a:pt x="386" y="11"/>
                </a:cubicBezTo>
                <a:cubicBezTo>
                  <a:pt x="386" y="8"/>
                  <a:pt x="386" y="8"/>
                  <a:pt x="386" y="8"/>
                </a:cubicBezTo>
                <a:cubicBezTo>
                  <a:pt x="386" y="6"/>
                  <a:pt x="385" y="5"/>
                  <a:pt x="383" y="5"/>
                </a:cubicBezTo>
                <a:cubicBezTo>
                  <a:pt x="382" y="5"/>
                  <a:pt x="380" y="6"/>
                  <a:pt x="380" y="8"/>
                </a:cubicBezTo>
                <a:cubicBezTo>
                  <a:pt x="380" y="11"/>
                  <a:pt x="380" y="11"/>
                  <a:pt x="380" y="11"/>
                </a:cubicBezTo>
                <a:cubicBezTo>
                  <a:pt x="380" y="12"/>
                  <a:pt x="380" y="12"/>
                  <a:pt x="380" y="12"/>
                </a:cubicBezTo>
                <a:cubicBezTo>
                  <a:pt x="363" y="12"/>
                  <a:pt x="363" y="12"/>
                  <a:pt x="363" y="12"/>
                </a:cubicBezTo>
                <a:cubicBezTo>
                  <a:pt x="363" y="0"/>
                  <a:pt x="363" y="0"/>
                  <a:pt x="363" y="0"/>
                </a:cubicBezTo>
                <a:cubicBezTo>
                  <a:pt x="355" y="0"/>
                  <a:pt x="355" y="0"/>
                  <a:pt x="355" y="0"/>
                </a:cubicBezTo>
                <a:cubicBezTo>
                  <a:pt x="355" y="12"/>
                  <a:pt x="355" y="12"/>
                  <a:pt x="355" y="12"/>
                </a:cubicBezTo>
                <a:cubicBezTo>
                  <a:pt x="337" y="12"/>
                  <a:pt x="337" y="12"/>
                  <a:pt x="337" y="12"/>
                </a:cubicBezTo>
                <a:cubicBezTo>
                  <a:pt x="337" y="11"/>
                  <a:pt x="337" y="11"/>
                  <a:pt x="337" y="11"/>
                </a:cubicBezTo>
                <a:cubicBezTo>
                  <a:pt x="337" y="8"/>
                  <a:pt x="337" y="8"/>
                  <a:pt x="337" y="8"/>
                </a:cubicBezTo>
                <a:cubicBezTo>
                  <a:pt x="337" y="6"/>
                  <a:pt x="336" y="5"/>
                  <a:pt x="334" y="5"/>
                </a:cubicBezTo>
                <a:cubicBezTo>
                  <a:pt x="333" y="5"/>
                  <a:pt x="331" y="6"/>
                  <a:pt x="331" y="8"/>
                </a:cubicBezTo>
                <a:cubicBezTo>
                  <a:pt x="331" y="11"/>
                  <a:pt x="331" y="11"/>
                  <a:pt x="331" y="11"/>
                </a:cubicBezTo>
                <a:cubicBezTo>
                  <a:pt x="331" y="12"/>
                  <a:pt x="331" y="12"/>
                  <a:pt x="331" y="12"/>
                </a:cubicBezTo>
                <a:cubicBezTo>
                  <a:pt x="324" y="12"/>
                  <a:pt x="324" y="12"/>
                  <a:pt x="324" y="12"/>
                </a:cubicBezTo>
                <a:cubicBezTo>
                  <a:pt x="324" y="11"/>
                  <a:pt x="324" y="11"/>
                  <a:pt x="324" y="11"/>
                </a:cubicBezTo>
                <a:cubicBezTo>
                  <a:pt x="324" y="8"/>
                  <a:pt x="324" y="8"/>
                  <a:pt x="324" y="8"/>
                </a:cubicBezTo>
                <a:cubicBezTo>
                  <a:pt x="324" y="6"/>
                  <a:pt x="323" y="5"/>
                  <a:pt x="321" y="5"/>
                </a:cubicBezTo>
                <a:cubicBezTo>
                  <a:pt x="319" y="5"/>
                  <a:pt x="318" y="6"/>
                  <a:pt x="318" y="8"/>
                </a:cubicBezTo>
                <a:cubicBezTo>
                  <a:pt x="318" y="11"/>
                  <a:pt x="318" y="11"/>
                  <a:pt x="318" y="11"/>
                </a:cubicBezTo>
                <a:cubicBezTo>
                  <a:pt x="318" y="12"/>
                  <a:pt x="318" y="12"/>
                  <a:pt x="318" y="12"/>
                </a:cubicBezTo>
                <a:cubicBezTo>
                  <a:pt x="314" y="12"/>
                  <a:pt x="314" y="12"/>
                  <a:pt x="314" y="12"/>
                </a:cubicBezTo>
                <a:cubicBezTo>
                  <a:pt x="312" y="12"/>
                  <a:pt x="311" y="13"/>
                  <a:pt x="311" y="15"/>
                </a:cubicBezTo>
                <a:cubicBezTo>
                  <a:pt x="311" y="17"/>
                  <a:pt x="312" y="18"/>
                  <a:pt x="314" y="18"/>
                </a:cubicBezTo>
                <a:cubicBezTo>
                  <a:pt x="337" y="18"/>
                  <a:pt x="337" y="18"/>
                  <a:pt x="337" y="18"/>
                </a:cubicBezTo>
                <a:cubicBezTo>
                  <a:pt x="225" y="41"/>
                  <a:pt x="112" y="56"/>
                  <a:pt x="0" y="65"/>
                </a:cubicBezTo>
                <a:cubicBezTo>
                  <a:pt x="0" y="66"/>
                  <a:pt x="0" y="66"/>
                  <a:pt x="0" y="66"/>
                </a:cubicBezTo>
                <a:cubicBezTo>
                  <a:pt x="114" y="57"/>
                  <a:pt x="227" y="41"/>
                  <a:pt x="340" y="18"/>
                </a:cubicBezTo>
                <a:cubicBezTo>
                  <a:pt x="355" y="18"/>
                  <a:pt x="355" y="18"/>
                  <a:pt x="355" y="18"/>
                </a:cubicBezTo>
                <a:cubicBezTo>
                  <a:pt x="355" y="29"/>
                  <a:pt x="355" y="29"/>
                  <a:pt x="355" y="29"/>
                </a:cubicBezTo>
                <a:cubicBezTo>
                  <a:pt x="237" y="50"/>
                  <a:pt x="118" y="64"/>
                  <a:pt x="0" y="70"/>
                </a:cubicBezTo>
                <a:cubicBezTo>
                  <a:pt x="0" y="71"/>
                  <a:pt x="0" y="71"/>
                  <a:pt x="0" y="71"/>
                </a:cubicBezTo>
                <a:cubicBezTo>
                  <a:pt x="118" y="65"/>
                  <a:pt x="237" y="51"/>
                  <a:pt x="355" y="29"/>
                </a:cubicBezTo>
                <a:cubicBezTo>
                  <a:pt x="355" y="382"/>
                  <a:pt x="355" y="382"/>
                  <a:pt x="355" y="382"/>
                </a:cubicBezTo>
                <a:cubicBezTo>
                  <a:pt x="363" y="382"/>
                  <a:pt x="363" y="382"/>
                  <a:pt x="363" y="382"/>
                </a:cubicBezTo>
                <a:cubicBezTo>
                  <a:pt x="363" y="28"/>
                  <a:pt x="363" y="28"/>
                  <a:pt x="363" y="28"/>
                </a:cubicBezTo>
                <a:cubicBezTo>
                  <a:pt x="372" y="26"/>
                  <a:pt x="381" y="25"/>
                  <a:pt x="391" y="23"/>
                </a:cubicBezTo>
                <a:cubicBezTo>
                  <a:pt x="567" y="57"/>
                  <a:pt x="745" y="74"/>
                  <a:pt x="921" y="74"/>
                </a:cubicBezTo>
                <a:cubicBezTo>
                  <a:pt x="933" y="74"/>
                  <a:pt x="946" y="74"/>
                  <a:pt x="958" y="74"/>
                </a:cubicBezTo>
                <a:cubicBezTo>
                  <a:pt x="970" y="74"/>
                  <a:pt x="983" y="74"/>
                  <a:pt x="995" y="74"/>
                </a:cubicBezTo>
                <a:cubicBezTo>
                  <a:pt x="1164" y="74"/>
                  <a:pt x="1334" y="58"/>
                  <a:pt x="1502" y="27"/>
                </a:cubicBezTo>
                <a:cubicBezTo>
                  <a:pt x="1502" y="382"/>
                  <a:pt x="1502" y="382"/>
                  <a:pt x="1502" y="382"/>
                </a:cubicBezTo>
                <a:cubicBezTo>
                  <a:pt x="1510" y="382"/>
                  <a:pt x="1510" y="382"/>
                  <a:pt x="1510" y="382"/>
                </a:cubicBezTo>
                <a:cubicBezTo>
                  <a:pt x="1510" y="26"/>
                  <a:pt x="1510" y="26"/>
                  <a:pt x="1510" y="26"/>
                </a:cubicBezTo>
                <a:cubicBezTo>
                  <a:pt x="1515" y="25"/>
                  <a:pt x="1520" y="24"/>
                  <a:pt x="1525" y="23"/>
                </a:cubicBezTo>
                <a:cubicBezTo>
                  <a:pt x="1701" y="57"/>
                  <a:pt x="1879" y="74"/>
                  <a:pt x="2055" y="74"/>
                </a:cubicBezTo>
                <a:cubicBezTo>
                  <a:pt x="2068" y="74"/>
                  <a:pt x="2080" y="74"/>
                  <a:pt x="2092" y="74"/>
                </a:cubicBezTo>
                <a:cubicBezTo>
                  <a:pt x="2105" y="74"/>
                  <a:pt x="2117" y="74"/>
                  <a:pt x="2130" y="74"/>
                </a:cubicBezTo>
                <a:cubicBezTo>
                  <a:pt x="2302" y="74"/>
                  <a:pt x="2477" y="57"/>
                  <a:pt x="2650" y="25"/>
                </a:cubicBezTo>
                <a:cubicBezTo>
                  <a:pt x="2650" y="382"/>
                  <a:pt x="2650" y="382"/>
                  <a:pt x="2650" y="382"/>
                </a:cubicBezTo>
                <a:cubicBezTo>
                  <a:pt x="2657" y="382"/>
                  <a:pt x="2657" y="382"/>
                  <a:pt x="2657" y="382"/>
                </a:cubicBezTo>
                <a:cubicBezTo>
                  <a:pt x="2657" y="23"/>
                  <a:pt x="2657" y="23"/>
                  <a:pt x="2657" y="23"/>
                </a:cubicBezTo>
                <a:cubicBezTo>
                  <a:pt x="2658" y="23"/>
                  <a:pt x="2659" y="23"/>
                  <a:pt x="2660" y="23"/>
                </a:cubicBezTo>
                <a:cubicBezTo>
                  <a:pt x="2835" y="57"/>
                  <a:pt x="3013" y="74"/>
                  <a:pt x="3190" y="74"/>
                </a:cubicBezTo>
                <a:cubicBezTo>
                  <a:pt x="3202" y="74"/>
                  <a:pt x="3214" y="74"/>
                  <a:pt x="3227" y="74"/>
                </a:cubicBezTo>
                <a:cubicBezTo>
                  <a:pt x="3239" y="74"/>
                  <a:pt x="3252" y="74"/>
                  <a:pt x="3264" y="74"/>
                </a:cubicBezTo>
                <a:cubicBezTo>
                  <a:pt x="3441" y="74"/>
                  <a:pt x="3619" y="57"/>
                  <a:pt x="3795" y="23"/>
                </a:cubicBezTo>
                <a:cubicBezTo>
                  <a:pt x="3796" y="23"/>
                  <a:pt x="3796" y="23"/>
                  <a:pt x="3797" y="23"/>
                </a:cubicBezTo>
                <a:cubicBezTo>
                  <a:pt x="3797" y="382"/>
                  <a:pt x="3797" y="382"/>
                  <a:pt x="3797" y="382"/>
                </a:cubicBezTo>
                <a:cubicBezTo>
                  <a:pt x="3805" y="382"/>
                  <a:pt x="3805" y="382"/>
                  <a:pt x="3805" y="382"/>
                </a:cubicBezTo>
                <a:cubicBezTo>
                  <a:pt x="3805" y="24"/>
                  <a:pt x="3805" y="24"/>
                  <a:pt x="3805" y="24"/>
                </a:cubicBezTo>
                <a:cubicBezTo>
                  <a:pt x="3922" y="47"/>
                  <a:pt x="4041" y="62"/>
                  <a:pt x="4160" y="69"/>
                </a:cubicBezTo>
                <a:cubicBezTo>
                  <a:pt x="4160" y="68"/>
                  <a:pt x="4160" y="68"/>
                  <a:pt x="4160" y="68"/>
                </a:cubicBezTo>
                <a:cubicBezTo>
                  <a:pt x="4041" y="61"/>
                  <a:pt x="3923" y="46"/>
                  <a:pt x="3805" y="24"/>
                </a:cubicBezTo>
                <a:cubicBezTo>
                  <a:pt x="3805" y="21"/>
                  <a:pt x="3805" y="21"/>
                  <a:pt x="3805" y="21"/>
                </a:cubicBezTo>
                <a:cubicBezTo>
                  <a:pt x="3809" y="20"/>
                  <a:pt x="3813" y="19"/>
                  <a:pt x="3818" y="18"/>
                </a:cubicBezTo>
                <a:close/>
                <a:moveTo>
                  <a:pt x="363" y="27"/>
                </a:moveTo>
                <a:cubicBezTo>
                  <a:pt x="363" y="18"/>
                  <a:pt x="363" y="18"/>
                  <a:pt x="363" y="18"/>
                </a:cubicBezTo>
                <a:cubicBezTo>
                  <a:pt x="367" y="18"/>
                  <a:pt x="367" y="18"/>
                  <a:pt x="367" y="18"/>
                </a:cubicBezTo>
                <a:cubicBezTo>
                  <a:pt x="374" y="20"/>
                  <a:pt x="382" y="21"/>
                  <a:pt x="389" y="23"/>
                </a:cubicBezTo>
                <a:cubicBezTo>
                  <a:pt x="380" y="24"/>
                  <a:pt x="371" y="26"/>
                  <a:pt x="363" y="27"/>
                </a:cubicBezTo>
                <a:close/>
                <a:moveTo>
                  <a:pt x="393" y="23"/>
                </a:moveTo>
                <a:cubicBezTo>
                  <a:pt x="404" y="20"/>
                  <a:pt x="416" y="18"/>
                  <a:pt x="428" y="15"/>
                </a:cubicBezTo>
                <a:cubicBezTo>
                  <a:pt x="593" y="50"/>
                  <a:pt x="761" y="69"/>
                  <a:pt x="927" y="73"/>
                </a:cubicBezTo>
                <a:cubicBezTo>
                  <a:pt x="749" y="74"/>
                  <a:pt x="570" y="57"/>
                  <a:pt x="393" y="23"/>
                </a:cubicBezTo>
                <a:close/>
                <a:moveTo>
                  <a:pt x="989" y="73"/>
                </a:moveTo>
                <a:cubicBezTo>
                  <a:pt x="1151" y="69"/>
                  <a:pt x="1314" y="51"/>
                  <a:pt x="1475" y="18"/>
                </a:cubicBezTo>
                <a:cubicBezTo>
                  <a:pt x="1501" y="18"/>
                  <a:pt x="1501" y="18"/>
                  <a:pt x="1501" y="18"/>
                </a:cubicBezTo>
                <a:cubicBezTo>
                  <a:pt x="1502" y="18"/>
                  <a:pt x="1502" y="18"/>
                  <a:pt x="1502" y="18"/>
                </a:cubicBezTo>
                <a:cubicBezTo>
                  <a:pt x="1502" y="26"/>
                  <a:pt x="1502" y="26"/>
                  <a:pt x="1502" y="26"/>
                </a:cubicBezTo>
                <a:cubicBezTo>
                  <a:pt x="1332" y="58"/>
                  <a:pt x="1160" y="74"/>
                  <a:pt x="989" y="73"/>
                </a:cubicBezTo>
                <a:close/>
                <a:moveTo>
                  <a:pt x="1510" y="25"/>
                </a:moveTo>
                <a:cubicBezTo>
                  <a:pt x="1510" y="20"/>
                  <a:pt x="1510" y="20"/>
                  <a:pt x="1510" y="20"/>
                </a:cubicBezTo>
                <a:cubicBezTo>
                  <a:pt x="1514" y="21"/>
                  <a:pt x="1519" y="22"/>
                  <a:pt x="1523" y="23"/>
                </a:cubicBezTo>
                <a:cubicBezTo>
                  <a:pt x="1519" y="23"/>
                  <a:pt x="1514" y="24"/>
                  <a:pt x="1510" y="25"/>
                </a:cubicBezTo>
                <a:close/>
                <a:moveTo>
                  <a:pt x="1510" y="19"/>
                </a:moveTo>
                <a:cubicBezTo>
                  <a:pt x="1510" y="18"/>
                  <a:pt x="1510" y="18"/>
                  <a:pt x="1510" y="18"/>
                </a:cubicBezTo>
                <a:cubicBezTo>
                  <a:pt x="1546" y="18"/>
                  <a:pt x="1546" y="18"/>
                  <a:pt x="1546" y="18"/>
                </a:cubicBezTo>
                <a:cubicBezTo>
                  <a:pt x="1539" y="19"/>
                  <a:pt x="1532" y="21"/>
                  <a:pt x="1525" y="22"/>
                </a:cubicBezTo>
                <a:cubicBezTo>
                  <a:pt x="1520" y="21"/>
                  <a:pt x="1515" y="20"/>
                  <a:pt x="1510" y="19"/>
                </a:cubicBezTo>
                <a:close/>
                <a:moveTo>
                  <a:pt x="1527" y="23"/>
                </a:moveTo>
                <a:cubicBezTo>
                  <a:pt x="1534" y="21"/>
                  <a:pt x="1542" y="20"/>
                  <a:pt x="1549" y="18"/>
                </a:cubicBezTo>
                <a:cubicBezTo>
                  <a:pt x="1551" y="18"/>
                  <a:pt x="1551" y="18"/>
                  <a:pt x="1551" y="18"/>
                </a:cubicBezTo>
                <a:cubicBezTo>
                  <a:pt x="1551" y="18"/>
                  <a:pt x="1552" y="18"/>
                  <a:pt x="1553" y="17"/>
                </a:cubicBezTo>
                <a:cubicBezTo>
                  <a:pt x="1556" y="17"/>
                  <a:pt x="1559" y="16"/>
                  <a:pt x="1562" y="15"/>
                </a:cubicBezTo>
                <a:cubicBezTo>
                  <a:pt x="1728" y="50"/>
                  <a:pt x="1895" y="69"/>
                  <a:pt x="2062" y="73"/>
                </a:cubicBezTo>
                <a:cubicBezTo>
                  <a:pt x="1883" y="74"/>
                  <a:pt x="1705" y="57"/>
                  <a:pt x="1527" y="23"/>
                </a:cubicBezTo>
                <a:close/>
                <a:moveTo>
                  <a:pt x="2650" y="20"/>
                </a:moveTo>
                <a:cubicBezTo>
                  <a:pt x="2646" y="20"/>
                  <a:pt x="2643" y="19"/>
                  <a:pt x="2639" y="18"/>
                </a:cubicBezTo>
                <a:cubicBezTo>
                  <a:pt x="2650" y="18"/>
                  <a:pt x="2650" y="18"/>
                  <a:pt x="2650" y="18"/>
                </a:cubicBezTo>
                <a:lnTo>
                  <a:pt x="2650" y="20"/>
                </a:lnTo>
                <a:close/>
                <a:moveTo>
                  <a:pt x="2123" y="73"/>
                </a:moveTo>
                <a:cubicBezTo>
                  <a:pt x="2285" y="69"/>
                  <a:pt x="2448" y="51"/>
                  <a:pt x="2609" y="18"/>
                </a:cubicBezTo>
                <a:cubicBezTo>
                  <a:pt x="2636" y="18"/>
                  <a:pt x="2636" y="18"/>
                  <a:pt x="2636" y="18"/>
                </a:cubicBezTo>
                <a:cubicBezTo>
                  <a:pt x="2640" y="19"/>
                  <a:pt x="2645" y="20"/>
                  <a:pt x="2650" y="21"/>
                </a:cubicBezTo>
                <a:cubicBezTo>
                  <a:pt x="2650" y="24"/>
                  <a:pt x="2650" y="24"/>
                  <a:pt x="2650" y="24"/>
                </a:cubicBezTo>
                <a:cubicBezTo>
                  <a:pt x="2475" y="57"/>
                  <a:pt x="2299" y="74"/>
                  <a:pt x="2123" y="73"/>
                </a:cubicBezTo>
                <a:close/>
                <a:moveTo>
                  <a:pt x="2657" y="23"/>
                </a:moveTo>
                <a:cubicBezTo>
                  <a:pt x="2657" y="22"/>
                  <a:pt x="2657" y="22"/>
                  <a:pt x="2657" y="22"/>
                </a:cubicBezTo>
                <a:cubicBezTo>
                  <a:pt x="2658" y="23"/>
                  <a:pt x="2658" y="23"/>
                  <a:pt x="2658" y="23"/>
                </a:cubicBezTo>
                <a:lnTo>
                  <a:pt x="2657" y="23"/>
                </a:lnTo>
                <a:close/>
                <a:moveTo>
                  <a:pt x="2657" y="22"/>
                </a:moveTo>
                <a:cubicBezTo>
                  <a:pt x="2657" y="18"/>
                  <a:pt x="2657" y="18"/>
                  <a:pt x="2657" y="18"/>
                </a:cubicBezTo>
                <a:cubicBezTo>
                  <a:pt x="2680" y="18"/>
                  <a:pt x="2680" y="18"/>
                  <a:pt x="2680" y="18"/>
                </a:cubicBezTo>
                <a:cubicBezTo>
                  <a:pt x="2673" y="19"/>
                  <a:pt x="2666" y="21"/>
                  <a:pt x="2660" y="22"/>
                </a:cubicBezTo>
                <a:cubicBezTo>
                  <a:pt x="2659" y="22"/>
                  <a:pt x="2658" y="22"/>
                  <a:pt x="2657" y="22"/>
                </a:cubicBezTo>
                <a:close/>
                <a:moveTo>
                  <a:pt x="2661" y="23"/>
                </a:moveTo>
                <a:cubicBezTo>
                  <a:pt x="2669" y="21"/>
                  <a:pt x="2676" y="20"/>
                  <a:pt x="2684" y="18"/>
                </a:cubicBezTo>
                <a:cubicBezTo>
                  <a:pt x="2698" y="18"/>
                  <a:pt x="2698" y="18"/>
                  <a:pt x="2698" y="18"/>
                </a:cubicBezTo>
                <a:cubicBezTo>
                  <a:pt x="2699" y="18"/>
                  <a:pt x="2700" y="17"/>
                  <a:pt x="2701" y="16"/>
                </a:cubicBezTo>
                <a:cubicBezTo>
                  <a:pt x="2865" y="50"/>
                  <a:pt x="3031" y="69"/>
                  <a:pt x="3196" y="73"/>
                </a:cubicBezTo>
                <a:cubicBezTo>
                  <a:pt x="3018" y="74"/>
                  <a:pt x="2839" y="57"/>
                  <a:pt x="2661" y="23"/>
                </a:cubicBezTo>
                <a:close/>
                <a:moveTo>
                  <a:pt x="3814" y="18"/>
                </a:moveTo>
                <a:cubicBezTo>
                  <a:pt x="3811" y="19"/>
                  <a:pt x="3808" y="19"/>
                  <a:pt x="3805" y="20"/>
                </a:cubicBezTo>
                <a:cubicBezTo>
                  <a:pt x="3805" y="18"/>
                  <a:pt x="3805" y="18"/>
                  <a:pt x="3805" y="18"/>
                </a:cubicBezTo>
                <a:lnTo>
                  <a:pt x="3814" y="18"/>
                </a:lnTo>
                <a:close/>
                <a:moveTo>
                  <a:pt x="3258" y="73"/>
                </a:moveTo>
                <a:cubicBezTo>
                  <a:pt x="3423" y="69"/>
                  <a:pt x="3589" y="50"/>
                  <a:pt x="3753" y="16"/>
                </a:cubicBezTo>
                <a:cubicBezTo>
                  <a:pt x="3754" y="17"/>
                  <a:pt x="3755" y="18"/>
                  <a:pt x="3756" y="18"/>
                </a:cubicBezTo>
                <a:cubicBezTo>
                  <a:pt x="3773" y="18"/>
                  <a:pt x="3773" y="18"/>
                  <a:pt x="3773" y="18"/>
                </a:cubicBezTo>
                <a:cubicBezTo>
                  <a:pt x="3779" y="20"/>
                  <a:pt x="3786" y="21"/>
                  <a:pt x="3793" y="22"/>
                </a:cubicBezTo>
                <a:cubicBezTo>
                  <a:pt x="3615" y="57"/>
                  <a:pt x="3437" y="74"/>
                  <a:pt x="3258" y="73"/>
                </a:cubicBezTo>
                <a:close/>
                <a:moveTo>
                  <a:pt x="3776" y="18"/>
                </a:moveTo>
                <a:cubicBezTo>
                  <a:pt x="3797" y="18"/>
                  <a:pt x="3797" y="18"/>
                  <a:pt x="3797" y="18"/>
                </a:cubicBezTo>
                <a:cubicBezTo>
                  <a:pt x="3797" y="22"/>
                  <a:pt x="3797" y="22"/>
                  <a:pt x="3797" y="22"/>
                </a:cubicBezTo>
                <a:cubicBezTo>
                  <a:pt x="3796" y="22"/>
                  <a:pt x="3796" y="22"/>
                  <a:pt x="3795" y="22"/>
                </a:cubicBezTo>
                <a:cubicBezTo>
                  <a:pt x="3789" y="21"/>
                  <a:pt x="3782" y="19"/>
                  <a:pt x="3776" y="18"/>
                </a:cubicBezTo>
                <a:close/>
                <a:moveTo>
                  <a:pt x="3797" y="22"/>
                </a:moveTo>
                <a:cubicBezTo>
                  <a:pt x="3797" y="22"/>
                  <a:pt x="3797" y="22"/>
                  <a:pt x="3797" y="22"/>
                </a:cubicBezTo>
                <a:cubicBezTo>
                  <a:pt x="3797" y="22"/>
                  <a:pt x="3797" y="22"/>
                  <a:pt x="3797" y="22"/>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959" name="Google Shape;959;p17"/>
          <p:cNvGrpSpPr/>
          <p:nvPr/>
        </p:nvGrpSpPr>
        <p:grpSpPr>
          <a:xfrm flipH="1">
            <a:off x="7007594" y="4506307"/>
            <a:ext cx="4074382" cy="637131"/>
            <a:chOff x="1040511" y="1999631"/>
            <a:chExt cx="5615964" cy="878196"/>
          </a:xfrm>
        </p:grpSpPr>
        <p:sp>
          <p:nvSpPr>
            <p:cNvPr id="960" name="Google Shape;960;p17"/>
            <p:cNvSpPr/>
            <p:nvPr/>
          </p:nvSpPr>
          <p:spPr>
            <a:xfrm>
              <a:off x="1190618" y="2693565"/>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1" name="Google Shape;961;p17"/>
            <p:cNvSpPr/>
            <p:nvPr/>
          </p:nvSpPr>
          <p:spPr>
            <a:xfrm>
              <a:off x="1209371" y="2711502"/>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2" name="Google Shape;962;p17"/>
            <p:cNvSpPr/>
            <p:nvPr/>
          </p:nvSpPr>
          <p:spPr>
            <a:xfrm>
              <a:off x="1422171" y="2693565"/>
              <a:ext cx="184264" cy="184262"/>
            </a:xfrm>
            <a:custGeom>
              <a:avLst/>
              <a:gdLst/>
              <a:ahLst/>
              <a:cxnLst/>
              <a:rect l="l" t="t" r="r" b="b"/>
              <a:pathLst>
                <a:path w="121" h="121" extrusionOk="0">
                  <a:moveTo>
                    <a:pt x="60" y="121"/>
                  </a:moveTo>
                  <a:cubicBezTo>
                    <a:pt x="60" y="121"/>
                    <a:pt x="60" y="121"/>
                    <a:pt x="60" y="121"/>
                  </a:cubicBezTo>
                  <a:cubicBezTo>
                    <a:pt x="27" y="121"/>
                    <a:pt x="0" y="94"/>
                    <a:pt x="0" y="61"/>
                  </a:cubicBezTo>
                  <a:cubicBezTo>
                    <a:pt x="0" y="27"/>
                    <a:pt x="27" y="0"/>
                    <a:pt x="60" y="0"/>
                  </a:cubicBezTo>
                  <a:cubicBezTo>
                    <a:pt x="94" y="0"/>
                    <a:pt x="121" y="27"/>
                    <a:pt x="121" y="61"/>
                  </a:cubicBezTo>
                  <a:cubicBezTo>
                    <a:pt x="121" y="94"/>
                    <a:pt x="94" y="121"/>
                    <a:pt x="60"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3" name="Google Shape;963;p17"/>
            <p:cNvSpPr/>
            <p:nvPr/>
          </p:nvSpPr>
          <p:spPr>
            <a:xfrm>
              <a:off x="1440108" y="2711502"/>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4" name="Google Shape;964;p17"/>
            <p:cNvSpPr/>
            <p:nvPr/>
          </p:nvSpPr>
          <p:spPr>
            <a:xfrm>
              <a:off x="1651278" y="2693565"/>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5" name="Google Shape;965;p17"/>
            <p:cNvSpPr/>
            <p:nvPr/>
          </p:nvSpPr>
          <p:spPr>
            <a:xfrm>
              <a:off x="1670030" y="2711502"/>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6" name="Google Shape;966;p17"/>
            <p:cNvSpPr/>
            <p:nvPr/>
          </p:nvSpPr>
          <p:spPr>
            <a:xfrm>
              <a:off x="2468868" y="2693565"/>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7" name="Google Shape;967;p17"/>
            <p:cNvSpPr/>
            <p:nvPr/>
          </p:nvSpPr>
          <p:spPr>
            <a:xfrm>
              <a:off x="2487621" y="2711502"/>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8" name="Google Shape;968;p17"/>
            <p:cNvSpPr/>
            <p:nvPr/>
          </p:nvSpPr>
          <p:spPr>
            <a:xfrm>
              <a:off x="2700421" y="2693565"/>
              <a:ext cx="184264" cy="184262"/>
            </a:xfrm>
            <a:custGeom>
              <a:avLst/>
              <a:gdLst/>
              <a:ahLst/>
              <a:cxnLst/>
              <a:rect l="l" t="t" r="r" b="b"/>
              <a:pathLst>
                <a:path w="121" h="121" extrusionOk="0">
                  <a:moveTo>
                    <a:pt x="60" y="121"/>
                  </a:moveTo>
                  <a:cubicBezTo>
                    <a:pt x="60" y="121"/>
                    <a:pt x="60" y="121"/>
                    <a:pt x="60" y="121"/>
                  </a:cubicBezTo>
                  <a:cubicBezTo>
                    <a:pt x="27" y="121"/>
                    <a:pt x="0" y="94"/>
                    <a:pt x="0" y="61"/>
                  </a:cubicBezTo>
                  <a:cubicBezTo>
                    <a:pt x="0" y="27"/>
                    <a:pt x="27" y="0"/>
                    <a:pt x="60" y="0"/>
                  </a:cubicBezTo>
                  <a:cubicBezTo>
                    <a:pt x="94" y="0"/>
                    <a:pt x="121" y="27"/>
                    <a:pt x="121" y="61"/>
                  </a:cubicBezTo>
                  <a:cubicBezTo>
                    <a:pt x="121" y="94"/>
                    <a:pt x="94" y="121"/>
                    <a:pt x="60"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9" name="Google Shape;969;p17"/>
            <p:cNvSpPr/>
            <p:nvPr/>
          </p:nvSpPr>
          <p:spPr>
            <a:xfrm>
              <a:off x="2718358" y="2711502"/>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0" name="Google Shape;970;p17"/>
            <p:cNvSpPr/>
            <p:nvPr/>
          </p:nvSpPr>
          <p:spPr>
            <a:xfrm>
              <a:off x="2929528" y="2693565"/>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1" name="Google Shape;971;p17"/>
            <p:cNvSpPr/>
            <p:nvPr/>
          </p:nvSpPr>
          <p:spPr>
            <a:xfrm>
              <a:off x="2948280" y="2711502"/>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2" name="Google Shape;972;p17"/>
            <p:cNvSpPr/>
            <p:nvPr/>
          </p:nvSpPr>
          <p:spPr>
            <a:xfrm>
              <a:off x="3298149" y="2045289"/>
              <a:ext cx="230700" cy="7404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3" name="Google Shape;973;p17"/>
            <p:cNvSpPr/>
            <p:nvPr/>
          </p:nvSpPr>
          <p:spPr>
            <a:xfrm>
              <a:off x="3462029" y="2045289"/>
              <a:ext cx="20400" cy="7404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4" name="Google Shape;974;p17"/>
            <p:cNvSpPr/>
            <p:nvPr/>
          </p:nvSpPr>
          <p:spPr>
            <a:xfrm>
              <a:off x="3422894" y="2045289"/>
              <a:ext cx="19500" cy="7404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5" name="Google Shape;975;p17"/>
            <p:cNvSpPr/>
            <p:nvPr/>
          </p:nvSpPr>
          <p:spPr>
            <a:xfrm>
              <a:off x="3382943" y="2045289"/>
              <a:ext cx="20400" cy="7404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6" name="Google Shape;976;p17"/>
            <p:cNvSpPr/>
            <p:nvPr/>
          </p:nvSpPr>
          <p:spPr>
            <a:xfrm>
              <a:off x="3343807" y="2045289"/>
              <a:ext cx="19500" cy="7404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7" name="Google Shape;977;p17"/>
            <p:cNvSpPr/>
            <p:nvPr/>
          </p:nvSpPr>
          <p:spPr>
            <a:xfrm>
              <a:off x="1040511" y="1999631"/>
              <a:ext cx="2303400" cy="8316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8" name="Google Shape;978;p17"/>
            <p:cNvSpPr/>
            <p:nvPr/>
          </p:nvSpPr>
          <p:spPr>
            <a:xfrm>
              <a:off x="1131828" y="2183893"/>
              <a:ext cx="460659" cy="369340"/>
            </a:xfrm>
            <a:custGeom>
              <a:avLst/>
              <a:gdLst/>
              <a:ahLst/>
              <a:cxnLst/>
              <a:rect l="l" t="t" r="r" b="b"/>
              <a:pathLst>
                <a:path w="303" h="242" extrusionOk="0">
                  <a:moveTo>
                    <a:pt x="277" y="0"/>
                  </a:moveTo>
                  <a:cubicBezTo>
                    <a:pt x="26" y="0"/>
                    <a:pt x="26" y="0"/>
                    <a:pt x="26" y="0"/>
                  </a:cubicBezTo>
                  <a:cubicBezTo>
                    <a:pt x="12" y="0"/>
                    <a:pt x="0" y="12"/>
                    <a:pt x="0" y="26"/>
                  </a:cubicBezTo>
                  <a:cubicBezTo>
                    <a:pt x="0" y="216"/>
                    <a:pt x="0" y="216"/>
                    <a:pt x="0" y="216"/>
                  </a:cubicBezTo>
                  <a:cubicBezTo>
                    <a:pt x="0" y="231"/>
                    <a:pt x="12" y="242"/>
                    <a:pt x="26" y="242"/>
                  </a:cubicBezTo>
                  <a:cubicBezTo>
                    <a:pt x="277" y="242"/>
                    <a:pt x="277" y="242"/>
                    <a:pt x="277" y="242"/>
                  </a:cubicBezTo>
                  <a:cubicBezTo>
                    <a:pt x="292" y="242"/>
                    <a:pt x="303" y="231"/>
                    <a:pt x="303" y="216"/>
                  </a:cubicBezTo>
                  <a:cubicBezTo>
                    <a:pt x="303" y="26"/>
                    <a:pt x="303" y="26"/>
                    <a:pt x="303" y="26"/>
                  </a:cubicBezTo>
                  <a:cubicBezTo>
                    <a:pt x="303" y="12"/>
                    <a:pt x="292" y="0"/>
                    <a:pt x="277"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9" name="Google Shape;979;p17"/>
            <p:cNvSpPr/>
            <p:nvPr/>
          </p:nvSpPr>
          <p:spPr>
            <a:xfrm>
              <a:off x="1684619" y="2183893"/>
              <a:ext cx="460659" cy="369340"/>
            </a:xfrm>
            <a:custGeom>
              <a:avLst/>
              <a:gdLst/>
              <a:ahLst/>
              <a:cxnLst/>
              <a:rect l="l" t="t" r="r" b="b"/>
              <a:pathLst>
                <a:path w="303" h="242" extrusionOk="0">
                  <a:moveTo>
                    <a:pt x="0" y="26"/>
                  </a:moveTo>
                  <a:cubicBezTo>
                    <a:pt x="0" y="216"/>
                    <a:pt x="0" y="216"/>
                    <a:pt x="0" y="216"/>
                  </a:cubicBezTo>
                  <a:cubicBezTo>
                    <a:pt x="0" y="231"/>
                    <a:pt x="12" y="242"/>
                    <a:pt x="26" y="242"/>
                  </a:cubicBezTo>
                  <a:cubicBezTo>
                    <a:pt x="277" y="242"/>
                    <a:pt x="277" y="242"/>
                    <a:pt x="277" y="242"/>
                  </a:cubicBezTo>
                  <a:cubicBezTo>
                    <a:pt x="291" y="242"/>
                    <a:pt x="303" y="231"/>
                    <a:pt x="303" y="216"/>
                  </a:cubicBezTo>
                  <a:cubicBezTo>
                    <a:pt x="303" y="26"/>
                    <a:pt x="303" y="26"/>
                    <a:pt x="303" y="26"/>
                  </a:cubicBezTo>
                  <a:cubicBezTo>
                    <a:pt x="303" y="12"/>
                    <a:pt x="291" y="0"/>
                    <a:pt x="277" y="0"/>
                  </a:cubicBezTo>
                  <a:cubicBezTo>
                    <a:pt x="26" y="0"/>
                    <a:pt x="26" y="0"/>
                    <a:pt x="26" y="0"/>
                  </a:cubicBezTo>
                  <a:cubicBezTo>
                    <a:pt x="12" y="0"/>
                    <a:pt x="0" y="12"/>
                    <a:pt x="0" y="2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0" name="Google Shape;980;p17"/>
            <p:cNvSpPr/>
            <p:nvPr/>
          </p:nvSpPr>
          <p:spPr>
            <a:xfrm>
              <a:off x="2791831" y="2183893"/>
              <a:ext cx="460659" cy="369340"/>
            </a:xfrm>
            <a:custGeom>
              <a:avLst/>
              <a:gdLst/>
              <a:ahLst/>
              <a:cxnLst/>
              <a:rect l="l" t="t" r="r" b="b"/>
              <a:pathLst>
                <a:path w="303" h="242" extrusionOk="0">
                  <a:moveTo>
                    <a:pt x="0" y="26"/>
                  </a:moveTo>
                  <a:cubicBezTo>
                    <a:pt x="0" y="216"/>
                    <a:pt x="0" y="216"/>
                    <a:pt x="0" y="216"/>
                  </a:cubicBezTo>
                  <a:cubicBezTo>
                    <a:pt x="0" y="231"/>
                    <a:pt x="11" y="242"/>
                    <a:pt x="26" y="242"/>
                  </a:cubicBezTo>
                  <a:cubicBezTo>
                    <a:pt x="277" y="242"/>
                    <a:pt x="277" y="242"/>
                    <a:pt x="277" y="242"/>
                  </a:cubicBezTo>
                  <a:cubicBezTo>
                    <a:pt x="291" y="242"/>
                    <a:pt x="303" y="231"/>
                    <a:pt x="303" y="216"/>
                  </a:cubicBezTo>
                  <a:cubicBezTo>
                    <a:pt x="303" y="26"/>
                    <a:pt x="303" y="26"/>
                    <a:pt x="303" y="26"/>
                  </a:cubicBezTo>
                  <a:cubicBezTo>
                    <a:pt x="303" y="12"/>
                    <a:pt x="291" y="0"/>
                    <a:pt x="277" y="0"/>
                  </a:cubicBezTo>
                  <a:cubicBezTo>
                    <a:pt x="26" y="0"/>
                    <a:pt x="26" y="0"/>
                    <a:pt x="26" y="0"/>
                  </a:cubicBezTo>
                  <a:cubicBezTo>
                    <a:pt x="11" y="0"/>
                    <a:pt x="0" y="12"/>
                    <a:pt x="0" y="2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1" name="Google Shape;981;p17"/>
            <p:cNvSpPr/>
            <p:nvPr/>
          </p:nvSpPr>
          <p:spPr>
            <a:xfrm>
              <a:off x="2238225" y="2183893"/>
              <a:ext cx="460659" cy="369340"/>
            </a:xfrm>
            <a:custGeom>
              <a:avLst/>
              <a:gdLst/>
              <a:ahLst/>
              <a:cxnLst/>
              <a:rect l="l" t="t" r="r" b="b"/>
              <a:pathLst>
                <a:path w="303" h="242" extrusionOk="0">
                  <a:moveTo>
                    <a:pt x="0" y="216"/>
                  </a:moveTo>
                  <a:cubicBezTo>
                    <a:pt x="0" y="26"/>
                    <a:pt x="0" y="26"/>
                    <a:pt x="0" y="26"/>
                  </a:cubicBezTo>
                  <a:cubicBezTo>
                    <a:pt x="0" y="12"/>
                    <a:pt x="12" y="0"/>
                    <a:pt x="26" y="0"/>
                  </a:cubicBezTo>
                  <a:cubicBezTo>
                    <a:pt x="277" y="0"/>
                    <a:pt x="277" y="0"/>
                    <a:pt x="277" y="0"/>
                  </a:cubicBezTo>
                  <a:cubicBezTo>
                    <a:pt x="291" y="0"/>
                    <a:pt x="303" y="12"/>
                    <a:pt x="303" y="26"/>
                  </a:cubicBezTo>
                  <a:cubicBezTo>
                    <a:pt x="303" y="216"/>
                    <a:pt x="303" y="216"/>
                    <a:pt x="303" y="216"/>
                  </a:cubicBezTo>
                  <a:cubicBezTo>
                    <a:pt x="303" y="231"/>
                    <a:pt x="291" y="242"/>
                    <a:pt x="277" y="242"/>
                  </a:cubicBezTo>
                  <a:cubicBezTo>
                    <a:pt x="26" y="242"/>
                    <a:pt x="26" y="242"/>
                    <a:pt x="26" y="242"/>
                  </a:cubicBezTo>
                  <a:cubicBezTo>
                    <a:pt x="12" y="242"/>
                    <a:pt x="0" y="231"/>
                    <a:pt x="0" y="21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2" name="Google Shape;982;p17"/>
            <p:cNvSpPr/>
            <p:nvPr/>
          </p:nvSpPr>
          <p:spPr>
            <a:xfrm>
              <a:off x="1040511" y="1999631"/>
              <a:ext cx="2303400" cy="915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3" name="Google Shape;983;p17"/>
            <p:cNvSpPr/>
            <p:nvPr/>
          </p:nvSpPr>
          <p:spPr>
            <a:xfrm>
              <a:off x="1040511" y="2739941"/>
              <a:ext cx="2303400" cy="91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4" name="Google Shape;984;p17"/>
            <p:cNvSpPr/>
            <p:nvPr/>
          </p:nvSpPr>
          <p:spPr>
            <a:xfrm>
              <a:off x="1040511" y="2637211"/>
              <a:ext cx="2303400" cy="189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5" name="Google Shape;985;p17"/>
            <p:cNvSpPr/>
            <p:nvPr/>
          </p:nvSpPr>
          <p:spPr>
            <a:xfrm>
              <a:off x="5348693" y="2692652"/>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6" name="Google Shape;986;p17"/>
            <p:cNvSpPr/>
            <p:nvPr/>
          </p:nvSpPr>
          <p:spPr>
            <a:xfrm>
              <a:off x="5367446" y="2710589"/>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7" name="Google Shape;987;p17"/>
            <p:cNvSpPr/>
            <p:nvPr/>
          </p:nvSpPr>
          <p:spPr>
            <a:xfrm>
              <a:off x="5580246" y="2692652"/>
              <a:ext cx="184264" cy="184262"/>
            </a:xfrm>
            <a:custGeom>
              <a:avLst/>
              <a:gdLst/>
              <a:ahLst/>
              <a:cxnLst/>
              <a:rect l="l" t="t" r="r" b="b"/>
              <a:pathLst>
                <a:path w="121" h="121" extrusionOk="0">
                  <a:moveTo>
                    <a:pt x="60" y="121"/>
                  </a:moveTo>
                  <a:cubicBezTo>
                    <a:pt x="60" y="121"/>
                    <a:pt x="60" y="121"/>
                    <a:pt x="60" y="121"/>
                  </a:cubicBezTo>
                  <a:cubicBezTo>
                    <a:pt x="27" y="121"/>
                    <a:pt x="0" y="94"/>
                    <a:pt x="0" y="61"/>
                  </a:cubicBezTo>
                  <a:cubicBezTo>
                    <a:pt x="0" y="27"/>
                    <a:pt x="27" y="0"/>
                    <a:pt x="60" y="0"/>
                  </a:cubicBezTo>
                  <a:cubicBezTo>
                    <a:pt x="94" y="0"/>
                    <a:pt x="121" y="27"/>
                    <a:pt x="121" y="61"/>
                  </a:cubicBezTo>
                  <a:cubicBezTo>
                    <a:pt x="121" y="94"/>
                    <a:pt x="94" y="121"/>
                    <a:pt x="60"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8" name="Google Shape;988;p17"/>
            <p:cNvSpPr/>
            <p:nvPr/>
          </p:nvSpPr>
          <p:spPr>
            <a:xfrm>
              <a:off x="5598183" y="2710589"/>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9" name="Google Shape;989;p17"/>
            <p:cNvSpPr/>
            <p:nvPr/>
          </p:nvSpPr>
          <p:spPr>
            <a:xfrm>
              <a:off x="5809353" y="2692652"/>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0" name="Google Shape;990;p17"/>
            <p:cNvSpPr/>
            <p:nvPr/>
          </p:nvSpPr>
          <p:spPr>
            <a:xfrm>
              <a:off x="5828105" y="2710589"/>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1" name="Google Shape;991;p17"/>
            <p:cNvSpPr/>
            <p:nvPr/>
          </p:nvSpPr>
          <p:spPr>
            <a:xfrm>
              <a:off x="3574544" y="2692652"/>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2" name="Google Shape;992;p17"/>
            <p:cNvSpPr/>
            <p:nvPr/>
          </p:nvSpPr>
          <p:spPr>
            <a:xfrm>
              <a:off x="3593297" y="2710589"/>
              <a:ext cx="147600" cy="148500"/>
            </a:xfrm>
            <a:prstGeom prst="ellipse">
              <a:avLst/>
            </a:pr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3" name="Google Shape;993;p17"/>
            <p:cNvSpPr/>
            <p:nvPr/>
          </p:nvSpPr>
          <p:spPr>
            <a:xfrm>
              <a:off x="3804466" y="2692652"/>
              <a:ext cx="185079" cy="184262"/>
            </a:xfrm>
            <a:custGeom>
              <a:avLst/>
              <a:gdLst/>
              <a:ahLst/>
              <a:cxnLst/>
              <a:rect l="l" t="t" r="r" b="b"/>
              <a:pathLst>
                <a:path w="122" h="121" extrusionOk="0">
                  <a:moveTo>
                    <a:pt x="61" y="121"/>
                  </a:moveTo>
                  <a:cubicBezTo>
                    <a:pt x="61" y="121"/>
                    <a:pt x="61" y="121"/>
                    <a:pt x="61" y="121"/>
                  </a:cubicBezTo>
                  <a:cubicBezTo>
                    <a:pt x="28" y="121"/>
                    <a:pt x="0" y="94"/>
                    <a:pt x="0" y="61"/>
                  </a:cubicBezTo>
                  <a:cubicBezTo>
                    <a:pt x="0" y="27"/>
                    <a:pt x="28" y="0"/>
                    <a:pt x="61" y="0"/>
                  </a:cubicBezTo>
                  <a:cubicBezTo>
                    <a:pt x="95" y="0"/>
                    <a:pt x="122" y="27"/>
                    <a:pt x="122" y="61"/>
                  </a:cubicBezTo>
                  <a:cubicBezTo>
                    <a:pt x="122" y="94"/>
                    <a:pt x="95"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4" name="Google Shape;994;p17"/>
            <p:cNvSpPr/>
            <p:nvPr/>
          </p:nvSpPr>
          <p:spPr>
            <a:xfrm>
              <a:off x="3824034" y="2710589"/>
              <a:ext cx="147600" cy="148500"/>
            </a:xfrm>
            <a:prstGeom prst="ellipse">
              <a:avLst/>
            </a:pr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5" name="Google Shape;995;p17"/>
            <p:cNvSpPr/>
            <p:nvPr/>
          </p:nvSpPr>
          <p:spPr>
            <a:xfrm>
              <a:off x="4035204" y="2692652"/>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6" name="Google Shape;996;p17"/>
            <p:cNvSpPr/>
            <p:nvPr/>
          </p:nvSpPr>
          <p:spPr>
            <a:xfrm>
              <a:off x="4053956" y="2710589"/>
              <a:ext cx="147600" cy="148500"/>
            </a:xfrm>
            <a:prstGeom prst="ellipse">
              <a:avLst/>
            </a:pr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7" name="Google Shape;997;p17"/>
            <p:cNvSpPr/>
            <p:nvPr/>
          </p:nvSpPr>
          <p:spPr>
            <a:xfrm>
              <a:off x="3482413" y="1999631"/>
              <a:ext cx="3174063" cy="831625"/>
            </a:xfrm>
            <a:custGeom>
              <a:avLst/>
              <a:gdLst/>
              <a:ahLst/>
              <a:cxnLst/>
              <a:rect l="l" t="t" r="r" b="b"/>
              <a:pathLst>
                <a:path w="2088" h="545" extrusionOk="0">
                  <a:moveTo>
                    <a:pt x="0" y="0"/>
                  </a:moveTo>
                  <a:cubicBezTo>
                    <a:pt x="0" y="545"/>
                    <a:pt x="0" y="545"/>
                    <a:pt x="0" y="545"/>
                  </a:cubicBezTo>
                  <a:cubicBezTo>
                    <a:pt x="1985" y="545"/>
                    <a:pt x="1985" y="545"/>
                    <a:pt x="1985" y="545"/>
                  </a:cubicBezTo>
                  <a:cubicBezTo>
                    <a:pt x="2042" y="545"/>
                    <a:pt x="2088" y="499"/>
                    <a:pt x="2088" y="442"/>
                  </a:cubicBezTo>
                  <a:cubicBezTo>
                    <a:pt x="2088" y="430"/>
                    <a:pt x="2086" y="418"/>
                    <a:pt x="2082" y="407"/>
                  </a:cubicBezTo>
                  <a:cubicBezTo>
                    <a:pt x="1986" y="143"/>
                    <a:pt x="1986" y="143"/>
                    <a:pt x="1986" y="143"/>
                  </a:cubicBezTo>
                  <a:cubicBezTo>
                    <a:pt x="1955" y="57"/>
                    <a:pt x="1873" y="0"/>
                    <a:pt x="1781" y="0"/>
                  </a:cubicBezTo>
                  <a:cubicBezTo>
                    <a:pt x="0" y="0"/>
                    <a:pt x="0" y="0"/>
                    <a:pt x="0" y="0"/>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8" name="Google Shape;998;p17"/>
            <p:cNvSpPr/>
            <p:nvPr/>
          </p:nvSpPr>
          <p:spPr>
            <a:xfrm>
              <a:off x="3574544" y="2183893"/>
              <a:ext cx="460659" cy="369340"/>
            </a:xfrm>
            <a:custGeom>
              <a:avLst/>
              <a:gdLst/>
              <a:ahLst/>
              <a:cxnLst/>
              <a:rect l="l" t="t" r="r" b="b"/>
              <a:pathLst>
                <a:path w="303" h="242" extrusionOk="0">
                  <a:moveTo>
                    <a:pt x="277" y="0"/>
                  </a:moveTo>
                  <a:cubicBezTo>
                    <a:pt x="26" y="0"/>
                    <a:pt x="26" y="0"/>
                    <a:pt x="26" y="0"/>
                  </a:cubicBezTo>
                  <a:cubicBezTo>
                    <a:pt x="12" y="0"/>
                    <a:pt x="0" y="12"/>
                    <a:pt x="0" y="26"/>
                  </a:cubicBezTo>
                  <a:cubicBezTo>
                    <a:pt x="0" y="216"/>
                    <a:pt x="0" y="216"/>
                    <a:pt x="0" y="216"/>
                  </a:cubicBezTo>
                  <a:cubicBezTo>
                    <a:pt x="0" y="231"/>
                    <a:pt x="12" y="242"/>
                    <a:pt x="26" y="242"/>
                  </a:cubicBezTo>
                  <a:cubicBezTo>
                    <a:pt x="277" y="242"/>
                    <a:pt x="277" y="242"/>
                    <a:pt x="277" y="242"/>
                  </a:cubicBezTo>
                  <a:cubicBezTo>
                    <a:pt x="291" y="242"/>
                    <a:pt x="303" y="231"/>
                    <a:pt x="303" y="216"/>
                  </a:cubicBezTo>
                  <a:cubicBezTo>
                    <a:pt x="303" y="26"/>
                    <a:pt x="303" y="26"/>
                    <a:pt x="303" y="26"/>
                  </a:cubicBezTo>
                  <a:cubicBezTo>
                    <a:pt x="303" y="12"/>
                    <a:pt x="291" y="0"/>
                    <a:pt x="277"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9" name="Google Shape;999;p17"/>
            <p:cNvSpPr/>
            <p:nvPr/>
          </p:nvSpPr>
          <p:spPr>
            <a:xfrm>
              <a:off x="4128151" y="2183893"/>
              <a:ext cx="460659" cy="369340"/>
            </a:xfrm>
            <a:custGeom>
              <a:avLst/>
              <a:gdLst/>
              <a:ahLst/>
              <a:cxnLst/>
              <a:rect l="l" t="t" r="r" b="b"/>
              <a:pathLst>
                <a:path w="303" h="242" extrusionOk="0">
                  <a:moveTo>
                    <a:pt x="0" y="26"/>
                  </a:moveTo>
                  <a:cubicBezTo>
                    <a:pt x="0" y="216"/>
                    <a:pt x="0" y="216"/>
                    <a:pt x="0" y="216"/>
                  </a:cubicBezTo>
                  <a:cubicBezTo>
                    <a:pt x="0" y="231"/>
                    <a:pt x="11" y="242"/>
                    <a:pt x="26" y="242"/>
                  </a:cubicBezTo>
                  <a:cubicBezTo>
                    <a:pt x="277" y="242"/>
                    <a:pt x="277" y="242"/>
                    <a:pt x="277" y="242"/>
                  </a:cubicBezTo>
                  <a:cubicBezTo>
                    <a:pt x="291" y="242"/>
                    <a:pt x="303" y="231"/>
                    <a:pt x="303" y="216"/>
                  </a:cubicBezTo>
                  <a:cubicBezTo>
                    <a:pt x="303" y="26"/>
                    <a:pt x="303" y="26"/>
                    <a:pt x="303" y="26"/>
                  </a:cubicBezTo>
                  <a:cubicBezTo>
                    <a:pt x="303" y="12"/>
                    <a:pt x="291" y="0"/>
                    <a:pt x="277" y="0"/>
                  </a:cubicBezTo>
                  <a:cubicBezTo>
                    <a:pt x="26" y="0"/>
                    <a:pt x="26" y="0"/>
                    <a:pt x="26" y="0"/>
                  </a:cubicBezTo>
                  <a:cubicBezTo>
                    <a:pt x="11" y="0"/>
                    <a:pt x="0" y="12"/>
                    <a:pt x="0" y="2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0" name="Google Shape;1000;p17"/>
            <p:cNvSpPr/>
            <p:nvPr/>
          </p:nvSpPr>
          <p:spPr>
            <a:xfrm>
              <a:off x="4979351" y="2183893"/>
              <a:ext cx="462290" cy="369340"/>
            </a:xfrm>
            <a:custGeom>
              <a:avLst/>
              <a:gdLst/>
              <a:ahLst/>
              <a:cxnLst/>
              <a:rect l="l" t="t" r="r" b="b"/>
              <a:pathLst>
                <a:path w="304" h="242" extrusionOk="0">
                  <a:moveTo>
                    <a:pt x="277" y="0"/>
                  </a:moveTo>
                  <a:cubicBezTo>
                    <a:pt x="27" y="0"/>
                    <a:pt x="27" y="0"/>
                    <a:pt x="27" y="0"/>
                  </a:cubicBezTo>
                  <a:cubicBezTo>
                    <a:pt x="12" y="0"/>
                    <a:pt x="0" y="12"/>
                    <a:pt x="0" y="26"/>
                  </a:cubicBezTo>
                  <a:cubicBezTo>
                    <a:pt x="0" y="216"/>
                    <a:pt x="0" y="216"/>
                    <a:pt x="0" y="216"/>
                  </a:cubicBezTo>
                  <a:cubicBezTo>
                    <a:pt x="0" y="231"/>
                    <a:pt x="12" y="242"/>
                    <a:pt x="27" y="242"/>
                  </a:cubicBezTo>
                  <a:cubicBezTo>
                    <a:pt x="277" y="242"/>
                    <a:pt x="277" y="242"/>
                    <a:pt x="277" y="242"/>
                  </a:cubicBezTo>
                  <a:cubicBezTo>
                    <a:pt x="292" y="242"/>
                    <a:pt x="304" y="231"/>
                    <a:pt x="304" y="216"/>
                  </a:cubicBezTo>
                  <a:cubicBezTo>
                    <a:pt x="304" y="26"/>
                    <a:pt x="304" y="26"/>
                    <a:pt x="304" y="26"/>
                  </a:cubicBezTo>
                  <a:cubicBezTo>
                    <a:pt x="304" y="12"/>
                    <a:pt x="292" y="0"/>
                    <a:pt x="277"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1" name="Google Shape;1001;p17"/>
            <p:cNvSpPr/>
            <p:nvPr/>
          </p:nvSpPr>
          <p:spPr>
            <a:xfrm>
              <a:off x="5532957" y="2183893"/>
              <a:ext cx="460659" cy="369340"/>
            </a:xfrm>
            <a:custGeom>
              <a:avLst/>
              <a:gdLst/>
              <a:ahLst/>
              <a:cxnLst/>
              <a:rect l="l" t="t" r="r" b="b"/>
              <a:pathLst>
                <a:path w="303" h="242" extrusionOk="0">
                  <a:moveTo>
                    <a:pt x="0" y="26"/>
                  </a:moveTo>
                  <a:cubicBezTo>
                    <a:pt x="0" y="216"/>
                    <a:pt x="0" y="216"/>
                    <a:pt x="0" y="216"/>
                  </a:cubicBezTo>
                  <a:cubicBezTo>
                    <a:pt x="0" y="231"/>
                    <a:pt x="12" y="242"/>
                    <a:pt x="26" y="242"/>
                  </a:cubicBezTo>
                  <a:cubicBezTo>
                    <a:pt x="277" y="242"/>
                    <a:pt x="277" y="242"/>
                    <a:pt x="277" y="242"/>
                  </a:cubicBezTo>
                  <a:cubicBezTo>
                    <a:pt x="292" y="242"/>
                    <a:pt x="303" y="231"/>
                    <a:pt x="303" y="216"/>
                  </a:cubicBezTo>
                  <a:cubicBezTo>
                    <a:pt x="303" y="26"/>
                    <a:pt x="303" y="26"/>
                    <a:pt x="303" y="26"/>
                  </a:cubicBezTo>
                  <a:cubicBezTo>
                    <a:pt x="303" y="12"/>
                    <a:pt x="292" y="0"/>
                    <a:pt x="277" y="0"/>
                  </a:cubicBezTo>
                  <a:cubicBezTo>
                    <a:pt x="26" y="0"/>
                    <a:pt x="26" y="0"/>
                    <a:pt x="26" y="0"/>
                  </a:cubicBezTo>
                  <a:cubicBezTo>
                    <a:pt x="12" y="0"/>
                    <a:pt x="0" y="12"/>
                    <a:pt x="0" y="2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2" name="Google Shape;1002;p17"/>
            <p:cNvSpPr/>
            <p:nvPr/>
          </p:nvSpPr>
          <p:spPr>
            <a:xfrm>
              <a:off x="4680126" y="2183893"/>
              <a:ext cx="207908" cy="369340"/>
            </a:xfrm>
            <a:custGeom>
              <a:avLst/>
              <a:gdLst/>
              <a:ahLst/>
              <a:cxnLst/>
              <a:rect l="l" t="t" r="r" b="b"/>
              <a:pathLst>
                <a:path w="137" h="242" extrusionOk="0">
                  <a:moveTo>
                    <a:pt x="111" y="0"/>
                  </a:moveTo>
                  <a:cubicBezTo>
                    <a:pt x="27" y="0"/>
                    <a:pt x="27" y="0"/>
                    <a:pt x="27" y="0"/>
                  </a:cubicBezTo>
                  <a:cubicBezTo>
                    <a:pt x="12" y="0"/>
                    <a:pt x="0" y="12"/>
                    <a:pt x="0" y="26"/>
                  </a:cubicBezTo>
                  <a:cubicBezTo>
                    <a:pt x="0" y="216"/>
                    <a:pt x="0" y="216"/>
                    <a:pt x="0" y="216"/>
                  </a:cubicBezTo>
                  <a:cubicBezTo>
                    <a:pt x="0" y="231"/>
                    <a:pt x="12" y="242"/>
                    <a:pt x="27" y="242"/>
                  </a:cubicBezTo>
                  <a:cubicBezTo>
                    <a:pt x="111" y="242"/>
                    <a:pt x="111" y="242"/>
                    <a:pt x="111" y="242"/>
                  </a:cubicBezTo>
                  <a:cubicBezTo>
                    <a:pt x="125" y="242"/>
                    <a:pt x="137" y="231"/>
                    <a:pt x="137" y="216"/>
                  </a:cubicBezTo>
                  <a:cubicBezTo>
                    <a:pt x="137" y="26"/>
                    <a:pt x="137" y="26"/>
                    <a:pt x="137" y="26"/>
                  </a:cubicBezTo>
                  <a:cubicBezTo>
                    <a:pt x="137" y="12"/>
                    <a:pt x="125" y="0"/>
                    <a:pt x="11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3" name="Google Shape;1003;p17"/>
            <p:cNvSpPr/>
            <p:nvPr/>
          </p:nvSpPr>
          <p:spPr>
            <a:xfrm>
              <a:off x="3482413" y="1999631"/>
              <a:ext cx="2936804" cy="91316"/>
            </a:xfrm>
            <a:custGeom>
              <a:avLst/>
              <a:gdLst/>
              <a:ahLst/>
              <a:cxnLst/>
              <a:rect l="l" t="t" r="r" b="b"/>
              <a:pathLst>
                <a:path w="1932" h="60" extrusionOk="0">
                  <a:moveTo>
                    <a:pt x="1781" y="0"/>
                  </a:moveTo>
                  <a:cubicBezTo>
                    <a:pt x="0" y="0"/>
                    <a:pt x="0" y="0"/>
                    <a:pt x="0" y="0"/>
                  </a:cubicBezTo>
                  <a:cubicBezTo>
                    <a:pt x="0" y="60"/>
                    <a:pt x="0" y="60"/>
                    <a:pt x="0" y="60"/>
                  </a:cubicBezTo>
                  <a:cubicBezTo>
                    <a:pt x="1932" y="60"/>
                    <a:pt x="1932" y="60"/>
                    <a:pt x="1932" y="60"/>
                  </a:cubicBezTo>
                  <a:cubicBezTo>
                    <a:pt x="1892" y="22"/>
                    <a:pt x="1839" y="0"/>
                    <a:pt x="1781" y="0"/>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4" name="Google Shape;1004;p17"/>
            <p:cNvSpPr/>
            <p:nvPr/>
          </p:nvSpPr>
          <p:spPr>
            <a:xfrm>
              <a:off x="6215385" y="2183893"/>
              <a:ext cx="407663" cy="369340"/>
            </a:xfrm>
            <a:custGeom>
              <a:avLst/>
              <a:gdLst/>
              <a:ahLst/>
              <a:cxnLst/>
              <a:rect l="l" t="t" r="r" b="b"/>
              <a:pathLst>
                <a:path w="268" h="242" extrusionOk="0">
                  <a:moveTo>
                    <a:pt x="6" y="35"/>
                  </a:moveTo>
                  <a:cubicBezTo>
                    <a:pt x="75" y="225"/>
                    <a:pt x="75" y="225"/>
                    <a:pt x="75" y="225"/>
                  </a:cubicBezTo>
                  <a:cubicBezTo>
                    <a:pt x="79" y="235"/>
                    <a:pt x="89" y="242"/>
                    <a:pt x="100" y="242"/>
                  </a:cubicBezTo>
                  <a:cubicBezTo>
                    <a:pt x="268" y="242"/>
                    <a:pt x="268" y="242"/>
                    <a:pt x="268" y="242"/>
                  </a:cubicBezTo>
                  <a:cubicBezTo>
                    <a:pt x="188" y="22"/>
                    <a:pt x="188" y="22"/>
                    <a:pt x="188" y="22"/>
                  </a:cubicBezTo>
                  <a:cubicBezTo>
                    <a:pt x="185" y="14"/>
                    <a:pt x="182" y="7"/>
                    <a:pt x="179" y="0"/>
                  </a:cubicBezTo>
                  <a:cubicBezTo>
                    <a:pt x="31" y="0"/>
                    <a:pt x="31" y="0"/>
                    <a:pt x="31" y="0"/>
                  </a:cubicBezTo>
                  <a:cubicBezTo>
                    <a:pt x="13" y="0"/>
                    <a:pt x="0" y="18"/>
                    <a:pt x="6" y="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5" name="Google Shape;1005;p17"/>
            <p:cNvSpPr/>
            <p:nvPr/>
          </p:nvSpPr>
          <p:spPr>
            <a:xfrm>
              <a:off x="3482413" y="2739941"/>
              <a:ext cx="3160205" cy="91316"/>
            </a:xfrm>
            <a:custGeom>
              <a:avLst/>
              <a:gdLst/>
              <a:ahLst/>
              <a:cxnLst/>
              <a:rect l="l" t="t" r="r" b="b"/>
              <a:pathLst>
                <a:path w="2079" h="60" extrusionOk="0">
                  <a:moveTo>
                    <a:pt x="0" y="60"/>
                  </a:moveTo>
                  <a:cubicBezTo>
                    <a:pt x="1985" y="60"/>
                    <a:pt x="1985" y="60"/>
                    <a:pt x="1985" y="60"/>
                  </a:cubicBezTo>
                  <a:cubicBezTo>
                    <a:pt x="2027" y="60"/>
                    <a:pt x="2063" y="35"/>
                    <a:pt x="2079" y="0"/>
                  </a:cubicBezTo>
                  <a:cubicBezTo>
                    <a:pt x="0" y="0"/>
                    <a:pt x="0" y="0"/>
                    <a:pt x="0" y="0"/>
                  </a:cubicBezTo>
                  <a:lnTo>
                    <a:pt x="0" y="6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6" name="Google Shape;1006;p17"/>
            <p:cNvSpPr/>
            <p:nvPr/>
          </p:nvSpPr>
          <p:spPr>
            <a:xfrm>
              <a:off x="4625499" y="2090947"/>
              <a:ext cx="317977" cy="648994"/>
            </a:xfrm>
            <a:custGeom>
              <a:avLst/>
              <a:gdLst/>
              <a:ahLst/>
              <a:cxnLst/>
              <a:rect l="l" t="t" r="r" b="b"/>
              <a:pathLst>
                <a:path w="209" h="425" extrusionOk="0">
                  <a:moveTo>
                    <a:pt x="190" y="0"/>
                  </a:moveTo>
                  <a:cubicBezTo>
                    <a:pt x="20" y="0"/>
                    <a:pt x="20" y="0"/>
                    <a:pt x="20" y="0"/>
                  </a:cubicBezTo>
                  <a:cubicBezTo>
                    <a:pt x="8" y="7"/>
                    <a:pt x="0" y="20"/>
                    <a:pt x="0" y="35"/>
                  </a:cubicBezTo>
                  <a:cubicBezTo>
                    <a:pt x="0" y="425"/>
                    <a:pt x="0" y="425"/>
                    <a:pt x="0" y="425"/>
                  </a:cubicBezTo>
                  <a:cubicBezTo>
                    <a:pt x="12" y="425"/>
                    <a:pt x="12" y="425"/>
                    <a:pt x="12" y="425"/>
                  </a:cubicBezTo>
                  <a:cubicBezTo>
                    <a:pt x="12" y="35"/>
                    <a:pt x="12" y="35"/>
                    <a:pt x="12" y="35"/>
                  </a:cubicBezTo>
                  <a:cubicBezTo>
                    <a:pt x="12" y="19"/>
                    <a:pt x="25" y="6"/>
                    <a:pt x="41" y="6"/>
                  </a:cubicBezTo>
                  <a:cubicBezTo>
                    <a:pt x="168" y="6"/>
                    <a:pt x="168" y="6"/>
                    <a:pt x="168" y="6"/>
                  </a:cubicBezTo>
                  <a:cubicBezTo>
                    <a:pt x="184" y="6"/>
                    <a:pt x="197" y="19"/>
                    <a:pt x="197" y="35"/>
                  </a:cubicBezTo>
                  <a:cubicBezTo>
                    <a:pt x="197" y="425"/>
                    <a:pt x="197" y="425"/>
                    <a:pt x="197" y="425"/>
                  </a:cubicBezTo>
                  <a:cubicBezTo>
                    <a:pt x="209" y="425"/>
                    <a:pt x="209" y="425"/>
                    <a:pt x="209" y="425"/>
                  </a:cubicBezTo>
                  <a:cubicBezTo>
                    <a:pt x="209" y="35"/>
                    <a:pt x="209" y="35"/>
                    <a:pt x="209" y="35"/>
                  </a:cubicBezTo>
                  <a:cubicBezTo>
                    <a:pt x="209" y="20"/>
                    <a:pt x="201" y="7"/>
                    <a:pt x="190" y="0"/>
                  </a:cubicBezTo>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7" name="Google Shape;1007;p17"/>
            <p:cNvSpPr/>
            <p:nvPr/>
          </p:nvSpPr>
          <p:spPr>
            <a:xfrm>
              <a:off x="3482413" y="2637211"/>
              <a:ext cx="2626979" cy="102730"/>
            </a:xfrm>
            <a:custGeom>
              <a:avLst/>
              <a:gdLst/>
              <a:ahLst/>
              <a:cxnLst/>
              <a:rect l="l" t="t" r="r" b="b"/>
              <a:pathLst>
                <a:path w="1728" h="67" extrusionOk="0">
                  <a:moveTo>
                    <a:pt x="1530" y="0"/>
                  </a:moveTo>
                  <a:cubicBezTo>
                    <a:pt x="0" y="0"/>
                    <a:pt x="0" y="0"/>
                    <a:pt x="0" y="0"/>
                  </a:cubicBezTo>
                  <a:cubicBezTo>
                    <a:pt x="0" y="12"/>
                    <a:pt x="0" y="12"/>
                    <a:pt x="0" y="12"/>
                  </a:cubicBezTo>
                  <a:cubicBezTo>
                    <a:pt x="1530" y="12"/>
                    <a:pt x="1530" y="12"/>
                    <a:pt x="1530" y="12"/>
                  </a:cubicBezTo>
                  <a:cubicBezTo>
                    <a:pt x="1595" y="12"/>
                    <a:pt x="1656" y="31"/>
                    <a:pt x="1707" y="67"/>
                  </a:cubicBezTo>
                  <a:cubicBezTo>
                    <a:pt x="1728" y="67"/>
                    <a:pt x="1728" y="67"/>
                    <a:pt x="1728" y="67"/>
                  </a:cubicBezTo>
                  <a:cubicBezTo>
                    <a:pt x="1672" y="24"/>
                    <a:pt x="1603" y="0"/>
                    <a:pt x="1530"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08" name="Google Shape;1008;p17"/>
          <p:cNvGrpSpPr/>
          <p:nvPr/>
        </p:nvGrpSpPr>
        <p:grpSpPr>
          <a:xfrm>
            <a:off x="267360" y="4363751"/>
            <a:ext cx="1218916" cy="786962"/>
            <a:chOff x="267360" y="4387601"/>
            <a:chExt cx="1218916" cy="786962"/>
          </a:xfrm>
        </p:grpSpPr>
        <p:grpSp>
          <p:nvGrpSpPr>
            <p:cNvPr id="1009" name="Google Shape;1009;p17"/>
            <p:cNvGrpSpPr/>
            <p:nvPr/>
          </p:nvGrpSpPr>
          <p:grpSpPr>
            <a:xfrm>
              <a:off x="1303291" y="4643470"/>
              <a:ext cx="182984" cy="501331"/>
              <a:chOff x="6178550" y="415926"/>
              <a:chExt cx="774700" cy="2122487"/>
            </a:xfrm>
          </p:grpSpPr>
          <p:sp>
            <p:nvSpPr>
              <p:cNvPr id="1010" name="Google Shape;1010;p17"/>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1" name="Google Shape;1011;p17"/>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2" name="Google Shape;1012;p17"/>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3" name="Google Shape;1013;p17"/>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4" name="Google Shape;1014;p17"/>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5" name="Google Shape;1015;p17"/>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6" name="Google Shape;1016;p17"/>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7" name="Google Shape;1017;p17"/>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18" name="Google Shape;1018;p17"/>
            <p:cNvGrpSpPr/>
            <p:nvPr/>
          </p:nvGrpSpPr>
          <p:grpSpPr>
            <a:xfrm>
              <a:off x="623911" y="4387601"/>
              <a:ext cx="234657" cy="786806"/>
              <a:chOff x="6178550" y="415926"/>
              <a:chExt cx="774700" cy="2122487"/>
            </a:xfrm>
          </p:grpSpPr>
          <p:sp>
            <p:nvSpPr>
              <p:cNvPr id="1019" name="Google Shape;1019;p17"/>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0" name="Google Shape;1020;p17"/>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1" name="Google Shape;1021;p17"/>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2" name="Google Shape;1022;p17"/>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3" name="Google Shape;1023;p17"/>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4" name="Google Shape;1024;p17"/>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5" name="Google Shape;1025;p17"/>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6" name="Google Shape;1026;p17"/>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27" name="Google Shape;1027;p17"/>
            <p:cNvGrpSpPr/>
            <p:nvPr/>
          </p:nvGrpSpPr>
          <p:grpSpPr>
            <a:xfrm>
              <a:off x="267360" y="4531873"/>
              <a:ext cx="234657" cy="642689"/>
              <a:chOff x="6178550" y="415926"/>
              <a:chExt cx="774700" cy="2122487"/>
            </a:xfrm>
          </p:grpSpPr>
          <p:sp>
            <p:nvSpPr>
              <p:cNvPr id="1028" name="Google Shape;1028;p17"/>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9" name="Google Shape;1029;p17"/>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0" name="Google Shape;1030;p17"/>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1" name="Google Shape;1031;p17"/>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2" name="Google Shape;1032;p17"/>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3" name="Google Shape;1033;p17"/>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4" name="Google Shape;1034;p17"/>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5" name="Google Shape;1035;p17"/>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036" name="Google Shape;1036;p17"/>
          <p:cNvGrpSpPr/>
          <p:nvPr/>
        </p:nvGrpSpPr>
        <p:grpSpPr>
          <a:xfrm>
            <a:off x="-492173" y="153843"/>
            <a:ext cx="9997212" cy="1032232"/>
            <a:chOff x="-492173" y="153843"/>
            <a:chExt cx="9997212" cy="1032232"/>
          </a:xfrm>
        </p:grpSpPr>
        <p:sp>
          <p:nvSpPr>
            <p:cNvPr id="1037" name="Google Shape;1037;p17"/>
            <p:cNvSpPr/>
            <p:nvPr/>
          </p:nvSpPr>
          <p:spPr>
            <a:xfrm>
              <a:off x="-492173" y="308900"/>
              <a:ext cx="1207140" cy="181011"/>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8" name="Google Shape;1038;p17"/>
            <p:cNvSpPr/>
            <p:nvPr/>
          </p:nvSpPr>
          <p:spPr>
            <a:xfrm flipH="1">
              <a:off x="267356" y="909005"/>
              <a:ext cx="710808" cy="277069"/>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9" name="Google Shape;1039;p17"/>
            <p:cNvSpPr/>
            <p:nvPr/>
          </p:nvSpPr>
          <p:spPr>
            <a:xfrm flipH="1">
              <a:off x="8794231" y="153843"/>
              <a:ext cx="710808" cy="277069"/>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040" name="Google Shape;1040;p17"/>
          <p:cNvSpPr txBox="1">
            <a:spLocks noGrp="1"/>
          </p:cNvSpPr>
          <p:nvPr>
            <p:ph type="subTitle" idx="1"/>
          </p:nvPr>
        </p:nvSpPr>
        <p:spPr>
          <a:xfrm>
            <a:off x="714975" y="2278100"/>
            <a:ext cx="2462700" cy="4899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Sora ExtraBold"/>
              <a:buNone/>
              <a:defRPr sz="1800">
                <a:solidFill>
                  <a:schemeClr val="dk1"/>
                </a:solidFill>
                <a:latin typeface="Sora ExtraBold"/>
                <a:ea typeface="Sora ExtraBold"/>
                <a:cs typeface="Sora ExtraBold"/>
                <a:sym typeface="Sora ExtraBold"/>
              </a:defRPr>
            </a:lvl1pPr>
            <a:lvl2pPr lvl="1"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2pPr>
            <a:lvl3pPr lvl="2"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3pPr>
            <a:lvl4pPr lvl="3"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4pPr>
            <a:lvl5pPr lvl="4"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5pPr>
            <a:lvl6pPr lvl="5"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6pPr>
            <a:lvl7pPr lvl="6"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7pPr>
            <a:lvl8pPr lvl="7"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8pPr>
            <a:lvl9pPr lvl="8"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9pPr>
          </a:lstStyle>
          <a:p>
            <a:endParaRPr/>
          </a:p>
        </p:txBody>
      </p:sp>
      <p:sp>
        <p:nvSpPr>
          <p:cNvPr id="1041" name="Google Shape;1041;p17"/>
          <p:cNvSpPr txBox="1">
            <a:spLocks noGrp="1"/>
          </p:cNvSpPr>
          <p:nvPr>
            <p:ph type="subTitle" idx="2"/>
          </p:nvPr>
        </p:nvSpPr>
        <p:spPr>
          <a:xfrm>
            <a:off x="714975" y="2699300"/>
            <a:ext cx="2462700" cy="910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42" name="Google Shape;1042;p17"/>
          <p:cNvSpPr txBox="1">
            <a:spLocks noGrp="1"/>
          </p:cNvSpPr>
          <p:nvPr>
            <p:ph type="subTitle" idx="3"/>
          </p:nvPr>
        </p:nvSpPr>
        <p:spPr>
          <a:xfrm>
            <a:off x="3335610" y="2699300"/>
            <a:ext cx="2462700" cy="910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43" name="Google Shape;1043;p17"/>
          <p:cNvSpPr txBox="1">
            <a:spLocks noGrp="1"/>
          </p:cNvSpPr>
          <p:nvPr>
            <p:ph type="subTitle" idx="4"/>
          </p:nvPr>
        </p:nvSpPr>
        <p:spPr>
          <a:xfrm>
            <a:off x="5956274" y="2699300"/>
            <a:ext cx="2462700" cy="910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44" name="Google Shape;1044;p17"/>
          <p:cNvSpPr txBox="1">
            <a:spLocks noGrp="1"/>
          </p:cNvSpPr>
          <p:nvPr>
            <p:ph type="subTitle" idx="5"/>
          </p:nvPr>
        </p:nvSpPr>
        <p:spPr>
          <a:xfrm>
            <a:off x="3335607" y="2278100"/>
            <a:ext cx="2462700" cy="4899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Sora ExtraBold"/>
              <a:buNone/>
              <a:defRPr sz="1800">
                <a:solidFill>
                  <a:schemeClr val="dk1"/>
                </a:solidFill>
                <a:latin typeface="Sora ExtraBold"/>
                <a:ea typeface="Sora ExtraBold"/>
                <a:cs typeface="Sora ExtraBold"/>
                <a:sym typeface="Sora ExtraBold"/>
              </a:defRPr>
            </a:lvl1pPr>
            <a:lvl2pPr lvl="1"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2pPr>
            <a:lvl3pPr lvl="2"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3pPr>
            <a:lvl4pPr lvl="3"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4pPr>
            <a:lvl5pPr lvl="4"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5pPr>
            <a:lvl6pPr lvl="5"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6pPr>
            <a:lvl7pPr lvl="6"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7pPr>
            <a:lvl8pPr lvl="7"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8pPr>
            <a:lvl9pPr lvl="8"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9pPr>
          </a:lstStyle>
          <a:p>
            <a:endParaRPr/>
          </a:p>
        </p:txBody>
      </p:sp>
      <p:sp>
        <p:nvSpPr>
          <p:cNvPr id="1045" name="Google Shape;1045;p17"/>
          <p:cNvSpPr txBox="1">
            <a:spLocks noGrp="1"/>
          </p:cNvSpPr>
          <p:nvPr>
            <p:ph type="subTitle" idx="6"/>
          </p:nvPr>
        </p:nvSpPr>
        <p:spPr>
          <a:xfrm>
            <a:off x="5956267" y="2278100"/>
            <a:ext cx="2462700" cy="4899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Sora ExtraBold"/>
              <a:buNone/>
              <a:defRPr sz="1800">
                <a:solidFill>
                  <a:schemeClr val="dk1"/>
                </a:solidFill>
                <a:latin typeface="Sora ExtraBold"/>
                <a:ea typeface="Sora ExtraBold"/>
                <a:cs typeface="Sora ExtraBold"/>
                <a:sym typeface="Sora ExtraBold"/>
              </a:defRPr>
            </a:lvl1pPr>
            <a:lvl2pPr lvl="1"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2pPr>
            <a:lvl3pPr lvl="2"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3pPr>
            <a:lvl4pPr lvl="3"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4pPr>
            <a:lvl5pPr lvl="4"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5pPr>
            <a:lvl6pPr lvl="5"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6pPr>
            <a:lvl7pPr lvl="6"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7pPr>
            <a:lvl8pPr lvl="7"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8pPr>
            <a:lvl9pPr lvl="8"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9pPr>
          </a:lstStyle>
          <a:p>
            <a:endParaRPr/>
          </a:p>
        </p:txBody>
      </p:sp>
      <p:cxnSp>
        <p:nvCxnSpPr>
          <p:cNvPr id="1046" name="Google Shape;1046;p17"/>
          <p:cNvCxnSpPr/>
          <p:nvPr/>
        </p:nvCxnSpPr>
        <p:spPr>
          <a:xfrm>
            <a:off x="4572000" y="-200925"/>
            <a:ext cx="0" cy="583800"/>
          </a:xfrm>
          <a:prstGeom prst="straightConnector1">
            <a:avLst/>
          </a:prstGeom>
          <a:noFill/>
          <a:ln w="9525" cap="flat" cmpd="sng">
            <a:solidFill>
              <a:schemeClr val="dk1"/>
            </a:solidFill>
            <a:prstDash val="solid"/>
            <a:round/>
            <a:headEnd type="none" w="med" len="med"/>
            <a:tailEnd type="diamond" w="med" len="me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1143"/>
        <p:cNvGrpSpPr/>
        <p:nvPr/>
      </p:nvGrpSpPr>
      <p:grpSpPr>
        <a:xfrm>
          <a:off x="0" y="0"/>
          <a:ext cx="0" cy="0"/>
          <a:chOff x="0" y="0"/>
          <a:chExt cx="0" cy="0"/>
        </a:xfrm>
      </p:grpSpPr>
      <p:pic>
        <p:nvPicPr>
          <p:cNvPr id="1144" name="Google Shape;1144;p19"/>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145" name="Google Shape;1145;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46" name="Google Shape;1146;p19"/>
          <p:cNvSpPr txBox="1">
            <a:spLocks noGrp="1"/>
          </p:cNvSpPr>
          <p:nvPr>
            <p:ph type="subTitle" idx="1"/>
          </p:nvPr>
        </p:nvSpPr>
        <p:spPr>
          <a:xfrm>
            <a:off x="691250" y="2070576"/>
            <a:ext cx="2543100" cy="5373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47" name="Google Shape;1147;p19"/>
          <p:cNvSpPr txBox="1">
            <a:spLocks noGrp="1"/>
          </p:cNvSpPr>
          <p:nvPr>
            <p:ph type="subTitle" idx="2"/>
          </p:nvPr>
        </p:nvSpPr>
        <p:spPr>
          <a:xfrm>
            <a:off x="3297730" y="2070576"/>
            <a:ext cx="2548500" cy="5373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48" name="Google Shape;1148;p19"/>
          <p:cNvSpPr txBox="1">
            <a:spLocks noGrp="1"/>
          </p:cNvSpPr>
          <p:nvPr>
            <p:ph type="subTitle" idx="3"/>
          </p:nvPr>
        </p:nvSpPr>
        <p:spPr>
          <a:xfrm>
            <a:off x="5905575" y="2070576"/>
            <a:ext cx="2545800" cy="5373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49" name="Google Shape;1149;p19"/>
          <p:cNvSpPr txBox="1">
            <a:spLocks noGrp="1"/>
          </p:cNvSpPr>
          <p:nvPr>
            <p:ph type="subTitle" idx="4"/>
          </p:nvPr>
        </p:nvSpPr>
        <p:spPr>
          <a:xfrm>
            <a:off x="691262" y="3621851"/>
            <a:ext cx="2543100" cy="572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50" name="Google Shape;1150;p19"/>
          <p:cNvSpPr txBox="1">
            <a:spLocks noGrp="1"/>
          </p:cNvSpPr>
          <p:nvPr>
            <p:ph type="subTitle" idx="5"/>
          </p:nvPr>
        </p:nvSpPr>
        <p:spPr>
          <a:xfrm>
            <a:off x="3297742" y="3621851"/>
            <a:ext cx="2548500" cy="572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51" name="Google Shape;1151;p19"/>
          <p:cNvSpPr txBox="1">
            <a:spLocks noGrp="1"/>
          </p:cNvSpPr>
          <p:nvPr>
            <p:ph type="subTitle" idx="6"/>
          </p:nvPr>
        </p:nvSpPr>
        <p:spPr>
          <a:xfrm>
            <a:off x="5905587" y="3621849"/>
            <a:ext cx="2545800" cy="572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52" name="Google Shape;1152;p19"/>
          <p:cNvSpPr txBox="1">
            <a:spLocks noGrp="1"/>
          </p:cNvSpPr>
          <p:nvPr>
            <p:ph type="subTitle" idx="7"/>
          </p:nvPr>
        </p:nvSpPr>
        <p:spPr>
          <a:xfrm>
            <a:off x="691262" y="1603875"/>
            <a:ext cx="2543100" cy="537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Sora ExtraBold"/>
              <a:buNone/>
              <a:defRPr sz="1800">
                <a:solidFill>
                  <a:schemeClr val="dk1"/>
                </a:solidFill>
                <a:latin typeface="Sora ExtraBold"/>
                <a:ea typeface="Sora ExtraBold"/>
                <a:cs typeface="Sora ExtraBold"/>
                <a:sym typeface="Sora ExtraBold"/>
              </a:defRPr>
            </a:lvl1pPr>
            <a:lvl2pPr lvl="1"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2pPr>
            <a:lvl3pPr lvl="2"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3pPr>
            <a:lvl4pPr lvl="3"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4pPr>
            <a:lvl5pPr lvl="4"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5pPr>
            <a:lvl6pPr lvl="5"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6pPr>
            <a:lvl7pPr lvl="6"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7pPr>
            <a:lvl8pPr lvl="7"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8pPr>
            <a:lvl9pPr lvl="8"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9pPr>
          </a:lstStyle>
          <a:p>
            <a:endParaRPr/>
          </a:p>
        </p:txBody>
      </p:sp>
      <p:sp>
        <p:nvSpPr>
          <p:cNvPr id="1153" name="Google Shape;1153;p19"/>
          <p:cNvSpPr txBox="1">
            <a:spLocks noGrp="1"/>
          </p:cNvSpPr>
          <p:nvPr>
            <p:ph type="subTitle" idx="8"/>
          </p:nvPr>
        </p:nvSpPr>
        <p:spPr>
          <a:xfrm>
            <a:off x="3297742" y="1603875"/>
            <a:ext cx="2548500" cy="537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Sora ExtraBold"/>
              <a:buNone/>
              <a:defRPr sz="1800">
                <a:solidFill>
                  <a:schemeClr val="dk1"/>
                </a:solidFill>
                <a:latin typeface="Sora ExtraBold"/>
                <a:ea typeface="Sora ExtraBold"/>
                <a:cs typeface="Sora ExtraBold"/>
                <a:sym typeface="Sora ExtraBold"/>
              </a:defRPr>
            </a:lvl1pPr>
            <a:lvl2pPr lvl="1"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2pPr>
            <a:lvl3pPr lvl="2"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3pPr>
            <a:lvl4pPr lvl="3"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4pPr>
            <a:lvl5pPr lvl="4"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5pPr>
            <a:lvl6pPr lvl="5"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6pPr>
            <a:lvl7pPr lvl="6"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7pPr>
            <a:lvl8pPr lvl="7"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8pPr>
            <a:lvl9pPr lvl="8"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9pPr>
          </a:lstStyle>
          <a:p>
            <a:endParaRPr/>
          </a:p>
        </p:txBody>
      </p:sp>
      <p:sp>
        <p:nvSpPr>
          <p:cNvPr id="1154" name="Google Shape;1154;p19"/>
          <p:cNvSpPr txBox="1">
            <a:spLocks noGrp="1"/>
          </p:cNvSpPr>
          <p:nvPr>
            <p:ph type="subTitle" idx="9"/>
          </p:nvPr>
        </p:nvSpPr>
        <p:spPr>
          <a:xfrm>
            <a:off x="5905587" y="1603876"/>
            <a:ext cx="2545800" cy="537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Sora ExtraBold"/>
              <a:buNone/>
              <a:defRPr sz="1800">
                <a:solidFill>
                  <a:schemeClr val="dk1"/>
                </a:solidFill>
                <a:latin typeface="Sora ExtraBold"/>
                <a:ea typeface="Sora ExtraBold"/>
                <a:cs typeface="Sora ExtraBold"/>
                <a:sym typeface="Sora ExtraBold"/>
              </a:defRPr>
            </a:lvl1pPr>
            <a:lvl2pPr lvl="1"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2pPr>
            <a:lvl3pPr lvl="2"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3pPr>
            <a:lvl4pPr lvl="3"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4pPr>
            <a:lvl5pPr lvl="4"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5pPr>
            <a:lvl6pPr lvl="5"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6pPr>
            <a:lvl7pPr lvl="6"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7pPr>
            <a:lvl8pPr lvl="7"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8pPr>
            <a:lvl9pPr lvl="8"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9pPr>
          </a:lstStyle>
          <a:p>
            <a:endParaRPr/>
          </a:p>
        </p:txBody>
      </p:sp>
      <p:sp>
        <p:nvSpPr>
          <p:cNvPr id="1155" name="Google Shape;1155;p19"/>
          <p:cNvSpPr txBox="1">
            <a:spLocks noGrp="1"/>
          </p:cNvSpPr>
          <p:nvPr>
            <p:ph type="subTitle" idx="13"/>
          </p:nvPr>
        </p:nvSpPr>
        <p:spPr>
          <a:xfrm>
            <a:off x="691262" y="3150629"/>
            <a:ext cx="2543100" cy="5373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Sora ExtraBold"/>
              <a:buNone/>
              <a:defRPr sz="1800">
                <a:solidFill>
                  <a:schemeClr val="dk1"/>
                </a:solidFill>
                <a:latin typeface="Sora ExtraBold"/>
                <a:ea typeface="Sora ExtraBold"/>
                <a:cs typeface="Sora ExtraBold"/>
                <a:sym typeface="Sora ExtraBold"/>
              </a:defRPr>
            </a:lvl1pPr>
            <a:lvl2pPr lvl="1"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2pPr>
            <a:lvl3pPr lvl="2"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3pPr>
            <a:lvl4pPr lvl="3"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4pPr>
            <a:lvl5pPr lvl="4"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5pPr>
            <a:lvl6pPr lvl="5"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6pPr>
            <a:lvl7pPr lvl="6"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7pPr>
            <a:lvl8pPr lvl="7"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8pPr>
            <a:lvl9pPr lvl="8"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9pPr>
          </a:lstStyle>
          <a:p>
            <a:endParaRPr/>
          </a:p>
        </p:txBody>
      </p:sp>
      <p:sp>
        <p:nvSpPr>
          <p:cNvPr id="1156" name="Google Shape;1156;p19"/>
          <p:cNvSpPr txBox="1">
            <a:spLocks noGrp="1"/>
          </p:cNvSpPr>
          <p:nvPr>
            <p:ph type="subTitle" idx="14"/>
          </p:nvPr>
        </p:nvSpPr>
        <p:spPr>
          <a:xfrm>
            <a:off x="3297742" y="3150629"/>
            <a:ext cx="2548500" cy="5373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Sora ExtraBold"/>
              <a:buNone/>
              <a:defRPr sz="1800">
                <a:solidFill>
                  <a:schemeClr val="dk1"/>
                </a:solidFill>
                <a:latin typeface="Sora ExtraBold"/>
                <a:ea typeface="Sora ExtraBold"/>
                <a:cs typeface="Sora ExtraBold"/>
                <a:sym typeface="Sora ExtraBold"/>
              </a:defRPr>
            </a:lvl1pPr>
            <a:lvl2pPr lvl="1"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2pPr>
            <a:lvl3pPr lvl="2"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3pPr>
            <a:lvl4pPr lvl="3"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4pPr>
            <a:lvl5pPr lvl="4"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5pPr>
            <a:lvl6pPr lvl="5"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6pPr>
            <a:lvl7pPr lvl="6"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7pPr>
            <a:lvl8pPr lvl="7"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8pPr>
            <a:lvl9pPr lvl="8"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9pPr>
          </a:lstStyle>
          <a:p>
            <a:endParaRPr/>
          </a:p>
        </p:txBody>
      </p:sp>
      <p:sp>
        <p:nvSpPr>
          <p:cNvPr id="1157" name="Google Shape;1157;p19"/>
          <p:cNvSpPr txBox="1">
            <a:spLocks noGrp="1"/>
          </p:cNvSpPr>
          <p:nvPr>
            <p:ph type="subTitle" idx="15"/>
          </p:nvPr>
        </p:nvSpPr>
        <p:spPr>
          <a:xfrm>
            <a:off x="5902887" y="3150626"/>
            <a:ext cx="2551200" cy="5373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Sora ExtraBold"/>
              <a:buNone/>
              <a:defRPr sz="1800">
                <a:solidFill>
                  <a:schemeClr val="dk1"/>
                </a:solidFill>
                <a:latin typeface="Sora ExtraBold"/>
                <a:ea typeface="Sora ExtraBold"/>
                <a:cs typeface="Sora ExtraBold"/>
                <a:sym typeface="Sora ExtraBold"/>
              </a:defRPr>
            </a:lvl1pPr>
            <a:lvl2pPr lvl="1"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2pPr>
            <a:lvl3pPr lvl="2"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3pPr>
            <a:lvl4pPr lvl="3"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4pPr>
            <a:lvl5pPr lvl="4"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5pPr>
            <a:lvl6pPr lvl="5"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6pPr>
            <a:lvl7pPr lvl="6"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7pPr>
            <a:lvl8pPr lvl="7"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8pPr>
            <a:lvl9pPr lvl="8" algn="ctr" rtl="0">
              <a:lnSpc>
                <a:spcPct val="100000"/>
              </a:lnSpc>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9pPr>
          </a:lstStyle>
          <a:p>
            <a:endParaRPr/>
          </a:p>
        </p:txBody>
      </p:sp>
      <p:cxnSp>
        <p:nvCxnSpPr>
          <p:cNvPr id="1158" name="Google Shape;1158;p19"/>
          <p:cNvCxnSpPr/>
          <p:nvPr/>
        </p:nvCxnSpPr>
        <p:spPr>
          <a:xfrm>
            <a:off x="4572000" y="-200925"/>
            <a:ext cx="0" cy="583800"/>
          </a:xfrm>
          <a:prstGeom prst="straightConnector1">
            <a:avLst/>
          </a:prstGeom>
          <a:noFill/>
          <a:ln w="9525" cap="flat" cmpd="sng">
            <a:solidFill>
              <a:schemeClr val="dk1"/>
            </a:solidFill>
            <a:prstDash val="solid"/>
            <a:round/>
            <a:headEnd type="none" w="med" len="med"/>
            <a:tailEnd type="diamond" w="med" len="med"/>
          </a:ln>
        </p:spPr>
      </p:cxnSp>
      <p:grpSp>
        <p:nvGrpSpPr>
          <p:cNvPr id="1159" name="Google Shape;1159;p19"/>
          <p:cNvGrpSpPr/>
          <p:nvPr/>
        </p:nvGrpSpPr>
        <p:grpSpPr>
          <a:xfrm>
            <a:off x="5421435" y="4641700"/>
            <a:ext cx="3722565" cy="537301"/>
            <a:chOff x="2770310" y="3356838"/>
            <a:chExt cx="3722565" cy="537301"/>
          </a:xfrm>
        </p:grpSpPr>
        <p:sp>
          <p:nvSpPr>
            <p:cNvPr id="1160" name="Google Shape;1160;p19"/>
            <p:cNvSpPr/>
            <p:nvPr/>
          </p:nvSpPr>
          <p:spPr>
            <a:xfrm>
              <a:off x="3149600" y="3606801"/>
              <a:ext cx="3343274" cy="287338"/>
            </a:xfrm>
            <a:custGeom>
              <a:avLst/>
              <a:gdLst/>
              <a:ahLst/>
              <a:cxnLst/>
              <a:rect l="l" t="t" r="r" b="b"/>
              <a:pathLst>
                <a:path w="1767" h="152" extrusionOk="0">
                  <a:moveTo>
                    <a:pt x="0" y="152"/>
                  </a:moveTo>
                  <a:cubicBezTo>
                    <a:pt x="1767" y="152"/>
                    <a:pt x="1767" y="152"/>
                    <a:pt x="1767" y="152"/>
                  </a:cubicBezTo>
                  <a:cubicBezTo>
                    <a:pt x="1767" y="62"/>
                    <a:pt x="1767" y="62"/>
                    <a:pt x="1767" y="62"/>
                  </a:cubicBezTo>
                  <a:cubicBezTo>
                    <a:pt x="1178" y="0"/>
                    <a:pt x="579" y="31"/>
                    <a:pt x="0" y="152"/>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1" name="Google Shape;1161;p19"/>
            <p:cNvSpPr/>
            <p:nvPr/>
          </p:nvSpPr>
          <p:spPr>
            <a:xfrm>
              <a:off x="2770310" y="3356838"/>
              <a:ext cx="3722565" cy="537300"/>
            </a:xfrm>
            <a:custGeom>
              <a:avLst/>
              <a:gdLst/>
              <a:ahLst/>
              <a:cxnLst/>
              <a:rect l="l" t="t" r="r" b="b"/>
              <a:pathLst>
                <a:path w="3000" h="433" extrusionOk="0">
                  <a:moveTo>
                    <a:pt x="0" y="420"/>
                  </a:moveTo>
                  <a:cubicBezTo>
                    <a:pt x="0" y="433"/>
                    <a:pt x="0" y="433"/>
                    <a:pt x="0" y="433"/>
                  </a:cubicBezTo>
                  <a:cubicBezTo>
                    <a:pt x="1233" y="433"/>
                    <a:pt x="1233" y="433"/>
                    <a:pt x="1233" y="433"/>
                  </a:cubicBezTo>
                  <a:cubicBezTo>
                    <a:pt x="1812" y="312"/>
                    <a:pt x="2411" y="281"/>
                    <a:pt x="3000" y="343"/>
                  </a:cubicBezTo>
                  <a:cubicBezTo>
                    <a:pt x="3000" y="56"/>
                    <a:pt x="3000" y="56"/>
                    <a:pt x="3000" y="56"/>
                  </a:cubicBezTo>
                  <a:cubicBezTo>
                    <a:pt x="1989" y="0"/>
                    <a:pt x="968" y="124"/>
                    <a:pt x="0" y="420"/>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62" name="Google Shape;1162;p19"/>
          <p:cNvGrpSpPr/>
          <p:nvPr/>
        </p:nvGrpSpPr>
        <p:grpSpPr>
          <a:xfrm>
            <a:off x="251918" y="3961478"/>
            <a:ext cx="865754" cy="1182028"/>
            <a:chOff x="251918" y="3961478"/>
            <a:chExt cx="865754" cy="1182028"/>
          </a:xfrm>
        </p:grpSpPr>
        <p:grpSp>
          <p:nvGrpSpPr>
            <p:cNvPr id="1163" name="Google Shape;1163;p19"/>
            <p:cNvGrpSpPr/>
            <p:nvPr/>
          </p:nvGrpSpPr>
          <p:grpSpPr>
            <a:xfrm>
              <a:off x="251918" y="3961478"/>
              <a:ext cx="342846" cy="1181857"/>
              <a:chOff x="1539875" y="3257551"/>
              <a:chExt cx="511176" cy="1762125"/>
            </a:xfrm>
          </p:grpSpPr>
          <p:sp>
            <p:nvSpPr>
              <p:cNvPr id="1164" name="Google Shape;1164;p19"/>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5" name="Google Shape;1165;p19"/>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6" name="Google Shape;1166;p19"/>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7" name="Google Shape;1167;p19"/>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8" name="Google Shape;1168;p19"/>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9" name="Google Shape;1169;p19"/>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70" name="Google Shape;1170;p19"/>
            <p:cNvGrpSpPr/>
            <p:nvPr/>
          </p:nvGrpSpPr>
          <p:grpSpPr>
            <a:xfrm>
              <a:off x="654915" y="4502797"/>
              <a:ext cx="185813" cy="640708"/>
              <a:chOff x="1539875" y="3257551"/>
              <a:chExt cx="511176" cy="1762125"/>
            </a:xfrm>
          </p:grpSpPr>
          <p:sp>
            <p:nvSpPr>
              <p:cNvPr id="1171" name="Google Shape;1171;p19"/>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2" name="Google Shape;1172;p19"/>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3" name="Google Shape;1173;p19"/>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4" name="Google Shape;1174;p19"/>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5" name="Google Shape;1175;p19"/>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6" name="Google Shape;1176;p19"/>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77" name="Google Shape;1177;p19"/>
            <p:cNvGrpSpPr/>
            <p:nvPr/>
          </p:nvGrpSpPr>
          <p:grpSpPr>
            <a:xfrm flipH="1">
              <a:off x="900882" y="4395772"/>
              <a:ext cx="216790" cy="747317"/>
              <a:chOff x="1539875" y="3257551"/>
              <a:chExt cx="511176" cy="1762125"/>
            </a:xfrm>
          </p:grpSpPr>
          <p:sp>
            <p:nvSpPr>
              <p:cNvPr id="1178" name="Google Shape;1178;p19"/>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9" name="Google Shape;1179;p19"/>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0" name="Google Shape;1180;p19"/>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1" name="Google Shape;1181;p19"/>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2" name="Google Shape;1182;p19"/>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3" name="Google Shape;1183;p19"/>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184" name="Google Shape;1184;p19"/>
          <p:cNvGrpSpPr/>
          <p:nvPr/>
        </p:nvGrpSpPr>
        <p:grpSpPr>
          <a:xfrm flipH="1">
            <a:off x="7805249" y="4415461"/>
            <a:ext cx="1442172" cy="736940"/>
            <a:chOff x="-46" y="2299799"/>
            <a:chExt cx="3480146" cy="1778330"/>
          </a:xfrm>
        </p:grpSpPr>
        <p:sp>
          <p:nvSpPr>
            <p:cNvPr id="1185" name="Google Shape;1185;p19"/>
            <p:cNvSpPr/>
            <p:nvPr/>
          </p:nvSpPr>
          <p:spPr>
            <a:xfrm flipH="1">
              <a:off x="138" y="2416729"/>
              <a:ext cx="3479961" cy="1476449"/>
            </a:xfrm>
            <a:custGeom>
              <a:avLst/>
              <a:gdLst/>
              <a:ahLst/>
              <a:cxnLst/>
              <a:rect l="l" t="t" r="r" b="b"/>
              <a:pathLst>
                <a:path w="2432" h="1031" extrusionOk="0">
                  <a:moveTo>
                    <a:pt x="2432" y="0"/>
                  </a:moveTo>
                  <a:cubicBezTo>
                    <a:pt x="1493" y="0"/>
                    <a:pt x="1493" y="0"/>
                    <a:pt x="1493" y="0"/>
                  </a:cubicBezTo>
                  <a:cubicBezTo>
                    <a:pt x="1493" y="18"/>
                    <a:pt x="1493" y="18"/>
                    <a:pt x="1493" y="18"/>
                  </a:cubicBezTo>
                  <a:cubicBezTo>
                    <a:pt x="1493" y="18"/>
                    <a:pt x="1262" y="18"/>
                    <a:pt x="1104" y="127"/>
                  </a:cubicBezTo>
                  <a:cubicBezTo>
                    <a:pt x="1079" y="146"/>
                    <a:pt x="1079" y="146"/>
                    <a:pt x="1079" y="146"/>
                  </a:cubicBezTo>
                  <a:cubicBezTo>
                    <a:pt x="1325" y="87"/>
                    <a:pt x="1325" y="87"/>
                    <a:pt x="1325" y="87"/>
                  </a:cubicBezTo>
                  <a:cubicBezTo>
                    <a:pt x="1376" y="109"/>
                    <a:pt x="1376" y="109"/>
                    <a:pt x="1376" y="109"/>
                  </a:cubicBezTo>
                  <a:cubicBezTo>
                    <a:pt x="1132" y="326"/>
                    <a:pt x="1132" y="326"/>
                    <a:pt x="1132" y="326"/>
                  </a:cubicBezTo>
                  <a:cubicBezTo>
                    <a:pt x="1132" y="326"/>
                    <a:pt x="637" y="428"/>
                    <a:pt x="384" y="565"/>
                  </a:cubicBezTo>
                  <a:cubicBezTo>
                    <a:pt x="384" y="565"/>
                    <a:pt x="0" y="819"/>
                    <a:pt x="34" y="875"/>
                  </a:cubicBezTo>
                  <a:cubicBezTo>
                    <a:pt x="67" y="931"/>
                    <a:pt x="284" y="1031"/>
                    <a:pt x="284" y="1031"/>
                  </a:cubicBezTo>
                  <a:cubicBezTo>
                    <a:pt x="1117" y="1031"/>
                    <a:pt x="1117" y="1031"/>
                    <a:pt x="1117" y="1031"/>
                  </a:cubicBezTo>
                  <a:cubicBezTo>
                    <a:pt x="1197" y="948"/>
                    <a:pt x="1197" y="948"/>
                    <a:pt x="1197" y="948"/>
                  </a:cubicBezTo>
                  <a:cubicBezTo>
                    <a:pt x="2432" y="948"/>
                    <a:pt x="2432" y="948"/>
                    <a:pt x="2432" y="948"/>
                  </a:cubicBezTo>
                  <a:cubicBezTo>
                    <a:pt x="2432" y="0"/>
                    <a:pt x="2432" y="0"/>
                    <a:pt x="2432" y="0"/>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6" name="Google Shape;1186;p19"/>
            <p:cNvSpPr/>
            <p:nvPr/>
          </p:nvSpPr>
          <p:spPr>
            <a:xfrm flipH="1">
              <a:off x="137" y="3589512"/>
              <a:ext cx="3434586" cy="303667"/>
            </a:xfrm>
            <a:custGeom>
              <a:avLst/>
              <a:gdLst/>
              <a:ahLst/>
              <a:cxnLst/>
              <a:rect l="l" t="t" r="r" b="b"/>
              <a:pathLst>
                <a:path w="2400" h="212" extrusionOk="0">
                  <a:moveTo>
                    <a:pt x="1165" y="129"/>
                  </a:moveTo>
                  <a:cubicBezTo>
                    <a:pt x="2400" y="129"/>
                    <a:pt x="2400" y="129"/>
                    <a:pt x="2400" y="129"/>
                  </a:cubicBezTo>
                  <a:cubicBezTo>
                    <a:pt x="2400" y="0"/>
                    <a:pt x="2400" y="0"/>
                    <a:pt x="2400" y="0"/>
                  </a:cubicBezTo>
                  <a:cubicBezTo>
                    <a:pt x="1222" y="0"/>
                    <a:pt x="1222" y="0"/>
                    <a:pt x="1222" y="0"/>
                  </a:cubicBezTo>
                  <a:cubicBezTo>
                    <a:pt x="903" y="121"/>
                    <a:pt x="903" y="121"/>
                    <a:pt x="903" y="121"/>
                  </a:cubicBezTo>
                  <a:cubicBezTo>
                    <a:pt x="903" y="121"/>
                    <a:pt x="552" y="121"/>
                    <a:pt x="305" y="121"/>
                  </a:cubicBezTo>
                  <a:cubicBezTo>
                    <a:pt x="58" y="121"/>
                    <a:pt x="3" y="48"/>
                    <a:pt x="3" y="48"/>
                  </a:cubicBezTo>
                  <a:cubicBezTo>
                    <a:pt x="3" y="48"/>
                    <a:pt x="2" y="48"/>
                    <a:pt x="0" y="50"/>
                  </a:cubicBezTo>
                  <a:cubicBezTo>
                    <a:pt x="0" y="52"/>
                    <a:pt x="0" y="54"/>
                    <a:pt x="2" y="56"/>
                  </a:cubicBezTo>
                  <a:cubicBezTo>
                    <a:pt x="35" y="112"/>
                    <a:pt x="252" y="212"/>
                    <a:pt x="252" y="212"/>
                  </a:cubicBezTo>
                  <a:cubicBezTo>
                    <a:pt x="1085" y="212"/>
                    <a:pt x="1085" y="212"/>
                    <a:pt x="1085" y="212"/>
                  </a:cubicBezTo>
                  <a:lnTo>
                    <a:pt x="1165" y="129"/>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7" name="Google Shape;1187;p19"/>
            <p:cNvSpPr/>
            <p:nvPr/>
          </p:nvSpPr>
          <p:spPr>
            <a:xfrm flipH="1">
              <a:off x="135" y="3774504"/>
              <a:ext cx="1834224" cy="280980"/>
            </a:xfrm>
            <a:custGeom>
              <a:avLst/>
              <a:gdLst/>
              <a:ahLst/>
              <a:cxnLst/>
              <a:rect l="l" t="t" r="r" b="b"/>
              <a:pathLst>
                <a:path w="1051" h="161" extrusionOk="0">
                  <a:moveTo>
                    <a:pt x="30" y="161"/>
                  </a:moveTo>
                  <a:lnTo>
                    <a:pt x="1051" y="161"/>
                  </a:lnTo>
                  <a:lnTo>
                    <a:pt x="1051" y="0"/>
                  </a:lnTo>
                  <a:lnTo>
                    <a:pt x="93" y="0"/>
                  </a:lnTo>
                  <a:lnTo>
                    <a:pt x="0" y="90"/>
                  </a:lnTo>
                  <a:lnTo>
                    <a:pt x="30" y="161"/>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8" name="Google Shape;1188;p19"/>
            <p:cNvSpPr/>
            <p:nvPr/>
          </p:nvSpPr>
          <p:spPr>
            <a:xfrm flipH="1">
              <a:off x="1492296" y="2497009"/>
              <a:ext cx="445031" cy="385693"/>
            </a:xfrm>
            <a:custGeom>
              <a:avLst/>
              <a:gdLst/>
              <a:ahLst/>
              <a:cxnLst/>
              <a:rect l="l" t="t" r="r" b="b"/>
              <a:pathLst>
                <a:path w="255" h="221" extrusionOk="0">
                  <a:moveTo>
                    <a:pt x="244" y="43"/>
                  </a:moveTo>
                  <a:lnTo>
                    <a:pt x="44" y="221"/>
                  </a:lnTo>
                  <a:lnTo>
                    <a:pt x="255" y="37"/>
                  </a:lnTo>
                  <a:lnTo>
                    <a:pt x="191" y="0"/>
                  </a:lnTo>
                  <a:lnTo>
                    <a:pt x="0" y="74"/>
                  </a:lnTo>
                  <a:lnTo>
                    <a:pt x="202" y="25"/>
                  </a:lnTo>
                  <a:lnTo>
                    <a:pt x="244" y="43"/>
                  </a:lnTo>
                  <a:close/>
                </a:path>
              </a:pathLst>
            </a:custGeom>
            <a:solidFill>
              <a:srgbClr val="E1E1E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9" name="Google Shape;1189;p19"/>
            <p:cNvSpPr/>
            <p:nvPr/>
          </p:nvSpPr>
          <p:spPr>
            <a:xfrm flipH="1">
              <a:off x="1492296" y="2497009"/>
              <a:ext cx="445031" cy="385693"/>
            </a:xfrm>
            <a:custGeom>
              <a:avLst/>
              <a:gdLst/>
              <a:ahLst/>
              <a:cxnLst/>
              <a:rect l="l" t="t" r="r" b="b"/>
              <a:pathLst>
                <a:path w="255" h="221" extrusionOk="0">
                  <a:moveTo>
                    <a:pt x="244" y="43"/>
                  </a:moveTo>
                  <a:lnTo>
                    <a:pt x="44" y="221"/>
                  </a:lnTo>
                  <a:lnTo>
                    <a:pt x="255" y="37"/>
                  </a:lnTo>
                  <a:lnTo>
                    <a:pt x="191" y="0"/>
                  </a:lnTo>
                  <a:lnTo>
                    <a:pt x="0" y="74"/>
                  </a:lnTo>
                  <a:lnTo>
                    <a:pt x="202" y="25"/>
                  </a:lnTo>
                  <a:lnTo>
                    <a:pt x="244" y="43"/>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0" name="Google Shape;1190;p19"/>
            <p:cNvSpPr/>
            <p:nvPr/>
          </p:nvSpPr>
          <p:spPr>
            <a:xfrm flipH="1">
              <a:off x="1450398" y="3783230"/>
              <a:ext cx="2967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1" name="Google Shape;1191;p19"/>
            <p:cNvSpPr/>
            <p:nvPr/>
          </p:nvSpPr>
          <p:spPr>
            <a:xfrm flipH="1">
              <a:off x="1474865" y="3805918"/>
              <a:ext cx="2478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2" name="Google Shape;1192;p19"/>
            <p:cNvSpPr/>
            <p:nvPr/>
          </p:nvSpPr>
          <p:spPr>
            <a:xfrm flipH="1">
              <a:off x="1487061"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09" y="21"/>
                    <a:pt x="135" y="46"/>
                    <a:pt x="135" y="78"/>
                  </a:cubicBezTo>
                  <a:cubicBezTo>
                    <a:pt x="135" y="109"/>
                    <a:pt x="109"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3" name="Google Shape;1193;p19"/>
            <p:cNvSpPr/>
            <p:nvPr/>
          </p:nvSpPr>
          <p:spPr>
            <a:xfrm flipH="1">
              <a:off x="1141440"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4" name="Google Shape;1194;p19"/>
            <p:cNvSpPr/>
            <p:nvPr/>
          </p:nvSpPr>
          <p:spPr>
            <a:xfrm flipH="1">
              <a:off x="1165907"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5" name="Google Shape;1195;p19"/>
            <p:cNvSpPr/>
            <p:nvPr/>
          </p:nvSpPr>
          <p:spPr>
            <a:xfrm flipH="1">
              <a:off x="1179903"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09" y="21"/>
                    <a:pt x="135" y="46"/>
                    <a:pt x="135" y="78"/>
                  </a:cubicBezTo>
                  <a:cubicBezTo>
                    <a:pt x="135" y="109"/>
                    <a:pt x="109"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6" name="Google Shape;1196;p19"/>
            <p:cNvSpPr/>
            <p:nvPr/>
          </p:nvSpPr>
          <p:spPr>
            <a:xfrm flipH="1">
              <a:off x="307226"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7" name="Google Shape;1197;p19"/>
            <p:cNvSpPr/>
            <p:nvPr/>
          </p:nvSpPr>
          <p:spPr>
            <a:xfrm flipH="1">
              <a:off x="331693"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8" name="Google Shape;1198;p19"/>
            <p:cNvSpPr/>
            <p:nvPr/>
          </p:nvSpPr>
          <p:spPr>
            <a:xfrm flipH="1">
              <a:off x="345689"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10" y="21"/>
                    <a:pt x="135" y="46"/>
                    <a:pt x="135" y="78"/>
                  </a:cubicBezTo>
                  <a:cubicBezTo>
                    <a:pt x="135" y="109"/>
                    <a:pt x="110"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9" name="Google Shape;1199;p19"/>
            <p:cNvSpPr/>
            <p:nvPr/>
          </p:nvSpPr>
          <p:spPr>
            <a:xfrm flipH="1">
              <a:off x="68"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0" name="Google Shape;1200;p19"/>
            <p:cNvSpPr/>
            <p:nvPr/>
          </p:nvSpPr>
          <p:spPr>
            <a:xfrm flipH="1">
              <a:off x="24535"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1" name="Google Shape;1201;p19"/>
            <p:cNvSpPr/>
            <p:nvPr/>
          </p:nvSpPr>
          <p:spPr>
            <a:xfrm flipH="1">
              <a:off x="36785"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10" y="21"/>
                    <a:pt x="135" y="46"/>
                    <a:pt x="135" y="78"/>
                  </a:cubicBezTo>
                  <a:cubicBezTo>
                    <a:pt x="135" y="109"/>
                    <a:pt x="110"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2" name="Google Shape;1202;p19"/>
            <p:cNvSpPr/>
            <p:nvPr/>
          </p:nvSpPr>
          <p:spPr>
            <a:xfrm flipH="1">
              <a:off x="115321" y="3893179"/>
              <a:ext cx="1518339" cy="172777"/>
            </a:xfrm>
            <a:custGeom>
              <a:avLst/>
              <a:gdLst/>
              <a:ahLst/>
              <a:cxnLst/>
              <a:rect l="l" t="t" r="r" b="b"/>
              <a:pathLst>
                <a:path w="1061" h="121" extrusionOk="0">
                  <a:moveTo>
                    <a:pt x="714" y="14"/>
                  </a:moveTo>
                  <a:cubicBezTo>
                    <a:pt x="702" y="0"/>
                    <a:pt x="702" y="0"/>
                    <a:pt x="702" y="0"/>
                  </a:cubicBezTo>
                  <a:cubicBezTo>
                    <a:pt x="359" y="0"/>
                    <a:pt x="359" y="0"/>
                    <a:pt x="359" y="0"/>
                  </a:cubicBezTo>
                  <a:cubicBezTo>
                    <a:pt x="347" y="14"/>
                    <a:pt x="347" y="14"/>
                    <a:pt x="347" y="14"/>
                  </a:cubicBezTo>
                  <a:cubicBezTo>
                    <a:pt x="21" y="14"/>
                    <a:pt x="21" y="14"/>
                    <a:pt x="21" y="14"/>
                  </a:cubicBezTo>
                  <a:cubicBezTo>
                    <a:pt x="16" y="14"/>
                    <a:pt x="11" y="16"/>
                    <a:pt x="7" y="19"/>
                  </a:cubicBezTo>
                  <a:cubicBezTo>
                    <a:pt x="3" y="23"/>
                    <a:pt x="0" y="28"/>
                    <a:pt x="0" y="35"/>
                  </a:cubicBezTo>
                  <a:cubicBezTo>
                    <a:pt x="0" y="39"/>
                    <a:pt x="1" y="43"/>
                    <a:pt x="3" y="46"/>
                  </a:cubicBezTo>
                  <a:cubicBezTo>
                    <a:pt x="7" y="52"/>
                    <a:pt x="13" y="56"/>
                    <a:pt x="21" y="56"/>
                  </a:cubicBezTo>
                  <a:cubicBezTo>
                    <a:pt x="222" y="56"/>
                    <a:pt x="222" y="56"/>
                    <a:pt x="222" y="56"/>
                  </a:cubicBezTo>
                  <a:cubicBezTo>
                    <a:pt x="292" y="121"/>
                    <a:pt x="292" y="121"/>
                    <a:pt x="292" y="121"/>
                  </a:cubicBezTo>
                  <a:cubicBezTo>
                    <a:pt x="769" y="121"/>
                    <a:pt x="769" y="121"/>
                    <a:pt x="769" y="121"/>
                  </a:cubicBezTo>
                  <a:cubicBezTo>
                    <a:pt x="839" y="56"/>
                    <a:pt x="839" y="56"/>
                    <a:pt x="839" y="56"/>
                  </a:cubicBezTo>
                  <a:cubicBezTo>
                    <a:pt x="1040" y="56"/>
                    <a:pt x="1040" y="56"/>
                    <a:pt x="1040" y="56"/>
                  </a:cubicBezTo>
                  <a:cubicBezTo>
                    <a:pt x="1047" y="56"/>
                    <a:pt x="1053" y="53"/>
                    <a:pt x="1057" y="48"/>
                  </a:cubicBezTo>
                  <a:cubicBezTo>
                    <a:pt x="1059" y="45"/>
                    <a:pt x="1061" y="40"/>
                    <a:pt x="1061" y="35"/>
                  </a:cubicBezTo>
                  <a:cubicBezTo>
                    <a:pt x="1061" y="30"/>
                    <a:pt x="1060" y="26"/>
                    <a:pt x="1057" y="23"/>
                  </a:cubicBezTo>
                  <a:cubicBezTo>
                    <a:pt x="1054" y="17"/>
                    <a:pt x="1047" y="14"/>
                    <a:pt x="1040" y="14"/>
                  </a:cubicBezTo>
                  <a:lnTo>
                    <a:pt x="714" y="1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3" name="Google Shape;1203;p19"/>
            <p:cNvSpPr/>
            <p:nvPr/>
          </p:nvSpPr>
          <p:spPr>
            <a:xfrm flipH="1">
              <a:off x="1457296"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4" name="Google Shape;1204;p19"/>
            <p:cNvSpPr/>
            <p:nvPr/>
          </p:nvSpPr>
          <p:spPr>
            <a:xfrm flipH="1">
              <a:off x="1340367"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5" name="Google Shape;1205;p19"/>
            <p:cNvSpPr/>
            <p:nvPr/>
          </p:nvSpPr>
          <p:spPr>
            <a:xfrm flipH="1">
              <a:off x="1291607" y="3758797"/>
              <a:ext cx="324600" cy="43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6" name="Google Shape;1206;p19"/>
            <p:cNvSpPr/>
            <p:nvPr/>
          </p:nvSpPr>
          <p:spPr>
            <a:xfrm flipH="1">
              <a:off x="312679" y="3758797"/>
              <a:ext cx="1098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7" name="Google Shape;1207;p19"/>
            <p:cNvSpPr/>
            <p:nvPr/>
          </p:nvSpPr>
          <p:spPr>
            <a:xfrm flipH="1">
              <a:off x="195504"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8" name="Google Shape;1208;p19"/>
            <p:cNvSpPr/>
            <p:nvPr/>
          </p:nvSpPr>
          <p:spPr>
            <a:xfrm flipH="1">
              <a:off x="146745" y="3758797"/>
              <a:ext cx="324600" cy="43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9" name="Google Shape;1209;p19"/>
            <p:cNvSpPr/>
            <p:nvPr/>
          </p:nvSpPr>
          <p:spPr>
            <a:xfrm flipH="1">
              <a:off x="-46" y="2416729"/>
              <a:ext cx="1344000" cy="261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0" name="Google Shape;1210;p19"/>
            <p:cNvSpPr/>
            <p:nvPr/>
          </p:nvSpPr>
          <p:spPr>
            <a:xfrm flipH="1">
              <a:off x="490383" y="2299799"/>
              <a:ext cx="769800" cy="768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1" name="Google Shape;1211;p19"/>
            <p:cNvSpPr/>
            <p:nvPr/>
          </p:nvSpPr>
          <p:spPr>
            <a:xfrm flipH="1">
              <a:off x="572808" y="2376589"/>
              <a:ext cx="642000" cy="402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2" name="Google Shape;1212;p19"/>
            <p:cNvSpPr/>
            <p:nvPr/>
          </p:nvSpPr>
          <p:spPr>
            <a:xfrm flipH="1">
              <a:off x="530681" y="3956006"/>
              <a:ext cx="685871" cy="66318"/>
            </a:xfrm>
            <a:custGeom>
              <a:avLst/>
              <a:gdLst/>
              <a:ahLst/>
              <a:cxnLst/>
              <a:rect l="l" t="t" r="r" b="b"/>
              <a:pathLst>
                <a:path w="393" h="38" extrusionOk="0">
                  <a:moveTo>
                    <a:pt x="0" y="0"/>
                  </a:moveTo>
                  <a:lnTo>
                    <a:pt x="34" y="38"/>
                  </a:lnTo>
                  <a:lnTo>
                    <a:pt x="359" y="38"/>
                  </a:lnTo>
                  <a:lnTo>
                    <a:pt x="393"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3" name="Google Shape;1213;p19"/>
            <p:cNvSpPr/>
            <p:nvPr/>
          </p:nvSpPr>
          <p:spPr>
            <a:xfrm flipH="1">
              <a:off x="131" y="3713421"/>
              <a:ext cx="3328134" cy="342062"/>
            </a:xfrm>
            <a:custGeom>
              <a:avLst/>
              <a:gdLst/>
              <a:ahLst/>
              <a:cxnLst/>
              <a:rect l="l" t="t" r="r" b="b"/>
              <a:pathLst>
                <a:path w="2326" h="239" extrusionOk="0">
                  <a:moveTo>
                    <a:pt x="1081" y="239"/>
                  </a:moveTo>
                  <a:cubicBezTo>
                    <a:pt x="1044" y="152"/>
                    <a:pt x="1044" y="152"/>
                    <a:pt x="1044" y="152"/>
                  </a:cubicBezTo>
                  <a:cubicBezTo>
                    <a:pt x="1158" y="42"/>
                    <a:pt x="1158" y="42"/>
                    <a:pt x="1158" y="42"/>
                  </a:cubicBezTo>
                  <a:cubicBezTo>
                    <a:pt x="2326" y="42"/>
                    <a:pt x="2326" y="42"/>
                    <a:pt x="2326" y="42"/>
                  </a:cubicBezTo>
                  <a:cubicBezTo>
                    <a:pt x="2326" y="0"/>
                    <a:pt x="2326" y="0"/>
                    <a:pt x="2326" y="0"/>
                  </a:cubicBezTo>
                  <a:cubicBezTo>
                    <a:pt x="1010" y="0"/>
                    <a:pt x="1010" y="0"/>
                    <a:pt x="1010" y="0"/>
                  </a:cubicBezTo>
                  <a:cubicBezTo>
                    <a:pt x="880" y="125"/>
                    <a:pt x="880" y="125"/>
                    <a:pt x="880" y="125"/>
                  </a:cubicBezTo>
                  <a:cubicBezTo>
                    <a:pt x="178" y="125"/>
                    <a:pt x="178" y="125"/>
                    <a:pt x="178" y="125"/>
                  </a:cubicBezTo>
                  <a:cubicBezTo>
                    <a:pt x="178" y="125"/>
                    <a:pt x="88" y="239"/>
                    <a:pt x="0" y="239"/>
                  </a:cubicBezTo>
                  <a:lnTo>
                    <a:pt x="1081" y="239"/>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4" name="Google Shape;1214;p19"/>
            <p:cNvSpPr/>
            <p:nvPr/>
          </p:nvSpPr>
          <p:spPr>
            <a:xfrm flipH="1">
              <a:off x="135" y="3210800"/>
              <a:ext cx="2947672" cy="530545"/>
            </a:xfrm>
            <a:custGeom>
              <a:avLst/>
              <a:gdLst/>
              <a:ahLst/>
              <a:cxnLst/>
              <a:rect l="l" t="t" r="r" b="b"/>
              <a:pathLst>
                <a:path w="1689" h="304" extrusionOk="0">
                  <a:moveTo>
                    <a:pt x="1689" y="184"/>
                  </a:moveTo>
                  <a:lnTo>
                    <a:pt x="709" y="184"/>
                  </a:lnTo>
                  <a:lnTo>
                    <a:pt x="453" y="304"/>
                  </a:lnTo>
                  <a:lnTo>
                    <a:pt x="0" y="304"/>
                  </a:lnTo>
                  <a:lnTo>
                    <a:pt x="447" y="288"/>
                  </a:lnTo>
                  <a:lnTo>
                    <a:pt x="960" y="0"/>
                  </a:lnTo>
                  <a:lnTo>
                    <a:pt x="1689" y="0"/>
                  </a:lnTo>
                  <a:lnTo>
                    <a:pt x="1689" y="184"/>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5" name="Google Shape;1215;p19"/>
            <p:cNvSpPr/>
            <p:nvPr/>
          </p:nvSpPr>
          <p:spPr>
            <a:xfrm flipH="1">
              <a:off x="2129398" y="3497015"/>
              <a:ext cx="694500" cy="4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6" name="Google Shape;1216;p19"/>
            <p:cNvSpPr/>
            <p:nvPr/>
          </p:nvSpPr>
          <p:spPr>
            <a:xfrm flipH="1">
              <a:off x="135" y="2554600"/>
              <a:ext cx="769641" cy="394418"/>
            </a:xfrm>
            <a:custGeom>
              <a:avLst/>
              <a:gdLst/>
              <a:ahLst/>
              <a:cxnLst/>
              <a:rect l="l" t="t" r="r" b="b"/>
              <a:pathLst>
                <a:path w="538" h="276" extrusionOk="0">
                  <a:moveTo>
                    <a:pt x="46" y="0"/>
                  </a:moveTo>
                  <a:cubicBezTo>
                    <a:pt x="538" y="0"/>
                    <a:pt x="538" y="0"/>
                    <a:pt x="538" y="0"/>
                  </a:cubicBezTo>
                  <a:cubicBezTo>
                    <a:pt x="538" y="276"/>
                    <a:pt x="538" y="276"/>
                    <a:pt x="538" y="276"/>
                  </a:cubicBezTo>
                  <a:cubicBezTo>
                    <a:pt x="46" y="276"/>
                    <a:pt x="46" y="276"/>
                    <a:pt x="46" y="276"/>
                  </a:cubicBezTo>
                  <a:cubicBezTo>
                    <a:pt x="34" y="276"/>
                    <a:pt x="24" y="272"/>
                    <a:pt x="16" y="265"/>
                  </a:cubicBezTo>
                  <a:cubicBezTo>
                    <a:pt x="6" y="256"/>
                    <a:pt x="0" y="244"/>
                    <a:pt x="0" y="230"/>
                  </a:cubicBezTo>
                  <a:cubicBezTo>
                    <a:pt x="0" y="46"/>
                    <a:pt x="0" y="46"/>
                    <a:pt x="0" y="46"/>
                  </a:cubicBezTo>
                  <a:cubicBezTo>
                    <a:pt x="0" y="32"/>
                    <a:pt x="6" y="20"/>
                    <a:pt x="15" y="12"/>
                  </a:cubicBezTo>
                  <a:cubicBezTo>
                    <a:pt x="23" y="5"/>
                    <a:pt x="34" y="0"/>
                    <a:pt x="46"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7" name="Google Shape;1217;p19"/>
            <p:cNvSpPr/>
            <p:nvPr/>
          </p:nvSpPr>
          <p:spPr>
            <a:xfrm flipH="1">
              <a:off x="135" y="2554600"/>
              <a:ext cx="769641" cy="83770"/>
            </a:xfrm>
            <a:custGeom>
              <a:avLst/>
              <a:gdLst/>
              <a:ahLst/>
              <a:cxnLst/>
              <a:rect l="l" t="t" r="r" b="b"/>
              <a:pathLst>
                <a:path w="538" h="59" extrusionOk="0">
                  <a:moveTo>
                    <a:pt x="46" y="0"/>
                  </a:moveTo>
                  <a:cubicBezTo>
                    <a:pt x="34" y="0"/>
                    <a:pt x="23" y="5"/>
                    <a:pt x="15" y="12"/>
                  </a:cubicBezTo>
                  <a:cubicBezTo>
                    <a:pt x="6" y="20"/>
                    <a:pt x="0" y="32"/>
                    <a:pt x="0" y="46"/>
                  </a:cubicBezTo>
                  <a:cubicBezTo>
                    <a:pt x="0" y="59"/>
                    <a:pt x="0" y="59"/>
                    <a:pt x="0" y="59"/>
                  </a:cubicBezTo>
                  <a:cubicBezTo>
                    <a:pt x="0" y="46"/>
                    <a:pt x="6" y="34"/>
                    <a:pt x="15" y="25"/>
                  </a:cubicBezTo>
                  <a:cubicBezTo>
                    <a:pt x="23" y="18"/>
                    <a:pt x="34" y="14"/>
                    <a:pt x="46" y="14"/>
                  </a:cubicBezTo>
                  <a:cubicBezTo>
                    <a:pt x="538" y="14"/>
                    <a:pt x="538" y="14"/>
                    <a:pt x="538" y="14"/>
                  </a:cubicBezTo>
                  <a:cubicBezTo>
                    <a:pt x="538" y="0"/>
                    <a:pt x="538" y="0"/>
                    <a:pt x="538" y="0"/>
                  </a:cubicBezTo>
                  <a:lnTo>
                    <a:pt x="46"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8" name="Google Shape;1218;p19"/>
            <p:cNvSpPr/>
            <p:nvPr/>
          </p:nvSpPr>
          <p:spPr>
            <a:xfrm flipH="1">
              <a:off x="1511496" y="2540639"/>
              <a:ext cx="1486923" cy="731244"/>
            </a:xfrm>
            <a:custGeom>
              <a:avLst/>
              <a:gdLst/>
              <a:ahLst/>
              <a:cxnLst/>
              <a:rect l="l" t="t" r="r" b="b"/>
              <a:pathLst>
                <a:path w="1039" h="510" extrusionOk="0">
                  <a:moveTo>
                    <a:pt x="988" y="0"/>
                  </a:moveTo>
                  <a:cubicBezTo>
                    <a:pt x="742" y="59"/>
                    <a:pt x="742" y="59"/>
                    <a:pt x="742" y="59"/>
                  </a:cubicBezTo>
                  <a:cubicBezTo>
                    <a:pt x="415" y="213"/>
                    <a:pt x="11" y="503"/>
                    <a:pt x="0" y="510"/>
                  </a:cubicBezTo>
                  <a:cubicBezTo>
                    <a:pt x="28" y="491"/>
                    <a:pt x="47" y="479"/>
                    <a:pt x="47" y="478"/>
                  </a:cubicBezTo>
                  <a:cubicBezTo>
                    <a:pt x="47" y="478"/>
                    <a:pt x="47" y="478"/>
                    <a:pt x="47" y="478"/>
                  </a:cubicBezTo>
                  <a:cubicBezTo>
                    <a:pt x="300" y="341"/>
                    <a:pt x="795" y="239"/>
                    <a:pt x="795" y="239"/>
                  </a:cubicBezTo>
                  <a:cubicBezTo>
                    <a:pt x="1039" y="22"/>
                    <a:pt x="1039" y="22"/>
                    <a:pt x="1039" y="22"/>
                  </a:cubicBezTo>
                  <a:cubicBezTo>
                    <a:pt x="988" y="0"/>
                    <a:pt x="988" y="0"/>
                    <a:pt x="988" y="0"/>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9" name="Google Shape;1219;p19"/>
            <p:cNvSpPr/>
            <p:nvPr/>
          </p:nvSpPr>
          <p:spPr>
            <a:xfrm flipH="1">
              <a:off x="2930355" y="3224762"/>
              <a:ext cx="68064" cy="48866"/>
            </a:xfrm>
            <a:custGeom>
              <a:avLst/>
              <a:gdLst/>
              <a:ahLst/>
              <a:cxnLst/>
              <a:rect l="l" t="t" r="r" b="b"/>
              <a:pathLst>
                <a:path w="47" h="33" extrusionOk="0">
                  <a:moveTo>
                    <a:pt x="47" y="0"/>
                  </a:moveTo>
                  <a:cubicBezTo>
                    <a:pt x="47" y="1"/>
                    <a:pt x="28" y="13"/>
                    <a:pt x="0" y="32"/>
                  </a:cubicBezTo>
                  <a:cubicBezTo>
                    <a:pt x="0" y="33"/>
                    <a:pt x="0" y="33"/>
                    <a:pt x="0" y="33"/>
                  </a:cubicBezTo>
                  <a:cubicBezTo>
                    <a:pt x="28" y="13"/>
                    <a:pt x="47" y="1"/>
                    <a:pt x="47" y="0"/>
                  </a:cubicBezTo>
                </a:path>
              </a:pathLst>
            </a:custGeom>
            <a:solidFill>
              <a:srgbClr val="2FCBE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0" name="Google Shape;1220;p19"/>
            <p:cNvSpPr/>
            <p:nvPr/>
          </p:nvSpPr>
          <p:spPr>
            <a:xfrm flipH="1">
              <a:off x="1511494" y="2516206"/>
              <a:ext cx="425833" cy="109949"/>
            </a:xfrm>
            <a:custGeom>
              <a:avLst/>
              <a:gdLst/>
              <a:ahLst/>
              <a:cxnLst/>
              <a:rect l="l" t="t" r="r" b="b"/>
              <a:pathLst>
                <a:path w="244" h="63" extrusionOk="0">
                  <a:moveTo>
                    <a:pt x="189" y="0"/>
                  </a:moveTo>
                  <a:lnTo>
                    <a:pt x="0" y="63"/>
                  </a:lnTo>
                  <a:lnTo>
                    <a:pt x="202" y="14"/>
                  </a:lnTo>
                  <a:lnTo>
                    <a:pt x="244" y="32"/>
                  </a:lnTo>
                  <a:lnTo>
                    <a:pt x="189"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1" name="Google Shape;1221;p19"/>
            <p:cNvSpPr/>
            <p:nvPr/>
          </p:nvSpPr>
          <p:spPr>
            <a:xfrm flipH="1">
              <a:off x="1511494" y="2516206"/>
              <a:ext cx="425833" cy="109949"/>
            </a:xfrm>
            <a:custGeom>
              <a:avLst/>
              <a:gdLst/>
              <a:ahLst/>
              <a:cxnLst/>
              <a:rect l="l" t="t" r="r" b="b"/>
              <a:pathLst>
                <a:path w="244" h="63" extrusionOk="0">
                  <a:moveTo>
                    <a:pt x="189" y="0"/>
                  </a:moveTo>
                  <a:lnTo>
                    <a:pt x="0" y="63"/>
                  </a:lnTo>
                  <a:lnTo>
                    <a:pt x="202" y="14"/>
                  </a:lnTo>
                  <a:lnTo>
                    <a:pt x="244" y="32"/>
                  </a:lnTo>
                  <a:lnTo>
                    <a:pt x="189" y="0"/>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2" name="Google Shape;1222;p19"/>
            <p:cNvSpPr/>
            <p:nvPr/>
          </p:nvSpPr>
          <p:spPr>
            <a:xfrm flipH="1">
              <a:off x="1511494" y="2512656"/>
              <a:ext cx="425833" cy="366495"/>
            </a:xfrm>
            <a:custGeom>
              <a:avLst/>
              <a:gdLst/>
              <a:ahLst/>
              <a:cxnLst/>
              <a:rect l="l" t="t" r="r" b="b"/>
              <a:pathLst>
                <a:path w="244" h="210" extrusionOk="0">
                  <a:moveTo>
                    <a:pt x="0" y="63"/>
                  </a:moveTo>
                  <a:lnTo>
                    <a:pt x="189" y="11"/>
                  </a:lnTo>
                  <a:lnTo>
                    <a:pt x="228" y="36"/>
                  </a:lnTo>
                  <a:lnTo>
                    <a:pt x="44" y="210"/>
                  </a:lnTo>
                  <a:lnTo>
                    <a:pt x="244" y="32"/>
                  </a:lnTo>
                  <a:lnTo>
                    <a:pt x="189" y="0"/>
                  </a:lnTo>
                  <a:lnTo>
                    <a:pt x="0" y="63"/>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3" name="Google Shape;1223;p19"/>
            <p:cNvSpPr/>
            <p:nvPr/>
          </p:nvSpPr>
          <p:spPr>
            <a:xfrm flipH="1">
              <a:off x="136" y="2577289"/>
              <a:ext cx="1853421" cy="465972"/>
            </a:xfrm>
            <a:custGeom>
              <a:avLst/>
              <a:gdLst/>
              <a:ahLst/>
              <a:cxnLst/>
              <a:rect l="l" t="t" r="r" b="b"/>
              <a:pathLst>
                <a:path w="1062" h="267" extrusionOk="0">
                  <a:moveTo>
                    <a:pt x="1062" y="236"/>
                  </a:moveTo>
                  <a:lnTo>
                    <a:pt x="1062" y="234"/>
                  </a:lnTo>
                  <a:lnTo>
                    <a:pt x="599" y="234"/>
                  </a:lnTo>
                  <a:lnTo>
                    <a:pt x="599" y="0"/>
                  </a:lnTo>
                  <a:lnTo>
                    <a:pt x="263" y="0"/>
                  </a:lnTo>
                  <a:lnTo>
                    <a:pt x="0" y="236"/>
                  </a:lnTo>
                  <a:lnTo>
                    <a:pt x="597" y="236"/>
                  </a:lnTo>
                  <a:lnTo>
                    <a:pt x="597" y="267"/>
                  </a:lnTo>
                  <a:lnTo>
                    <a:pt x="1062" y="267"/>
                  </a:lnTo>
                  <a:lnTo>
                    <a:pt x="1062" y="265"/>
                  </a:lnTo>
                  <a:lnTo>
                    <a:pt x="599" y="265"/>
                  </a:lnTo>
                  <a:lnTo>
                    <a:pt x="599" y="236"/>
                  </a:lnTo>
                  <a:lnTo>
                    <a:pt x="1062" y="236"/>
                  </a:lnTo>
                  <a:close/>
                  <a:moveTo>
                    <a:pt x="597" y="234"/>
                  </a:moveTo>
                  <a:lnTo>
                    <a:pt x="7" y="234"/>
                  </a:lnTo>
                  <a:lnTo>
                    <a:pt x="264" y="2"/>
                  </a:lnTo>
                  <a:lnTo>
                    <a:pt x="597" y="2"/>
                  </a:lnTo>
                  <a:lnTo>
                    <a:pt x="597" y="23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4" name="Google Shape;1224;p19"/>
            <p:cNvSpPr/>
            <p:nvPr/>
          </p:nvSpPr>
          <p:spPr>
            <a:xfrm flipH="1">
              <a:off x="872625" y="3041515"/>
              <a:ext cx="1284600" cy="69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225" name="Google Shape;1225;p19"/>
          <p:cNvGrpSpPr/>
          <p:nvPr/>
        </p:nvGrpSpPr>
        <p:grpSpPr>
          <a:xfrm>
            <a:off x="6900127" y="232225"/>
            <a:ext cx="3126651" cy="615150"/>
            <a:chOff x="6900127" y="232225"/>
            <a:chExt cx="3126651" cy="615150"/>
          </a:xfrm>
        </p:grpSpPr>
        <p:sp>
          <p:nvSpPr>
            <p:cNvPr id="1226" name="Google Shape;1226;p19"/>
            <p:cNvSpPr/>
            <p:nvPr/>
          </p:nvSpPr>
          <p:spPr>
            <a:xfrm>
              <a:off x="6900127" y="232225"/>
              <a:ext cx="1207140" cy="181011"/>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7" name="Google Shape;1227;p19"/>
            <p:cNvSpPr/>
            <p:nvPr/>
          </p:nvSpPr>
          <p:spPr>
            <a:xfrm>
              <a:off x="8379200" y="499700"/>
              <a:ext cx="1647578" cy="347675"/>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1228"/>
        <p:cNvGrpSpPr/>
        <p:nvPr/>
      </p:nvGrpSpPr>
      <p:grpSpPr>
        <a:xfrm>
          <a:off x="0" y="0"/>
          <a:ext cx="0" cy="0"/>
          <a:chOff x="0" y="0"/>
          <a:chExt cx="0" cy="0"/>
        </a:xfrm>
      </p:grpSpPr>
      <p:pic>
        <p:nvPicPr>
          <p:cNvPr id="1229" name="Google Shape;1229;p20"/>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230" name="Google Shape;1230;p20"/>
          <p:cNvSpPr txBox="1">
            <a:spLocks noGrp="1"/>
          </p:cNvSpPr>
          <p:nvPr>
            <p:ph type="title" hasCustomPrompt="1"/>
          </p:nvPr>
        </p:nvSpPr>
        <p:spPr>
          <a:xfrm>
            <a:off x="1919700" y="590025"/>
            <a:ext cx="5364600" cy="636900"/>
          </a:xfrm>
          <a:prstGeom prst="rect">
            <a:avLst/>
          </a:prstGeom>
        </p:spPr>
        <p:txBody>
          <a:bodyPr spcFirstLastPara="1" wrap="square" lIns="91425" tIns="91425" rIns="91425" bIns="91425" anchor="b" anchorCtr="0">
            <a:noAutofit/>
          </a:bodyPr>
          <a:lstStyle>
            <a:lvl1pPr lvl="0" rtl="0">
              <a:spcBef>
                <a:spcPts val="0"/>
              </a:spcBef>
              <a:spcAft>
                <a:spcPts val="0"/>
              </a:spcAft>
              <a:buSzPts val="6200"/>
              <a:buNone/>
              <a:defRPr sz="3200">
                <a:solidFill>
                  <a:schemeClr val="lt1"/>
                </a:solidFill>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231" name="Google Shape;1231;p20"/>
          <p:cNvSpPr txBox="1">
            <a:spLocks noGrp="1"/>
          </p:cNvSpPr>
          <p:nvPr>
            <p:ph type="subTitle" idx="1"/>
          </p:nvPr>
        </p:nvSpPr>
        <p:spPr>
          <a:xfrm>
            <a:off x="1919700" y="1124226"/>
            <a:ext cx="5364600" cy="44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32" name="Google Shape;1232;p20"/>
          <p:cNvSpPr txBox="1">
            <a:spLocks noGrp="1"/>
          </p:cNvSpPr>
          <p:nvPr>
            <p:ph type="title" idx="2" hasCustomPrompt="1"/>
          </p:nvPr>
        </p:nvSpPr>
        <p:spPr>
          <a:xfrm>
            <a:off x="2492024" y="1581825"/>
            <a:ext cx="5364600" cy="636900"/>
          </a:xfrm>
          <a:prstGeom prst="rect">
            <a:avLst/>
          </a:prstGeom>
        </p:spPr>
        <p:txBody>
          <a:bodyPr spcFirstLastPara="1" wrap="square" lIns="91425" tIns="91425" rIns="91425" bIns="91425" anchor="b" anchorCtr="0">
            <a:noAutofit/>
          </a:bodyPr>
          <a:lstStyle>
            <a:lvl1pPr lvl="0" rtl="0">
              <a:spcBef>
                <a:spcPts val="0"/>
              </a:spcBef>
              <a:spcAft>
                <a:spcPts val="0"/>
              </a:spcAft>
              <a:buSzPts val="6200"/>
              <a:buNone/>
              <a:defRPr sz="3200">
                <a:solidFill>
                  <a:schemeClr val="lt1"/>
                </a:solidFill>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233" name="Google Shape;1233;p20"/>
          <p:cNvSpPr txBox="1">
            <a:spLocks noGrp="1"/>
          </p:cNvSpPr>
          <p:nvPr>
            <p:ph type="subTitle" idx="3"/>
          </p:nvPr>
        </p:nvSpPr>
        <p:spPr>
          <a:xfrm>
            <a:off x="2492024" y="2115925"/>
            <a:ext cx="5364600" cy="44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34" name="Google Shape;1234;p20"/>
          <p:cNvSpPr txBox="1">
            <a:spLocks noGrp="1"/>
          </p:cNvSpPr>
          <p:nvPr>
            <p:ph type="title" idx="4" hasCustomPrompt="1"/>
          </p:nvPr>
        </p:nvSpPr>
        <p:spPr>
          <a:xfrm>
            <a:off x="3064348" y="2573525"/>
            <a:ext cx="5364600" cy="636900"/>
          </a:xfrm>
          <a:prstGeom prst="rect">
            <a:avLst/>
          </a:prstGeom>
        </p:spPr>
        <p:txBody>
          <a:bodyPr spcFirstLastPara="1" wrap="square" lIns="91425" tIns="91425" rIns="91425" bIns="91425" anchor="b" anchorCtr="0">
            <a:noAutofit/>
          </a:bodyPr>
          <a:lstStyle>
            <a:lvl1pPr lvl="0" rtl="0">
              <a:spcBef>
                <a:spcPts val="0"/>
              </a:spcBef>
              <a:spcAft>
                <a:spcPts val="0"/>
              </a:spcAft>
              <a:buSzPts val="6200"/>
              <a:buNone/>
              <a:defRPr sz="3200">
                <a:solidFill>
                  <a:schemeClr val="lt1"/>
                </a:solidFill>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235" name="Google Shape;1235;p20"/>
          <p:cNvSpPr txBox="1">
            <a:spLocks noGrp="1"/>
          </p:cNvSpPr>
          <p:nvPr>
            <p:ph type="subTitle" idx="5"/>
          </p:nvPr>
        </p:nvSpPr>
        <p:spPr>
          <a:xfrm>
            <a:off x="3064348" y="3107625"/>
            <a:ext cx="5364600" cy="44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1236" name="Google Shape;1236;p20"/>
          <p:cNvGrpSpPr/>
          <p:nvPr/>
        </p:nvGrpSpPr>
        <p:grpSpPr>
          <a:xfrm>
            <a:off x="-231901" y="2610750"/>
            <a:ext cx="10539526" cy="2162723"/>
            <a:chOff x="-231901" y="2610750"/>
            <a:chExt cx="10539526" cy="2162723"/>
          </a:xfrm>
        </p:grpSpPr>
        <p:sp>
          <p:nvSpPr>
            <p:cNvPr id="1237" name="Google Shape;1237;p20"/>
            <p:cNvSpPr/>
            <p:nvPr/>
          </p:nvSpPr>
          <p:spPr>
            <a:xfrm>
              <a:off x="-231901" y="3707373"/>
              <a:ext cx="4673874" cy="1066100"/>
            </a:xfrm>
            <a:custGeom>
              <a:avLst/>
              <a:gdLst/>
              <a:ahLst/>
              <a:cxnLst/>
              <a:rect l="l" t="t" r="r" b="b"/>
              <a:pathLst>
                <a:path w="1435" h="328" extrusionOk="0">
                  <a:moveTo>
                    <a:pt x="1418" y="328"/>
                  </a:moveTo>
                  <a:cubicBezTo>
                    <a:pt x="1429" y="312"/>
                    <a:pt x="1435" y="293"/>
                    <a:pt x="1435" y="271"/>
                  </a:cubicBezTo>
                  <a:cubicBezTo>
                    <a:pt x="1435" y="216"/>
                    <a:pt x="1390" y="171"/>
                    <a:pt x="1335" y="171"/>
                  </a:cubicBezTo>
                  <a:cubicBezTo>
                    <a:pt x="1318" y="171"/>
                    <a:pt x="1302" y="175"/>
                    <a:pt x="1288" y="182"/>
                  </a:cubicBezTo>
                  <a:cubicBezTo>
                    <a:pt x="1281" y="171"/>
                    <a:pt x="1269" y="162"/>
                    <a:pt x="1256" y="160"/>
                  </a:cubicBezTo>
                  <a:cubicBezTo>
                    <a:pt x="1239" y="157"/>
                    <a:pt x="1224" y="154"/>
                    <a:pt x="1214" y="169"/>
                  </a:cubicBezTo>
                  <a:cubicBezTo>
                    <a:pt x="1218" y="144"/>
                    <a:pt x="1207" y="118"/>
                    <a:pt x="1187" y="104"/>
                  </a:cubicBezTo>
                  <a:cubicBezTo>
                    <a:pt x="1167" y="90"/>
                    <a:pt x="1139" y="87"/>
                    <a:pt x="1117" y="98"/>
                  </a:cubicBezTo>
                  <a:cubicBezTo>
                    <a:pt x="1108" y="60"/>
                    <a:pt x="1073" y="29"/>
                    <a:pt x="1034" y="25"/>
                  </a:cubicBezTo>
                  <a:cubicBezTo>
                    <a:pt x="995" y="21"/>
                    <a:pt x="954" y="44"/>
                    <a:pt x="938" y="80"/>
                  </a:cubicBezTo>
                  <a:cubicBezTo>
                    <a:pt x="915" y="63"/>
                    <a:pt x="883" y="57"/>
                    <a:pt x="856" y="64"/>
                  </a:cubicBezTo>
                  <a:cubicBezTo>
                    <a:pt x="828" y="72"/>
                    <a:pt x="804" y="94"/>
                    <a:pt x="793" y="121"/>
                  </a:cubicBezTo>
                  <a:cubicBezTo>
                    <a:pt x="779" y="111"/>
                    <a:pt x="758" y="103"/>
                    <a:pt x="744" y="113"/>
                  </a:cubicBezTo>
                  <a:cubicBezTo>
                    <a:pt x="743" y="96"/>
                    <a:pt x="732" y="80"/>
                    <a:pt x="716" y="72"/>
                  </a:cubicBezTo>
                  <a:cubicBezTo>
                    <a:pt x="701" y="65"/>
                    <a:pt x="682" y="66"/>
                    <a:pt x="667" y="76"/>
                  </a:cubicBezTo>
                  <a:cubicBezTo>
                    <a:pt x="657" y="42"/>
                    <a:pt x="627" y="14"/>
                    <a:pt x="592" y="7"/>
                  </a:cubicBezTo>
                  <a:cubicBezTo>
                    <a:pt x="557" y="0"/>
                    <a:pt x="524" y="12"/>
                    <a:pt x="501" y="39"/>
                  </a:cubicBezTo>
                  <a:cubicBezTo>
                    <a:pt x="492" y="35"/>
                    <a:pt x="482" y="34"/>
                    <a:pt x="473" y="36"/>
                  </a:cubicBezTo>
                  <a:cubicBezTo>
                    <a:pt x="449" y="39"/>
                    <a:pt x="428" y="58"/>
                    <a:pt x="422" y="82"/>
                  </a:cubicBezTo>
                  <a:cubicBezTo>
                    <a:pt x="415" y="75"/>
                    <a:pt x="402" y="74"/>
                    <a:pt x="392" y="76"/>
                  </a:cubicBezTo>
                  <a:cubicBezTo>
                    <a:pt x="382" y="78"/>
                    <a:pt x="372" y="84"/>
                    <a:pt x="367" y="93"/>
                  </a:cubicBezTo>
                  <a:cubicBezTo>
                    <a:pt x="351" y="76"/>
                    <a:pt x="325" y="66"/>
                    <a:pt x="301" y="66"/>
                  </a:cubicBezTo>
                  <a:cubicBezTo>
                    <a:pt x="277" y="66"/>
                    <a:pt x="254" y="75"/>
                    <a:pt x="237" y="92"/>
                  </a:cubicBezTo>
                  <a:cubicBezTo>
                    <a:pt x="232" y="85"/>
                    <a:pt x="223" y="81"/>
                    <a:pt x="214" y="81"/>
                  </a:cubicBezTo>
                  <a:cubicBezTo>
                    <a:pt x="205" y="81"/>
                    <a:pt x="196" y="86"/>
                    <a:pt x="191" y="94"/>
                  </a:cubicBezTo>
                  <a:cubicBezTo>
                    <a:pt x="174" y="79"/>
                    <a:pt x="149" y="70"/>
                    <a:pt x="127" y="74"/>
                  </a:cubicBezTo>
                  <a:cubicBezTo>
                    <a:pt x="104" y="77"/>
                    <a:pt x="84" y="90"/>
                    <a:pt x="72" y="110"/>
                  </a:cubicBezTo>
                  <a:cubicBezTo>
                    <a:pt x="41" y="67"/>
                    <a:pt x="0" y="72"/>
                    <a:pt x="0" y="72"/>
                  </a:cubicBezTo>
                  <a:cubicBezTo>
                    <a:pt x="0" y="328"/>
                    <a:pt x="0" y="328"/>
                    <a:pt x="0" y="328"/>
                  </a:cubicBezTo>
                  <a:lnTo>
                    <a:pt x="1418" y="328"/>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8" name="Google Shape;1238;p20"/>
            <p:cNvSpPr/>
            <p:nvPr/>
          </p:nvSpPr>
          <p:spPr>
            <a:xfrm flipH="1">
              <a:off x="4543412" y="2610750"/>
              <a:ext cx="5764213" cy="2114550"/>
            </a:xfrm>
            <a:custGeom>
              <a:avLst/>
              <a:gdLst/>
              <a:ahLst/>
              <a:cxnLst/>
              <a:rect l="l" t="t" r="r" b="b"/>
              <a:pathLst>
                <a:path w="3631" h="1332" extrusionOk="0">
                  <a:moveTo>
                    <a:pt x="0" y="0"/>
                  </a:moveTo>
                  <a:lnTo>
                    <a:pt x="412" y="102"/>
                  </a:lnTo>
                  <a:lnTo>
                    <a:pt x="468" y="247"/>
                  </a:lnTo>
                  <a:lnTo>
                    <a:pt x="574" y="280"/>
                  </a:lnTo>
                  <a:lnTo>
                    <a:pt x="663" y="506"/>
                  </a:lnTo>
                  <a:lnTo>
                    <a:pt x="655" y="413"/>
                  </a:lnTo>
                  <a:lnTo>
                    <a:pt x="809" y="448"/>
                  </a:lnTo>
                  <a:lnTo>
                    <a:pt x="882" y="581"/>
                  </a:lnTo>
                  <a:lnTo>
                    <a:pt x="1298" y="924"/>
                  </a:lnTo>
                  <a:lnTo>
                    <a:pt x="1311" y="872"/>
                  </a:lnTo>
                  <a:lnTo>
                    <a:pt x="1792" y="1080"/>
                  </a:lnTo>
                  <a:lnTo>
                    <a:pt x="3631" y="1332"/>
                  </a:lnTo>
                  <a:lnTo>
                    <a:pt x="0" y="1332"/>
                  </a:lnTo>
                  <a:lnTo>
                    <a:pt x="0" y="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239" name="Google Shape;1239;p20"/>
          <p:cNvGrpSpPr/>
          <p:nvPr/>
        </p:nvGrpSpPr>
        <p:grpSpPr>
          <a:xfrm>
            <a:off x="5721648" y="723713"/>
            <a:ext cx="2594717" cy="1022411"/>
            <a:chOff x="5603373" y="711288"/>
            <a:chExt cx="2594717" cy="1022411"/>
          </a:xfrm>
        </p:grpSpPr>
        <p:sp>
          <p:nvSpPr>
            <p:cNvPr id="1240" name="Google Shape;1240;p20"/>
            <p:cNvSpPr/>
            <p:nvPr/>
          </p:nvSpPr>
          <p:spPr>
            <a:xfrm>
              <a:off x="5603373" y="711288"/>
              <a:ext cx="2538925" cy="380700"/>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1" name="Google Shape;1241;p20"/>
            <p:cNvSpPr/>
            <p:nvPr/>
          </p:nvSpPr>
          <p:spPr>
            <a:xfrm flipH="1">
              <a:off x="7487281" y="1456630"/>
              <a:ext cx="710808" cy="277069"/>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242" name="Google Shape;1242;p20"/>
          <p:cNvGrpSpPr/>
          <p:nvPr/>
        </p:nvGrpSpPr>
        <p:grpSpPr>
          <a:xfrm>
            <a:off x="-423049" y="4116945"/>
            <a:ext cx="4125481" cy="601089"/>
            <a:chOff x="2058996" y="3799479"/>
            <a:chExt cx="4372066" cy="637017"/>
          </a:xfrm>
        </p:grpSpPr>
        <p:sp>
          <p:nvSpPr>
            <p:cNvPr id="1243" name="Google Shape;1243;p20"/>
            <p:cNvSpPr/>
            <p:nvPr/>
          </p:nvSpPr>
          <p:spPr>
            <a:xfrm>
              <a:off x="3863309" y="3834917"/>
              <a:ext cx="106500" cy="5661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4" name="Google Shape;1244;p20"/>
            <p:cNvSpPr/>
            <p:nvPr/>
          </p:nvSpPr>
          <p:spPr>
            <a:xfrm>
              <a:off x="2058996" y="3799479"/>
              <a:ext cx="1840800" cy="6369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5" name="Google Shape;1245;p20"/>
            <p:cNvSpPr/>
            <p:nvPr/>
          </p:nvSpPr>
          <p:spPr>
            <a:xfrm>
              <a:off x="2058996" y="4294596"/>
              <a:ext cx="1840800" cy="141900"/>
            </a:xfrm>
            <a:prstGeom prst="rect">
              <a:avLst/>
            </a:prstGeom>
            <a:solidFill>
              <a:srgbClr val="EC525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6" name="Google Shape;1246;p20"/>
            <p:cNvSpPr/>
            <p:nvPr/>
          </p:nvSpPr>
          <p:spPr>
            <a:xfrm>
              <a:off x="2058996" y="4294596"/>
              <a:ext cx="1840800" cy="1419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7" name="Google Shape;1247;p20"/>
            <p:cNvSpPr/>
            <p:nvPr/>
          </p:nvSpPr>
          <p:spPr>
            <a:xfrm>
              <a:off x="2058996" y="3905792"/>
              <a:ext cx="1840800" cy="211500"/>
            </a:xfrm>
            <a:prstGeom prst="rect">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8" name="Google Shape;1248;p20"/>
            <p:cNvSpPr/>
            <p:nvPr/>
          </p:nvSpPr>
          <p:spPr>
            <a:xfrm>
              <a:off x="2306051" y="3941230"/>
              <a:ext cx="89102" cy="140738"/>
            </a:xfrm>
            <a:custGeom>
              <a:avLst/>
              <a:gdLst/>
              <a:ahLst/>
              <a:cxnLst/>
              <a:rect l="l" t="t" r="r" b="b"/>
              <a:pathLst>
                <a:path w="76" h="121" extrusionOk="0">
                  <a:moveTo>
                    <a:pt x="59" y="0"/>
                  </a:moveTo>
                  <a:cubicBezTo>
                    <a:pt x="18" y="0"/>
                    <a:pt x="18" y="0"/>
                    <a:pt x="18" y="0"/>
                  </a:cubicBezTo>
                  <a:cubicBezTo>
                    <a:pt x="8" y="0"/>
                    <a:pt x="0" y="8"/>
                    <a:pt x="0" y="17"/>
                  </a:cubicBezTo>
                  <a:cubicBezTo>
                    <a:pt x="0" y="104"/>
                    <a:pt x="0" y="104"/>
                    <a:pt x="0" y="104"/>
                  </a:cubicBezTo>
                  <a:cubicBezTo>
                    <a:pt x="0" y="113"/>
                    <a:pt x="8" y="121"/>
                    <a:pt x="18" y="121"/>
                  </a:cubicBezTo>
                  <a:cubicBezTo>
                    <a:pt x="59" y="121"/>
                    <a:pt x="59" y="121"/>
                    <a:pt x="59" y="121"/>
                  </a:cubicBezTo>
                  <a:cubicBezTo>
                    <a:pt x="68" y="121"/>
                    <a:pt x="76" y="113"/>
                    <a:pt x="76" y="104"/>
                  </a:cubicBezTo>
                  <a:cubicBezTo>
                    <a:pt x="76" y="17"/>
                    <a:pt x="76" y="17"/>
                    <a:pt x="76" y="17"/>
                  </a:cubicBezTo>
                  <a:cubicBezTo>
                    <a:pt x="76" y="8"/>
                    <a:pt x="68" y="0"/>
                    <a:pt x="59"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9" name="Google Shape;1249;p20"/>
            <p:cNvSpPr/>
            <p:nvPr/>
          </p:nvSpPr>
          <p:spPr>
            <a:xfrm>
              <a:off x="2431604" y="3941230"/>
              <a:ext cx="87077" cy="140738"/>
            </a:xfrm>
            <a:custGeom>
              <a:avLst/>
              <a:gdLst/>
              <a:ahLst/>
              <a:cxnLst/>
              <a:rect l="l" t="t" r="r" b="b"/>
              <a:pathLst>
                <a:path w="75" h="121" extrusionOk="0">
                  <a:moveTo>
                    <a:pt x="0" y="17"/>
                  </a:moveTo>
                  <a:cubicBezTo>
                    <a:pt x="0" y="104"/>
                    <a:pt x="0" y="104"/>
                    <a:pt x="0" y="104"/>
                  </a:cubicBezTo>
                  <a:cubicBezTo>
                    <a:pt x="0" y="113"/>
                    <a:pt x="7" y="121"/>
                    <a:pt x="17" y="121"/>
                  </a:cubicBezTo>
                  <a:cubicBezTo>
                    <a:pt x="58" y="121"/>
                    <a:pt x="58" y="121"/>
                    <a:pt x="58" y="121"/>
                  </a:cubicBezTo>
                  <a:cubicBezTo>
                    <a:pt x="67" y="121"/>
                    <a:pt x="75" y="113"/>
                    <a:pt x="75" y="104"/>
                  </a:cubicBezTo>
                  <a:cubicBezTo>
                    <a:pt x="75" y="17"/>
                    <a:pt x="75" y="17"/>
                    <a:pt x="75" y="17"/>
                  </a:cubicBezTo>
                  <a:cubicBezTo>
                    <a:pt x="75" y="8"/>
                    <a:pt x="67" y="0"/>
                    <a:pt x="58" y="0"/>
                  </a:cubicBezTo>
                  <a:cubicBezTo>
                    <a:pt x="17" y="0"/>
                    <a:pt x="17" y="0"/>
                    <a:pt x="17" y="0"/>
                  </a:cubicBezTo>
                  <a:cubicBezTo>
                    <a:pt x="7" y="0"/>
                    <a:pt x="0" y="8"/>
                    <a:pt x="0" y="1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0" name="Google Shape;1250;p20"/>
            <p:cNvSpPr/>
            <p:nvPr/>
          </p:nvSpPr>
          <p:spPr>
            <a:xfrm>
              <a:off x="2590570" y="3941230"/>
              <a:ext cx="211617" cy="140738"/>
            </a:xfrm>
            <a:custGeom>
              <a:avLst/>
              <a:gdLst/>
              <a:ahLst/>
              <a:cxnLst/>
              <a:rect l="l" t="t" r="r" b="b"/>
              <a:pathLst>
                <a:path w="182" h="121" extrusionOk="0">
                  <a:moveTo>
                    <a:pt x="164" y="0"/>
                  </a:moveTo>
                  <a:cubicBezTo>
                    <a:pt x="17" y="0"/>
                    <a:pt x="17" y="0"/>
                    <a:pt x="17" y="0"/>
                  </a:cubicBezTo>
                  <a:cubicBezTo>
                    <a:pt x="8" y="0"/>
                    <a:pt x="0" y="8"/>
                    <a:pt x="0" y="17"/>
                  </a:cubicBezTo>
                  <a:cubicBezTo>
                    <a:pt x="0" y="104"/>
                    <a:pt x="0" y="104"/>
                    <a:pt x="0" y="104"/>
                  </a:cubicBezTo>
                  <a:cubicBezTo>
                    <a:pt x="0" y="113"/>
                    <a:pt x="8" y="121"/>
                    <a:pt x="17" y="121"/>
                  </a:cubicBezTo>
                  <a:cubicBezTo>
                    <a:pt x="164" y="121"/>
                    <a:pt x="164" y="121"/>
                    <a:pt x="164" y="121"/>
                  </a:cubicBezTo>
                  <a:cubicBezTo>
                    <a:pt x="174" y="121"/>
                    <a:pt x="182" y="113"/>
                    <a:pt x="182" y="104"/>
                  </a:cubicBezTo>
                  <a:cubicBezTo>
                    <a:pt x="182" y="17"/>
                    <a:pt x="182" y="17"/>
                    <a:pt x="182" y="17"/>
                  </a:cubicBezTo>
                  <a:cubicBezTo>
                    <a:pt x="182" y="8"/>
                    <a:pt x="174" y="0"/>
                    <a:pt x="164"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1" name="Google Shape;1251;p20"/>
            <p:cNvSpPr/>
            <p:nvPr/>
          </p:nvSpPr>
          <p:spPr>
            <a:xfrm>
              <a:off x="2872051" y="3941230"/>
              <a:ext cx="89102" cy="140738"/>
            </a:xfrm>
            <a:custGeom>
              <a:avLst/>
              <a:gdLst/>
              <a:ahLst/>
              <a:cxnLst/>
              <a:rect l="l" t="t" r="r" b="b"/>
              <a:pathLst>
                <a:path w="76" h="121" extrusionOk="0">
                  <a:moveTo>
                    <a:pt x="59" y="0"/>
                  </a:moveTo>
                  <a:cubicBezTo>
                    <a:pt x="18" y="0"/>
                    <a:pt x="18" y="0"/>
                    <a:pt x="18" y="0"/>
                  </a:cubicBezTo>
                  <a:cubicBezTo>
                    <a:pt x="8" y="0"/>
                    <a:pt x="0" y="8"/>
                    <a:pt x="0" y="17"/>
                  </a:cubicBezTo>
                  <a:cubicBezTo>
                    <a:pt x="0" y="104"/>
                    <a:pt x="0" y="104"/>
                    <a:pt x="0" y="104"/>
                  </a:cubicBezTo>
                  <a:cubicBezTo>
                    <a:pt x="0" y="113"/>
                    <a:pt x="8" y="121"/>
                    <a:pt x="18" y="121"/>
                  </a:cubicBezTo>
                  <a:cubicBezTo>
                    <a:pt x="59" y="121"/>
                    <a:pt x="59" y="121"/>
                    <a:pt x="59" y="121"/>
                  </a:cubicBezTo>
                  <a:cubicBezTo>
                    <a:pt x="68" y="121"/>
                    <a:pt x="76" y="113"/>
                    <a:pt x="76" y="104"/>
                  </a:cubicBezTo>
                  <a:cubicBezTo>
                    <a:pt x="76" y="17"/>
                    <a:pt x="76" y="17"/>
                    <a:pt x="76" y="17"/>
                  </a:cubicBezTo>
                  <a:cubicBezTo>
                    <a:pt x="76" y="8"/>
                    <a:pt x="68" y="0"/>
                    <a:pt x="59"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2" name="Google Shape;1252;p20"/>
            <p:cNvSpPr/>
            <p:nvPr/>
          </p:nvSpPr>
          <p:spPr>
            <a:xfrm>
              <a:off x="2997603" y="3941230"/>
              <a:ext cx="87077" cy="140738"/>
            </a:xfrm>
            <a:custGeom>
              <a:avLst/>
              <a:gdLst/>
              <a:ahLst/>
              <a:cxnLst/>
              <a:rect l="l" t="t" r="r" b="b"/>
              <a:pathLst>
                <a:path w="75" h="121" extrusionOk="0">
                  <a:moveTo>
                    <a:pt x="0" y="17"/>
                  </a:moveTo>
                  <a:cubicBezTo>
                    <a:pt x="0" y="104"/>
                    <a:pt x="0" y="104"/>
                    <a:pt x="0" y="104"/>
                  </a:cubicBezTo>
                  <a:cubicBezTo>
                    <a:pt x="0" y="113"/>
                    <a:pt x="7" y="121"/>
                    <a:pt x="17" y="121"/>
                  </a:cubicBezTo>
                  <a:cubicBezTo>
                    <a:pt x="58" y="121"/>
                    <a:pt x="58" y="121"/>
                    <a:pt x="58" y="121"/>
                  </a:cubicBezTo>
                  <a:cubicBezTo>
                    <a:pt x="68" y="121"/>
                    <a:pt x="75" y="113"/>
                    <a:pt x="75" y="104"/>
                  </a:cubicBezTo>
                  <a:cubicBezTo>
                    <a:pt x="75" y="17"/>
                    <a:pt x="75" y="17"/>
                    <a:pt x="75" y="17"/>
                  </a:cubicBezTo>
                  <a:cubicBezTo>
                    <a:pt x="75" y="8"/>
                    <a:pt x="68" y="0"/>
                    <a:pt x="58" y="0"/>
                  </a:cubicBezTo>
                  <a:cubicBezTo>
                    <a:pt x="17" y="0"/>
                    <a:pt x="17" y="0"/>
                    <a:pt x="17" y="0"/>
                  </a:cubicBezTo>
                  <a:cubicBezTo>
                    <a:pt x="7" y="0"/>
                    <a:pt x="0" y="8"/>
                    <a:pt x="0" y="1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3" name="Google Shape;1253;p20"/>
            <p:cNvSpPr/>
            <p:nvPr/>
          </p:nvSpPr>
          <p:spPr>
            <a:xfrm>
              <a:off x="3156569" y="3941230"/>
              <a:ext cx="211617" cy="140738"/>
            </a:xfrm>
            <a:custGeom>
              <a:avLst/>
              <a:gdLst/>
              <a:ahLst/>
              <a:cxnLst/>
              <a:rect l="l" t="t" r="r" b="b"/>
              <a:pathLst>
                <a:path w="182" h="121" extrusionOk="0">
                  <a:moveTo>
                    <a:pt x="164" y="0"/>
                  </a:moveTo>
                  <a:cubicBezTo>
                    <a:pt x="17" y="0"/>
                    <a:pt x="17" y="0"/>
                    <a:pt x="17" y="0"/>
                  </a:cubicBezTo>
                  <a:cubicBezTo>
                    <a:pt x="8" y="0"/>
                    <a:pt x="0" y="8"/>
                    <a:pt x="0" y="17"/>
                  </a:cubicBezTo>
                  <a:cubicBezTo>
                    <a:pt x="0" y="104"/>
                    <a:pt x="0" y="104"/>
                    <a:pt x="0" y="104"/>
                  </a:cubicBezTo>
                  <a:cubicBezTo>
                    <a:pt x="0" y="113"/>
                    <a:pt x="8" y="121"/>
                    <a:pt x="17" y="121"/>
                  </a:cubicBezTo>
                  <a:cubicBezTo>
                    <a:pt x="164" y="121"/>
                    <a:pt x="164" y="121"/>
                    <a:pt x="164" y="121"/>
                  </a:cubicBezTo>
                  <a:cubicBezTo>
                    <a:pt x="174" y="121"/>
                    <a:pt x="182" y="113"/>
                    <a:pt x="182" y="104"/>
                  </a:cubicBezTo>
                  <a:cubicBezTo>
                    <a:pt x="182" y="17"/>
                    <a:pt x="182" y="17"/>
                    <a:pt x="182" y="17"/>
                  </a:cubicBezTo>
                  <a:cubicBezTo>
                    <a:pt x="182" y="8"/>
                    <a:pt x="174" y="0"/>
                    <a:pt x="164"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4" name="Google Shape;1254;p20"/>
            <p:cNvSpPr/>
            <p:nvPr/>
          </p:nvSpPr>
          <p:spPr>
            <a:xfrm>
              <a:off x="3438050" y="3941230"/>
              <a:ext cx="89102" cy="140738"/>
            </a:xfrm>
            <a:custGeom>
              <a:avLst/>
              <a:gdLst/>
              <a:ahLst/>
              <a:cxnLst/>
              <a:rect l="l" t="t" r="r" b="b"/>
              <a:pathLst>
                <a:path w="76" h="121" extrusionOk="0">
                  <a:moveTo>
                    <a:pt x="59" y="0"/>
                  </a:moveTo>
                  <a:cubicBezTo>
                    <a:pt x="18" y="0"/>
                    <a:pt x="18" y="0"/>
                    <a:pt x="18" y="0"/>
                  </a:cubicBezTo>
                  <a:cubicBezTo>
                    <a:pt x="8" y="0"/>
                    <a:pt x="0" y="8"/>
                    <a:pt x="0" y="17"/>
                  </a:cubicBezTo>
                  <a:cubicBezTo>
                    <a:pt x="0" y="104"/>
                    <a:pt x="0" y="104"/>
                    <a:pt x="0" y="104"/>
                  </a:cubicBezTo>
                  <a:cubicBezTo>
                    <a:pt x="0" y="113"/>
                    <a:pt x="8" y="121"/>
                    <a:pt x="18" y="121"/>
                  </a:cubicBezTo>
                  <a:cubicBezTo>
                    <a:pt x="59" y="121"/>
                    <a:pt x="59" y="121"/>
                    <a:pt x="59" y="121"/>
                  </a:cubicBezTo>
                  <a:cubicBezTo>
                    <a:pt x="68" y="121"/>
                    <a:pt x="76" y="113"/>
                    <a:pt x="76" y="104"/>
                  </a:cubicBezTo>
                  <a:cubicBezTo>
                    <a:pt x="76" y="17"/>
                    <a:pt x="76" y="17"/>
                    <a:pt x="76" y="17"/>
                  </a:cubicBezTo>
                  <a:cubicBezTo>
                    <a:pt x="76" y="8"/>
                    <a:pt x="68" y="0"/>
                    <a:pt x="59"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5" name="Google Shape;1255;p20"/>
            <p:cNvSpPr/>
            <p:nvPr/>
          </p:nvSpPr>
          <p:spPr>
            <a:xfrm>
              <a:off x="3563603" y="3941230"/>
              <a:ext cx="87077" cy="140738"/>
            </a:xfrm>
            <a:custGeom>
              <a:avLst/>
              <a:gdLst/>
              <a:ahLst/>
              <a:cxnLst/>
              <a:rect l="l" t="t" r="r" b="b"/>
              <a:pathLst>
                <a:path w="75" h="121" extrusionOk="0">
                  <a:moveTo>
                    <a:pt x="0" y="17"/>
                  </a:moveTo>
                  <a:cubicBezTo>
                    <a:pt x="0" y="104"/>
                    <a:pt x="0" y="104"/>
                    <a:pt x="0" y="104"/>
                  </a:cubicBezTo>
                  <a:cubicBezTo>
                    <a:pt x="0" y="113"/>
                    <a:pt x="7" y="121"/>
                    <a:pt x="17" y="121"/>
                  </a:cubicBezTo>
                  <a:cubicBezTo>
                    <a:pt x="58" y="121"/>
                    <a:pt x="58" y="121"/>
                    <a:pt x="58" y="121"/>
                  </a:cubicBezTo>
                  <a:cubicBezTo>
                    <a:pt x="68" y="121"/>
                    <a:pt x="75" y="113"/>
                    <a:pt x="75" y="104"/>
                  </a:cubicBezTo>
                  <a:cubicBezTo>
                    <a:pt x="75" y="17"/>
                    <a:pt x="75" y="17"/>
                    <a:pt x="75" y="17"/>
                  </a:cubicBezTo>
                  <a:cubicBezTo>
                    <a:pt x="75" y="8"/>
                    <a:pt x="68" y="0"/>
                    <a:pt x="58" y="0"/>
                  </a:cubicBezTo>
                  <a:cubicBezTo>
                    <a:pt x="17" y="0"/>
                    <a:pt x="17" y="0"/>
                    <a:pt x="17" y="0"/>
                  </a:cubicBezTo>
                  <a:cubicBezTo>
                    <a:pt x="7" y="0"/>
                    <a:pt x="0" y="8"/>
                    <a:pt x="0" y="1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6" name="Google Shape;1256;p20"/>
            <p:cNvSpPr/>
            <p:nvPr/>
          </p:nvSpPr>
          <p:spPr>
            <a:xfrm>
              <a:off x="2129873" y="3941230"/>
              <a:ext cx="106315" cy="140738"/>
            </a:xfrm>
            <a:custGeom>
              <a:avLst/>
              <a:gdLst/>
              <a:ahLst/>
              <a:cxnLst/>
              <a:rect l="l" t="t" r="r" b="b"/>
              <a:pathLst>
                <a:path w="91" h="121" extrusionOk="0">
                  <a:moveTo>
                    <a:pt x="73" y="0"/>
                  </a:moveTo>
                  <a:cubicBezTo>
                    <a:pt x="17" y="0"/>
                    <a:pt x="17" y="0"/>
                    <a:pt x="17" y="0"/>
                  </a:cubicBezTo>
                  <a:cubicBezTo>
                    <a:pt x="8" y="0"/>
                    <a:pt x="0" y="8"/>
                    <a:pt x="0" y="17"/>
                  </a:cubicBezTo>
                  <a:cubicBezTo>
                    <a:pt x="0" y="104"/>
                    <a:pt x="0" y="104"/>
                    <a:pt x="0" y="104"/>
                  </a:cubicBezTo>
                  <a:cubicBezTo>
                    <a:pt x="0" y="113"/>
                    <a:pt x="8" y="121"/>
                    <a:pt x="17" y="121"/>
                  </a:cubicBezTo>
                  <a:cubicBezTo>
                    <a:pt x="73" y="121"/>
                    <a:pt x="73" y="121"/>
                    <a:pt x="73" y="121"/>
                  </a:cubicBezTo>
                  <a:cubicBezTo>
                    <a:pt x="83" y="121"/>
                    <a:pt x="91" y="113"/>
                    <a:pt x="91" y="104"/>
                  </a:cubicBezTo>
                  <a:cubicBezTo>
                    <a:pt x="91" y="17"/>
                    <a:pt x="91" y="17"/>
                    <a:pt x="91" y="17"/>
                  </a:cubicBezTo>
                  <a:cubicBezTo>
                    <a:pt x="91" y="8"/>
                    <a:pt x="83" y="0"/>
                    <a:pt x="7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7" name="Google Shape;1257;p20"/>
            <p:cNvSpPr/>
            <p:nvPr/>
          </p:nvSpPr>
          <p:spPr>
            <a:xfrm>
              <a:off x="3722568" y="3941230"/>
              <a:ext cx="105302" cy="140738"/>
            </a:xfrm>
            <a:custGeom>
              <a:avLst/>
              <a:gdLst/>
              <a:ahLst/>
              <a:cxnLst/>
              <a:rect l="l" t="t" r="r" b="b"/>
              <a:pathLst>
                <a:path w="91" h="121" extrusionOk="0">
                  <a:moveTo>
                    <a:pt x="73" y="0"/>
                  </a:moveTo>
                  <a:cubicBezTo>
                    <a:pt x="17" y="0"/>
                    <a:pt x="17" y="0"/>
                    <a:pt x="17" y="0"/>
                  </a:cubicBezTo>
                  <a:cubicBezTo>
                    <a:pt x="8" y="0"/>
                    <a:pt x="0" y="8"/>
                    <a:pt x="0" y="17"/>
                  </a:cubicBezTo>
                  <a:cubicBezTo>
                    <a:pt x="0" y="104"/>
                    <a:pt x="0" y="104"/>
                    <a:pt x="0" y="104"/>
                  </a:cubicBezTo>
                  <a:cubicBezTo>
                    <a:pt x="0" y="113"/>
                    <a:pt x="8" y="121"/>
                    <a:pt x="17" y="121"/>
                  </a:cubicBezTo>
                  <a:cubicBezTo>
                    <a:pt x="73" y="121"/>
                    <a:pt x="73" y="121"/>
                    <a:pt x="73" y="121"/>
                  </a:cubicBezTo>
                  <a:cubicBezTo>
                    <a:pt x="83" y="121"/>
                    <a:pt x="91" y="113"/>
                    <a:pt x="91" y="104"/>
                  </a:cubicBezTo>
                  <a:cubicBezTo>
                    <a:pt x="91" y="17"/>
                    <a:pt x="91" y="17"/>
                    <a:pt x="91" y="17"/>
                  </a:cubicBezTo>
                  <a:cubicBezTo>
                    <a:pt x="91" y="8"/>
                    <a:pt x="83" y="0"/>
                    <a:pt x="7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8" name="Google Shape;1258;p20"/>
            <p:cNvSpPr/>
            <p:nvPr/>
          </p:nvSpPr>
          <p:spPr>
            <a:xfrm>
              <a:off x="2264538" y="3863267"/>
              <a:ext cx="297681" cy="431329"/>
            </a:xfrm>
            <a:custGeom>
              <a:avLst/>
              <a:gdLst/>
              <a:ahLst/>
              <a:cxnLst/>
              <a:rect l="l" t="t" r="r" b="b"/>
              <a:pathLst>
                <a:path w="255" h="370" extrusionOk="0">
                  <a:moveTo>
                    <a:pt x="12" y="218"/>
                  </a:moveTo>
                  <a:cubicBezTo>
                    <a:pt x="0" y="218"/>
                    <a:pt x="0" y="218"/>
                    <a:pt x="0" y="218"/>
                  </a:cubicBezTo>
                  <a:cubicBezTo>
                    <a:pt x="0" y="370"/>
                    <a:pt x="0" y="370"/>
                    <a:pt x="0" y="370"/>
                  </a:cubicBezTo>
                  <a:cubicBezTo>
                    <a:pt x="12" y="370"/>
                    <a:pt x="12" y="370"/>
                    <a:pt x="12" y="370"/>
                  </a:cubicBezTo>
                  <a:cubicBezTo>
                    <a:pt x="12" y="218"/>
                    <a:pt x="12" y="218"/>
                    <a:pt x="12" y="218"/>
                  </a:cubicBezTo>
                  <a:moveTo>
                    <a:pt x="255" y="218"/>
                  </a:moveTo>
                  <a:cubicBezTo>
                    <a:pt x="243" y="218"/>
                    <a:pt x="243" y="218"/>
                    <a:pt x="243" y="218"/>
                  </a:cubicBezTo>
                  <a:cubicBezTo>
                    <a:pt x="243" y="370"/>
                    <a:pt x="243" y="370"/>
                    <a:pt x="243" y="370"/>
                  </a:cubicBezTo>
                  <a:cubicBezTo>
                    <a:pt x="255" y="370"/>
                    <a:pt x="255" y="370"/>
                    <a:pt x="255" y="370"/>
                  </a:cubicBezTo>
                  <a:cubicBezTo>
                    <a:pt x="255" y="218"/>
                    <a:pt x="255" y="218"/>
                    <a:pt x="255" y="218"/>
                  </a:cubicBezTo>
                  <a:moveTo>
                    <a:pt x="214" y="0"/>
                  </a:moveTo>
                  <a:cubicBezTo>
                    <a:pt x="41" y="0"/>
                    <a:pt x="41" y="0"/>
                    <a:pt x="41" y="0"/>
                  </a:cubicBezTo>
                  <a:cubicBezTo>
                    <a:pt x="20" y="0"/>
                    <a:pt x="3" y="16"/>
                    <a:pt x="0" y="37"/>
                  </a:cubicBezTo>
                  <a:cubicBezTo>
                    <a:pt x="13" y="37"/>
                    <a:pt x="13" y="37"/>
                    <a:pt x="13" y="37"/>
                  </a:cubicBezTo>
                  <a:cubicBezTo>
                    <a:pt x="15" y="23"/>
                    <a:pt x="27" y="12"/>
                    <a:pt x="41" y="12"/>
                  </a:cubicBezTo>
                  <a:cubicBezTo>
                    <a:pt x="121" y="12"/>
                    <a:pt x="121" y="12"/>
                    <a:pt x="121" y="12"/>
                  </a:cubicBezTo>
                  <a:cubicBezTo>
                    <a:pt x="121" y="6"/>
                    <a:pt x="121" y="6"/>
                    <a:pt x="121" y="6"/>
                  </a:cubicBezTo>
                  <a:cubicBezTo>
                    <a:pt x="133" y="6"/>
                    <a:pt x="133" y="6"/>
                    <a:pt x="133" y="6"/>
                  </a:cubicBezTo>
                  <a:cubicBezTo>
                    <a:pt x="133" y="12"/>
                    <a:pt x="133" y="12"/>
                    <a:pt x="133" y="12"/>
                  </a:cubicBezTo>
                  <a:cubicBezTo>
                    <a:pt x="214" y="12"/>
                    <a:pt x="214" y="12"/>
                    <a:pt x="214" y="12"/>
                  </a:cubicBezTo>
                  <a:cubicBezTo>
                    <a:pt x="228" y="12"/>
                    <a:pt x="240" y="23"/>
                    <a:pt x="242" y="37"/>
                  </a:cubicBezTo>
                  <a:cubicBezTo>
                    <a:pt x="254" y="37"/>
                    <a:pt x="254" y="37"/>
                    <a:pt x="254" y="37"/>
                  </a:cubicBezTo>
                  <a:cubicBezTo>
                    <a:pt x="252" y="16"/>
                    <a:pt x="235" y="0"/>
                    <a:pt x="214" y="0"/>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9" name="Google Shape;1259;p20"/>
            <p:cNvSpPr/>
            <p:nvPr/>
          </p:nvSpPr>
          <p:spPr>
            <a:xfrm>
              <a:off x="2264538" y="4294596"/>
              <a:ext cx="297682" cy="78976"/>
            </a:xfrm>
            <a:custGeom>
              <a:avLst/>
              <a:gdLst/>
              <a:ahLst/>
              <a:cxnLst/>
              <a:rect l="l" t="t" r="r" b="b"/>
              <a:pathLst>
                <a:path w="294" h="78" extrusionOk="0">
                  <a:moveTo>
                    <a:pt x="294" y="0"/>
                  </a:moveTo>
                  <a:lnTo>
                    <a:pt x="280" y="0"/>
                  </a:lnTo>
                  <a:lnTo>
                    <a:pt x="280" y="64"/>
                  </a:lnTo>
                  <a:lnTo>
                    <a:pt x="153" y="64"/>
                  </a:lnTo>
                  <a:lnTo>
                    <a:pt x="153" y="71"/>
                  </a:lnTo>
                  <a:lnTo>
                    <a:pt x="139" y="71"/>
                  </a:lnTo>
                  <a:lnTo>
                    <a:pt x="139" y="64"/>
                  </a:lnTo>
                  <a:lnTo>
                    <a:pt x="14" y="64"/>
                  </a:lnTo>
                  <a:lnTo>
                    <a:pt x="14" y="0"/>
                  </a:lnTo>
                  <a:lnTo>
                    <a:pt x="0" y="0"/>
                  </a:lnTo>
                  <a:lnTo>
                    <a:pt x="0" y="78"/>
                  </a:lnTo>
                  <a:lnTo>
                    <a:pt x="294" y="78"/>
                  </a:lnTo>
                  <a:lnTo>
                    <a:pt x="294"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0" name="Google Shape;1260;p20"/>
            <p:cNvSpPr/>
            <p:nvPr/>
          </p:nvSpPr>
          <p:spPr>
            <a:xfrm>
              <a:off x="2405278" y="4117407"/>
              <a:ext cx="14100" cy="1773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1" name="Google Shape;1261;p20"/>
            <p:cNvSpPr/>
            <p:nvPr/>
          </p:nvSpPr>
          <p:spPr>
            <a:xfrm>
              <a:off x="2405278" y="4117407"/>
              <a:ext cx="14100" cy="1773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2" name="Google Shape;1262;p20"/>
            <p:cNvSpPr/>
            <p:nvPr/>
          </p:nvSpPr>
          <p:spPr>
            <a:xfrm>
              <a:off x="2405278" y="4294596"/>
              <a:ext cx="14175" cy="71888"/>
            </a:xfrm>
            <a:custGeom>
              <a:avLst/>
              <a:gdLst/>
              <a:ahLst/>
              <a:cxnLst/>
              <a:rect l="l" t="t" r="r" b="b"/>
              <a:pathLst>
                <a:path w="14" h="71" extrusionOk="0">
                  <a:moveTo>
                    <a:pt x="14" y="0"/>
                  </a:moveTo>
                  <a:lnTo>
                    <a:pt x="0" y="0"/>
                  </a:lnTo>
                  <a:lnTo>
                    <a:pt x="0" y="64"/>
                  </a:lnTo>
                  <a:lnTo>
                    <a:pt x="0" y="71"/>
                  </a:lnTo>
                  <a:lnTo>
                    <a:pt x="14" y="71"/>
                  </a:lnTo>
                  <a:lnTo>
                    <a:pt x="14" y="64"/>
                  </a:lnTo>
                  <a:lnTo>
                    <a:pt x="14"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3" name="Google Shape;1263;p20"/>
            <p:cNvSpPr/>
            <p:nvPr/>
          </p:nvSpPr>
          <p:spPr>
            <a:xfrm>
              <a:off x="2405278" y="3870355"/>
              <a:ext cx="14175" cy="35438"/>
            </a:xfrm>
            <a:custGeom>
              <a:avLst/>
              <a:gdLst/>
              <a:ahLst/>
              <a:cxnLst/>
              <a:rect l="l" t="t" r="r" b="b"/>
              <a:pathLst>
                <a:path w="14" h="35" extrusionOk="0">
                  <a:moveTo>
                    <a:pt x="14" y="0"/>
                  </a:moveTo>
                  <a:lnTo>
                    <a:pt x="0" y="0"/>
                  </a:lnTo>
                  <a:lnTo>
                    <a:pt x="0" y="7"/>
                  </a:lnTo>
                  <a:lnTo>
                    <a:pt x="0" y="35"/>
                  </a:lnTo>
                  <a:lnTo>
                    <a:pt x="14" y="35"/>
                  </a:lnTo>
                  <a:lnTo>
                    <a:pt x="14" y="7"/>
                  </a:lnTo>
                  <a:lnTo>
                    <a:pt x="1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4" name="Google Shape;1264;p20"/>
            <p:cNvSpPr/>
            <p:nvPr/>
          </p:nvSpPr>
          <p:spPr>
            <a:xfrm>
              <a:off x="2405278" y="3870355"/>
              <a:ext cx="14175" cy="35438"/>
            </a:xfrm>
            <a:custGeom>
              <a:avLst/>
              <a:gdLst/>
              <a:ahLst/>
              <a:cxnLst/>
              <a:rect l="l" t="t" r="r" b="b"/>
              <a:pathLst>
                <a:path w="14" h="35" extrusionOk="0">
                  <a:moveTo>
                    <a:pt x="14" y="0"/>
                  </a:moveTo>
                  <a:lnTo>
                    <a:pt x="0" y="0"/>
                  </a:lnTo>
                  <a:lnTo>
                    <a:pt x="0" y="7"/>
                  </a:lnTo>
                  <a:lnTo>
                    <a:pt x="0" y="35"/>
                  </a:lnTo>
                  <a:lnTo>
                    <a:pt x="14" y="35"/>
                  </a:lnTo>
                  <a:lnTo>
                    <a:pt x="14" y="7"/>
                  </a:lnTo>
                  <a:lnTo>
                    <a:pt x="14" y="0"/>
                  </a:ln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5" name="Google Shape;1265;p20"/>
            <p:cNvSpPr/>
            <p:nvPr/>
          </p:nvSpPr>
          <p:spPr>
            <a:xfrm>
              <a:off x="2830537" y="3863267"/>
              <a:ext cx="297681" cy="431329"/>
            </a:xfrm>
            <a:custGeom>
              <a:avLst/>
              <a:gdLst/>
              <a:ahLst/>
              <a:cxnLst/>
              <a:rect l="l" t="t" r="r" b="b"/>
              <a:pathLst>
                <a:path w="255" h="370" extrusionOk="0">
                  <a:moveTo>
                    <a:pt x="12" y="218"/>
                  </a:moveTo>
                  <a:cubicBezTo>
                    <a:pt x="0" y="218"/>
                    <a:pt x="0" y="218"/>
                    <a:pt x="0" y="218"/>
                  </a:cubicBezTo>
                  <a:cubicBezTo>
                    <a:pt x="0" y="370"/>
                    <a:pt x="0" y="370"/>
                    <a:pt x="0" y="370"/>
                  </a:cubicBezTo>
                  <a:cubicBezTo>
                    <a:pt x="12" y="370"/>
                    <a:pt x="12" y="370"/>
                    <a:pt x="12" y="370"/>
                  </a:cubicBezTo>
                  <a:cubicBezTo>
                    <a:pt x="12" y="218"/>
                    <a:pt x="12" y="218"/>
                    <a:pt x="12" y="218"/>
                  </a:cubicBezTo>
                  <a:moveTo>
                    <a:pt x="255" y="218"/>
                  </a:moveTo>
                  <a:cubicBezTo>
                    <a:pt x="243" y="218"/>
                    <a:pt x="243" y="218"/>
                    <a:pt x="243" y="218"/>
                  </a:cubicBezTo>
                  <a:cubicBezTo>
                    <a:pt x="243" y="370"/>
                    <a:pt x="243" y="370"/>
                    <a:pt x="243" y="370"/>
                  </a:cubicBezTo>
                  <a:cubicBezTo>
                    <a:pt x="255" y="370"/>
                    <a:pt x="255" y="370"/>
                    <a:pt x="255" y="370"/>
                  </a:cubicBezTo>
                  <a:cubicBezTo>
                    <a:pt x="255" y="218"/>
                    <a:pt x="255" y="218"/>
                    <a:pt x="255" y="218"/>
                  </a:cubicBezTo>
                  <a:moveTo>
                    <a:pt x="214" y="0"/>
                  </a:moveTo>
                  <a:cubicBezTo>
                    <a:pt x="41" y="0"/>
                    <a:pt x="41" y="0"/>
                    <a:pt x="41" y="0"/>
                  </a:cubicBezTo>
                  <a:cubicBezTo>
                    <a:pt x="20" y="0"/>
                    <a:pt x="3" y="16"/>
                    <a:pt x="0" y="37"/>
                  </a:cubicBezTo>
                  <a:cubicBezTo>
                    <a:pt x="13" y="37"/>
                    <a:pt x="13" y="37"/>
                    <a:pt x="13" y="37"/>
                  </a:cubicBezTo>
                  <a:cubicBezTo>
                    <a:pt x="15" y="23"/>
                    <a:pt x="27" y="12"/>
                    <a:pt x="41" y="12"/>
                  </a:cubicBezTo>
                  <a:cubicBezTo>
                    <a:pt x="121" y="12"/>
                    <a:pt x="121" y="12"/>
                    <a:pt x="121" y="12"/>
                  </a:cubicBezTo>
                  <a:cubicBezTo>
                    <a:pt x="121" y="6"/>
                    <a:pt x="121" y="6"/>
                    <a:pt x="121" y="6"/>
                  </a:cubicBezTo>
                  <a:cubicBezTo>
                    <a:pt x="133" y="6"/>
                    <a:pt x="133" y="6"/>
                    <a:pt x="133" y="6"/>
                  </a:cubicBezTo>
                  <a:cubicBezTo>
                    <a:pt x="133" y="12"/>
                    <a:pt x="133" y="12"/>
                    <a:pt x="133" y="12"/>
                  </a:cubicBezTo>
                  <a:cubicBezTo>
                    <a:pt x="214" y="12"/>
                    <a:pt x="214" y="12"/>
                    <a:pt x="214" y="12"/>
                  </a:cubicBezTo>
                  <a:cubicBezTo>
                    <a:pt x="228" y="12"/>
                    <a:pt x="240" y="23"/>
                    <a:pt x="242" y="37"/>
                  </a:cubicBezTo>
                  <a:cubicBezTo>
                    <a:pt x="254" y="37"/>
                    <a:pt x="254" y="37"/>
                    <a:pt x="254" y="37"/>
                  </a:cubicBezTo>
                  <a:cubicBezTo>
                    <a:pt x="252" y="16"/>
                    <a:pt x="235" y="0"/>
                    <a:pt x="214" y="0"/>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6" name="Google Shape;1266;p20"/>
            <p:cNvSpPr/>
            <p:nvPr/>
          </p:nvSpPr>
          <p:spPr>
            <a:xfrm>
              <a:off x="2830537" y="4294596"/>
              <a:ext cx="297682" cy="78976"/>
            </a:xfrm>
            <a:custGeom>
              <a:avLst/>
              <a:gdLst/>
              <a:ahLst/>
              <a:cxnLst/>
              <a:rect l="l" t="t" r="r" b="b"/>
              <a:pathLst>
                <a:path w="294" h="78" extrusionOk="0">
                  <a:moveTo>
                    <a:pt x="294" y="0"/>
                  </a:moveTo>
                  <a:lnTo>
                    <a:pt x="280" y="0"/>
                  </a:lnTo>
                  <a:lnTo>
                    <a:pt x="280" y="64"/>
                  </a:lnTo>
                  <a:lnTo>
                    <a:pt x="153" y="64"/>
                  </a:lnTo>
                  <a:lnTo>
                    <a:pt x="153" y="71"/>
                  </a:lnTo>
                  <a:lnTo>
                    <a:pt x="139" y="71"/>
                  </a:lnTo>
                  <a:lnTo>
                    <a:pt x="139" y="64"/>
                  </a:lnTo>
                  <a:lnTo>
                    <a:pt x="14" y="64"/>
                  </a:lnTo>
                  <a:lnTo>
                    <a:pt x="14" y="0"/>
                  </a:lnTo>
                  <a:lnTo>
                    <a:pt x="0" y="0"/>
                  </a:lnTo>
                  <a:lnTo>
                    <a:pt x="0" y="78"/>
                  </a:lnTo>
                  <a:lnTo>
                    <a:pt x="294" y="78"/>
                  </a:lnTo>
                  <a:lnTo>
                    <a:pt x="294"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7" name="Google Shape;1267;p20"/>
            <p:cNvSpPr/>
            <p:nvPr/>
          </p:nvSpPr>
          <p:spPr>
            <a:xfrm>
              <a:off x="2971278" y="3870355"/>
              <a:ext cx="14175" cy="424242"/>
            </a:xfrm>
            <a:custGeom>
              <a:avLst/>
              <a:gdLst/>
              <a:ahLst/>
              <a:cxnLst/>
              <a:rect l="l" t="t" r="r" b="b"/>
              <a:pathLst>
                <a:path w="14" h="419" extrusionOk="0">
                  <a:moveTo>
                    <a:pt x="14" y="244"/>
                  </a:moveTo>
                  <a:lnTo>
                    <a:pt x="0" y="244"/>
                  </a:lnTo>
                  <a:lnTo>
                    <a:pt x="0" y="419"/>
                  </a:lnTo>
                  <a:lnTo>
                    <a:pt x="14" y="419"/>
                  </a:lnTo>
                  <a:lnTo>
                    <a:pt x="14" y="244"/>
                  </a:lnTo>
                  <a:close/>
                  <a:moveTo>
                    <a:pt x="14" y="0"/>
                  </a:moveTo>
                  <a:lnTo>
                    <a:pt x="0" y="0"/>
                  </a:lnTo>
                  <a:lnTo>
                    <a:pt x="0" y="7"/>
                  </a:lnTo>
                  <a:lnTo>
                    <a:pt x="0" y="35"/>
                  </a:lnTo>
                  <a:lnTo>
                    <a:pt x="14" y="35"/>
                  </a:lnTo>
                  <a:lnTo>
                    <a:pt x="14" y="7"/>
                  </a:lnTo>
                  <a:lnTo>
                    <a:pt x="1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8" name="Google Shape;1268;p20"/>
            <p:cNvSpPr/>
            <p:nvPr/>
          </p:nvSpPr>
          <p:spPr>
            <a:xfrm>
              <a:off x="2971278" y="3870355"/>
              <a:ext cx="14175" cy="424242"/>
            </a:xfrm>
            <a:custGeom>
              <a:avLst/>
              <a:gdLst/>
              <a:ahLst/>
              <a:cxnLst/>
              <a:rect l="l" t="t" r="r" b="b"/>
              <a:pathLst>
                <a:path w="14" h="419" extrusionOk="0">
                  <a:moveTo>
                    <a:pt x="14" y="244"/>
                  </a:moveTo>
                  <a:lnTo>
                    <a:pt x="0" y="244"/>
                  </a:lnTo>
                  <a:lnTo>
                    <a:pt x="0" y="419"/>
                  </a:lnTo>
                  <a:lnTo>
                    <a:pt x="14" y="419"/>
                  </a:lnTo>
                  <a:lnTo>
                    <a:pt x="14" y="244"/>
                  </a:lnTo>
                  <a:moveTo>
                    <a:pt x="14" y="0"/>
                  </a:moveTo>
                  <a:lnTo>
                    <a:pt x="0" y="0"/>
                  </a:lnTo>
                  <a:lnTo>
                    <a:pt x="0" y="7"/>
                  </a:lnTo>
                  <a:lnTo>
                    <a:pt x="0" y="35"/>
                  </a:lnTo>
                  <a:lnTo>
                    <a:pt x="14" y="35"/>
                  </a:lnTo>
                  <a:lnTo>
                    <a:pt x="14" y="7"/>
                  </a:lnTo>
                  <a:lnTo>
                    <a:pt x="14" y="0"/>
                  </a:ln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9" name="Google Shape;1269;p20"/>
            <p:cNvSpPr/>
            <p:nvPr/>
          </p:nvSpPr>
          <p:spPr>
            <a:xfrm>
              <a:off x="2971278" y="4294596"/>
              <a:ext cx="14175" cy="71888"/>
            </a:xfrm>
            <a:custGeom>
              <a:avLst/>
              <a:gdLst/>
              <a:ahLst/>
              <a:cxnLst/>
              <a:rect l="l" t="t" r="r" b="b"/>
              <a:pathLst>
                <a:path w="14" h="71" extrusionOk="0">
                  <a:moveTo>
                    <a:pt x="14" y="0"/>
                  </a:moveTo>
                  <a:lnTo>
                    <a:pt x="0" y="0"/>
                  </a:lnTo>
                  <a:lnTo>
                    <a:pt x="0" y="64"/>
                  </a:lnTo>
                  <a:lnTo>
                    <a:pt x="0" y="71"/>
                  </a:lnTo>
                  <a:lnTo>
                    <a:pt x="14" y="71"/>
                  </a:lnTo>
                  <a:lnTo>
                    <a:pt x="14" y="64"/>
                  </a:lnTo>
                  <a:lnTo>
                    <a:pt x="14"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0" name="Google Shape;1270;p20"/>
            <p:cNvSpPr/>
            <p:nvPr/>
          </p:nvSpPr>
          <p:spPr>
            <a:xfrm>
              <a:off x="3396537" y="3863267"/>
              <a:ext cx="297681" cy="431329"/>
            </a:xfrm>
            <a:custGeom>
              <a:avLst/>
              <a:gdLst/>
              <a:ahLst/>
              <a:cxnLst/>
              <a:rect l="l" t="t" r="r" b="b"/>
              <a:pathLst>
                <a:path w="255" h="370" extrusionOk="0">
                  <a:moveTo>
                    <a:pt x="12" y="218"/>
                  </a:moveTo>
                  <a:cubicBezTo>
                    <a:pt x="0" y="218"/>
                    <a:pt x="0" y="218"/>
                    <a:pt x="0" y="218"/>
                  </a:cubicBezTo>
                  <a:cubicBezTo>
                    <a:pt x="0" y="370"/>
                    <a:pt x="0" y="370"/>
                    <a:pt x="0" y="370"/>
                  </a:cubicBezTo>
                  <a:cubicBezTo>
                    <a:pt x="12" y="370"/>
                    <a:pt x="12" y="370"/>
                    <a:pt x="12" y="370"/>
                  </a:cubicBezTo>
                  <a:cubicBezTo>
                    <a:pt x="12" y="218"/>
                    <a:pt x="12" y="218"/>
                    <a:pt x="12" y="218"/>
                  </a:cubicBezTo>
                  <a:moveTo>
                    <a:pt x="255" y="218"/>
                  </a:moveTo>
                  <a:cubicBezTo>
                    <a:pt x="243" y="218"/>
                    <a:pt x="243" y="218"/>
                    <a:pt x="243" y="218"/>
                  </a:cubicBezTo>
                  <a:cubicBezTo>
                    <a:pt x="243" y="370"/>
                    <a:pt x="243" y="370"/>
                    <a:pt x="243" y="370"/>
                  </a:cubicBezTo>
                  <a:cubicBezTo>
                    <a:pt x="255" y="370"/>
                    <a:pt x="255" y="370"/>
                    <a:pt x="255" y="370"/>
                  </a:cubicBezTo>
                  <a:cubicBezTo>
                    <a:pt x="255" y="218"/>
                    <a:pt x="255" y="218"/>
                    <a:pt x="255" y="218"/>
                  </a:cubicBezTo>
                  <a:moveTo>
                    <a:pt x="214" y="0"/>
                  </a:moveTo>
                  <a:cubicBezTo>
                    <a:pt x="41" y="0"/>
                    <a:pt x="41" y="0"/>
                    <a:pt x="41" y="0"/>
                  </a:cubicBezTo>
                  <a:cubicBezTo>
                    <a:pt x="20" y="0"/>
                    <a:pt x="3" y="16"/>
                    <a:pt x="0" y="37"/>
                  </a:cubicBezTo>
                  <a:cubicBezTo>
                    <a:pt x="13" y="37"/>
                    <a:pt x="13" y="37"/>
                    <a:pt x="13" y="37"/>
                  </a:cubicBezTo>
                  <a:cubicBezTo>
                    <a:pt x="15" y="23"/>
                    <a:pt x="27" y="12"/>
                    <a:pt x="41" y="12"/>
                  </a:cubicBezTo>
                  <a:cubicBezTo>
                    <a:pt x="121" y="12"/>
                    <a:pt x="121" y="12"/>
                    <a:pt x="121" y="12"/>
                  </a:cubicBezTo>
                  <a:cubicBezTo>
                    <a:pt x="121" y="6"/>
                    <a:pt x="121" y="6"/>
                    <a:pt x="121" y="6"/>
                  </a:cubicBezTo>
                  <a:cubicBezTo>
                    <a:pt x="133" y="6"/>
                    <a:pt x="133" y="6"/>
                    <a:pt x="133" y="6"/>
                  </a:cubicBezTo>
                  <a:cubicBezTo>
                    <a:pt x="133" y="12"/>
                    <a:pt x="133" y="12"/>
                    <a:pt x="133" y="12"/>
                  </a:cubicBezTo>
                  <a:cubicBezTo>
                    <a:pt x="214" y="12"/>
                    <a:pt x="214" y="12"/>
                    <a:pt x="214" y="12"/>
                  </a:cubicBezTo>
                  <a:cubicBezTo>
                    <a:pt x="228" y="12"/>
                    <a:pt x="240" y="23"/>
                    <a:pt x="242" y="37"/>
                  </a:cubicBezTo>
                  <a:cubicBezTo>
                    <a:pt x="254" y="37"/>
                    <a:pt x="254" y="37"/>
                    <a:pt x="254" y="37"/>
                  </a:cubicBezTo>
                  <a:cubicBezTo>
                    <a:pt x="252" y="16"/>
                    <a:pt x="235" y="0"/>
                    <a:pt x="214" y="0"/>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1" name="Google Shape;1271;p20"/>
            <p:cNvSpPr/>
            <p:nvPr/>
          </p:nvSpPr>
          <p:spPr>
            <a:xfrm>
              <a:off x="3396537" y="4294596"/>
              <a:ext cx="297682" cy="78976"/>
            </a:xfrm>
            <a:custGeom>
              <a:avLst/>
              <a:gdLst/>
              <a:ahLst/>
              <a:cxnLst/>
              <a:rect l="l" t="t" r="r" b="b"/>
              <a:pathLst>
                <a:path w="294" h="78" extrusionOk="0">
                  <a:moveTo>
                    <a:pt x="294" y="0"/>
                  </a:moveTo>
                  <a:lnTo>
                    <a:pt x="280" y="0"/>
                  </a:lnTo>
                  <a:lnTo>
                    <a:pt x="280" y="64"/>
                  </a:lnTo>
                  <a:lnTo>
                    <a:pt x="153" y="64"/>
                  </a:lnTo>
                  <a:lnTo>
                    <a:pt x="153" y="71"/>
                  </a:lnTo>
                  <a:lnTo>
                    <a:pt x="139" y="71"/>
                  </a:lnTo>
                  <a:lnTo>
                    <a:pt x="139" y="64"/>
                  </a:lnTo>
                  <a:lnTo>
                    <a:pt x="14" y="64"/>
                  </a:lnTo>
                  <a:lnTo>
                    <a:pt x="14" y="0"/>
                  </a:lnTo>
                  <a:lnTo>
                    <a:pt x="0" y="0"/>
                  </a:lnTo>
                  <a:lnTo>
                    <a:pt x="0" y="78"/>
                  </a:lnTo>
                  <a:lnTo>
                    <a:pt x="294" y="78"/>
                  </a:lnTo>
                  <a:lnTo>
                    <a:pt x="294"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2" name="Google Shape;1272;p20"/>
            <p:cNvSpPr/>
            <p:nvPr/>
          </p:nvSpPr>
          <p:spPr>
            <a:xfrm>
              <a:off x="3537277" y="3870355"/>
              <a:ext cx="14175" cy="424242"/>
            </a:xfrm>
            <a:custGeom>
              <a:avLst/>
              <a:gdLst/>
              <a:ahLst/>
              <a:cxnLst/>
              <a:rect l="l" t="t" r="r" b="b"/>
              <a:pathLst>
                <a:path w="14" h="419" extrusionOk="0">
                  <a:moveTo>
                    <a:pt x="14" y="244"/>
                  </a:moveTo>
                  <a:lnTo>
                    <a:pt x="0" y="244"/>
                  </a:lnTo>
                  <a:lnTo>
                    <a:pt x="0" y="419"/>
                  </a:lnTo>
                  <a:lnTo>
                    <a:pt x="14" y="419"/>
                  </a:lnTo>
                  <a:lnTo>
                    <a:pt x="14" y="244"/>
                  </a:lnTo>
                  <a:close/>
                  <a:moveTo>
                    <a:pt x="14" y="0"/>
                  </a:moveTo>
                  <a:lnTo>
                    <a:pt x="0" y="0"/>
                  </a:lnTo>
                  <a:lnTo>
                    <a:pt x="0" y="7"/>
                  </a:lnTo>
                  <a:lnTo>
                    <a:pt x="0" y="35"/>
                  </a:lnTo>
                  <a:lnTo>
                    <a:pt x="14" y="35"/>
                  </a:lnTo>
                  <a:lnTo>
                    <a:pt x="14" y="7"/>
                  </a:lnTo>
                  <a:lnTo>
                    <a:pt x="1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3" name="Google Shape;1273;p20"/>
            <p:cNvSpPr/>
            <p:nvPr/>
          </p:nvSpPr>
          <p:spPr>
            <a:xfrm>
              <a:off x="3537277" y="3870355"/>
              <a:ext cx="14175" cy="424242"/>
            </a:xfrm>
            <a:custGeom>
              <a:avLst/>
              <a:gdLst/>
              <a:ahLst/>
              <a:cxnLst/>
              <a:rect l="l" t="t" r="r" b="b"/>
              <a:pathLst>
                <a:path w="14" h="419" extrusionOk="0">
                  <a:moveTo>
                    <a:pt x="14" y="244"/>
                  </a:moveTo>
                  <a:lnTo>
                    <a:pt x="0" y="244"/>
                  </a:lnTo>
                  <a:lnTo>
                    <a:pt x="0" y="419"/>
                  </a:lnTo>
                  <a:lnTo>
                    <a:pt x="14" y="419"/>
                  </a:lnTo>
                  <a:lnTo>
                    <a:pt x="14" y="244"/>
                  </a:lnTo>
                  <a:moveTo>
                    <a:pt x="14" y="0"/>
                  </a:moveTo>
                  <a:lnTo>
                    <a:pt x="0" y="0"/>
                  </a:lnTo>
                  <a:lnTo>
                    <a:pt x="0" y="7"/>
                  </a:lnTo>
                  <a:lnTo>
                    <a:pt x="0" y="35"/>
                  </a:lnTo>
                  <a:lnTo>
                    <a:pt x="14" y="35"/>
                  </a:lnTo>
                  <a:lnTo>
                    <a:pt x="14" y="7"/>
                  </a:lnTo>
                  <a:lnTo>
                    <a:pt x="14" y="0"/>
                  </a:ln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4" name="Google Shape;1274;p20"/>
            <p:cNvSpPr/>
            <p:nvPr/>
          </p:nvSpPr>
          <p:spPr>
            <a:xfrm>
              <a:off x="3537277" y="4294596"/>
              <a:ext cx="14175" cy="71888"/>
            </a:xfrm>
            <a:custGeom>
              <a:avLst/>
              <a:gdLst/>
              <a:ahLst/>
              <a:cxnLst/>
              <a:rect l="l" t="t" r="r" b="b"/>
              <a:pathLst>
                <a:path w="14" h="71" extrusionOk="0">
                  <a:moveTo>
                    <a:pt x="14" y="0"/>
                  </a:moveTo>
                  <a:lnTo>
                    <a:pt x="0" y="0"/>
                  </a:lnTo>
                  <a:lnTo>
                    <a:pt x="0" y="64"/>
                  </a:lnTo>
                  <a:lnTo>
                    <a:pt x="0" y="71"/>
                  </a:lnTo>
                  <a:lnTo>
                    <a:pt x="14" y="71"/>
                  </a:lnTo>
                  <a:lnTo>
                    <a:pt x="14" y="64"/>
                  </a:lnTo>
                  <a:lnTo>
                    <a:pt x="14"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5" name="Google Shape;1275;p20"/>
            <p:cNvSpPr/>
            <p:nvPr/>
          </p:nvSpPr>
          <p:spPr>
            <a:xfrm>
              <a:off x="3934186" y="3799479"/>
              <a:ext cx="2496876" cy="636868"/>
            </a:xfrm>
            <a:custGeom>
              <a:avLst/>
              <a:gdLst/>
              <a:ahLst/>
              <a:cxnLst/>
              <a:rect l="l" t="t" r="r" b="b"/>
              <a:pathLst>
                <a:path w="2139" h="545" extrusionOk="0">
                  <a:moveTo>
                    <a:pt x="0" y="0"/>
                  </a:moveTo>
                  <a:cubicBezTo>
                    <a:pt x="0" y="545"/>
                    <a:pt x="0" y="545"/>
                    <a:pt x="0" y="545"/>
                  </a:cubicBezTo>
                  <a:cubicBezTo>
                    <a:pt x="1935" y="545"/>
                    <a:pt x="1935" y="545"/>
                    <a:pt x="1935" y="545"/>
                  </a:cubicBezTo>
                  <a:cubicBezTo>
                    <a:pt x="2071" y="545"/>
                    <a:pt x="2139" y="381"/>
                    <a:pt x="2043" y="284"/>
                  </a:cubicBezTo>
                  <a:cubicBezTo>
                    <a:pt x="1860" y="102"/>
                    <a:pt x="1860" y="102"/>
                    <a:pt x="1860" y="102"/>
                  </a:cubicBezTo>
                  <a:cubicBezTo>
                    <a:pt x="1795" y="36"/>
                    <a:pt x="1706" y="0"/>
                    <a:pt x="1613" y="0"/>
                  </a:cubicBezTo>
                  <a:cubicBezTo>
                    <a:pt x="0" y="0"/>
                    <a:pt x="0" y="0"/>
                    <a:pt x="0" y="0"/>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6" name="Google Shape;1276;p20"/>
            <p:cNvSpPr/>
            <p:nvPr/>
          </p:nvSpPr>
          <p:spPr>
            <a:xfrm>
              <a:off x="3934186" y="4294596"/>
              <a:ext cx="2432075" cy="141751"/>
            </a:xfrm>
            <a:custGeom>
              <a:avLst/>
              <a:gdLst/>
              <a:ahLst/>
              <a:cxnLst/>
              <a:rect l="l" t="t" r="r" b="b"/>
              <a:pathLst>
                <a:path w="2084" h="121" extrusionOk="0">
                  <a:moveTo>
                    <a:pt x="2084" y="0"/>
                  </a:moveTo>
                  <a:cubicBezTo>
                    <a:pt x="0" y="0"/>
                    <a:pt x="0" y="0"/>
                    <a:pt x="0" y="0"/>
                  </a:cubicBezTo>
                  <a:cubicBezTo>
                    <a:pt x="0" y="121"/>
                    <a:pt x="0" y="121"/>
                    <a:pt x="0" y="121"/>
                  </a:cubicBezTo>
                  <a:cubicBezTo>
                    <a:pt x="1935" y="121"/>
                    <a:pt x="1935" y="121"/>
                    <a:pt x="1935" y="121"/>
                  </a:cubicBezTo>
                  <a:cubicBezTo>
                    <a:pt x="2014" y="121"/>
                    <a:pt x="2070" y="66"/>
                    <a:pt x="2084" y="0"/>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7" name="Google Shape;1277;p20"/>
            <p:cNvSpPr/>
            <p:nvPr/>
          </p:nvSpPr>
          <p:spPr>
            <a:xfrm>
              <a:off x="5704073" y="3905792"/>
              <a:ext cx="600426" cy="211614"/>
            </a:xfrm>
            <a:custGeom>
              <a:avLst/>
              <a:gdLst/>
              <a:ahLst/>
              <a:cxnLst/>
              <a:rect l="l" t="t" r="r" b="b"/>
              <a:pathLst>
                <a:path w="515" h="181" extrusionOk="0">
                  <a:moveTo>
                    <a:pt x="0" y="34"/>
                  </a:moveTo>
                  <a:cubicBezTo>
                    <a:pt x="0" y="146"/>
                    <a:pt x="0" y="146"/>
                    <a:pt x="0" y="146"/>
                  </a:cubicBezTo>
                  <a:cubicBezTo>
                    <a:pt x="0" y="166"/>
                    <a:pt x="15" y="181"/>
                    <a:pt x="34" y="181"/>
                  </a:cubicBezTo>
                  <a:cubicBezTo>
                    <a:pt x="515" y="181"/>
                    <a:pt x="515" y="181"/>
                    <a:pt x="515" y="181"/>
                  </a:cubicBezTo>
                  <a:cubicBezTo>
                    <a:pt x="485" y="151"/>
                    <a:pt x="485" y="151"/>
                    <a:pt x="485" y="151"/>
                  </a:cubicBezTo>
                  <a:cubicBezTo>
                    <a:pt x="121" y="151"/>
                    <a:pt x="121" y="151"/>
                    <a:pt x="121" y="151"/>
                  </a:cubicBezTo>
                  <a:cubicBezTo>
                    <a:pt x="87" y="151"/>
                    <a:pt x="60" y="124"/>
                    <a:pt x="60" y="90"/>
                  </a:cubicBezTo>
                  <a:cubicBezTo>
                    <a:pt x="60" y="57"/>
                    <a:pt x="87" y="30"/>
                    <a:pt x="121" y="30"/>
                  </a:cubicBezTo>
                  <a:cubicBezTo>
                    <a:pt x="363" y="30"/>
                    <a:pt x="363" y="30"/>
                    <a:pt x="363" y="30"/>
                  </a:cubicBezTo>
                  <a:cubicBezTo>
                    <a:pt x="344" y="11"/>
                    <a:pt x="344" y="11"/>
                    <a:pt x="344" y="11"/>
                  </a:cubicBezTo>
                  <a:cubicBezTo>
                    <a:pt x="340" y="7"/>
                    <a:pt x="336" y="3"/>
                    <a:pt x="332" y="0"/>
                  </a:cubicBezTo>
                  <a:cubicBezTo>
                    <a:pt x="34" y="0"/>
                    <a:pt x="34" y="0"/>
                    <a:pt x="34" y="0"/>
                  </a:cubicBezTo>
                  <a:cubicBezTo>
                    <a:pt x="15" y="0"/>
                    <a:pt x="0" y="15"/>
                    <a:pt x="0" y="34"/>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8" name="Google Shape;1278;p20"/>
            <p:cNvSpPr/>
            <p:nvPr/>
          </p:nvSpPr>
          <p:spPr>
            <a:xfrm>
              <a:off x="5773937" y="3941230"/>
              <a:ext cx="496135" cy="140738"/>
            </a:xfrm>
            <a:custGeom>
              <a:avLst/>
              <a:gdLst/>
              <a:ahLst/>
              <a:cxnLst/>
              <a:rect l="l" t="t" r="r" b="b"/>
              <a:pathLst>
                <a:path w="425" h="121" extrusionOk="0">
                  <a:moveTo>
                    <a:pt x="0" y="60"/>
                  </a:moveTo>
                  <a:cubicBezTo>
                    <a:pt x="0" y="94"/>
                    <a:pt x="27" y="121"/>
                    <a:pt x="61" y="121"/>
                  </a:cubicBezTo>
                  <a:cubicBezTo>
                    <a:pt x="425" y="121"/>
                    <a:pt x="425" y="121"/>
                    <a:pt x="425" y="121"/>
                  </a:cubicBezTo>
                  <a:cubicBezTo>
                    <a:pt x="303" y="0"/>
                    <a:pt x="303" y="0"/>
                    <a:pt x="303" y="0"/>
                  </a:cubicBezTo>
                  <a:cubicBezTo>
                    <a:pt x="61" y="0"/>
                    <a:pt x="61" y="0"/>
                    <a:pt x="61" y="0"/>
                  </a:cubicBezTo>
                  <a:cubicBezTo>
                    <a:pt x="27" y="0"/>
                    <a:pt x="0" y="27"/>
                    <a:pt x="0" y="6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9" name="Google Shape;1279;p20"/>
            <p:cNvSpPr/>
            <p:nvPr/>
          </p:nvSpPr>
          <p:spPr>
            <a:xfrm>
              <a:off x="3934186" y="3905792"/>
              <a:ext cx="1698000" cy="211614"/>
            </a:xfrm>
            <a:custGeom>
              <a:avLst/>
              <a:gdLst/>
              <a:ahLst/>
              <a:cxnLst/>
              <a:rect l="l" t="t" r="r" b="b"/>
              <a:pathLst>
                <a:path w="1455" h="181" extrusionOk="0">
                  <a:moveTo>
                    <a:pt x="1420" y="0"/>
                  </a:moveTo>
                  <a:cubicBezTo>
                    <a:pt x="0" y="0"/>
                    <a:pt x="0" y="0"/>
                    <a:pt x="0" y="0"/>
                  </a:cubicBezTo>
                  <a:cubicBezTo>
                    <a:pt x="0" y="181"/>
                    <a:pt x="0" y="181"/>
                    <a:pt x="0" y="181"/>
                  </a:cubicBezTo>
                  <a:cubicBezTo>
                    <a:pt x="1420" y="181"/>
                    <a:pt x="1420" y="181"/>
                    <a:pt x="1420" y="181"/>
                  </a:cubicBezTo>
                  <a:cubicBezTo>
                    <a:pt x="1439" y="181"/>
                    <a:pt x="1455" y="166"/>
                    <a:pt x="1455" y="146"/>
                  </a:cubicBezTo>
                  <a:cubicBezTo>
                    <a:pt x="1455" y="34"/>
                    <a:pt x="1455" y="34"/>
                    <a:pt x="1455" y="34"/>
                  </a:cubicBezTo>
                  <a:cubicBezTo>
                    <a:pt x="1455" y="15"/>
                    <a:pt x="1439" y="0"/>
                    <a:pt x="1420" y="0"/>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0" name="Google Shape;1280;p20"/>
            <p:cNvSpPr/>
            <p:nvPr/>
          </p:nvSpPr>
          <p:spPr>
            <a:xfrm>
              <a:off x="5138073" y="3941230"/>
              <a:ext cx="423233" cy="140738"/>
            </a:xfrm>
            <a:custGeom>
              <a:avLst/>
              <a:gdLst/>
              <a:ahLst/>
              <a:cxnLst/>
              <a:rect l="l" t="t" r="r" b="b"/>
              <a:pathLst>
                <a:path w="363" h="121" extrusionOk="0">
                  <a:moveTo>
                    <a:pt x="346" y="0"/>
                  </a:moveTo>
                  <a:cubicBezTo>
                    <a:pt x="17" y="0"/>
                    <a:pt x="17" y="0"/>
                    <a:pt x="17" y="0"/>
                  </a:cubicBezTo>
                  <a:cubicBezTo>
                    <a:pt x="7" y="0"/>
                    <a:pt x="0" y="8"/>
                    <a:pt x="0" y="17"/>
                  </a:cubicBezTo>
                  <a:cubicBezTo>
                    <a:pt x="0" y="104"/>
                    <a:pt x="0" y="104"/>
                    <a:pt x="0" y="104"/>
                  </a:cubicBezTo>
                  <a:cubicBezTo>
                    <a:pt x="0" y="113"/>
                    <a:pt x="7" y="121"/>
                    <a:pt x="17" y="121"/>
                  </a:cubicBezTo>
                  <a:cubicBezTo>
                    <a:pt x="346" y="121"/>
                    <a:pt x="346" y="121"/>
                    <a:pt x="346" y="121"/>
                  </a:cubicBezTo>
                  <a:cubicBezTo>
                    <a:pt x="355" y="121"/>
                    <a:pt x="363" y="113"/>
                    <a:pt x="363" y="104"/>
                  </a:cubicBezTo>
                  <a:cubicBezTo>
                    <a:pt x="363" y="17"/>
                    <a:pt x="363" y="17"/>
                    <a:pt x="363" y="17"/>
                  </a:cubicBezTo>
                  <a:cubicBezTo>
                    <a:pt x="363" y="8"/>
                    <a:pt x="355" y="0"/>
                    <a:pt x="346"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1" name="Google Shape;1281;p20"/>
            <p:cNvSpPr/>
            <p:nvPr/>
          </p:nvSpPr>
          <p:spPr>
            <a:xfrm>
              <a:off x="4005062" y="3941230"/>
              <a:ext cx="211617" cy="140738"/>
            </a:xfrm>
            <a:custGeom>
              <a:avLst/>
              <a:gdLst/>
              <a:ahLst/>
              <a:cxnLst/>
              <a:rect l="l" t="t" r="r" b="b"/>
              <a:pathLst>
                <a:path w="182" h="121" extrusionOk="0">
                  <a:moveTo>
                    <a:pt x="165" y="0"/>
                  </a:moveTo>
                  <a:cubicBezTo>
                    <a:pt x="18" y="0"/>
                    <a:pt x="18" y="0"/>
                    <a:pt x="18" y="0"/>
                  </a:cubicBezTo>
                  <a:cubicBezTo>
                    <a:pt x="8" y="0"/>
                    <a:pt x="0" y="8"/>
                    <a:pt x="0" y="17"/>
                  </a:cubicBezTo>
                  <a:cubicBezTo>
                    <a:pt x="0" y="104"/>
                    <a:pt x="0" y="104"/>
                    <a:pt x="0" y="104"/>
                  </a:cubicBezTo>
                  <a:cubicBezTo>
                    <a:pt x="0" y="113"/>
                    <a:pt x="8" y="121"/>
                    <a:pt x="18" y="121"/>
                  </a:cubicBezTo>
                  <a:cubicBezTo>
                    <a:pt x="165" y="121"/>
                    <a:pt x="165" y="121"/>
                    <a:pt x="165" y="121"/>
                  </a:cubicBezTo>
                  <a:cubicBezTo>
                    <a:pt x="175" y="121"/>
                    <a:pt x="182" y="113"/>
                    <a:pt x="182" y="104"/>
                  </a:cubicBezTo>
                  <a:cubicBezTo>
                    <a:pt x="182" y="17"/>
                    <a:pt x="182" y="17"/>
                    <a:pt x="182" y="17"/>
                  </a:cubicBezTo>
                  <a:cubicBezTo>
                    <a:pt x="182" y="8"/>
                    <a:pt x="175" y="0"/>
                    <a:pt x="16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2" name="Google Shape;1282;p20"/>
            <p:cNvSpPr/>
            <p:nvPr/>
          </p:nvSpPr>
          <p:spPr>
            <a:xfrm>
              <a:off x="4288568" y="3941230"/>
              <a:ext cx="88090" cy="140738"/>
            </a:xfrm>
            <a:custGeom>
              <a:avLst/>
              <a:gdLst/>
              <a:ahLst/>
              <a:cxnLst/>
              <a:rect l="l" t="t" r="r" b="b"/>
              <a:pathLst>
                <a:path w="76" h="121" extrusionOk="0">
                  <a:moveTo>
                    <a:pt x="58" y="0"/>
                  </a:moveTo>
                  <a:cubicBezTo>
                    <a:pt x="17" y="0"/>
                    <a:pt x="17" y="0"/>
                    <a:pt x="17" y="0"/>
                  </a:cubicBezTo>
                  <a:cubicBezTo>
                    <a:pt x="8" y="0"/>
                    <a:pt x="0" y="8"/>
                    <a:pt x="0" y="17"/>
                  </a:cubicBezTo>
                  <a:cubicBezTo>
                    <a:pt x="0" y="104"/>
                    <a:pt x="0" y="104"/>
                    <a:pt x="0" y="104"/>
                  </a:cubicBezTo>
                  <a:cubicBezTo>
                    <a:pt x="0" y="113"/>
                    <a:pt x="8" y="121"/>
                    <a:pt x="17" y="121"/>
                  </a:cubicBezTo>
                  <a:cubicBezTo>
                    <a:pt x="58" y="121"/>
                    <a:pt x="58" y="121"/>
                    <a:pt x="58" y="121"/>
                  </a:cubicBezTo>
                  <a:cubicBezTo>
                    <a:pt x="68" y="121"/>
                    <a:pt x="76" y="113"/>
                    <a:pt x="76" y="104"/>
                  </a:cubicBezTo>
                  <a:cubicBezTo>
                    <a:pt x="76" y="17"/>
                    <a:pt x="76" y="17"/>
                    <a:pt x="76" y="17"/>
                  </a:cubicBezTo>
                  <a:cubicBezTo>
                    <a:pt x="76" y="8"/>
                    <a:pt x="68" y="0"/>
                    <a:pt x="5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3" name="Google Shape;1283;p20"/>
            <p:cNvSpPr/>
            <p:nvPr/>
          </p:nvSpPr>
          <p:spPr>
            <a:xfrm>
              <a:off x="4412096" y="3941230"/>
              <a:ext cx="88090" cy="140738"/>
            </a:xfrm>
            <a:custGeom>
              <a:avLst/>
              <a:gdLst/>
              <a:ahLst/>
              <a:cxnLst/>
              <a:rect l="l" t="t" r="r" b="b"/>
              <a:pathLst>
                <a:path w="76" h="121" extrusionOk="0">
                  <a:moveTo>
                    <a:pt x="0" y="17"/>
                  </a:moveTo>
                  <a:cubicBezTo>
                    <a:pt x="0" y="104"/>
                    <a:pt x="0" y="104"/>
                    <a:pt x="0" y="104"/>
                  </a:cubicBezTo>
                  <a:cubicBezTo>
                    <a:pt x="0" y="113"/>
                    <a:pt x="8" y="121"/>
                    <a:pt x="18" y="121"/>
                  </a:cubicBezTo>
                  <a:cubicBezTo>
                    <a:pt x="58" y="121"/>
                    <a:pt x="58" y="121"/>
                    <a:pt x="58" y="121"/>
                  </a:cubicBezTo>
                  <a:cubicBezTo>
                    <a:pt x="68" y="121"/>
                    <a:pt x="76" y="113"/>
                    <a:pt x="76" y="104"/>
                  </a:cubicBezTo>
                  <a:cubicBezTo>
                    <a:pt x="76" y="17"/>
                    <a:pt x="76" y="17"/>
                    <a:pt x="76" y="17"/>
                  </a:cubicBezTo>
                  <a:cubicBezTo>
                    <a:pt x="76" y="8"/>
                    <a:pt x="68" y="0"/>
                    <a:pt x="58" y="0"/>
                  </a:cubicBezTo>
                  <a:cubicBezTo>
                    <a:pt x="18" y="0"/>
                    <a:pt x="18" y="0"/>
                    <a:pt x="18" y="0"/>
                  </a:cubicBezTo>
                  <a:cubicBezTo>
                    <a:pt x="8" y="0"/>
                    <a:pt x="0" y="8"/>
                    <a:pt x="0" y="1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4" name="Google Shape;1284;p20"/>
            <p:cNvSpPr/>
            <p:nvPr/>
          </p:nvSpPr>
          <p:spPr>
            <a:xfrm>
              <a:off x="4572074" y="3941230"/>
              <a:ext cx="210604" cy="140738"/>
            </a:xfrm>
            <a:custGeom>
              <a:avLst/>
              <a:gdLst/>
              <a:ahLst/>
              <a:cxnLst/>
              <a:rect l="l" t="t" r="r" b="b"/>
              <a:pathLst>
                <a:path w="181" h="121" extrusionOk="0">
                  <a:moveTo>
                    <a:pt x="164" y="0"/>
                  </a:moveTo>
                  <a:cubicBezTo>
                    <a:pt x="17" y="0"/>
                    <a:pt x="17" y="0"/>
                    <a:pt x="17" y="0"/>
                  </a:cubicBezTo>
                  <a:cubicBezTo>
                    <a:pt x="7" y="0"/>
                    <a:pt x="0" y="8"/>
                    <a:pt x="0" y="17"/>
                  </a:cubicBezTo>
                  <a:cubicBezTo>
                    <a:pt x="0" y="104"/>
                    <a:pt x="0" y="104"/>
                    <a:pt x="0" y="104"/>
                  </a:cubicBezTo>
                  <a:cubicBezTo>
                    <a:pt x="0" y="113"/>
                    <a:pt x="7" y="121"/>
                    <a:pt x="17" y="121"/>
                  </a:cubicBezTo>
                  <a:cubicBezTo>
                    <a:pt x="164" y="121"/>
                    <a:pt x="164" y="121"/>
                    <a:pt x="164" y="121"/>
                  </a:cubicBezTo>
                  <a:cubicBezTo>
                    <a:pt x="174" y="121"/>
                    <a:pt x="181" y="113"/>
                    <a:pt x="181" y="104"/>
                  </a:cubicBezTo>
                  <a:cubicBezTo>
                    <a:pt x="181" y="17"/>
                    <a:pt x="181" y="17"/>
                    <a:pt x="181" y="17"/>
                  </a:cubicBezTo>
                  <a:cubicBezTo>
                    <a:pt x="181" y="8"/>
                    <a:pt x="174" y="0"/>
                    <a:pt x="164"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5" name="Google Shape;1285;p20"/>
            <p:cNvSpPr/>
            <p:nvPr/>
          </p:nvSpPr>
          <p:spPr>
            <a:xfrm>
              <a:off x="4854567" y="3941230"/>
              <a:ext cx="88090" cy="140738"/>
            </a:xfrm>
            <a:custGeom>
              <a:avLst/>
              <a:gdLst/>
              <a:ahLst/>
              <a:cxnLst/>
              <a:rect l="l" t="t" r="r" b="b"/>
              <a:pathLst>
                <a:path w="76" h="121" extrusionOk="0">
                  <a:moveTo>
                    <a:pt x="58" y="0"/>
                  </a:moveTo>
                  <a:cubicBezTo>
                    <a:pt x="17" y="0"/>
                    <a:pt x="17" y="0"/>
                    <a:pt x="17" y="0"/>
                  </a:cubicBezTo>
                  <a:cubicBezTo>
                    <a:pt x="8" y="0"/>
                    <a:pt x="0" y="8"/>
                    <a:pt x="0" y="17"/>
                  </a:cubicBezTo>
                  <a:cubicBezTo>
                    <a:pt x="0" y="104"/>
                    <a:pt x="0" y="104"/>
                    <a:pt x="0" y="104"/>
                  </a:cubicBezTo>
                  <a:cubicBezTo>
                    <a:pt x="0" y="113"/>
                    <a:pt x="8" y="121"/>
                    <a:pt x="17" y="121"/>
                  </a:cubicBezTo>
                  <a:cubicBezTo>
                    <a:pt x="58" y="121"/>
                    <a:pt x="58" y="121"/>
                    <a:pt x="58" y="121"/>
                  </a:cubicBezTo>
                  <a:cubicBezTo>
                    <a:pt x="68" y="121"/>
                    <a:pt x="76" y="113"/>
                    <a:pt x="76" y="104"/>
                  </a:cubicBezTo>
                  <a:cubicBezTo>
                    <a:pt x="76" y="17"/>
                    <a:pt x="76" y="17"/>
                    <a:pt x="76" y="17"/>
                  </a:cubicBezTo>
                  <a:cubicBezTo>
                    <a:pt x="76" y="8"/>
                    <a:pt x="68" y="0"/>
                    <a:pt x="58"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6" name="Google Shape;1286;p20"/>
            <p:cNvSpPr/>
            <p:nvPr/>
          </p:nvSpPr>
          <p:spPr>
            <a:xfrm>
              <a:off x="4978095" y="3941230"/>
              <a:ext cx="88090" cy="140738"/>
            </a:xfrm>
            <a:custGeom>
              <a:avLst/>
              <a:gdLst/>
              <a:ahLst/>
              <a:cxnLst/>
              <a:rect l="l" t="t" r="r" b="b"/>
              <a:pathLst>
                <a:path w="76" h="121" extrusionOk="0">
                  <a:moveTo>
                    <a:pt x="0" y="17"/>
                  </a:moveTo>
                  <a:cubicBezTo>
                    <a:pt x="0" y="104"/>
                    <a:pt x="0" y="104"/>
                    <a:pt x="0" y="104"/>
                  </a:cubicBezTo>
                  <a:cubicBezTo>
                    <a:pt x="0" y="113"/>
                    <a:pt x="8" y="121"/>
                    <a:pt x="18" y="121"/>
                  </a:cubicBezTo>
                  <a:cubicBezTo>
                    <a:pt x="58" y="121"/>
                    <a:pt x="58" y="121"/>
                    <a:pt x="58" y="121"/>
                  </a:cubicBezTo>
                  <a:cubicBezTo>
                    <a:pt x="68" y="121"/>
                    <a:pt x="76" y="113"/>
                    <a:pt x="76" y="104"/>
                  </a:cubicBezTo>
                  <a:cubicBezTo>
                    <a:pt x="76" y="17"/>
                    <a:pt x="76" y="17"/>
                    <a:pt x="76" y="17"/>
                  </a:cubicBezTo>
                  <a:cubicBezTo>
                    <a:pt x="76" y="8"/>
                    <a:pt x="68" y="0"/>
                    <a:pt x="58" y="0"/>
                  </a:cubicBezTo>
                  <a:cubicBezTo>
                    <a:pt x="18" y="0"/>
                    <a:pt x="18" y="0"/>
                    <a:pt x="18" y="0"/>
                  </a:cubicBezTo>
                  <a:cubicBezTo>
                    <a:pt x="8" y="0"/>
                    <a:pt x="0" y="8"/>
                    <a:pt x="0" y="1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7" name="Google Shape;1287;p20"/>
            <p:cNvSpPr/>
            <p:nvPr/>
          </p:nvSpPr>
          <p:spPr>
            <a:xfrm>
              <a:off x="4246042" y="3863267"/>
              <a:ext cx="296669" cy="431329"/>
            </a:xfrm>
            <a:custGeom>
              <a:avLst/>
              <a:gdLst/>
              <a:ahLst/>
              <a:cxnLst/>
              <a:rect l="l" t="t" r="r" b="b"/>
              <a:pathLst>
                <a:path w="254" h="370" extrusionOk="0">
                  <a:moveTo>
                    <a:pt x="12" y="218"/>
                  </a:moveTo>
                  <a:cubicBezTo>
                    <a:pt x="0" y="218"/>
                    <a:pt x="0" y="218"/>
                    <a:pt x="0" y="218"/>
                  </a:cubicBezTo>
                  <a:cubicBezTo>
                    <a:pt x="0" y="370"/>
                    <a:pt x="0" y="370"/>
                    <a:pt x="0" y="370"/>
                  </a:cubicBezTo>
                  <a:cubicBezTo>
                    <a:pt x="12" y="370"/>
                    <a:pt x="12" y="370"/>
                    <a:pt x="12" y="370"/>
                  </a:cubicBezTo>
                  <a:cubicBezTo>
                    <a:pt x="12" y="218"/>
                    <a:pt x="12" y="218"/>
                    <a:pt x="12" y="218"/>
                  </a:cubicBezTo>
                  <a:moveTo>
                    <a:pt x="254" y="218"/>
                  </a:moveTo>
                  <a:cubicBezTo>
                    <a:pt x="242" y="218"/>
                    <a:pt x="242" y="218"/>
                    <a:pt x="242" y="218"/>
                  </a:cubicBezTo>
                  <a:cubicBezTo>
                    <a:pt x="242" y="370"/>
                    <a:pt x="242" y="370"/>
                    <a:pt x="242" y="370"/>
                  </a:cubicBezTo>
                  <a:cubicBezTo>
                    <a:pt x="254" y="370"/>
                    <a:pt x="254" y="370"/>
                    <a:pt x="254" y="370"/>
                  </a:cubicBezTo>
                  <a:cubicBezTo>
                    <a:pt x="254" y="218"/>
                    <a:pt x="254" y="218"/>
                    <a:pt x="254" y="218"/>
                  </a:cubicBezTo>
                  <a:moveTo>
                    <a:pt x="213" y="0"/>
                  </a:moveTo>
                  <a:cubicBezTo>
                    <a:pt x="41" y="0"/>
                    <a:pt x="41" y="0"/>
                    <a:pt x="41" y="0"/>
                  </a:cubicBezTo>
                  <a:cubicBezTo>
                    <a:pt x="20" y="0"/>
                    <a:pt x="2" y="16"/>
                    <a:pt x="0" y="37"/>
                  </a:cubicBezTo>
                  <a:cubicBezTo>
                    <a:pt x="12" y="37"/>
                    <a:pt x="12" y="37"/>
                    <a:pt x="12" y="37"/>
                  </a:cubicBezTo>
                  <a:cubicBezTo>
                    <a:pt x="14" y="23"/>
                    <a:pt x="26" y="12"/>
                    <a:pt x="41" y="12"/>
                  </a:cubicBezTo>
                  <a:cubicBezTo>
                    <a:pt x="121" y="12"/>
                    <a:pt x="121" y="12"/>
                    <a:pt x="121" y="12"/>
                  </a:cubicBezTo>
                  <a:cubicBezTo>
                    <a:pt x="121" y="6"/>
                    <a:pt x="121" y="6"/>
                    <a:pt x="121" y="6"/>
                  </a:cubicBezTo>
                  <a:cubicBezTo>
                    <a:pt x="133" y="6"/>
                    <a:pt x="133" y="6"/>
                    <a:pt x="133" y="6"/>
                  </a:cubicBezTo>
                  <a:cubicBezTo>
                    <a:pt x="133" y="12"/>
                    <a:pt x="133" y="12"/>
                    <a:pt x="133" y="12"/>
                  </a:cubicBezTo>
                  <a:cubicBezTo>
                    <a:pt x="213" y="12"/>
                    <a:pt x="213" y="12"/>
                    <a:pt x="213" y="12"/>
                  </a:cubicBezTo>
                  <a:cubicBezTo>
                    <a:pt x="228" y="12"/>
                    <a:pt x="240" y="23"/>
                    <a:pt x="242" y="37"/>
                  </a:cubicBezTo>
                  <a:cubicBezTo>
                    <a:pt x="254" y="37"/>
                    <a:pt x="254" y="37"/>
                    <a:pt x="254" y="37"/>
                  </a:cubicBezTo>
                  <a:cubicBezTo>
                    <a:pt x="252" y="16"/>
                    <a:pt x="234" y="0"/>
                    <a:pt x="213" y="0"/>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8" name="Google Shape;1288;p20"/>
            <p:cNvSpPr/>
            <p:nvPr/>
          </p:nvSpPr>
          <p:spPr>
            <a:xfrm>
              <a:off x="4246042" y="4294596"/>
              <a:ext cx="296669" cy="78976"/>
            </a:xfrm>
            <a:custGeom>
              <a:avLst/>
              <a:gdLst/>
              <a:ahLst/>
              <a:cxnLst/>
              <a:rect l="l" t="t" r="r" b="b"/>
              <a:pathLst>
                <a:path w="293" h="78" extrusionOk="0">
                  <a:moveTo>
                    <a:pt x="293" y="0"/>
                  </a:moveTo>
                  <a:lnTo>
                    <a:pt x="279" y="0"/>
                  </a:lnTo>
                  <a:lnTo>
                    <a:pt x="279" y="64"/>
                  </a:lnTo>
                  <a:lnTo>
                    <a:pt x="153" y="64"/>
                  </a:lnTo>
                  <a:lnTo>
                    <a:pt x="153" y="71"/>
                  </a:lnTo>
                  <a:lnTo>
                    <a:pt x="140" y="71"/>
                  </a:lnTo>
                  <a:lnTo>
                    <a:pt x="140" y="64"/>
                  </a:lnTo>
                  <a:lnTo>
                    <a:pt x="14" y="64"/>
                  </a:lnTo>
                  <a:lnTo>
                    <a:pt x="14" y="0"/>
                  </a:lnTo>
                  <a:lnTo>
                    <a:pt x="0" y="0"/>
                  </a:lnTo>
                  <a:lnTo>
                    <a:pt x="0" y="78"/>
                  </a:lnTo>
                  <a:lnTo>
                    <a:pt x="293" y="78"/>
                  </a:lnTo>
                  <a:lnTo>
                    <a:pt x="293"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9" name="Google Shape;1289;p20"/>
            <p:cNvSpPr/>
            <p:nvPr/>
          </p:nvSpPr>
          <p:spPr>
            <a:xfrm>
              <a:off x="4387795" y="4117407"/>
              <a:ext cx="13200" cy="1773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0" name="Google Shape;1290;p20"/>
            <p:cNvSpPr/>
            <p:nvPr/>
          </p:nvSpPr>
          <p:spPr>
            <a:xfrm>
              <a:off x="4387795" y="4117407"/>
              <a:ext cx="13200" cy="1773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1" name="Google Shape;1291;p20"/>
            <p:cNvSpPr/>
            <p:nvPr/>
          </p:nvSpPr>
          <p:spPr>
            <a:xfrm>
              <a:off x="4387795" y="4294596"/>
              <a:ext cx="13163" cy="71888"/>
            </a:xfrm>
            <a:custGeom>
              <a:avLst/>
              <a:gdLst/>
              <a:ahLst/>
              <a:cxnLst/>
              <a:rect l="l" t="t" r="r" b="b"/>
              <a:pathLst>
                <a:path w="13" h="71" extrusionOk="0">
                  <a:moveTo>
                    <a:pt x="13" y="0"/>
                  </a:moveTo>
                  <a:lnTo>
                    <a:pt x="0" y="0"/>
                  </a:lnTo>
                  <a:lnTo>
                    <a:pt x="0" y="64"/>
                  </a:lnTo>
                  <a:lnTo>
                    <a:pt x="0" y="71"/>
                  </a:lnTo>
                  <a:lnTo>
                    <a:pt x="13" y="71"/>
                  </a:lnTo>
                  <a:lnTo>
                    <a:pt x="13" y="64"/>
                  </a:lnTo>
                  <a:lnTo>
                    <a:pt x="13"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2" name="Google Shape;1292;p20"/>
            <p:cNvSpPr/>
            <p:nvPr/>
          </p:nvSpPr>
          <p:spPr>
            <a:xfrm>
              <a:off x="4387795" y="3870355"/>
              <a:ext cx="13163" cy="35438"/>
            </a:xfrm>
            <a:custGeom>
              <a:avLst/>
              <a:gdLst/>
              <a:ahLst/>
              <a:cxnLst/>
              <a:rect l="l" t="t" r="r" b="b"/>
              <a:pathLst>
                <a:path w="13" h="35" extrusionOk="0">
                  <a:moveTo>
                    <a:pt x="13" y="0"/>
                  </a:moveTo>
                  <a:lnTo>
                    <a:pt x="0" y="0"/>
                  </a:lnTo>
                  <a:lnTo>
                    <a:pt x="0" y="7"/>
                  </a:lnTo>
                  <a:lnTo>
                    <a:pt x="0" y="35"/>
                  </a:lnTo>
                  <a:lnTo>
                    <a:pt x="13" y="35"/>
                  </a:lnTo>
                  <a:lnTo>
                    <a:pt x="13" y="7"/>
                  </a:lnTo>
                  <a:lnTo>
                    <a:pt x="13"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3" name="Google Shape;1293;p20"/>
            <p:cNvSpPr/>
            <p:nvPr/>
          </p:nvSpPr>
          <p:spPr>
            <a:xfrm>
              <a:off x="4387795" y="3870355"/>
              <a:ext cx="13163" cy="35438"/>
            </a:xfrm>
            <a:custGeom>
              <a:avLst/>
              <a:gdLst/>
              <a:ahLst/>
              <a:cxnLst/>
              <a:rect l="l" t="t" r="r" b="b"/>
              <a:pathLst>
                <a:path w="13" h="35" extrusionOk="0">
                  <a:moveTo>
                    <a:pt x="13" y="0"/>
                  </a:moveTo>
                  <a:lnTo>
                    <a:pt x="0" y="0"/>
                  </a:lnTo>
                  <a:lnTo>
                    <a:pt x="0" y="7"/>
                  </a:lnTo>
                  <a:lnTo>
                    <a:pt x="0" y="35"/>
                  </a:lnTo>
                  <a:lnTo>
                    <a:pt x="13" y="35"/>
                  </a:lnTo>
                  <a:lnTo>
                    <a:pt x="13" y="7"/>
                  </a:lnTo>
                  <a:lnTo>
                    <a:pt x="13" y="0"/>
                  </a:ln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4" name="Google Shape;1294;p20"/>
            <p:cNvSpPr/>
            <p:nvPr/>
          </p:nvSpPr>
          <p:spPr>
            <a:xfrm>
              <a:off x="4812041" y="3863267"/>
              <a:ext cx="296669" cy="431329"/>
            </a:xfrm>
            <a:custGeom>
              <a:avLst/>
              <a:gdLst/>
              <a:ahLst/>
              <a:cxnLst/>
              <a:rect l="l" t="t" r="r" b="b"/>
              <a:pathLst>
                <a:path w="254" h="370" extrusionOk="0">
                  <a:moveTo>
                    <a:pt x="12" y="218"/>
                  </a:moveTo>
                  <a:cubicBezTo>
                    <a:pt x="0" y="218"/>
                    <a:pt x="0" y="218"/>
                    <a:pt x="0" y="218"/>
                  </a:cubicBezTo>
                  <a:cubicBezTo>
                    <a:pt x="0" y="370"/>
                    <a:pt x="0" y="370"/>
                    <a:pt x="0" y="370"/>
                  </a:cubicBezTo>
                  <a:cubicBezTo>
                    <a:pt x="12" y="370"/>
                    <a:pt x="12" y="370"/>
                    <a:pt x="12" y="370"/>
                  </a:cubicBezTo>
                  <a:cubicBezTo>
                    <a:pt x="12" y="218"/>
                    <a:pt x="12" y="218"/>
                    <a:pt x="12" y="218"/>
                  </a:cubicBezTo>
                  <a:moveTo>
                    <a:pt x="254" y="218"/>
                  </a:moveTo>
                  <a:cubicBezTo>
                    <a:pt x="242" y="218"/>
                    <a:pt x="242" y="218"/>
                    <a:pt x="242" y="218"/>
                  </a:cubicBezTo>
                  <a:cubicBezTo>
                    <a:pt x="242" y="370"/>
                    <a:pt x="242" y="370"/>
                    <a:pt x="242" y="370"/>
                  </a:cubicBezTo>
                  <a:cubicBezTo>
                    <a:pt x="254" y="370"/>
                    <a:pt x="254" y="370"/>
                    <a:pt x="254" y="370"/>
                  </a:cubicBezTo>
                  <a:cubicBezTo>
                    <a:pt x="254" y="218"/>
                    <a:pt x="254" y="218"/>
                    <a:pt x="254" y="218"/>
                  </a:cubicBezTo>
                  <a:moveTo>
                    <a:pt x="213" y="0"/>
                  </a:moveTo>
                  <a:cubicBezTo>
                    <a:pt x="41" y="0"/>
                    <a:pt x="41" y="0"/>
                    <a:pt x="41" y="0"/>
                  </a:cubicBezTo>
                  <a:cubicBezTo>
                    <a:pt x="20" y="0"/>
                    <a:pt x="2" y="16"/>
                    <a:pt x="0" y="37"/>
                  </a:cubicBezTo>
                  <a:cubicBezTo>
                    <a:pt x="12" y="37"/>
                    <a:pt x="12" y="37"/>
                    <a:pt x="12" y="37"/>
                  </a:cubicBezTo>
                  <a:cubicBezTo>
                    <a:pt x="14" y="23"/>
                    <a:pt x="26" y="12"/>
                    <a:pt x="41" y="12"/>
                  </a:cubicBezTo>
                  <a:cubicBezTo>
                    <a:pt x="121" y="12"/>
                    <a:pt x="121" y="12"/>
                    <a:pt x="121" y="12"/>
                  </a:cubicBezTo>
                  <a:cubicBezTo>
                    <a:pt x="121" y="6"/>
                    <a:pt x="121" y="6"/>
                    <a:pt x="121" y="6"/>
                  </a:cubicBezTo>
                  <a:cubicBezTo>
                    <a:pt x="133" y="6"/>
                    <a:pt x="133" y="6"/>
                    <a:pt x="133" y="6"/>
                  </a:cubicBezTo>
                  <a:cubicBezTo>
                    <a:pt x="133" y="12"/>
                    <a:pt x="133" y="12"/>
                    <a:pt x="133" y="12"/>
                  </a:cubicBezTo>
                  <a:cubicBezTo>
                    <a:pt x="213" y="12"/>
                    <a:pt x="213" y="12"/>
                    <a:pt x="213" y="12"/>
                  </a:cubicBezTo>
                  <a:cubicBezTo>
                    <a:pt x="228" y="12"/>
                    <a:pt x="240" y="23"/>
                    <a:pt x="242" y="37"/>
                  </a:cubicBezTo>
                  <a:cubicBezTo>
                    <a:pt x="254" y="37"/>
                    <a:pt x="254" y="37"/>
                    <a:pt x="254" y="37"/>
                  </a:cubicBezTo>
                  <a:cubicBezTo>
                    <a:pt x="252" y="16"/>
                    <a:pt x="234" y="0"/>
                    <a:pt x="213" y="0"/>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5" name="Google Shape;1295;p20"/>
            <p:cNvSpPr/>
            <p:nvPr/>
          </p:nvSpPr>
          <p:spPr>
            <a:xfrm>
              <a:off x="4812041" y="4294596"/>
              <a:ext cx="296669" cy="78976"/>
            </a:xfrm>
            <a:custGeom>
              <a:avLst/>
              <a:gdLst/>
              <a:ahLst/>
              <a:cxnLst/>
              <a:rect l="l" t="t" r="r" b="b"/>
              <a:pathLst>
                <a:path w="293" h="78" extrusionOk="0">
                  <a:moveTo>
                    <a:pt x="293" y="0"/>
                  </a:moveTo>
                  <a:lnTo>
                    <a:pt x="279" y="0"/>
                  </a:lnTo>
                  <a:lnTo>
                    <a:pt x="279" y="64"/>
                  </a:lnTo>
                  <a:lnTo>
                    <a:pt x="153" y="64"/>
                  </a:lnTo>
                  <a:lnTo>
                    <a:pt x="153" y="71"/>
                  </a:lnTo>
                  <a:lnTo>
                    <a:pt x="140" y="71"/>
                  </a:lnTo>
                  <a:lnTo>
                    <a:pt x="140" y="64"/>
                  </a:lnTo>
                  <a:lnTo>
                    <a:pt x="14" y="64"/>
                  </a:lnTo>
                  <a:lnTo>
                    <a:pt x="14" y="0"/>
                  </a:lnTo>
                  <a:lnTo>
                    <a:pt x="0" y="0"/>
                  </a:lnTo>
                  <a:lnTo>
                    <a:pt x="0" y="78"/>
                  </a:lnTo>
                  <a:lnTo>
                    <a:pt x="293" y="78"/>
                  </a:lnTo>
                  <a:lnTo>
                    <a:pt x="293"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6" name="Google Shape;1296;p20"/>
            <p:cNvSpPr/>
            <p:nvPr/>
          </p:nvSpPr>
          <p:spPr>
            <a:xfrm>
              <a:off x="4953794" y="3870355"/>
              <a:ext cx="13163" cy="424242"/>
            </a:xfrm>
            <a:custGeom>
              <a:avLst/>
              <a:gdLst/>
              <a:ahLst/>
              <a:cxnLst/>
              <a:rect l="l" t="t" r="r" b="b"/>
              <a:pathLst>
                <a:path w="13" h="419" extrusionOk="0">
                  <a:moveTo>
                    <a:pt x="13" y="244"/>
                  </a:moveTo>
                  <a:lnTo>
                    <a:pt x="0" y="244"/>
                  </a:lnTo>
                  <a:lnTo>
                    <a:pt x="0" y="419"/>
                  </a:lnTo>
                  <a:lnTo>
                    <a:pt x="13" y="419"/>
                  </a:lnTo>
                  <a:lnTo>
                    <a:pt x="13" y="244"/>
                  </a:lnTo>
                  <a:close/>
                  <a:moveTo>
                    <a:pt x="13" y="0"/>
                  </a:moveTo>
                  <a:lnTo>
                    <a:pt x="0" y="0"/>
                  </a:lnTo>
                  <a:lnTo>
                    <a:pt x="0" y="7"/>
                  </a:lnTo>
                  <a:lnTo>
                    <a:pt x="0" y="35"/>
                  </a:lnTo>
                  <a:lnTo>
                    <a:pt x="13" y="35"/>
                  </a:lnTo>
                  <a:lnTo>
                    <a:pt x="13" y="7"/>
                  </a:lnTo>
                  <a:lnTo>
                    <a:pt x="13"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7" name="Google Shape;1297;p20"/>
            <p:cNvSpPr/>
            <p:nvPr/>
          </p:nvSpPr>
          <p:spPr>
            <a:xfrm>
              <a:off x="4953794" y="3870355"/>
              <a:ext cx="13163" cy="424242"/>
            </a:xfrm>
            <a:custGeom>
              <a:avLst/>
              <a:gdLst/>
              <a:ahLst/>
              <a:cxnLst/>
              <a:rect l="l" t="t" r="r" b="b"/>
              <a:pathLst>
                <a:path w="13" h="419" extrusionOk="0">
                  <a:moveTo>
                    <a:pt x="13" y="244"/>
                  </a:moveTo>
                  <a:lnTo>
                    <a:pt x="0" y="244"/>
                  </a:lnTo>
                  <a:lnTo>
                    <a:pt x="0" y="419"/>
                  </a:lnTo>
                  <a:lnTo>
                    <a:pt x="13" y="419"/>
                  </a:lnTo>
                  <a:lnTo>
                    <a:pt x="13" y="244"/>
                  </a:lnTo>
                  <a:moveTo>
                    <a:pt x="13" y="0"/>
                  </a:moveTo>
                  <a:lnTo>
                    <a:pt x="0" y="0"/>
                  </a:lnTo>
                  <a:lnTo>
                    <a:pt x="0" y="7"/>
                  </a:lnTo>
                  <a:lnTo>
                    <a:pt x="0" y="35"/>
                  </a:lnTo>
                  <a:lnTo>
                    <a:pt x="13" y="35"/>
                  </a:lnTo>
                  <a:lnTo>
                    <a:pt x="13" y="7"/>
                  </a:lnTo>
                  <a:lnTo>
                    <a:pt x="13" y="0"/>
                  </a:ln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8" name="Google Shape;1298;p20"/>
            <p:cNvSpPr/>
            <p:nvPr/>
          </p:nvSpPr>
          <p:spPr>
            <a:xfrm>
              <a:off x="4953794" y="4294596"/>
              <a:ext cx="13163" cy="71888"/>
            </a:xfrm>
            <a:custGeom>
              <a:avLst/>
              <a:gdLst/>
              <a:ahLst/>
              <a:cxnLst/>
              <a:rect l="l" t="t" r="r" b="b"/>
              <a:pathLst>
                <a:path w="13" h="71" extrusionOk="0">
                  <a:moveTo>
                    <a:pt x="13" y="0"/>
                  </a:moveTo>
                  <a:lnTo>
                    <a:pt x="0" y="0"/>
                  </a:lnTo>
                  <a:lnTo>
                    <a:pt x="0" y="64"/>
                  </a:lnTo>
                  <a:lnTo>
                    <a:pt x="0" y="71"/>
                  </a:lnTo>
                  <a:lnTo>
                    <a:pt x="13" y="71"/>
                  </a:lnTo>
                  <a:lnTo>
                    <a:pt x="13" y="64"/>
                  </a:lnTo>
                  <a:lnTo>
                    <a:pt x="13"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299" name="Google Shape;1299;p20"/>
          <p:cNvSpPr/>
          <p:nvPr/>
        </p:nvSpPr>
        <p:spPr>
          <a:xfrm>
            <a:off x="0" y="4685663"/>
            <a:ext cx="9144002" cy="734825"/>
          </a:xfrm>
          <a:custGeom>
            <a:avLst/>
            <a:gdLst/>
            <a:ahLst/>
            <a:cxnLst/>
            <a:rect l="l" t="t" r="r" b="b"/>
            <a:pathLst>
              <a:path w="4160" h="486" extrusionOk="0">
                <a:moveTo>
                  <a:pt x="4144" y="14"/>
                </a:moveTo>
                <a:cubicBezTo>
                  <a:pt x="4144" y="14"/>
                  <a:pt x="4143" y="17"/>
                  <a:pt x="4143" y="21"/>
                </a:cubicBezTo>
                <a:cubicBezTo>
                  <a:pt x="4140" y="16"/>
                  <a:pt x="4137" y="12"/>
                  <a:pt x="4137" y="12"/>
                </a:cubicBezTo>
                <a:cubicBezTo>
                  <a:pt x="4137" y="12"/>
                  <a:pt x="4132" y="16"/>
                  <a:pt x="4127" y="22"/>
                </a:cubicBezTo>
                <a:cubicBezTo>
                  <a:pt x="4124" y="10"/>
                  <a:pt x="4113" y="0"/>
                  <a:pt x="4113" y="0"/>
                </a:cubicBezTo>
                <a:cubicBezTo>
                  <a:pt x="4113" y="0"/>
                  <a:pt x="4098" y="15"/>
                  <a:pt x="4098" y="28"/>
                </a:cubicBezTo>
                <a:cubicBezTo>
                  <a:pt x="4094" y="22"/>
                  <a:pt x="4089" y="18"/>
                  <a:pt x="4089" y="18"/>
                </a:cubicBezTo>
                <a:cubicBezTo>
                  <a:pt x="4089" y="18"/>
                  <a:pt x="4083" y="25"/>
                  <a:pt x="4078" y="33"/>
                </a:cubicBezTo>
                <a:cubicBezTo>
                  <a:pt x="4080" y="25"/>
                  <a:pt x="4080" y="18"/>
                  <a:pt x="4080" y="18"/>
                </a:cubicBezTo>
                <a:cubicBezTo>
                  <a:pt x="4080" y="18"/>
                  <a:pt x="4057" y="17"/>
                  <a:pt x="4044" y="27"/>
                </a:cubicBezTo>
                <a:cubicBezTo>
                  <a:pt x="4040" y="14"/>
                  <a:pt x="4030" y="4"/>
                  <a:pt x="4030" y="4"/>
                </a:cubicBezTo>
                <a:cubicBezTo>
                  <a:pt x="4030" y="4"/>
                  <a:pt x="4022" y="11"/>
                  <a:pt x="4015" y="21"/>
                </a:cubicBezTo>
                <a:cubicBezTo>
                  <a:pt x="4010" y="21"/>
                  <a:pt x="3997" y="24"/>
                  <a:pt x="3989" y="31"/>
                </a:cubicBezTo>
                <a:cubicBezTo>
                  <a:pt x="3987" y="20"/>
                  <a:pt x="3979" y="9"/>
                  <a:pt x="3979" y="9"/>
                </a:cubicBezTo>
                <a:cubicBezTo>
                  <a:pt x="3979" y="9"/>
                  <a:pt x="3969" y="16"/>
                  <a:pt x="3963" y="26"/>
                </a:cubicBezTo>
                <a:cubicBezTo>
                  <a:pt x="3953" y="20"/>
                  <a:pt x="3942" y="18"/>
                  <a:pt x="3942" y="18"/>
                </a:cubicBezTo>
                <a:cubicBezTo>
                  <a:pt x="3942" y="18"/>
                  <a:pt x="3941" y="22"/>
                  <a:pt x="3941" y="27"/>
                </a:cubicBezTo>
                <a:cubicBezTo>
                  <a:pt x="3938" y="23"/>
                  <a:pt x="3933" y="20"/>
                  <a:pt x="3929" y="18"/>
                </a:cubicBezTo>
                <a:cubicBezTo>
                  <a:pt x="3921" y="15"/>
                  <a:pt x="3913" y="14"/>
                  <a:pt x="3913" y="14"/>
                </a:cubicBezTo>
                <a:cubicBezTo>
                  <a:pt x="3913" y="14"/>
                  <a:pt x="3912" y="17"/>
                  <a:pt x="3912" y="21"/>
                </a:cubicBezTo>
                <a:cubicBezTo>
                  <a:pt x="3909" y="16"/>
                  <a:pt x="3906" y="12"/>
                  <a:pt x="3906" y="12"/>
                </a:cubicBezTo>
                <a:cubicBezTo>
                  <a:pt x="3906" y="12"/>
                  <a:pt x="3901" y="16"/>
                  <a:pt x="3896" y="22"/>
                </a:cubicBezTo>
                <a:cubicBezTo>
                  <a:pt x="3892" y="10"/>
                  <a:pt x="3882" y="0"/>
                  <a:pt x="3882" y="0"/>
                </a:cubicBezTo>
                <a:cubicBezTo>
                  <a:pt x="3882" y="0"/>
                  <a:pt x="3867" y="15"/>
                  <a:pt x="3866" y="28"/>
                </a:cubicBezTo>
                <a:cubicBezTo>
                  <a:pt x="3862" y="22"/>
                  <a:pt x="3858" y="18"/>
                  <a:pt x="3858" y="18"/>
                </a:cubicBezTo>
                <a:cubicBezTo>
                  <a:pt x="3858" y="18"/>
                  <a:pt x="3852" y="25"/>
                  <a:pt x="3847" y="33"/>
                </a:cubicBezTo>
                <a:cubicBezTo>
                  <a:pt x="3849" y="25"/>
                  <a:pt x="3849" y="18"/>
                  <a:pt x="3849" y="18"/>
                </a:cubicBezTo>
                <a:cubicBezTo>
                  <a:pt x="3849" y="18"/>
                  <a:pt x="3826" y="17"/>
                  <a:pt x="3813" y="27"/>
                </a:cubicBezTo>
                <a:cubicBezTo>
                  <a:pt x="3809" y="14"/>
                  <a:pt x="3799" y="4"/>
                  <a:pt x="3799" y="4"/>
                </a:cubicBezTo>
                <a:cubicBezTo>
                  <a:pt x="3799" y="4"/>
                  <a:pt x="3791" y="11"/>
                  <a:pt x="3784" y="21"/>
                </a:cubicBezTo>
                <a:cubicBezTo>
                  <a:pt x="3779" y="21"/>
                  <a:pt x="3766" y="24"/>
                  <a:pt x="3758" y="31"/>
                </a:cubicBezTo>
                <a:cubicBezTo>
                  <a:pt x="3756" y="20"/>
                  <a:pt x="3748" y="9"/>
                  <a:pt x="3748" y="9"/>
                </a:cubicBezTo>
                <a:cubicBezTo>
                  <a:pt x="3748" y="9"/>
                  <a:pt x="3738" y="16"/>
                  <a:pt x="3732" y="26"/>
                </a:cubicBezTo>
                <a:cubicBezTo>
                  <a:pt x="3722" y="20"/>
                  <a:pt x="3711" y="18"/>
                  <a:pt x="3711" y="18"/>
                </a:cubicBezTo>
                <a:cubicBezTo>
                  <a:pt x="3711" y="18"/>
                  <a:pt x="3710" y="22"/>
                  <a:pt x="3710" y="27"/>
                </a:cubicBezTo>
                <a:cubicBezTo>
                  <a:pt x="3707" y="23"/>
                  <a:pt x="3702" y="20"/>
                  <a:pt x="3698" y="18"/>
                </a:cubicBezTo>
                <a:cubicBezTo>
                  <a:pt x="3690" y="15"/>
                  <a:pt x="3682" y="14"/>
                  <a:pt x="3682" y="14"/>
                </a:cubicBezTo>
                <a:cubicBezTo>
                  <a:pt x="3682" y="14"/>
                  <a:pt x="3681" y="17"/>
                  <a:pt x="3681" y="21"/>
                </a:cubicBezTo>
                <a:cubicBezTo>
                  <a:pt x="3678" y="16"/>
                  <a:pt x="3675" y="12"/>
                  <a:pt x="3675" y="12"/>
                </a:cubicBezTo>
                <a:cubicBezTo>
                  <a:pt x="3675" y="12"/>
                  <a:pt x="3670" y="16"/>
                  <a:pt x="3665" y="22"/>
                </a:cubicBezTo>
                <a:cubicBezTo>
                  <a:pt x="3661" y="10"/>
                  <a:pt x="3651" y="0"/>
                  <a:pt x="3651" y="0"/>
                </a:cubicBezTo>
                <a:cubicBezTo>
                  <a:pt x="3651" y="0"/>
                  <a:pt x="3636" y="15"/>
                  <a:pt x="3635" y="28"/>
                </a:cubicBezTo>
                <a:cubicBezTo>
                  <a:pt x="3631" y="22"/>
                  <a:pt x="3627" y="18"/>
                  <a:pt x="3627" y="18"/>
                </a:cubicBezTo>
                <a:cubicBezTo>
                  <a:pt x="3627" y="18"/>
                  <a:pt x="3621" y="25"/>
                  <a:pt x="3616" y="33"/>
                </a:cubicBezTo>
                <a:cubicBezTo>
                  <a:pt x="3618" y="25"/>
                  <a:pt x="3618" y="18"/>
                  <a:pt x="3618" y="18"/>
                </a:cubicBezTo>
                <a:cubicBezTo>
                  <a:pt x="3618" y="18"/>
                  <a:pt x="3595" y="17"/>
                  <a:pt x="3582" y="27"/>
                </a:cubicBezTo>
                <a:cubicBezTo>
                  <a:pt x="3578" y="14"/>
                  <a:pt x="3568" y="4"/>
                  <a:pt x="3568" y="4"/>
                </a:cubicBezTo>
                <a:cubicBezTo>
                  <a:pt x="3568" y="4"/>
                  <a:pt x="3560" y="11"/>
                  <a:pt x="3553" y="21"/>
                </a:cubicBezTo>
                <a:cubicBezTo>
                  <a:pt x="3547" y="21"/>
                  <a:pt x="3535" y="24"/>
                  <a:pt x="3527" y="31"/>
                </a:cubicBezTo>
                <a:cubicBezTo>
                  <a:pt x="3525" y="20"/>
                  <a:pt x="3517" y="9"/>
                  <a:pt x="3517" y="9"/>
                </a:cubicBezTo>
                <a:cubicBezTo>
                  <a:pt x="3517" y="9"/>
                  <a:pt x="3507" y="16"/>
                  <a:pt x="3501" y="26"/>
                </a:cubicBezTo>
                <a:cubicBezTo>
                  <a:pt x="3491" y="20"/>
                  <a:pt x="3480" y="18"/>
                  <a:pt x="3480" y="18"/>
                </a:cubicBezTo>
                <a:cubicBezTo>
                  <a:pt x="3480" y="18"/>
                  <a:pt x="3479" y="22"/>
                  <a:pt x="3479" y="27"/>
                </a:cubicBezTo>
                <a:cubicBezTo>
                  <a:pt x="3475" y="23"/>
                  <a:pt x="3471" y="20"/>
                  <a:pt x="3467" y="18"/>
                </a:cubicBezTo>
                <a:cubicBezTo>
                  <a:pt x="3459" y="15"/>
                  <a:pt x="3451" y="14"/>
                  <a:pt x="3451" y="14"/>
                </a:cubicBezTo>
                <a:cubicBezTo>
                  <a:pt x="3451" y="14"/>
                  <a:pt x="3450" y="17"/>
                  <a:pt x="3450" y="21"/>
                </a:cubicBezTo>
                <a:cubicBezTo>
                  <a:pt x="3447" y="16"/>
                  <a:pt x="3444" y="12"/>
                  <a:pt x="3444" y="12"/>
                </a:cubicBezTo>
                <a:cubicBezTo>
                  <a:pt x="3444" y="12"/>
                  <a:pt x="3439" y="16"/>
                  <a:pt x="3434" y="22"/>
                </a:cubicBezTo>
                <a:cubicBezTo>
                  <a:pt x="3430" y="10"/>
                  <a:pt x="3419" y="0"/>
                  <a:pt x="3419" y="0"/>
                </a:cubicBezTo>
                <a:cubicBezTo>
                  <a:pt x="3419" y="0"/>
                  <a:pt x="3405" y="15"/>
                  <a:pt x="3404" y="28"/>
                </a:cubicBezTo>
                <a:cubicBezTo>
                  <a:pt x="3400" y="22"/>
                  <a:pt x="3396" y="18"/>
                  <a:pt x="3396" y="18"/>
                </a:cubicBezTo>
                <a:cubicBezTo>
                  <a:pt x="3396" y="18"/>
                  <a:pt x="3389" y="25"/>
                  <a:pt x="3385" y="33"/>
                </a:cubicBezTo>
                <a:cubicBezTo>
                  <a:pt x="3387" y="25"/>
                  <a:pt x="3387" y="18"/>
                  <a:pt x="3387" y="18"/>
                </a:cubicBezTo>
                <a:cubicBezTo>
                  <a:pt x="3387" y="18"/>
                  <a:pt x="3364" y="17"/>
                  <a:pt x="3351" y="27"/>
                </a:cubicBezTo>
                <a:cubicBezTo>
                  <a:pt x="3346" y="14"/>
                  <a:pt x="3337" y="4"/>
                  <a:pt x="3337" y="4"/>
                </a:cubicBezTo>
                <a:cubicBezTo>
                  <a:pt x="3337" y="4"/>
                  <a:pt x="3328" y="11"/>
                  <a:pt x="3322" y="21"/>
                </a:cubicBezTo>
                <a:cubicBezTo>
                  <a:pt x="3316" y="21"/>
                  <a:pt x="3303" y="24"/>
                  <a:pt x="3296" y="31"/>
                </a:cubicBezTo>
                <a:cubicBezTo>
                  <a:pt x="3294" y="20"/>
                  <a:pt x="3286" y="9"/>
                  <a:pt x="3286" y="9"/>
                </a:cubicBezTo>
                <a:cubicBezTo>
                  <a:pt x="3286" y="9"/>
                  <a:pt x="3275" y="16"/>
                  <a:pt x="3269" y="26"/>
                </a:cubicBezTo>
                <a:cubicBezTo>
                  <a:pt x="3260" y="20"/>
                  <a:pt x="3248" y="18"/>
                  <a:pt x="3248" y="18"/>
                </a:cubicBezTo>
                <a:cubicBezTo>
                  <a:pt x="3248" y="18"/>
                  <a:pt x="3248" y="22"/>
                  <a:pt x="3248" y="27"/>
                </a:cubicBezTo>
                <a:cubicBezTo>
                  <a:pt x="3244" y="23"/>
                  <a:pt x="3240" y="20"/>
                  <a:pt x="3235" y="18"/>
                </a:cubicBezTo>
                <a:cubicBezTo>
                  <a:pt x="3227" y="15"/>
                  <a:pt x="3220" y="14"/>
                  <a:pt x="3220" y="14"/>
                </a:cubicBezTo>
                <a:cubicBezTo>
                  <a:pt x="3220" y="14"/>
                  <a:pt x="3219" y="17"/>
                  <a:pt x="3219" y="21"/>
                </a:cubicBezTo>
                <a:cubicBezTo>
                  <a:pt x="3216" y="16"/>
                  <a:pt x="3213" y="12"/>
                  <a:pt x="3213" y="12"/>
                </a:cubicBezTo>
                <a:cubicBezTo>
                  <a:pt x="3213" y="12"/>
                  <a:pt x="3208" y="16"/>
                  <a:pt x="3203" y="22"/>
                </a:cubicBezTo>
                <a:cubicBezTo>
                  <a:pt x="3199" y="10"/>
                  <a:pt x="3188" y="0"/>
                  <a:pt x="3188" y="0"/>
                </a:cubicBezTo>
                <a:cubicBezTo>
                  <a:pt x="3188" y="0"/>
                  <a:pt x="3174" y="15"/>
                  <a:pt x="3173" y="28"/>
                </a:cubicBezTo>
                <a:cubicBezTo>
                  <a:pt x="3169" y="22"/>
                  <a:pt x="3165" y="18"/>
                  <a:pt x="3165" y="18"/>
                </a:cubicBezTo>
                <a:cubicBezTo>
                  <a:pt x="3165" y="18"/>
                  <a:pt x="3158" y="25"/>
                  <a:pt x="3154" y="33"/>
                </a:cubicBezTo>
                <a:cubicBezTo>
                  <a:pt x="3155" y="25"/>
                  <a:pt x="3156" y="18"/>
                  <a:pt x="3156" y="18"/>
                </a:cubicBezTo>
                <a:cubicBezTo>
                  <a:pt x="3156" y="18"/>
                  <a:pt x="3133" y="17"/>
                  <a:pt x="3120" y="27"/>
                </a:cubicBezTo>
                <a:cubicBezTo>
                  <a:pt x="3115" y="14"/>
                  <a:pt x="3106" y="4"/>
                  <a:pt x="3106" y="4"/>
                </a:cubicBezTo>
                <a:cubicBezTo>
                  <a:pt x="3106" y="4"/>
                  <a:pt x="3097" y="11"/>
                  <a:pt x="3091" y="21"/>
                </a:cubicBezTo>
                <a:cubicBezTo>
                  <a:pt x="3085" y="21"/>
                  <a:pt x="3072" y="24"/>
                  <a:pt x="3065" y="31"/>
                </a:cubicBezTo>
                <a:cubicBezTo>
                  <a:pt x="3063" y="20"/>
                  <a:pt x="3055" y="9"/>
                  <a:pt x="3055" y="9"/>
                </a:cubicBezTo>
                <a:cubicBezTo>
                  <a:pt x="3055" y="9"/>
                  <a:pt x="3044" y="16"/>
                  <a:pt x="3038" y="26"/>
                </a:cubicBezTo>
                <a:cubicBezTo>
                  <a:pt x="3029" y="20"/>
                  <a:pt x="3017" y="18"/>
                  <a:pt x="3017" y="18"/>
                </a:cubicBezTo>
                <a:cubicBezTo>
                  <a:pt x="3017" y="18"/>
                  <a:pt x="3017" y="22"/>
                  <a:pt x="3016" y="27"/>
                </a:cubicBezTo>
                <a:cubicBezTo>
                  <a:pt x="3013" y="23"/>
                  <a:pt x="3009" y="20"/>
                  <a:pt x="3004" y="18"/>
                </a:cubicBezTo>
                <a:cubicBezTo>
                  <a:pt x="2996" y="15"/>
                  <a:pt x="2988" y="14"/>
                  <a:pt x="2988" y="14"/>
                </a:cubicBezTo>
                <a:cubicBezTo>
                  <a:pt x="2988" y="14"/>
                  <a:pt x="2988" y="17"/>
                  <a:pt x="2988" y="21"/>
                </a:cubicBezTo>
                <a:cubicBezTo>
                  <a:pt x="2985" y="16"/>
                  <a:pt x="2982" y="12"/>
                  <a:pt x="2982" y="12"/>
                </a:cubicBezTo>
                <a:cubicBezTo>
                  <a:pt x="2982" y="12"/>
                  <a:pt x="2977" y="16"/>
                  <a:pt x="2972" y="22"/>
                </a:cubicBezTo>
                <a:cubicBezTo>
                  <a:pt x="2968" y="10"/>
                  <a:pt x="2957" y="0"/>
                  <a:pt x="2957" y="0"/>
                </a:cubicBezTo>
                <a:cubicBezTo>
                  <a:pt x="2957" y="0"/>
                  <a:pt x="2942" y="15"/>
                  <a:pt x="2942" y="28"/>
                </a:cubicBezTo>
                <a:cubicBezTo>
                  <a:pt x="2938" y="22"/>
                  <a:pt x="2934" y="18"/>
                  <a:pt x="2934" y="18"/>
                </a:cubicBezTo>
                <a:cubicBezTo>
                  <a:pt x="2934" y="18"/>
                  <a:pt x="2927" y="25"/>
                  <a:pt x="2923" y="33"/>
                </a:cubicBezTo>
                <a:cubicBezTo>
                  <a:pt x="2924" y="25"/>
                  <a:pt x="2924" y="18"/>
                  <a:pt x="2924" y="18"/>
                </a:cubicBezTo>
                <a:cubicBezTo>
                  <a:pt x="2924" y="18"/>
                  <a:pt x="2902" y="17"/>
                  <a:pt x="2889" y="27"/>
                </a:cubicBezTo>
                <a:cubicBezTo>
                  <a:pt x="2884" y="14"/>
                  <a:pt x="2875" y="4"/>
                  <a:pt x="2875" y="4"/>
                </a:cubicBezTo>
                <a:cubicBezTo>
                  <a:pt x="2875" y="4"/>
                  <a:pt x="2866" y="11"/>
                  <a:pt x="2860" y="21"/>
                </a:cubicBezTo>
                <a:cubicBezTo>
                  <a:pt x="2854" y="21"/>
                  <a:pt x="2841" y="24"/>
                  <a:pt x="2834" y="31"/>
                </a:cubicBezTo>
                <a:cubicBezTo>
                  <a:pt x="2832" y="20"/>
                  <a:pt x="2824" y="9"/>
                  <a:pt x="2824" y="9"/>
                </a:cubicBezTo>
                <a:cubicBezTo>
                  <a:pt x="2824" y="9"/>
                  <a:pt x="2813" y="16"/>
                  <a:pt x="2807" y="26"/>
                </a:cubicBezTo>
                <a:cubicBezTo>
                  <a:pt x="2798" y="20"/>
                  <a:pt x="2786" y="18"/>
                  <a:pt x="2786" y="18"/>
                </a:cubicBezTo>
                <a:cubicBezTo>
                  <a:pt x="2786" y="18"/>
                  <a:pt x="2786" y="22"/>
                  <a:pt x="2785" y="27"/>
                </a:cubicBezTo>
                <a:cubicBezTo>
                  <a:pt x="2782" y="23"/>
                  <a:pt x="2778" y="20"/>
                  <a:pt x="2773" y="18"/>
                </a:cubicBezTo>
                <a:cubicBezTo>
                  <a:pt x="2765" y="15"/>
                  <a:pt x="2757" y="14"/>
                  <a:pt x="2757" y="14"/>
                </a:cubicBezTo>
                <a:cubicBezTo>
                  <a:pt x="2757" y="14"/>
                  <a:pt x="2757" y="17"/>
                  <a:pt x="2756" y="21"/>
                </a:cubicBezTo>
                <a:cubicBezTo>
                  <a:pt x="2753" y="16"/>
                  <a:pt x="2750" y="12"/>
                  <a:pt x="2750" y="12"/>
                </a:cubicBezTo>
                <a:cubicBezTo>
                  <a:pt x="2750" y="12"/>
                  <a:pt x="2745" y="16"/>
                  <a:pt x="2741" y="22"/>
                </a:cubicBezTo>
                <a:cubicBezTo>
                  <a:pt x="2737" y="10"/>
                  <a:pt x="2726" y="0"/>
                  <a:pt x="2726" y="0"/>
                </a:cubicBezTo>
                <a:cubicBezTo>
                  <a:pt x="2726" y="0"/>
                  <a:pt x="2711" y="15"/>
                  <a:pt x="2711" y="28"/>
                </a:cubicBezTo>
                <a:cubicBezTo>
                  <a:pt x="2707" y="22"/>
                  <a:pt x="2703" y="18"/>
                  <a:pt x="2703" y="18"/>
                </a:cubicBezTo>
                <a:cubicBezTo>
                  <a:pt x="2703" y="18"/>
                  <a:pt x="2696" y="25"/>
                  <a:pt x="2692" y="33"/>
                </a:cubicBezTo>
                <a:cubicBezTo>
                  <a:pt x="2693" y="25"/>
                  <a:pt x="2693" y="18"/>
                  <a:pt x="2693" y="18"/>
                </a:cubicBezTo>
                <a:cubicBezTo>
                  <a:pt x="2693" y="18"/>
                  <a:pt x="2670" y="17"/>
                  <a:pt x="2658" y="27"/>
                </a:cubicBezTo>
                <a:cubicBezTo>
                  <a:pt x="2653" y="14"/>
                  <a:pt x="2644" y="4"/>
                  <a:pt x="2644" y="4"/>
                </a:cubicBezTo>
                <a:cubicBezTo>
                  <a:pt x="2644" y="4"/>
                  <a:pt x="2635" y="11"/>
                  <a:pt x="2629" y="21"/>
                </a:cubicBezTo>
                <a:cubicBezTo>
                  <a:pt x="2623" y="21"/>
                  <a:pt x="2610" y="24"/>
                  <a:pt x="2603" y="31"/>
                </a:cubicBezTo>
                <a:cubicBezTo>
                  <a:pt x="2600" y="20"/>
                  <a:pt x="2593" y="9"/>
                  <a:pt x="2593" y="9"/>
                </a:cubicBezTo>
                <a:cubicBezTo>
                  <a:pt x="2593" y="9"/>
                  <a:pt x="2582" y="16"/>
                  <a:pt x="2576" y="26"/>
                </a:cubicBezTo>
                <a:cubicBezTo>
                  <a:pt x="2567" y="20"/>
                  <a:pt x="2555" y="18"/>
                  <a:pt x="2555" y="18"/>
                </a:cubicBezTo>
                <a:cubicBezTo>
                  <a:pt x="2555" y="18"/>
                  <a:pt x="2554" y="22"/>
                  <a:pt x="2554" y="27"/>
                </a:cubicBezTo>
                <a:cubicBezTo>
                  <a:pt x="2551" y="23"/>
                  <a:pt x="2547" y="20"/>
                  <a:pt x="2542" y="18"/>
                </a:cubicBezTo>
                <a:cubicBezTo>
                  <a:pt x="2534" y="15"/>
                  <a:pt x="2526" y="14"/>
                  <a:pt x="2526" y="14"/>
                </a:cubicBezTo>
                <a:cubicBezTo>
                  <a:pt x="2526" y="14"/>
                  <a:pt x="2526" y="17"/>
                  <a:pt x="2525" y="21"/>
                </a:cubicBezTo>
                <a:cubicBezTo>
                  <a:pt x="2522" y="16"/>
                  <a:pt x="2519" y="12"/>
                  <a:pt x="2519" y="12"/>
                </a:cubicBezTo>
                <a:cubicBezTo>
                  <a:pt x="2519" y="12"/>
                  <a:pt x="2514" y="16"/>
                  <a:pt x="2510" y="22"/>
                </a:cubicBezTo>
                <a:cubicBezTo>
                  <a:pt x="2506" y="10"/>
                  <a:pt x="2495" y="0"/>
                  <a:pt x="2495" y="0"/>
                </a:cubicBezTo>
                <a:cubicBezTo>
                  <a:pt x="2495" y="0"/>
                  <a:pt x="2480" y="15"/>
                  <a:pt x="2480" y="28"/>
                </a:cubicBezTo>
                <a:cubicBezTo>
                  <a:pt x="2476" y="22"/>
                  <a:pt x="2472" y="18"/>
                  <a:pt x="2472" y="18"/>
                </a:cubicBezTo>
                <a:cubicBezTo>
                  <a:pt x="2472" y="18"/>
                  <a:pt x="2465" y="25"/>
                  <a:pt x="2460" y="33"/>
                </a:cubicBezTo>
                <a:cubicBezTo>
                  <a:pt x="2462" y="25"/>
                  <a:pt x="2462" y="18"/>
                  <a:pt x="2462" y="18"/>
                </a:cubicBezTo>
                <a:cubicBezTo>
                  <a:pt x="2462" y="18"/>
                  <a:pt x="2439" y="17"/>
                  <a:pt x="2426" y="27"/>
                </a:cubicBezTo>
                <a:cubicBezTo>
                  <a:pt x="2422" y="14"/>
                  <a:pt x="2413" y="4"/>
                  <a:pt x="2413" y="4"/>
                </a:cubicBezTo>
                <a:cubicBezTo>
                  <a:pt x="2413" y="4"/>
                  <a:pt x="2404" y="11"/>
                  <a:pt x="2398" y="21"/>
                </a:cubicBezTo>
                <a:cubicBezTo>
                  <a:pt x="2392" y="21"/>
                  <a:pt x="2379" y="24"/>
                  <a:pt x="2372" y="31"/>
                </a:cubicBezTo>
                <a:cubicBezTo>
                  <a:pt x="2369" y="20"/>
                  <a:pt x="2362" y="9"/>
                  <a:pt x="2362" y="9"/>
                </a:cubicBezTo>
                <a:cubicBezTo>
                  <a:pt x="2362" y="9"/>
                  <a:pt x="2351" y="16"/>
                  <a:pt x="2345" y="26"/>
                </a:cubicBezTo>
                <a:cubicBezTo>
                  <a:pt x="2336" y="20"/>
                  <a:pt x="2324" y="18"/>
                  <a:pt x="2324" y="18"/>
                </a:cubicBezTo>
                <a:cubicBezTo>
                  <a:pt x="2324" y="18"/>
                  <a:pt x="2323" y="22"/>
                  <a:pt x="2323" y="27"/>
                </a:cubicBezTo>
                <a:cubicBezTo>
                  <a:pt x="2320" y="23"/>
                  <a:pt x="2315" y="20"/>
                  <a:pt x="2311" y="18"/>
                </a:cubicBezTo>
                <a:cubicBezTo>
                  <a:pt x="2303" y="15"/>
                  <a:pt x="2295" y="14"/>
                  <a:pt x="2295" y="14"/>
                </a:cubicBezTo>
                <a:cubicBezTo>
                  <a:pt x="2295" y="14"/>
                  <a:pt x="2295" y="17"/>
                  <a:pt x="2294" y="21"/>
                </a:cubicBezTo>
                <a:cubicBezTo>
                  <a:pt x="2291" y="16"/>
                  <a:pt x="2288" y="12"/>
                  <a:pt x="2288" y="12"/>
                </a:cubicBezTo>
                <a:cubicBezTo>
                  <a:pt x="2288" y="12"/>
                  <a:pt x="2283" y="16"/>
                  <a:pt x="2278" y="22"/>
                </a:cubicBezTo>
                <a:cubicBezTo>
                  <a:pt x="2275" y="10"/>
                  <a:pt x="2264" y="0"/>
                  <a:pt x="2264" y="0"/>
                </a:cubicBezTo>
                <a:cubicBezTo>
                  <a:pt x="2264" y="0"/>
                  <a:pt x="2249" y="15"/>
                  <a:pt x="2249" y="28"/>
                </a:cubicBezTo>
                <a:cubicBezTo>
                  <a:pt x="2245" y="22"/>
                  <a:pt x="2240" y="18"/>
                  <a:pt x="2240" y="18"/>
                </a:cubicBezTo>
                <a:cubicBezTo>
                  <a:pt x="2240" y="18"/>
                  <a:pt x="2234" y="25"/>
                  <a:pt x="2229" y="33"/>
                </a:cubicBezTo>
                <a:cubicBezTo>
                  <a:pt x="2231" y="25"/>
                  <a:pt x="2231" y="18"/>
                  <a:pt x="2231" y="18"/>
                </a:cubicBezTo>
                <a:cubicBezTo>
                  <a:pt x="2231" y="18"/>
                  <a:pt x="2208" y="17"/>
                  <a:pt x="2195" y="27"/>
                </a:cubicBezTo>
                <a:cubicBezTo>
                  <a:pt x="2191" y="14"/>
                  <a:pt x="2182" y="4"/>
                  <a:pt x="2182" y="4"/>
                </a:cubicBezTo>
                <a:cubicBezTo>
                  <a:pt x="2182" y="4"/>
                  <a:pt x="2173" y="11"/>
                  <a:pt x="2167" y="21"/>
                </a:cubicBezTo>
                <a:cubicBezTo>
                  <a:pt x="2161" y="21"/>
                  <a:pt x="2148" y="24"/>
                  <a:pt x="2141" y="31"/>
                </a:cubicBezTo>
                <a:cubicBezTo>
                  <a:pt x="2138" y="20"/>
                  <a:pt x="2130" y="9"/>
                  <a:pt x="2130" y="9"/>
                </a:cubicBezTo>
                <a:cubicBezTo>
                  <a:pt x="2130" y="9"/>
                  <a:pt x="2120" y="16"/>
                  <a:pt x="2114" y="26"/>
                </a:cubicBezTo>
                <a:cubicBezTo>
                  <a:pt x="2105" y="20"/>
                  <a:pt x="2093" y="18"/>
                  <a:pt x="2093" y="18"/>
                </a:cubicBezTo>
                <a:cubicBezTo>
                  <a:pt x="2093" y="18"/>
                  <a:pt x="2092" y="22"/>
                  <a:pt x="2092" y="27"/>
                </a:cubicBezTo>
                <a:cubicBezTo>
                  <a:pt x="2089" y="23"/>
                  <a:pt x="2084" y="20"/>
                  <a:pt x="2080" y="18"/>
                </a:cubicBezTo>
                <a:cubicBezTo>
                  <a:pt x="2072" y="15"/>
                  <a:pt x="2064" y="14"/>
                  <a:pt x="2064" y="14"/>
                </a:cubicBezTo>
                <a:cubicBezTo>
                  <a:pt x="2064" y="14"/>
                  <a:pt x="2063" y="17"/>
                  <a:pt x="2063" y="21"/>
                </a:cubicBezTo>
                <a:cubicBezTo>
                  <a:pt x="2060" y="16"/>
                  <a:pt x="2057" y="12"/>
                  <a:pt x="2057" y="12"/>
                </a:cubicBezTo>
                <a:cubicBezTo>
                  <a:pt x="2057" y="12"/>
                  <a:pt x="2052" y="16"/>
                  <a:pt x="2047" y="22"/>
                </a:cubicBezTo>
                <a:cubicBezTo>
                  <a:pt x="2044" y="10"/>
                  <a:pt x="2033" y="0"/>
                  <a:pt x="2033" y="0"/>
                </a:cubicBezTo>
                <a:cubicBezTo>
                  <a:pt x="2033" y="0"/>
                  <a:pt x="2018" y="15"/>
                  <a:pt x="2018" y="28"/>
                </a:cubicBezTo>
                <a:cubicBezTo>
                  <a:pt x="2014" y="22"/>
                  <a:pt x="2009" y="18"/>
                  <a:pt x="2009" y="18"/>
                </a:cubicBezTo>
                <a:cubicBezTo>
                  <a:pt x="2009" y="18"/>
                  <a:pt x="2003" y="25"/>
                  <a:pt x="1998" y="33"/>
                </a:cubicBezTo>
                <a:cubicBezTo>
                  <a:pt x="2000" y="25"/>
                  <a:pt x="2000" y="18"/>
                  <a:pt x="2000" y="18"/>
                </a:cubicBezTo>
                <a:cubicBezTo>
                  <a:pt x="2000" y="18"/>
                  <a:pt x="1977" y="17"/>
                  <a:pt x="1964" y="27"/>
                </a:cubicBezTo>
                <a:cubicBezTo>
                  <a:pt x="1960" y="14"/>
                  <a:pt x="1950" y="4"/>
                  <a:pt x="1950" y="4"/>
                </a:cubicBezTo>
                <a:cubicBezTo>
                  <a:pt x="1950" y="4"/>
                  <a:pt x="1942" y="11"/>
                  <a:pt x="1935" y="21"/>
                </a:cubicBezTo>
                <a:cubicBezTo>
                  <a:pt x="1930" y="21"/>
                  <a:pt x="1917" y="24"/>
                  <a:pt x="1909" y="31"/>
                </a:cubicBezTo>
                <a:cubicBezTo>
                  <a:pt x="1907" y="20"/>
                  <a:pt x="1899" y="9"/>
                  <a:pt x="1899" y="9"/>
                </a:cubicBezTo>
                <a:cubicBezTo>
                  <a:pt x="1899" y="9"/>
                  <a:pt x="1889" y="16"/>
                  <a:pt x="1883" y="26"/>
                </a:cubicBezTo>
                <a:cubicBezTo>
                  <a:pt x="1873" y="20"/>
                  <a:pt x="1862" y="18"/>
                  <a:pt x="1862" y="18"/>
                </a:cubicBezTo>
                <a:cubicBezTo>
                  <a:pt x="1862" y="18"/>
                  <a:pt x="1861" y="22"/>
                  <a:pt x="1861" y="27"/>
                </a:cubicBezTo>
                <a:cubicBezTo>
                  <a:pt x="1858" y="23"/>
                  <a:pt x="1853" y="20"/>
                  <a:pt x="1849" y="18"/>
                </a:cubicBezTo>
                <a:cubicBezTo>
                  <a:pt x="1841" y="15"/>
                  <a:pt x="1833" y="14"/>
                  <a:pt x="1833" y="14"/>
                </a:cubicBezTo>
                <a:cubicBezTo>
                  <a:pt x="1833" y="14"/>
                  <a:pt x="1832" y="17"/>
                  <a:pt x="1832" y="21"/>
                </a:cubicBezTo>
                <a:cubicBezTo>
                  <a:pt x="1829" y="16"/>
                  <a:pt x="1826" y="12"/>
                  <a:pt x="1826" y="12"/>
                </a:cubicBezTo>
                <a:cubicBezTo>
                  <a:pt x="1826" y="12"/>
                  <a:pt x="1821" y="16"/>
                  <a:pt x="1816" y="22"/>
                </a:cubicBezTo>
                <a:cubicBezTo>
                  <a:pt x="1812" y="10"/>
                  <a:pt x="1802" y="0"/>
                  <a:pt x="1802" y="0"/>
                </a:cubicBezTo>
                <a:cubicBezTo>
                  <a:pt x="1802" y="0"/>
                  <a:pt x="1787" y="15"/>
                  <a:pt x="1786" y="28"/>
                </a:cubicBezTo>
                <a:cubicBezTo>
                  <a:pt x="1782" y="22"/>
                  <a:pt x="1778" y="18"/>
                  <a:pt x="1778" y="18"/>
                </a:cubicBezTo>
                <a:cubicBezTo>
                  <a:pt x="1778" y="18"/>
                  <a:pt x="1772" y="25"/>
                  <a:pt x="1767" y="33"/>
                </a:cubicBezTo>
                <a:cubicBezTo>
                  <a:pt x="1769" y="25"/>
                  <a:pt x="1769" y="18"/>
                  <a:pt x="1769" y="18"/>
                </a:cubicBezTo>
                <a:cubicBezTo>
                  <a:pt x="1769" y="18"/>
                  <a:pt x="1746" y="17"/>
                  <a:pt x="1733" y="27"/>
                </a:cubicBezTo>
                <a:cubicBezTo>
                  <a:pt x="1729" y="14"/>
                  <a:pt x="1719" y="4"/>
                  <a:pt x="1719" y="4"/>
                </a:cubicBezTo>
                <a:cubicBezTo>
                  <a:pt x="1719" y="4"/>
                  <a:pt x="1711" y="11"/>
                  <a:pt x="1704" y="21"/>
                </a:cubicBezTo>
                <a:cubicBezTo>
                  <a:pt x="1699" y="21"/>
                  <a:pt x="1686" y="24"/>
                  <a:pt x="1678" y="31"/>
                </a:cubicBezTo>
                <a:cubicBezTo>
                  <a:pt x="1676" y="20"/>
                  <a:pt x="1668" y="9"/>
                  <a:pt x="1668" y="9"/>
                </a:cubicBezTo>
                <a:cubicBezTo>
                  <a:pt x="1668" y="9"/>
                  <a:pt x="1658" y="16"/>
                  <a:pt x="1652" y="26"/>
                </a:cubicBezTo>
                <a:cubicBezTo>
                  <a:pt x="1642" y="20"/>
                  <a:pt x="1631" y="18"/>
                  <a:pt x="1631" y="18"/>
                </a:cubicBezTo>
                <a:cubicBezTo>
                  <a:pt x="1631" y="18"/>
                  <a:pt x="1630" y="22"/>
                  <a:pt x="1630" y="27"/>
                </a:cubicBezTo>
                <a:cubicBezTo>
                  <a:pt x="1627" y="23"/>
                  <a:pt x="1622" y="20"/>
                  <a:pt x="1618" y="18"/>
                </a:cubicBezTo>
                <a:cubicBezTo>
                  <a:pt x="1610" y="15"/>
                  <a:pt x="1602" y="14"/>
                  <a:pt x="1602" y="14"/>
                </a:cubicBezTo>
                <a:cubicBezTo>
                  <a:pt x="1602" y="14"/>
                  <a:pt x="1601" y="17"/>
                  <a:pt x="1601" y="21"/>
                </a:cubicBezTo>
                <a:cubicBezTo>
                  <a:pt x="1598" y="16"/>
                  <a:pt x="1595" y="12"/>
                  <a:pt x="1595" y="12"/>
                </a:cubicBezTo>
                <a:cubicBezTo>
                  <a:pt x="1595" y="12"/>
                  <a:pt x="1590" y="16"/>
                  <a:pt x="1585" y="22"/>
                </a:cubicBezTo>
                <a:cubicBezTo>
                  <a:pt x="1581" y="10"/>
                  <a:pt x="1571" y="0"/>
                  <a:pt x="1571" y="0"/>
                </a:cubicBezTo>
                <a:cubicBezTo>
                  <a:pt x="1571" y="0"/>
                  <a:pt x="1556" y="15"/>
                  <a:pt x="1555" y="28"/>
                </a:cubicBezTo>
                <a:cubicBezTo>
                  <a:pt x="1551" y="22"/>
                  <a:pt x="1547" y="18"/>
                  <a:pt x="1547" y="18"/>
                </a:cubicBezTo>
                <a:cubicBezTo>
                  <a:pt x="1547" y="18"/>
                  <a:pt x="1541" y="25"/>
                  <a:pt x="1536" y="33"/>
                </a:cubicBezTo>
                <a:cubicBezTo>
                  <a:pt x="1538" y="25"/>
                  <a:pt x="1538" y="18"/>
                  <a:pt x="1538" y="18"/>
                </a:cubicBezTo>
                <a:cubicBezTo>
                  <a:pt x="1538" y="18"/>
                  <a:pt x="1515" y="17"/>
                  <a:pt x="1502" y="27"/>
                </a:cubicBezTo>
                <a:cubicBezTo>
                  <a:pt x="1498" y="14"/>
                  <a:pt x="1488" y="4"/>
                  <a:pt x="1488" y="4"/>
                </a:cubicBezTo>
                <a:cubicBezTo>
                  <a:pt x="1488" y="4"/>
                  <a:pt x="1480" y="11"/>
                  <a:pt x="1473" y="21"/>
                </a:cubicBezTo>
                <a:cubicBezTo>
                  <a:pt x="1467" y="21"/>
                  <a:pt x="1455" y="24"/>
                  <a:pt x="1447" y="31"/>
                </a:cubicBezTo>
                <a:cubicBezTo>
                  <a:pt x="1445" y="20"/>
                  <a:pt x="1437" y="9"/>
                  <a:pt x="1437" y="9"/>
                </a:cubicBezTo>
                <a:cubicBezTo>
                  <a:pt x="1437" y="9"/>
                  <a:pt x="1427" y="16"/>
                  <a:pt x="1421" y="26"/>
                </a:cubicBezTo>
                <a:cubicBezTo>
                  <a:pt x="1411" y="20"/>
                  <a:pt x="1400" y="18"/>
                  <a:pt x="1400" y="18"/>
                </a:cubicBezTo>
                <a:cubicBezTo>
                  <a:pt x="1400" y="18"/>
                  <a:pt x="1399" y="22"/>
                  <a:pt x="1399" y="27"/>
                </a:cubicBezTo>
                <a:cubicBezTo>
                  <a:pt x="1395" y="23"/>
                  <a:pt x="1391" y="20"/>
                  <a:pt x="1387" y="18"/>
                </a:cubicBezTo>
                <a:cubicBezTo>
                  <a:pt x="1379" y="15"/>
                  <a:pt x="1371" y="14"/>
                  <a:pt x="1371" y="14"/>
                </a:cubicBezTo>
                <a:cubicBezTo>
                  <a:pt x="1371" y="14"/>
                  <a:pt x="1370" y="17"/>
                  <a:pt x="1370" y="21"/>
                </a:cubicBezTo>
                <a:cubicBezTo>
                  <a:pt x="1367" y="16"/>
                  <a:pt x="1364" y="12"/>
                  <a:pt x="1364" y="12"/>
                </a:cubicBezTo>
                <a:cubicBezTo>
                  <a:pt x="1364" y="12"/>
                  <a:pt x="1359" y="16"/>
                  <a:pt x="1354" y="22"/>
                </a:cubicBezTo>
                <a:cubicBezTo>
                  <a:pt x="1350" y="10"/>
                  <a:pt x="1339" y="0"/>
                  <a:pt x="1339" y="0"/>
                </a:cubicBezTo>
                <a:cubicBezTo>
                  <a:pt x="1339" y="0"/>
                  <a:pt x="1325" y="15"/>
                  <a:pt x="1324" y="28"/>
                </a:cubicBezTo>
                <a:cubicBezTo>
                  <a:pt x="1320" y="22"/>
                  <a:pt x="1316" y="18"/>
                  <a:pt x="1316" y="18"/>
                </a:cubicBezTo>
                <a:cubicBezTo>
                  <a:pt x="1316" y="18"/>
                  <a:pt x="1309" y="25"/>
                  <a:pt x="1305" y="33"/>
                </a:cubicBezTo>
                <a:cubicBezTo>
                  <a:pt x="1307" y="25"/>
                  <a:pt x="1307" y="18"/>
                  <a:pt x="1307" y="18"/>
                </a:cubicBezTo>
                <a:cubicBezTo>
                  <a:pt x="1307" y="18"/>
                  <a:pt x="1284" y="17"/>
                  <a:pt x="1271" y="27"/>
                </a:cubicBezTo>
                <a:cubicBezTo>
                  <a:pt x="1266" y="14"/>
                  <a:pt x="1257" y="4"/>
                  <a:pt x="1257" y="4"/>
                </a:cubicBezTo>
                <a:cubicBezTo>
                  <a:pt x="1257" y="4"/>
                  <a:pt x="1248" y="11"/>
                  <a:pt x="1242" y="21"/>
                </a:cubicBezTo>
                <a:cubicBezTo>
                  <a:pt x="1236" y="21"/>
                  <a:pt x="1223" y="24"/>
                  <a:pt x="1216" y="31"/>
                </a:cubicBezTo>
                <a:cubicBezTo>
                  <a:pt x="1214" y="20"/>
                  <a:pt x="1206" y="9"/>
                  <a:pt x="1206" y="9"/>
                </a:cubicBezTo>
                <a:cubicBezTo>
                  <a:pt x="1206" y="9"/>
                  <a:pt x="1195" y="16"/>
                  <a:pt x="1189" y="26"/>
                </a:cubicBezTo>
                <a:cubicBezTo>
                  <a:pt x="1180" y="20"/>
                  <a:pt x="1168" y="18"/>
                  <a:pt x="1168" y="18"/>
                </a:cubicBezTo>
                <a:cubicBezTo>
                  <a:pt x="1168" y="18"/>
                  <a:pt x="1168" y="22"/>
                  <a:pt x="1168" y="27"/>
                </a:cubicBezTo>
                <a:cubicBezTo>
                  <a:pt x="1164" y="23"/>
                  <a:pt x="1160" y="20"/>
                  <a:pt x="1155" y="18"/>
                </a:cubicBezTo>
                <a:cubicBezTo>
                  <a:pt x="1147" y="15"/>
                  <a:pt x="1140" y="14"/>
                  <a:pt x="1140" y="14"/>
                </a:cubicBezTo>
                <a:cubicBezTo>
                  <a:pt x="1140" y="14"/>
                  <a:pt x="1139" y="17"/>
                  <a:pt x="1139" y="21"/>
                </a:cubicBezTo>
                <a:cubicBezTo>
                  <a:pt x="1136" y="16"/>
                  <a:pt x="1133" y="12"/>
                  <a:pt x="1133" y="12"/>
                </a:cubicBezTo>
                <a:cubicBezTo>
                  <a:pt x="1133" y="12"/>
                  <a:pt x="1128" y="16"/>
                  <a:pt x="1123" y="22"/>
                </a:cubicBezTo>
                <a:cubicBezTo>
                  <a:pt x="1119" y="10"/>
                  <a:pt x="1108" y="0"/>
                  <a:pt x="1108" y="0"/>
                </a:cubicBezTo>
                <a:cubicBezTo>
                  <a:pt x="1108" y="0"/>
                  <a:pt x="1094" y="15"/>
                  <a:pt x="1093" y="28"/>
                </a:cubicBezTo>
                <a:cubicBezTo>
                  <a:pt x="1089" y="22"/>
                  <a:pt x="1085" y="18"/>
                  <a:pt x="1085" y="18"/>
                </a:cubicBezTo>
                <a:cubicBezTo>
                  <a:pt x="1085" y="18"/>
                  <a:pt x="1078" y="25"/>
                  <a:pt x="1074" y="33"/>
                </a:cubicBezTo>
                <a:cubicBezTo>
                  <a:pt x="1075" y="25"/>
                  <a:pt x="1076" y="18"/>
                  <a:pt x="1076" y="18"/>
                </a:cubicBezTo>
                <a:cubicBezTo>
                  <a:pt x="1076" y="18"/>
                  <a:pt x="1053" y="17"/>
                  <a:pt x="1040" y="27"/>
                </a:cubicBezTo>
                <a:cubicBezTo>
                  <a:pt x="1035" y="14"/>
                  <a:pt x="1026" y="4"/>
                  <a:pt x="1026" y="4"/>
                </a:cubicBezTo>
                <a:cubicBezTo>
                  <a:pt x="1026" y="4"/>
                  <a:pt x="1017" y="11"/>
                  <a:pt x="1011" y="21"/>
                </a:cubicBezTo>
                <a:cubicBezTo>
                  <a:pt x="1005" y="21"/>
                  <a:pt x="992" y="24"/>
                  <a:pt x="985" y="31"/>
                </a:cubicBezTo>
                <a:cubicBezTo>
                  <a:pt x="983" y="20"/>
                  <a:pt x="975" y="9"/>
                  <a:pt x="975" y="9"/>
                </a:cubicBezTo>
                <a:cubicBezTo>
                  <a:pt x="975" y="9"/>
                  <a:pt x="964" y="16"/>
                  <a:pt x="958" y="26"/>
                </a:cubicBezTo>
                <a:cubicBezTo>
                  <a:pt x="949" y="20"/>
                  <a:pt x="937" y="18"/>
                  <a:pt x="937" y="18"/>
                </a:cubicBezTo>
                <a:cubicBezTo>
                  <a:pt x="937" y="18"/>
                  <a:pt x="937" y="22"/>
                  <a:pt x="936" y="27"/>
                </a:cubicBezTo>
                <a:cubicBezTo>
                  <a:pt x="933" y="23"/>
                  <a:pt x="929" y="20"/>
                  <a:pt x="924" y="18"/>
                </a:cubicBezTo>
                <a:cubicBezTo>
                  <a:pt x="916" y="15"/>
                  <a:pt x="908" y="14"/>
                  <a:pt x="908" y="14"/>
                </a:cubicBezTo>
                <a:cubicBezTo>
                  <a:pt x="908" y="14"/>
                  <a:pt x="908" y="17"/>
                  <a:pt x="908" y="21"/>
                </a:cubicBezTo>
                <a:cubicBezTo>
                  <a:pt x="905" y="16"/>
                  <a:pt x="902" y="12"/>
                  <a:pt x="902" y="12"/>
                </a:cubicBezTo>
                <a:cubicBezTo>
                  <a:pt x="902" y="12"/>
                  <a:pt x="897" y="16"/>
                  <a:pt x="892" y="22"/>
                </a:cubicBezTo>
                <a:cubicBezTo>
                  <a:pt x="888" y="10"/>
                  <a:pt x="877" y="0"/>
                  <a:pt x="877" y="0"/>
                </a:cubicBezTo>
                <a:cubicBezTo>
                  <a:pt x="877" y="0"/>
                  <a:pt x="862" y="15"/>
                  <a:pt x="862" y="28"/>
                </a:cubicBezTo>
                <a:cubicBezTo>
                  <a:pt x="858" y="22"/>
                  <a:pt x="854" y="18"/>
                  <a:pt x="854" y="18"/>
                </a:cubicBezTo>
                <a:cubicBezTo>
                  <a:pt x="854" y="18"/>
                  <a:pt x="847" y="25"/>
                  <a:pt x="843" y="33"/>
                </a:cubicBezTo>
                <a:cubicBezTo>
                  <a:pt x="844" y="25"/>
                  <a:pt x="844" y="18"/>
                  <a:pt x="844" y="18"/>
                </a:cubicBezTo>
                <a:cubicBezTo>
                  <a:pt x="844" y="18"/>
                  <a:pt x="822" y="17"/>
                  <a:pt x="809" y="27"/>
                </a:cubicBezTo>
                <a:cubicBezTo>
                  <a:pt x="804" y="14"/>
                  <a:pt x="795" y="4"/>
                  <a:pt x="795" y="4"/>
                </a:cubicBezTo>
                <a:cubicBezTo>
                  <a:pt x="795" y="4"/>
                  <a:pt x="786" y="11"/>
                  <a:pt x="780" y="21"/>
                </a:cubicBezTo>
                <a:cubicBezTo>
                  <a:pt x="774" y="21"/>
                  <a:pt x="761" y="24"/>
                  <a:pt x="754" y="31"/>
                </a:cubicBezTo>
                <a:cubicBezTo>
                  <a:pt x="752" y="20"/>
                  <a:pt x="744" y="9"/>
                  <a:pt x="744" y="9"/>
                </a:cubicBezTo>
                <a:cubicBezTo>
                  <a:pt x="744" y="9"/>
                  <a:pt x="733" y="16"/>
                  <a:pt x="727" y="26"/>
                </a:cubicBezTo>
                <a:cubicBezTo>
                  <a:pt x="718" y="20"/>
                  <a:pt x="706" y="18"/>
                  <a:pt x="706" y="18"/>
                </a:cubicBezTo>
                <a:cubicBezTo>
                  <a:pt x="706" y="18"/>
                  <a:pt x="706" y="22"/>
                  <a:pt x="705" y="27"/>
                </a:cubicBezTo>
                <a:cubicBezTo>
                  <a:pt x="702" y="23"/>
                  <a:pt x="698" y="20"/>
                  <a:pt x="693" y="18"/>
                </a:cubicBezTo>
                <a:cubicBezTo>
                  <a:pt x="685" y="15"/>
                  <a:pt x="677" y="14"/>
                  <a:pt x="677" y="14"/>
                </a:cubicBezTo>
                <a:cubicBezTo>
                  <a:pt x="677" y="14"/>
                  <a:pt x="677" y="17"/>
                  <a:pt x="676" y="21"/>
                </a:cubicBezTo>
                <a:cubicBezTo>
                  <a:pt x="673" y="16"/>
                  <a:pt x="670" y="12"/>
                  <a:pt x="670" y="12"/>
                </a:cubicBezTo>
                <a:cubicBezTo>
                  <a:pt x="670" y="12"/>
                  <a:pt x="665" y="16"/>
                  <a:pt x="661" y="22"/>
                </a:cubicBezTo>
                <a:cubicBezTo>
                  <a:pt x="657" y="10"/>
                  <a:pt x="646" y="0"/>
                  <a:pt x="646" y="0"/>
                </a:cubicBezTo>
                <a:cubicBezTo>
                  <a:pt x="646" y="0"/>
                  <a:pt x="631" y="15"/>
                  <a:pt x="631" y="28"/>
                </a:cubicBezTo>
                <a:cubicBezTo>
                  <a:pt x="627" y="22"/>
                  <a:pt x="623" y="18"/>
                  <a:pt x="623" y="18"/>
                </a:cubicBezTo>
                <a:cubicBezTo>
                  <a:pt x="623" y="18"/>
                  <a:pt x="616" y="25"/>
                  <a:pt x="612" y="33"/>
                </a:cubicBezTo>
                <a:cubicBezTo>
                  <a:pt x="613" y="25"/>
                  <a:pt x="613" y="18"/>
                  <a:pt x="613" y="18"/>
                </a:cubicBezTo>
                <a:cubicBezTo>
                  <a:pt x="613" y="18"/>
                  <a:pt x="590" y="17"/>
                  <a:pt x="578" y="27"/>
                </a:cubicBezTo>
                <a:cubicBezTo>
                  <a:pt x="573" y="14"/>
                  <a:pt x="564" y="4"/>
                  <a:pt x="564" y="4"/>
                </a:cubicBezTo>
                <a:cubicBezTo>
                  <a:pt x="564" y="4"/>
                  <a:pt x="555" y="11"/>
                  <a:pt x="549" y="21"/>
                </a:cubicBezTo>
                <a:cubicBezTo>
                  <a:pt x="543" y="21"/>
                  <a:pt x="530" y="24"/>
                  <a:pt x="523" y="31"/>
                </a:cubicBezTo>
                <a:cubicBezTo>
                  <a:pt x="520" y="20"/>
                  <a:pt x="513" y="9"/>
                  <a:pt x="513" y="9"/>
                </a:cubicBezTo>
                <a:cubicBezTo>
                  <a:pt x="513" y="9"/>
                  <a:pt x="502" y="16"/>
                  <a:pt x="496" y="26"/>
                </a:cubicBezTo>
                <a:cubicBezTo>
                  <a:pt x="487" y="20"/>
                  <a:pt x="475" y="18"/>
                  <a:pt x="475" y="18"/>
                </a:cubicBezTo>
                <a:cubicBezTo>
                  <a:pt x="475" y="18"/>
                  <a:pt x="474" y="22"/>
                  <a:pt x="474" y="27"/>
                </a:cubicBezTo>
                <a:cubicBezTo>
                  <a:pt x="471" y="23"/>
                  <a:pt x="467" y="20"/>
                  <a:pt x="462" y="18"/>
                </a:cubicBezTo>
                <a:cubicBezTo>
                  <a:pt x="454" y="15"/>
                  <a:pt x="446" y="14"/>
                  <a:pt x="446" y="14"/>
                </a:cubicBezTo>
                <a:cubicBezTo>
                  <a:pt x="446" y="14"/>
                  <a:pt x="446" y="17"/>
                  <a:pt x="445" y="21"/>
                </a:cubicBezTo>
                <a:cubicBezTo>
                  <a:pt x="442" y="16"/>
                  <a:pt x="439" y="12"/>
                  <a:pt x="439" y="12"/>
                </a:cubicBezTo>
                <a:cubicBezTo>
                  <a:pt x="439" y="12"/>
                  <a:pt x="434" y="16"/>
                  <a:pt x="430" y="22"/>
                </a:cubicBezTo>
                <a:cubicBezTo>
                  <a:pt x="426" y="10"/>
                  <a:pt x="415" y="0"/>
                  <a:pt x="415" y="0"/>
                </a:cubicBezTo>
                <a:cubicBezTo>
                  <a:pt x="415" y="0"/>
                  <a:pt x="400" y="15"/>
                  <a:pt x="400" y="28"/>
                </a:cubicBezTo>
                <a:cubicBezTo>
                  <a:pt x="396" y="22"/>
                  <a:pt x="392" y="18"/>
                  <a:pt x="392" y="18"/>
                </a:cubicBezTo>
                <a:cubicBezTo>
                  <a:pt x="392" y="18"/>
                  <a:pt x="385" y="25"/>
                  <a:pt x="380" y="33"/>
                </a:cubicBezTo>
                <a:cubicBezTo>
                  <a:pt x="382" y="25"/>
                  <a:pt x="382" y="18"/>
                  <a:pt x="382" y="18"/>
                </a:cubicBezTo>
                <a:cubicBezTo>
                  <a:pt x="382" y="18"/>
                  <a:pt x="359" y="17"/>
                  <a:pt x="346" y="27"/>
                </a:cubicBezTo>
                <a:cubicBezTo>
                  <a:pt x="342" y="14"/>
                  <a:pt x="333" y="4"/>
                  <a:pt x="333" y="4"/>
                </a:cubicBezTo>
                <a:cubicBezTo>
                  <a:pt x="333" y="4"/>
                  <a:pt x="324" y="11"/>
                  <a:pt x="318" y="21"/>
                </a:cubicBezTo>
                <a:cubicBezTo>
                  <a:pt x="312" y="21"/>
                  <a:pt x="299" y="24"/>
                  <a:pt x="292" y="31"/>
                </a:cubicBezTo>
                <a:cubicBezTo>
                  <a:pt x="289" y="20"/>
                  <a:pt x="282" y="9"/>
                  <a:pt x="282" y="9"/>
                </a:cubicBezTo>
                <a:cubicBezTo>
                  <a:pt x="282" y="9"/>
                  <a:pt x="271" y="16"/>
                  <a:pt x="265" y="26"/>
                </a:cubicBezTo>
                <a:cubicBezTo>
                  <a:pt x="256" y="20"/>
                  <a:pt x="244" y="18"/>
                  <a:pt x="244" y="18"/>
                </a:cubicBezTo>
                <a:cubicBezTo>
                  <a:pt x="244" y="18"/>
                  <a:pt x="243" y="22"/>
                  <a:pt x="243" y="27"/>
                </a:cubicBezTo>
                <a:cubicBezTo>
                  <a:pt x="240" y="23"/>
                  <a:pt x="235" y="20"/>
                  <a:pt x="231" y="18"/>
                </a:cubicBezTo>
                <a:cubicBezTo>
                  <a:pt x="223" y="15"/>
                  <a:pt x="215" y="14"/>
                  <a:pt x="215" y="14"/>
                </a:cubicBezTo>
                <a:cubicBezTo>
                  <a:pt x="215" y="14"/>
                  <a:pt x="215" y="17"/>
                  <a:pt x="214" y="21"/>
                </a:cubicBezTo>
                <a:cubicBezTo>
                  <a:pt x="211" y="16"/>
                  <a:pt x="208" y="12"/>
                  <a:pt x="208" y="12"/>
                </a:cubicBezTo>
                <a:cubicBezTo>
                  <a:pt x="208" y="12"/>
                  <a:pt x="203" y="16"/>
                  <a:pt x="198" y="22"/>
                </a:cubicBezTo>
                <a:cubicBezTo>
                  <a:pt x="195" y="10"/>
                  <a:pt x="184" y="0"/>
                  <a:pt x="184" y="0"/>
                </a:cubicBezTo>
                <a:cubicBezTo>
                  <a:pt x="184" y="0"/>
                  <a:pt x="169" y="15"/>
                  <a:pt x="169" y="28"/>
                </a:cubicBezTo>
                <a:cubicBezTo>
                  <a:pt x="165" y="22"/>
                  <a:pt x="160" y="18"/>
                  <a:pt x="160" y="18"/>
                </a:cubicBezTo>
                <a:cubicBezTo>
                  <a:pt x="160" y="18"/>
                  <a:pt x="154" y="25"/>
                  <a:pt x="149" y="33"/>
                </a:cubicBezTo>
                <a:cubicBezTo>
                  <a:pt x="151" y="25"/>
                  <a:pt x="151" y="18"/>
                  <a:pt x="151" y="18"/>
                </a:cubicBezTo>
                <a:cubicBezTo>
                  <a:pt x="151" y="18"/>
                  <a:pt x="128" y="17"/>
                  <a:pt x="115" y="27"/>
                </a:cubicBezTo>
                <a:cubicBezTo>
                  <a:pt x="111" y="14"/>
                  <a:pt x="102" y="4"/>
                  <a:pt x="102" y="4"/>
                </a:cubicBezTo>
                <a:cubicBezTo>
                  <a:pt x="102" y="4"/>
                  <a:pt x="93" y="11"/>
                  <a:pt x="87" y="21"/>
                </a:cubicBezTo>
                <a:cubicBezTo>
                  <a:pt x="81" y="21"/>
                  <a:pt x="68" y="24"/>
                  <a:pt x="61" y="31"/>
                </a:cubicBezTo>
                <a:cubicBezTo>
                  <a:pt x="58" y="20"/>
                  <a:pt x="50" y="9"/>
                  <a:pt x="50" y="9"/>
                </a:cubicBezTo>
                <a:cubicBezTo>
                  <a:pt x="50" y="9"/>
                  <a:pt x="40" y="16"/>
                  <a:pt x="34" y="26"/>
                </a:cubicBezTo>
                <a:cubicBezTo>
                  <a:pt x="25" y="20"/>
                  <a:pt x="13" y="18"/>
                  <a:pt x="13" y="18"/>
                </a:cubicBezTo>
                <a:cubicBezTo>
                  <a:pt x="13" y="18"/>
                  <a:pt x="12" y="22"/>
                  <a:pt x="12" y="27"/>
                </a:cubicBezTo>
                <a:cubicBezTo>
                  <a:pt x="9" y="23"/>
                  <a:pt x="4" y="20"/>
                  <a:pt x="0" y="18"/>
                </a:cubicBezTo>
                <a:cubicBezTo>
                  <a:pt x="0" y="486"/>
                  <a:pt x="0" y="486"/>
                  <a:pt x="0" y="486"/>
                </a:cubicBezTo>
                <a:cubicBezTo>
                  <a:pt x="4160" y="486"/>
                  <a:pt x="4160" y="486"/>
                  <a:pt x="4160" y="486"/>
                </a:cubicBezTo>
                <a:cubicBezTo>
                  <a:pt x="4160" y="18"/>
                  <a:pt x="4160" y="18"/>
                  <a:pt x="4160" y="18"/>
                </a:cubicBezTo>
                <a:cubicBezTo>
                  <a:pt x="4152" y="15"/>
                  <a:pt x="4144" y="14"/>
                  <a:pt x="4144" y="14"/>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
  <p:cSld name="CUSTOM_2">
    <p:spTree>
      <p:nvGrpSpPr>
        <p:cNvPr id="1" name="Shape 1300"/>
        <p:cNvGrpSpPr/>
        <p:nvPr/>
      </p:nvGrpSpPr>
      <p:grpSpPr>
        <a:xfrm>
          <a:off x="0" y="0"/>
          <a:ext cx="0" cy="0"/>
          <a:chOff x="0" y="0"/>
          <a:chExt cx="0" cy="0"/>
        </a:xfrm>
      </p:grpSpPr>
      <p:pic>
        <p:nvPicPr>
          <p:cNvPr id="1301" name="Google Shape;1301;p21"/>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302" name="Google Shape;1302;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b="0">
                <a:latin typeface="Sora ExtraBold"/>
                <a:ea typeface="Sora ExtraBold"/>
                <a:cs typeface="Sora ExtraBold"/>
                <a:sym typeface="Sora ExtraBol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1303" name="Google Shape;1303;p21"/>
          <p:cNvCxnSpPr/>
          <p:nvPr/>
        </p:nvCxnSpPr>
        <p:spPr>
          <a:xfrm>
            <a:off x="4572000" y="-200925"/>
            <a:ext cx="0" cy="583800"/>
          </a:xfrm>
          <a:prstGeom prst="straightConnector1">
            <a:avLst/>
          </a:prstGeom>
          <a:noFill/>
          <a:ln w="9525" cap="flat" cmpd="sng">
            <a:solidFill>
              <a:schemeClr val="dk1"/>
            </a:solidFill>
            <a:prstDash val="solid"/>
            <a:round/>
            <a:headEnd type="none" w="med" len="med"/>
            <a:tailEnd type="diamond" w="med" len="med"/>
          </a:ln>
        </p:spPr>
      </p:cxnSp>
      <p:grpSp>
        <p:nvGrpSpPr>
          <p:cNvPr id="1304" name="Google Shape;1304;p21"/>
          <p:cNvGrpSpPr/>
          <p:nvPr/>
        </p:nvGrpSpPr>
        <p:grpSpPr>
          <a:xfrm>
            <a:off x="0" y="4645925"/>
            <a:ext cx="9144174" cy="513194"/>
            <a:chOff x="0" y="4645925"/>
            <a:chExt cx="9144174" cy="513194"/>
          </a:xfrm>
        </p:grpSpPr>
        <p:grpSp>
          <p:nvGrpSpPr>
            <p:cNvPr id="1305" name="Google Shape;1305;p21"/>
            <p:cNvGrpSpPr/>
            <p:nvPr/>
          </p:nvGrpSpPr>
          <p:grpSpPr>
            <a:xfrm>
              <a:off x="0" y="4645925"/>
              <a:ext cx="3078300" cy="497334"/>
              <a:chOff x="49213" y="2009776"/>
              <a:chExt cx="3232150" cy="650875"/>
            </a:xfrm>
          </p:grpSpPr>
          <p:sp>
            <p:nvSpPr>
              <p:cNvPr id="1306" name="Google Shape;1306;p21"/>
              <p:cNvSpPr/>
              <p:nvPr/>
            </p:nvSpPr>
            <p:spPr>
              <a:xfrm>
                <a:off x="49213" y="2009776"/>
                <a:ext cx="3225800" cy="650875"/>
              </a:xfrm>
              <a:custGeom>
                <a:avLst/>
                <a:gdLst/>
                <a:ahLst/>
                <a:cxnLst/>
                <a:rect l="l" t="t" r="r" b="b"/>
                <a:pathLst>
                  <a:path w="2032" h="410" extrusionOk="0">
                    <a:moveTo>
                      <a:pt x="0" y="0"/>
                    </a:moveTo>
                    <a:lnTo>
                      <a:pt x="1983" y="355"/>
                    </a:lnTo>
                    <a:lnTo>
                      <a:pt x="2032" y="410"/>
                    </a:lnTo>
                    <a:lnTo>
                      <a:pt x="0" y="410"/>
                    </a:lnTo>
                    <a:lnTo>
                      <a:pt x="0" y="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7" name="Google Shape;1307;p21"/>
              <p:cNvSpPr/>
              <p:nvPr/>
            </p:nvSpPr>
            <p:spPr>
              <a:xfrm>
                <a:off x="49213" y="2009776"/>
                <a:ext cx="2092325" cy="374650"/>
              </a:xfrm>
              <a:custGeom>
                <a:avLst/>
                <a:gdLst/>
                <a:ahLst/>
                <a:cxnLst/>
                <a:rect l="l" t="t" r="r" b="b"/>
                <a:pathLst>
                  <a:path w="1318" h="236" extrusionOk="0">
                    <a:moveTo>
                      <a:pt x="490" y="123"/>
                    </a:moveTo>
                    <a:lnTo>
                      <a:pt x="1318" y="236"/>
                    </a:lnTo>
                    <a:lnTo>
                      <a:pt x="0" y="0"/>
                    </a:lnTo>
                    <a:lnTo>
                      <a:pt x="0" y="95"/>
                    </a:lnTo>
                    <a:lnTo>
                      <a:pt x="664" y="213"/>
                    </a:lnTo>
                    <a:lnTo>
                      <a:pt x="935" y="205"/>
                    </a:lnTo>
                    <a:lnTo>
                      <a:pt x="490" y="123"/>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8" name="Google Shape;1308;p21"/>
              <p:cNvSpPr/>
              <p:nvPr/>
            </p:nvSpPr>
            <p:spPr>
              <a:xfrm>
                <a:off x="1392238" y="2352676"/>
                <a:ext cx="182563" cy="38100"/>
              </a:xfrm>
              <a:custGeom>
                <a:avLst/>
                <a:gdLst/>
                <a:ahLst/>
                <a:cxnLst/>
                <a:rect l="l" t="t" r="r" b="b"/>
                <a:pathLst>
                  <a:path w="115" h="24" extrusionOk="0">
                    <a:moveTo>
                      <a:pt x="90" y="24"/>
                    </a:moveTo>
                    <a:lnTo>
                      <a:pt x="115" y="0"/>
                    </a:lnTo>
                    <a:lnTo>
                      <a:pt x="0" y="20"/>
                    </a:lnTo>
                    <a:lnTo>
                      <a:pt x="90" y="24"/>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9" name="Google Shape;1309;p21"/>
              <p:cNvSpPr/>
              <p:nvPr/>
            </p:nvSpPr>
            <p:spPr>
              <a:xfrm>
                <a:off x="49213" y="2043113"/>
                <a:ext cx="3232150" cy="617538"/>
              </a:xfrm>
              <a:custGeom>
                <a:avLst/>
                <a:gdLst/>
                <a:ahLst/>
                <a:cxnLst/>
                <a:rect l="l" t="t" r="r" b="b"/>
                <a:pathLst>
                  <a:path w="2036" h="389" extrusionOk="0">
                    <a:moveTo>
                      <a:pt x="0" y="0"/>
                    </a:moveTo>
                    <a:lnTo>
                      <a:pt x="1195" y="299"/>
                    </a:lnTo>
                    <a:lnTo>
                      <a:pt x="1224" y="348"/>
                    </a:lnTo>
                    <a:lnTo>
                      <a:pt x="2036" y="389"/>
                    </a:lnTo>
                    <a:lnTo>
                      <a:pt x="0" y="389"/>
                    </a:lnTo>
                    <a:lnTo>
                      <a:pt x="0" y="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0" name="Google Shape;1310;p21"/>
              <p:cNvSpPr/>
              <p:nvPr/>
            </p:nvSpPr>
            <p:spPr>
              <a:xfrm>
                <a:off x="873125" y="2536826"/>
                <a:ext cx="368300" cy="122238"/>
              </a:xfrm>
              <a:custGeom>
                <a:avLst/>
                <a:gdLst/>
                <a:ahLst/>
                <a:cxnLst/>
                <a:rect l="l" t="t" r="r" b="b"/>
                <a:pathLst>
                  <a:path w="232" h="77" extrusionOk="0">
                    <a:moveTo>
                      <a:pt x="195" y="6"/>
                    </a:moveTo>
                    <a:lnTo>
                      <a:pt x="232" y="75"/>
                    </a:lnTo>
                    <a:lnTo>
                      <a:pt x="195" y="77"/>
                    </a:lnTo>
                    <a:lnTo>
                      <a:pt x="0" y="77"/>
                    </a:lnTo>
                    <a:lnTo>
                      <a:pt x="13" y="25"/>
                    </a:lnTo>
                    <a:lnTo>
                      <a:pt x="68" y="41"/>
                    </a:lnTo>
                    <a:lnTo>
                      <a:pt x="78" y="66"/>
                    </a:lnTo>
                    <a:lnTo>
                      <a:pt x="94" y="0"/>
                    </a:lnTo>
                    <a:lnTo>
                      <a:pt x="195" y="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1" name="Google Shape;1311;p21"/>
              <p:cNvSpPr/>
              <p:nvPr/>
            </p:nvSpPr>
            <p:spPr>
              <a:xfrm>
                <a:off x="1382713" y="2481263"/>
                <a:ext cx="609600" cy="160338"/>
              </a:xfrm>
              <a:custGeom>
                <a:avLst/>
                <a:gdLst/>
                <a:ahLst/>
                <a:cxnLst/>
                <a:rect l="l" t="t" r="r" b="b"/>
                <a:pathLst>
                  <a:path w="384" h="101" extrusionOk="0">
                    <a:moveTo>
                      <a:pt x="0" y="0"/>
                    </a:moveTo>
                    <a:lnTo>
                      <a:pt x="39" y="82"/>
                    </a:lnTo>
                    <a:lnTo>
                      <a:pt x="0" y="54"/>
                    </a:lnTo>
                    <a:lnTo>
                      <a:pt x="19" y="101"/>
                    </a:lnTo>
                    <a:lnTo>
                      <a:pt x="384" y="72"/>
                    </a:lnTo>
                    <a:lnTo>
                      <a:pt x="355" y="23"/>
                    </a:lnTo>
                    <a:lnTo>
                      <a:pt x="155" y="10"/>
                    </a:lnTo>
                    <a:lnTo>
                      <a:pt x="171" y="74"/>
                    </a:lnTo>
                    <a:lnTo>
                      <a:pt x="137" y="9"/>
                    </a:lnTo>
                    <a:lnTo>
                      <a:pt x="0" y="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2" name="Google Shape;1312;p21"/>
              <p:cNvSpPr/>
              <p:nvPr/>
            </p:nvSpPr>
            <p:spPr>
              <a:xfrm>
                <a:off x="515938" y="2513013"/>
                <a:ext cx="300038" cy="147638"/>
              </a:xfrm>
              <a:custGeom>
                <a:avLst/>
                <a:gdLst/>
                <a:ahLst/>
                <a:cxnLst/>
                <a:rect l="l" t="t" r="r" b="b"/>
                <a:pathLst>
                  <a:path w="189" h="93" extrusionOk="0">
                    <a:moveTo>
                      <a:pt x="169" y="93"/>
                    </a:moveTo>
                    <a:lnTo>
                      <a:pt x="189" y="9"/>
                    </a:lnTo>
                    <a:lnTo>
                      <a:pt x="14" y="0"/>
                    </a:lnTo>
                    <a:lnTo>
                      <a:pt x="0" y="54"/>
                    </a:lnTo>
                    <a:lnTo>
                      <a:pt x="113" y="58"/>
                    </a:lnTo>
                    <a:lnTo>
                      <a:pt x="139" y="15"/>
                    </a:lnTo>
                    <a:lnTo>
                      <a:pt x="121" y="93"/>
                    </a:lnTo>
                    <a:lnTo>
                      <a:pt x="169" y="93"/>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3" name="Google Shape;1313;p21"/>
              <p:cNvSpPr/>
              <p:nvPr/>
            </p:nvSpPr>
            <p:spPr>
              <a:xfrm>
                <a:off x="1182688" y="2546351"/>
                <a:ext cx="2098675" cy="114300"/>
              </a:xfrm>
              <a:custGeom>
                <a:avLst/>
                <a:gdLst/>
                <a:ahLst/>
                <a:cxnLst/>
                <a:rect l="l" t="t" r="r" b="b"/>
                <a:pathLst>
                  <a:path w="1322" h="72" extrusionOk="0">
                    <a:moveTo>
                      <a:pt x="601" y="0"/>
                    </a:moveTo>
                    <a:lnTo>
                      <a:pt x="0" y="71"/>
                    </a:lnTo>
                    <a:lnTo>
                      <a:pt x="1322" y="72"/>
                    </a:lnTo>
                    <a:lnTo>
                      <a:pt x="601" y="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4" name="Google Shape;1314;p21"/>
              <p:cNvSpPr/>
              <p:nvPr/>
            </p:nvSpPr>
            <p:spPr>
              <a:xfrm>
                <a:off x="49213" y="2043113"/>
                <a:ext cx="1897063" cy="503238"/>
              </a:xfrm>
              <a:custGeom>
                <a:avLst/>
                <a:gdLst/>
                <a:ahLst/>
                <a:cxnLst/>
                <a:rect l="l" t="t" r="r" b="b"/>
                <a:pathLst>
                  <a:path w="1195" h="317" extrusionOk="0">
                    <a:moveTo>
                      <a:pt x="1195" y="299"/>
                    </a:moveTo>
                    <a:lnTo>
                      <a:pt x="0" y="0"/>
                    </a:lnTo>
                    <a:lnTo>
                      <a:pt x="0" y="281"/>
                    </a:lnTo>
                    <a:lnTo>
                      <a:pt x="714" y="317"/>
                    </a:lnTo>
                    <a:lnTo>
                      <a:pt x="394" y="247"/>
                    </a:lnTo>
                    <a:lnTo>
                      <a:pt x="1195" y="29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5" name="Google Shape;1315;p21"/>
              <p:cNvSpPr/>
              <p:nvPr/>
            </p:nvSpPr>
            <p:spPr>
              <a:xfrm>
                <a:off x="49213" y="2043113"/>
                <a:ext cx="1897063" cy="474663"/>
              </a:xfrm>
              <a:custGeom>
                <a:avLst/>
                <a:gdLst/>
                <a:ahLst/>
                <a:cxnLst/>
                <a:rect l="l" t="t" r="r" b="b"/>
                <a:pathLst>
                  <a:path w="1195" h="299" extrusionOk="0">
                    <a:moveTo>
                      <a:pt x="1195" y="299"/>
                    </a:moveTo>
                    <a:lnTo>
                      <a:pt x="0" y="0"/>
                    </a:lnTo>
                    <a:lnTo>
                      <a:pt x="0" y="74"/>
                    </a:lnTo>
                    <a:lnTo>
                      <a:pt x="321" y="149"/>
                    </a:lnTo>
                    <a:lnTo>
                      <a:pt x="216" y="77"/>
                    </a:lnTo>
                    <a:lnTo>
                      <a:pt x="1195" y="29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6" name="Google Shape;1316;p21"/>
              <p:cNvSpPr/>
              <p:nvPr/>
            </p:nvSpPr>
            <p:spPr>
              <a:xfrm>
                <a:off x="49213" y="2384426"/>
                <a:ext cx="1897063" cy="161925"/>
              </a:xfrm>
              <a:custGeom>
                <a:avLst/>
                <a:gdLst/>
                <a:ahLst/>
                <a:cxnLst/>
                <a:rect l="l" t="t" r="r" b="b"/>
                <a:pathLst>
                  <a:path w="1195" h="102" extrusionOk="0">
                    <a:moveTo>
                      <a:pt x="1195" y="84"/>
                    </a:moveTo>
                    <a:lnTo>
                      <a:pt x="261" y="0"/>
                    </a:lnTo>
                    <a:lnTo>
                      <a:pt x="483" y="73"/>
                    </a:lnTo>
                    <a:lnTo>
                      <a:pt x="0" y="66"/>
                    </a:lnTo>
                    <a:lnTo>
                      <a:pt x="714" y="102"/>
                    </a:lnTo>
                    <a:lnTo>
                      <a:pt x="394" y="32"/>
                    </a:lnTo>
                    <a:lnTo>
                      <a:pt x="1195" y="84"/>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317" name="Google Shape;1317;p21"/>
            <p:cNvGrpSpPr/>
            <p:nvPr/>
          </p:nvGrpSpPr>
          <p:grpSpPr>
            <a:xfrm>
              <a:off x="4889973" y="4661777"/>
              <a:ext cx="4254200" cy="497343"/>
              <a:chOff x="742950" y="2519363"/>
              <a:chExt cx="4883150" cy="800101"/>
            </a:xfrm>
          </p:grpSpPr>
          <p:sp>
            <p:nvSpPr>
              <p:cNvPr id="1318" name="Google Shape;1318;p21"/>
              <p:cNvSpPr/>
              <p:nvPr/>
            </p:nvSpPr>
            <p:spPr>
              <a:xfrm>
                <a:off x="742950" y="2792413"/>
                <a:ext cx="4883150" cy="527050"/>
              </a:xfrm>
              <a:custGeom>
                <a:avLst/>
                <a:gdLst/>
                <a:ahLst/>
                <a:cxnLst/>
                <a:rect l="l" t="t" r="r" b="b"/>
                <a:pathLst>
                  <a:path w="3076" h="332" extrusionOk="0">
                    <a:moveTo>
                      <a:pt x="352" y="233"/>
                    </a:moveTo>
                    <a:lnTo>
                      <a:pt x="3076" y="0"/>
                    </a:lnTo>
                    <a:lnTo>
                      <a:pt x="3076" y="332"/>
                    </a:lnTo>
                    <a:lnTo>
                      <a:pt x="0" y="332"/>
                    </a:lnTo>
                    <a:lnTo>
                      <a:pt x="352" y="233"/>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9" name="Google Shape;1319;p21"/>
              <p:cNvSpPr/>
              <p:nvPr/>
            </p:nvSpPr>
            <p:spPr>
              <a:xfrm>
                <a:off x="3371850" y="2792413"/>
                <a:ext cx="2254250" cy="322263"/>
              </a:xfrm>
              <a:custGeom>
                <a:avLst/>
                <a:gdLst/>
                <a:ahLst/>
                <a:cxnLst/>
                <a:rect l="l" t="t" r="r" b="b"/>
                <a:pathLst>
                  <a:path w="1420" h="203" extrusionOk="0">
                    <a:moveTo>
                      <a:pt x="0" y="122"/>
                    </a:moveTo>
                    <a:lnTo>
                      <a:pt x="781" y="101"/>
                    </a:lnTo>
                    <a:lnTo>
                      <a:pt x="205" y="203"/>
                    </a:lnTo>
                    <a:lnTo>
                      <a:pt x="1420" y="185"/>
                    </a:lnTo>
                    <a:lnTo>
                      <a:pt x="1420" y="0"/>
                    </a:lnTo>
                    <a:lnTo>
                      <a:pt x="0" y="122"/>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0" name="Google Shape;1320;p21"/>
              <p:cNvSpPr/>
              <p:nvPr/>
            </p:nvSpPr>
            <p:spPr>
              <a:xfrm>
                <a:off x="742950" y="3086101"/>
                <a:ext cx="4883150" cy="233363"/>
              </a:xfrm>
              <a:custGeom>
                <a:avLst/>
                <a:gdLst/>
                <a:ahLst/>
                <a:cxnLst/>
                <a:rect l="l" t="t" r="r" b="b"/>
                <a:pathLst>
                  <a:path w="3076" h="147" extrusionOk="0">
                    <a:moveTo>
                      <a:pt x="1734" y="93"/>
                    </a:moveTo>
                    <a:lnTo>
                      <a:pt x="0" y="147"/>
                    </a:lnTo>
                    <a:lnTo>
                      <a:pt x="3076" y="147"/>
                    </a:lnTo>
                    <a:lnTo>
                      <a:pt x="3076" y="0"/>
                    </a:lnTo>
                    <a:lnTo>
                      <a:pt x="1589" y="67"/>
                    </a:lnTo>
                    <a:lnTo>
                      <a:pt x="1734" y="93"/>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1" name="Google Shape;1321;p21"/>
              <p:cNvSpPr/>
              <p:nvPr/>
            </p:nvSpPr>
            <p:spPr>
              <a:xfrm>
                <a:off x="3371850" y="2706688"/>
                <a:ext cx="2254250" cy="279400"/>
              </a:xfrm>
              <a:custGeom>
                <a:avLst/>
                <a:gdLst/>
                <a:ahLst/>
                <a:cxnLst/>
                <a:rect l="l" t="t" r="r" b="b"/>
                <a:pathLst>
                  <a:path w="1420" h="176" extrusionOk="0">
                    <a:moveTo>
                      <a:pt x="0" y="176"/>
                    </a:moveTo>
                    <a:lnTo>
                      <a:pt x="44" y="158"/>
                    </a:lnTo>
                    <a:lnTo>
                      <a:pt x="1420" y="0"/>
                    </a:lnTo>
                    <a:lnTo>
                      <a:pt x="1420" y="54"/>
                    </a:lnTo>
                    <a:lnTo>
                      <a:pt x="0" y="17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2" name="Google Shape;1322;p21"/>
              <p:cNvSpPr/>
              <p:nvPr/>
            </p:nvSpPr>
            <p:spPr>
              <a:xfrm>
                <a:off x="3371850" y="2781301"/>
                <a:ext cx="1600200" cy="204788"/>
              </a:xfrm>
              <a:custGeom>
                <a:avLst/>
                <a:gdLst/>
                <a:ahLst/>
                <a:cxnLst/>
                <a:rect l="l" t="t" r="r" b="b"/>
                <a:pathLst>
                  <a:path w="1008" h="129" extrusionOk="0">
                    <a:moveTo>
                      <a:pt x="44" y="111"/>
                    </a:moveTo>
                    <a:lnTo>
                      <a:pt x="1008" y="0"/>
                    </a:lnTo>
                    <a:lnTo>
                      <a:pt x="350" y="89"/>
                    </a:lnTo>
                    <a:lnTo>
                      <a:pt x="818" y="58"/>
                    </a:lnTo>
                    <a:lnTo>
                      <a:pt x="0" y="129"/>
                    </a:lnTo>
                    <a:lnTo>
                      <a:pt x="44" y="111"/>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3" name="Google Shape;1323;p21"/>
              <p:cNvSpPr/>
              <p:nvPr/>
            </p:nvSpPr>
            <p:spPr>
              <a:xfrm>
                <a:off x="3441700" y="2519363"/>
                <a:ext cx="2184400" cy="438150"/>
              </a:xfrm>
              <a:custGeom>
                <a:avLst/>
                <a:gdLst/>
                <a:ahLst/>
                <a:cxnLst/>
                <a:rect l="l" t="t" r="r" b="b"/>
                <a:pathLst>
                  <a:path w="1376" h="276" extrusionOk="0">
                    <a:moveTo>
                      <a:pt x="0" y="276"/>
                    </a:moveTo>
                    <a:lnTo>
                      <a:pt x="1376" y="0"/>
                    </a:lnTo>
                    <a:lnTo>
                      <a:pt x="1376" y="118"/>
                    </a:lnTo>
                    <a:lnTo>
                      <a:pt x="0" y="27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4" name="Google Shape;1324;p21"/>
              <p:cNvSpPr/>
              <p:nvPr/>
            </p:nvSpPr>
            <p:spPr>
              <a:xfrm>
                <a:off x="3441700" y="2643188"/>
                <a:ext cx="1571625" cy="314325"/>
              </a:xfrm>
              <a:custGeom>
                <a:avLst/>
                <a:gdLst/>
                <a:ahLst/>
                <a:cxnLst/>
                <a:rect l="l" t="t" r="r" b="b"/>
                <a:pathLst>
                  <a:path w="990" h="198" extrusionOk="0">
                    <a:moveTo>
                      <a:pt x="990" y="0"/>
                    </a:moveTo>
                    <a:lnTo>
                      <a:pt x="590" y="97"/>
                    </a:lnTo>
                    <a:lnTo>
                      <a:pt x="764" y="78"/>
                    </a:lnTo>
                    <a:lnTo>
                      <a:pt x="625" y="114"/>
                    </a:lnTo>
                    <a:lnTo>
                      <a:pt x="974" y="86"/>
                    </a:lnTo>
                    <a:lnTo>
                      <a:pt x="0" y="198"/>
                    </a:lnTo>
                    <a:lnTo>
                      <a:pt x="990" y="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325" name="Google Shape;1325;p21"/>
          <p:cNvGrpSpPr/>
          <p:nvPr/>
        </p:nvGrpSpPr>
        <p:grpSpPr>
          <a:xfrm>
            <a:off x="7845240" y="4371078"/>
            <a:ext cx="883437" cy="775836"/>
            <a:chOff x="7410610" y="2637069"/>
            <a:chExt cx="1226485" cy="1077101"/>
          </a:xfrm>
        </p:grpSpPr>
        <p:grpSp>
          <p:nvGrpSpPr>
            <p:cNvPr id="1326" name="Google Shape;1326;p21"/>
            <p:cNvGrpSpPr/>
            <p:nvPr/>
          </p:nvGrpSpPr>
          <p:grpSpPr>
            <a:xfrm>
              <a:off x="8386635" y="3027970"/>
              <a:ext cx="250461" cy="686200"/>
              <a:chOff x="6178550" y="415926"/>
              <a:chExt cx="774700" cy="2122487"/>
            </a:xfrm>
          </p:grpSpPr>
          <p:sp>
            <p:nvSpPr>
              <p:cNvPr id="1327" name="Google Shape;1327;p21"/>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8" name="Google Shape;1328;p21"/>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9" name="Google Shape;1329;p21"/>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0" name="Google Shape;1330;p21"/>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1" name="Google Shape;1331;p21"/>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2" name="Google Shape;1332;p21"/>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3" name="Google Shape;1333;p21"/>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4" name="Google Shape;1334;p21"/>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335" name="Google Shape;1335;p21"/>
            <p:cNvGrpSpPr/>
            <p:nvPr/>
          </p:nvGrpSpPr>
          <p:grpSpPr>
            <a:xfrm>
              <a:off x="7898536" y="2637069"/>
              <a:ext cx="321036" cy="1076950"/>
              <a:chOff x="6178550" y="415926"/>
              <a:chExt cx="774700" cy="2122487"/>
            </a:xfrm>
          </p:grpSpPr>
          <p:sp>
            <p:nvSpPr>
              <p:cNvPr id="1336" name="Google Shape;1336;p21"/>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7" name="Google Shape;1337;p21"/>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8" name="Google Shape;1338;p21"/>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9" name="Google Shape;1339;p21"/>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0" name="Google Shape;1340;p21"/>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1" name="Google Shape;1341;p21"/>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2" name="Google Shape;1342;p21"/>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3" name="Google Shape;1343;p21"/>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344" name="Google Shape;1344;p21"/>
            <p:cNvGrpSpPr/>
            <p:nvPr/>
          </p:nvGrpSpPr>
          <p:grpSpPr>
            <a:xfrm>
              <a:off x="7410610" y="2834495"/>
              <a:ext cx="321036" cy="879559"/>
              <a:chOff x="6178550" y="415926"/>
              <a:chExt cx="774700" cy="2122487"/>
            </a:xfrm>
          </p:grpSpPr>
          <p:sp>
            <p:nvSpPr>
              <p:cNvPr id="1345" name="Google Shape;1345;p21"/>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6" name="Google Shape;1346;p21"/>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7" name="Google Shape;1347;p21"/>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8" name="Google Shape;1348;p21"/>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9" name="Google Shape;1349;p21"/>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0" name="Google Shape;1350;p21"/>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1" name="Google Shape;1351;p21"/>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2" name="Google Shape;1352;p21"/>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353" name="Google Shape;1353;p21"/>
          <p:cNvGrpSpPr/>
          <p:nvPr/>
        </p:nvGrpSpPr>
        <p:grpSpPr>
          <a:xfrm>
            <a:off x="-2666806" y="4521519"/>
            <a:ext cx="3976664" cy="621851"/>
            <a:chOff x="1040511" y="1999631"/>
            <a:chExt cx="5615964" cy="878196"/>
          </a:xfrm>
        </p:grpSpPr>
        <p:sp>
          <p:nvSpPr>
            <p:cNvPr id="1354" name="Google Shape;1354;p21"/>
            <p:cNvSpPr/>
            <p:nvPr/>
          </p:nvSpPr>
          <p:spPr>
            <a:xfrm>
              <a:off x="1190618" y="2693565"/>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5" name="Google Shape;1355;p21"/>
            <p:cNvSpPr/>
            <p:nvPr/>
          </p:nvSpPr>
          <p:spPr>
            <a:xfrm>
              <a:off x="1209371" y="2711502"/>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6" name="Google Shape;1356;p21"/>
            <p:cNvSpPr/>
            <p:nvPr/>
          </p:nvSpPr>
          <p:spPr>
            <a:xfrm>
              <a:off x="1422171" y="2693565"/>
              <a:ext cx="184264" cy="184262"/>
            </a:xfrm>
            <a:custGeom>
              <a:avLst/>
              <a:gdLst/>
              <a:ahLst/>
              <a:cxnLst/>
              <a:rect l="l" t="t" r="r" b="b"/>
              <a:pathLst>
                <a:path w="121" h="121" extrusionOk="0">
                  <a:moveTo>
                    <a:pt x="60" y="121"/>
                  </a:moveTo>
                  <a:cubicBezTo>
                    <a:pt x="60" y="121"/>
                    <a:pt x="60" y="121"/>
                    <a:pt x="60" y="121"/>
                  </a:cubicBezTo>
                  <a:cubicBezTo>
                    <a:pt x="27" y="121"/>
                    <a:pt x="0" y="94"/>
                    <a:pt x="0" y="61"/>
                  </a:cubicBezTo>
                  <a:cubicBezTo>
                    <a:pt x="0" y="27"/>
                    <a:pt x="27" y="0"/>
                    <a:pt x="60" y="0"/>
                  </a:cubicBezTo>
                  <a:cubicBezTo>
                    <a:pt x="94" y="0"/>
                    <a:pt x="121" y="27"/>
                    <a:pt x="121" y="61"/>
                  </a:cubicBezTo>
                  <a:cubicBezTo>
                    <a:pt x="121" y="94"/>
                    <a:pt x="94" y="121"/>
                    <a:pt x="60"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7" name="Google Shape;1357;p21"/>
            <p:cNvSpPr/>
            <p:nvPr/>
          </p:nvSpPr>
          <p:spPr>
            <a:xfrm>
              <a:off x="1440108" y="2711502"/>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8" name="Google Shape;1358;p21"/>
            <p:cNvSpPr/>
            <p:nvPr/>
          </p:nvSpPr>
          <p:spPr>
            <a:xfrm>
              <a:off x="1651278" y="2693565"/>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9" name="Google Shape;1359;p21"/>
            <p:cNvSpPr/>
            <p:nvPr/>
          </p:nvSpPr>
          <p:spPr>
            <a:xfrm>
              <a:off x="1670030" y="2711502"/>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0" name="Google Shape;1360;p21"/>
            <p:cNvSpPr/>
            <p:nvPr/>
          </p:nvSpPr>
          <p:spPr>
            <a:xfrm>
              <a:off x="2468868" y="2693565"/>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1" name="Google Shape;1361;p21"/>
            <p:cNvSpPr/>
            <p:nvPr/>
          </p:nvSpPr>
          <p:spPr>
            <a:xfrm>
              <a:off x="2487621" y="2711502"/>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2" name="Google Shape;1362;p21"/>
            <p:cNvSpPr/>
            <p:nvPr/>
          </p:nvSpPr>
          <p:spPr>
            <a:xfrm>
              <a:off x="2700421" y="2693565"/>
              <a:ext cx="184264" cy="184262"/>
            </a:xfrm>
            <a:custGeom>
              <a:avLst/>
              <a:gdLst/>
              <a:ahLst/>
              <a:cxnLst/>
              <a:rect l="l" t="t" r="r" b="b"/>
              <a:pathLst>
                <a:path w="121" h="121" extrusionOk="0">
                  <a:moveTo>
                    <a:pt x="60" y="121"/>
                  </a:moveTo>
                  <a:cubicBezTo>
                    <a:pt x="60" y="121"/>
                    <a:pt x="60" y="121"/>
                    <a:pt x="60" y="121"/>
                  </a:cubicBezTo>
                  <a:cubicBezTo>
                    <a:pt x="27" y="121"/>
                    <a:pt x="0" y="94"/>
                    <a:pt x="0" y="61"/>
                  </a:cubicBezTo>
                  <a:cubicBezTo>
                    <a:pt x="0" y="27"/>
                    <a:pt x="27" y="0"/>
                    <a:pt x="60" y="0"/>
                  </a:cubicBezTo>
                  <a:cubicBezTo>
                    <a:pt x="94" y="0"/>
                    <a:pt x="121" y="27"/>
                    <a:pt x="121" y="61"/>
                  </a:cubicBezTo>
                  <a:cubicBezTo>
                    <a:pt x="121" y="94"/>
                    <a:pt x="94" y="121"/>
                    <a:pt x="60"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3" name="Google Shape;1363;p21"/>
            <p:cNvSpPr/>
            <p:nvPr/>
          </p:nvSpPr>
          <p:spPr>
            <a:xfrm>
              <a:off x="2718358" y="2711502"/>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4" name="Google Shape;1364;p21"/>
            <p:cNvSpPr/>
            <p:nvPr/>
          </p:nvSpPr>
          <p:spPr>
            <a:xfrm>
              <a:off x="2929528" y="2693565"/>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5" name="Google Shape;1365;p21"/>
            <p:cNvSpPr/>
            <p:nvPr/>
          </p:nvSpPr>
          <p:spPr>
            <a:xfrm>
              <a:off x="2948280" y="2711502"/>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6" name="Google Shape;1366;p21"/>
            <p:cNvSpPr/>
            <p:nvPr/>
          </p:nvSpPr>
          <p:spPr>
            <a:xfrm>
              <a:off x="3298149" y="2045289"/>
              <a:ext cx="230700" cy="7404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7" name="Google Shape;1367;p21"/>
            <p:cNvSpPr/>
            <p:nvPr/>
          </p:nvSpPr>
          <p:spPr>
            <a:xfrm>
              <a:off x="3462029" y="2045289"/>
              <a:ext cx="20400" cy="7404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8" name="Google Shape;1368;p21"/>
            <p:cNvSpPr/>
            <p:nvPr/>
          </p:nvSpPr>
          <p:spPr>
            <a:xfrm>
              <a:off x="3422894" y="2045289"/>
              <a:ext cx="19500" cy="7404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9" name="Google Shape;1369;p21"/>
            <p:cNvSpPr/>
            <p:nvPr/>
          </p:nvSpPr>
          <p:spPr>
            <a:xfrm>
              <a:off x="3382943" y="2045289"/>
              <a:ext cx="20400" cy="7404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0" name="Google Shape;1370;p21"/>
            <p:cNvSpPr/>
            <p:nvPr/>
          </p:nvSpPr>
          <p:spPr>
            <a:xfrm>
              <a:off x="3343807" y="2045289"/>
              <a:ext cx="19500" cy="7404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1" name="Google Shape;1371;p21"/>
            <p:cNvSpPr/>
            <p:nvPr/>
          </p:nvSpPr>
          <p:spPr>
            <a:xfrm>
              <a:off x="1040511" y="1999631"/>
              <a:ext cx="2303400" cy="8316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2" name="Google Shape;1372;p21"/>
            <p:cNvSpPr/>
            <p:nvPr/>
          </p:nvSpPr>
          <p:spPr>
            <a:xfrm>
              <a:off x="1131828" y="2183893"/>
              <a:ext cx="460659" cy="369340"/>
            </a:xfrm>
            <a:custGeom>
              <a:avLst/>
              <a:gdLst/>
              <a:ahLst/>
              <a:cxnLst/>
              <a:rect l="l" t="t" r="r" b="b"/>
              <a:pathLst>
                <a:path w="303" h="242" extrusionOk="0">
                  <a:moveTo>
                    <a:pt x="277" y="0"/>
                  </a:moveTo>
                  <a:cubicBezTo>
                    <a:pt x="26" y="0"/>
                    <a:pt x="26" y="0"/>
                    <a:pt x="26" y="0"/>
                  </a:cubicBezTo>
                  <a:cubicBezTo>
                    <a:pt x="12" y="0"/>
                    <a:pt x="0" y="12"/>
                    <a:pt x="0" y="26"/>
                  </a:cubicBezTo>
                  <a:cubicBezTo>
                    <a:pt x="0" y="216"/>
                    <a:pt x="0" y="216"/>
                    <a:pt x="0" y="216"/>
                  </a:cubicBezTo>
                  <a:cubicBezTo>
                    <a:pt x="0" y="231"/>
                    <a:pt x="12" y="242"/>
                    <a:pt x="26" y="242"/>
                  </a:cubicBezTo>
                  <a:cubicBezTo>
                    <a:pt x="277" y="242"/>
                    <a:pt x="277" y="242"/>
                    <a:pt x="277" y="242"/>
                  </a:cubicBezTo>
                  <a:cubicBezTo>
                    <a:pt x="292" y="242"/>
                    <a:pt x="303" y="231"/>
                    <a:pt x="303" y="216"/>
                  </a:cubicBezTo>
                  <a:cubicBezTo>
                    <a:pt x="303" y="26"/>
                    <a:pt x="303" y="26"/>
                    <a:pt x="303" y="26"/>
                  </a:cubicBezTo>
                  <a:cubicBezTo>
                    <a:pt x="303" y="12"/>
                    <a:pt x="292" y="0"/>
                    <a:pt x="277"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3" name="Google Shape;1373;p21"/>
            <p:cNvSpPr/>
            <p:nvPr/>
          </p:nvSpPr>
          <p:spPr>
            <a:xfrm>
              <a:off x="1684619" y="2183893"/>
              <a:ext cx="460659" cy="369340"/>
            </a:xfrm>
            <a:custGeom>
              <a:avLst/>
              <a:gdLst/>
              <a:ahLst/>
              <a:cxnLst/>
              <a:rect l="l" t="t" r="r" b="b"/>
              <a:pathLst>
                <a:path w="303" h="242" extrusionOk="0">
                  <a:moveTo>
                    <a:pt x="0" y="26"/>
                  </a:moveTo>
                  <a:cubicBezTo>
                    <a:pt x="0" y="216"/>
                    <a:pt x="0" y="216"/>
                    <a:pt x="0" y="216"/>
                  </a:cubicBezTo>
                  <a:cubicBezTo>
                    <a:pt x="0" y="231"/>
                    <a:pt x="12" y="242"/>
                    <a:pt x="26" y="242"/>
                  </a:cubicBezTo>
                  <a:cubicBezTo>
                    <a:pt x="277" y="242"/>
                    <a:pt x="277" y="242"/>
                    <a:pt x="277" y="242"/>
                  </a:cubicBezTo>
                  <a:cubicBezTo>
                    <a:pt x="291" y="242"/>
                    <a:pt x="303" y="231"/>
                    <a:pt x="303" y="216"/>
                  </a:cubicBezTo>
                  <a:cubicBezTo>
                    <a:pt x="303" y="26"/>
                    <a:pt x="303" y="26"/>
                    <a:pt x="303" y="26"/>
                  </a:cubicBezTo>
                  <a:cubicBezTo>
                    <a:pt x="303" y="12"/>
                    <a:pt x="291" y="0"/>
                    <a:pt x="277" y="0"/>
                  </a:cubicBezTo>
                  <a:cubicBezTo>
                    <a:pt x="26" y="0"/>
                    <a:pt x="26" y="0"/>
                    <a:pt x="26" y="0"/>
                  </a:cubicBezTo>
                  <a:cubicBezTo>
                    <a:pt x="12" y="0"/>
                    <a:pt x="0" y="12"/>
                    <a:pt x="0" y="2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4" name="Google Shape;1374;p21"/>
            <p:cNvSpPr/>
            <p:nvPr/>
          </p:nvSpPr>
          <p:spPr>
            <a:xfrm>
              <a:off x="2791831" y="2183893"/>
              <a:ext cx="460659" cy="369340"/>
            </a:xfrm>
            <a:custGeom>
              <a:avLst/>
              <a:gdLst/>
              <a:ahLst/>
              <a:cxnLst/>
              <a:rect l="l" t="t" r="r" b="b"/>
              <a:pathLst>
                <a:path w="303" h="242" extrusionOk="0">
                  <a:moveTo>
                    <a:pt x="0" y="26"/>
                  </a:moveTo>
                  <a:cubicBezTo>
                    <a:pt x="0" y="216"/>
                    <a:pt x="0" y="216"/>
                    <a:pt x="0" y="216"/>
                  </a:cubicBezTo>
                  <a:cubicBezTo>
                    <a:pt x="0" y="231"/>
                    <a:pt x="11" y="242"/>
                    <a:pt x="26" y="242"/>
                  </a:cubicBezTo>
                  <a:cubicBezTo>
                    <a:pt x="277" y="242"/>
                    <a:pt x="277" y="242"/>
                    <a:pt x="277" y="242"/>
                  </a:cubicBezTo>
                  <a:cubicBezTo>
                    <a:pt x="291" y="242"/>
                    <a:pt x="303" y="231"/>
                    <a:pt x="303" y="216"/>
                  </a:cubicBezTo>
                  <a:cubicBezTo>
                    <a:pt x="303" y="26"/>
                    <a:pt x="303" y="26"/>
                    <a:pt x="303" y="26"/>
                  </a:cubicBezTo>
                  <a:cubicBezTo>
                    <a:pt x="303" y="12"/>
                    <a:pt x="291" y="0"/>
                    <a:pt x="277" y="0"/>
                  </a:cubicBezTo>
                  <a:cubicBezTo>
                    <a:pt x="26" y="0"/>
                    <a:pt x="26" y="0"/>
                    <a:pt x="26" y="0"/>
                  </a:cubicBezTo>
                  <a:cubicBezTo>
                    <a:pt x="11" y="0"/>
                    <a:pt x="0" y="12"/>
                    <a:pt x="0" y="2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5" name="Google Shape;1375;p21"/>
            <p:cNvSpPr/>
            <p:nvPr/>
          </p:nvSpPr>
          <p:spPr>
            <a:xfrm>
              <a:off x="2238225" y="2183893"/>
              <a:ext cx="460659" cy="369340"/>
            </a:xfrm>
            <a:custGeom>
              <a:avLst/>
              <a:gdLst/>
              <a:ahLst/>
              <a:cxnLst/>
              <a:rect l="l" t="t" r="r" b="b"/>
              <a:pathLst>
                <a:path w="303" h="242" extrusionOk="0">
                  <a:moveTo>
                    <a:pt x="0" y="216"/>
                  </a:moveTo>
                  <a:cubicBezTo>
                    <a:pt x="0" y="26"/>
                    <a:pt x="0" y="26"/>
                    <a:pt x="0" y="26"/>
                  </a:cubicBezTo>
                  <a:cubicBezTo>
                    <a:pt x="0" y="12"/>
                    <a:pt x="12" y="0"/>
                    <a:pt x="26" y="0"/>
                  </a:cubicBezTo>
                  <a:cubicBezTo>
                    <a:pt x="277" y="0"/>
                    <a:pt x="277" y="0"/>
                    <a:pt x="277" y="0"/>
                  </a:cubicBezTo>
                  <a:cubicBezTo>
                    <a:pt x="291" y="0"/>
                    <a:pt x="303" y="12"/>
                    <a:pt x="303" y="26"/>
                  </a:cubicBezTo>
                  <a:cubicBezTo>
                    <a:pt x="303" y="216"/>
                    <a:pt x="303" y="216"/>
                    <a:pt x="303" y="216"/>
                  </a:cubicBezTo>
                  <a:cubicBezTo>
                    <a:pt x="303" y="231"/>
                    <a:pt x="291" y="242"/>
                    <a:pt x="277" y="242"/>
                  </a:cubicBezTo>
                  <a:cubicBezTo>
                    <a:pt x="26" y="242"/>
                    <a:pt x="26" y="242"/>
                    <a:pt x="26" y="242"/>
                  </a:cubicBezTo>
                  <a:cubicBezTo>
                    <a:pt x="12" y="242"/>
                    <a:pt x="0" y="231"/>
                    <a:pt x="0" y="21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6" name="Google Shape;1376;p21"/>
            <p:cNvSpPr/>
            <p:nvPr/>
          </p:nvSpPr>
          <p:spPr>
            <a:xfrm>
              <a:off x="1040511" y="1999631"/>
              <a:ext cx="2303400" cy="915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7" name="Google Shape;1377;p21"/>
            <p:cNvSpPr/>
            <p:nvPr/>
          </p:nvSpPr>
          <p:spPr>
            <a:xfrm>
              <a:off x="1040511" y="2739941"/>
              <a:ext cx="2303400" cy="91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8" name="Google Shape;1378;p21"/>
            <p:cNvSpPr/>
            <p:nvPr/>
          </p:nvSpPr>
          <p:spPr>
            <a:xfrm>
              <a:off x="1040511" y="2637211"/>
              <a:ext cx="2303400" cy="189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9" name="Google Shape;1379;p21"/>
            <p:cNvSpPr/>
            <p:nvPr/>
          </p:nvSpPr>
          <p:spPr>
            <a:xfrm>
              <a:off x="5348693" y="2692652"/>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0" name="Google Shape;1380;p21"/>
            <p:cNvSpPr/>
            <p:nvPr/>
          </p:nvSpPr>
          <p:spPr>
            <a:xfrm>
              <a:off x="5367446" y="2710589"/>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1" name="Google Shape;1381;p21"/>
            <p:cNvSpPr/>
            <p:nvPr/>
          </p:nvSpPr>
          <p:spPr>
            <a:xfrm>
              <a:off x="5580246" y="2692652"/>
              <a:ext cx="184264" cy="184262"/>
            </a:xfrm>
            <a:custGeom>
              <a:avLst/>
              <a:gdLst/>
              <a:ahLst/>
              <a:cxnLst/>
              <a:rect l="l" t="t" r="r" b="b"/>
              <a:pathLst>
                <a:path w="121" h="121" extrusionOk="0">
                  <a:moveTo>
                    <a:pt x="60" y="121"/>
                  </a:moveTo>
                  <a:cubicBezTo>
                    <a:pt x="60" y="121"/>
                    <a:pt x="60" y="121"/>
                    <a:pt x="60" y="121"/>
                  </a:cubicBezTo>
                  <a:cubicBezTo>
                    <a:pt x="27" y="121"/>
                    <a:pt x="0" y="94"/>
                    <a:pt x="0" y="61"/>
                  </a:cubicBezTo>
                  <a:cubicBezTo>
                    <a:pt x="0" y="27"/>
                    <a:pt x="27" y="0"/>
                    <a:pt x="60" y="0"/>
                  </a:cubicBezTo>
                  <a:cubicBezTo>
                    <a:pt x="94" y="0"/>
                    <a:pt x="121" y="27"/>
                    <a:pt x="121" y="61"/>
                  </a:cubicBezTo>
                  <a:cubicBezTo>
                    <a:pt x="121" y="94"/>
                    <a:pt x="94" y="121"/>
                    <a:pt x="60"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2" name="Google Shape;1382;p21"/>
            <p:cNvSpPr/>
            <p:nvPr/>
          </p:nvSpPr>
          <p:spPr>
            <a:xfrm>
              <a:off x="5598183" y="2710589"/>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3" name="Google Shape;1383;p21"/>
            <p:cNvSpPr/>
            <p:nvPr/>
          </p:nvSpPr>
          <p:spPr>
            <a:xfrm>
              <a:off x="5809353" y="2692652"/>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4" name="Google Shape;1384;p21"/>
            <p:cNvSpPr/>
            <p:nvPr/>
          </p:nvSpPr>
          <p:spPr>
            <a:xfrm>
              <a:off x="5828105" y="2710589"/>
              <a:ext cx="147600" cy="1485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5" name="Google Shape;1385;p21"/>
            <p:cNvSpPr/>
            <p:nvPr/>
          </p:nvSpPr>
          <p:spPr>
            <a:xfrm>
              <a:off x="3574544" y="2692652"/>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6" name="Google Shape;1386;p21"/>
            <p:cNvSpPr/>
            <p:nvPr/>
          </p:nvSpPr>
          <p:spPr>
            <a:xfrm>
              <a:off x="3593297" y="2710589"/>
              <a:ext cx="147600" cy="148500"/>
            </a:xfrm>
            <a:prstGeom prst="ellipse">
              <a:avLst/>
            </a:pr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7" name="Google Shape;1387;p21"/>
            <p:cNvSpPr/>
            <p:nvPr/>
          </p:nvSpPr>
          <p:spPr>
            <a:xfrm>
              <a:off x="3804466" y="2692652"/>
              <a:ext cx="185079" cy="184262"/>
            </a:xfrm>
            <a:custGeom>
              <a:avLst/>
              <a:gdLst/>
              <a:ahLst/>
              <a:cxnLst/>
              <a:rect l="l" t="t" r="r" b="b"/>
              <a:pathLst>
                <a:path w="122" h="121" extrusionOk="0">
                  <a:moveTo>
                    <a:pt x="61" y="121"/>
                  </a:moveTo>
                  <a:cubicBezTo>
                    <a:pt x="61" y="121"/>
                    <a:pt x="61" y="121"/>
                    <a:pt x="61" y="121"/>
                  </a:cubicBezTo>
                  <a:cubicBezTo>
                    <a:pt x="28" y="121"/>
                    <a:pt x="0" y="94"/>
                    <a:pt x="0" y="61"/>
                  </a:cubicBezTo>
                  <a:cubicBezTo>
                    <a:pt x="0" y="27"/>
                    <a:pt x="28" y="0"/>
                    <a:pt x="61" y="0"/>
                  </a:cubicBezTo>
                  <a:cubicBezTo>
                    <a:pt x="95" y="0"/>
                    <a:pt x="122" y="27"/>
                    <a:pt x="122" y="61"/>
                  </a:cubicBezTo>
                  <a:cubicBezTo>
                    <a:pt x="122" y="94"/>
                    <a:pt x="95"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8" name="Google Shape;1388;p21"/>
            <p:cNvSpPr/>
            <p:nvPr/>
          </p:nvSpPr>
          <p:spPr>
            <a:xfrm>
              <a:off x="3824034" y="2710589"/>
              <a:ext cx="147600" cy="148500"/>
            </a:xfrm>
            <a:prstGeom prst="ellipse">
              <a:avLst/>
            </a:pr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9" name="Google Shape;1389;p21"/>
            <p:cNvSpPr/>
            <p:nvPr/>
          </p:nvSpPr>
          <p:spPr>
            <a:xfrm>
              <a:off x="4035204" y="2692652"/>
              <a:ext cx="184264" cy="184262"/>
            </a:xfrm>
            <a:custGeom>
              <a:avLst/>
              <a:gdLst/>
              <a:ahLst/>
              <a:cxnLst/>
              <a:rect l="l" t="t" r="r" b="b"/>
              <a:pathLst>
                <a:path w="121" h="121" extrusionOk="0">
                  <a:moveTo>
                    <a:pt x="61" y="121"/>
                  </a:moveTo>
                  <a:cubicBezTo>
                    <a:pt x="61" y="121"/>
                    <a:pt x="61" y="121"/>
                    <a:pt x="61" y="121"/>
                  </a:cubicBezTo>
                  <a:cubicBezTo>
                    <a:pt x="27" y="121"/>
                    <a:pt x="0" y="94"/>
                    <a:pt x="0" y="61"/>
                  </a:cubicBezTo>
                  <a:cubicBezTo>
                    <a:pt x="0" y="27"/>
                    <a:pt x="27" y="0"/>
                    <a:pt x="61" y="0"/>
                  </a:cubicBezTo>
                  <a:cubicBezTo>
                    <a:pt x="94" y="0"/>
                    <a:pt x="121" y="27"/>
                    <a:pt x="121" y="61"/>
                  </a:cubicBezTo>
                  <a:cubicBezTo>
                    <a:pt x="121" y="94"/>
                    <a:pt x="94" y="121"/>
                    <a:pt x="61" y="121"/>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0" name="Google Shape;1390;p21"/>
            <p:cNvSpPr/>
            <p:nvPr/>
          </p:nvSpPr>
          <p:spPr>
            <a:xfrm>
              <a:off x="4053956" y="2710589"/>
              <a:ext cx="147600" cy="148500"/>
            </a:xfrm>
            <a:prstGeom prst="ellipse">
              <a:avLst/>
            </a:pr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1" name="Google Shape;1391;p21"/>
            <p:cNvSpPr/>
            <p:nvPr/>
          </p:nvSpPr>
          <p:spPr>
            <a:xfrm>
              <a:off x="3482413" y="1999631"/>
              <a:ext cx="3174063" cy="831625"/>
            </a:xfrm>
            <a:custGeom>
              <a:avLst/>
              <a:gdLst/>
              <a:ahLst/>
              <a:cxnLst/>
              <a:rect l="l" t="t" r="r" b="b"/>
              <a:pathLst>
                <a:path w="2088" h="545" extrusionOk="0">
                  <a:moveTo>
                    <a:pt x="0" y="0"/>
                  </a:moveTo>
                  <a:cubicBezTo>
                    <a:pt x="0" y="545"/>
                    <a:pt x="0" y="545"/>
                    <a:pt x="0" y="545"/>
                  </a:cubicBezTo>
                  <a:cubicBezTo>
                    <a:pt x="1985" y="545"/>
                    <a:pt x="1985" y="545"/>
                    <a:pt x="1985" y="545"/>
                  </a:cubicBezTo>
                  <a:cubicBezTo>
                    <a:pt x="2042" y="545"/>
                    <a:pt x="2088" y="499"/>
                    <a:pt x="2088" y="442"/>
                  </a:cubicBezTo>
                  <a:cubicBezTo>
                    <a:pt x="2088" y="430"/>
                    <a:pt x="2086" y="418"/>
                    <a:pt x="2082" y="407"/>
                  </a:cubicBezTo>
                  <a:cubicBezTo>
                    <a:pt x="1986" y="143"/>
                    <a:pt x="1986" y="143"/>
                    <a:pt x="1986" y="143"/>
                  </a:cubicBezTo>
                  <a:cubicBezTo>
                    <a:pt x="1955" y="57"/>
                    <a:pt x="1873" y="0"/>
                    <a:pt x="1781" y="0"/>
                  </a:cubicBezTo>
                  <a:cubicBezTo>
                    <a:pt x="0" y="0"/>
                    <a:pt x="0" y="0"/>
                    <a:pt x="0" y="0"/>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2" name="Google Shape;1392;p21"/>
            <p:cNvSpPr/>
            <p:nvPr/>
          </p:nvSpPr>
          <p:spPr>
            <a:xfrm>
              <a:off x="3574544" y="2183893"/>
              <a:ext cx="460659" cy="369340"/>
            </a:xfrm>
            <a:custGeom>
              <a:avLst/>
              <a:gdLst/>
              <a:ahLst/>
              <a:cxnLst/>
              <a:rect l="l" t="t" r="r" b="b"/>
              <a:pathLst>
                <a:path w="303" h="242" extrusionOk="0">
                  <a:moveTo>
                    <a:pt x="277" y="0"/>
                  </a:moveTo>
                  <a:cubicBezTo>
                    <a:pt x="26" y="0"/>
                    <a:pt x="26" y="0"/>
                    <a:pt x="26" y="0"/>
                  </a:cubicBezTo>
                  <a:cubicBezTo>
                    <a:pt x="12" y="0"/>
                    <a:pt x="0" y="12"/>
                    <a:pt x="0" y="26"/>
                  </a:cubicBezTo>
                  <a:cubicBezTo>
                    <a:pt x="0" y="216"/>
                    <a:pt x="0" y="216"/>
                    <a:pt x="0" y="216"/>
                  </a:cubicBezTo>
                  <a:cubicBezTo>
                    <a:pt x="0" y="231"/>
                    <a:pt x="12" y="242"/>
                    <a:pt x="26" y="242"/>
                  </a:cubicBezTo>
                  <a:cubicBezTo>
                    <a:pt x="277" y="242"/>
                    <a:pt x="277" y="242"/>
                    <a:pt x="277" y="242"/>
                  </a:cubicBezTo>
                  <a:cubicBezTo>
                    <a:pt x="291" y="242"/>
                    <a:pt x="303" y="231"/>
                    <a:pt x="303" y="216"/>
                  </a:cubicBezTo>
                  <a:cubicBezTo>
                    <a:pt x="303" y="26"/>
                    <a:pt x="303" y="26"/>
                    <a:pt x="303" y="26"/>
                  </a:cubicBezTo>
                  <a:cubicBezTo>
                    <a:pt x="303" y="12"/>
                    <a:pt x="291" y="0"/>
                    <a:pt x="277"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3" name="Google Shape;1393;p21"/>
            <p:cNvSpPr/>
            <p:nvPr/>
          </p:nvSpPr>
          <p:spPr>
            <a:xfrm>
              <a:off x="4128151" y="2183893"/>
              <a:ext cx="460659" cy="369340"/>
            </a:xfrm>
            <a:custGeom>
              <a:avLst/>
              <a:gdLst/>
              <a:ahLst/>
              <a:cxnLst/>
              <a:rect l="l" t="t" r="r" b="b"/>
              <a:pathLst>
                <a:path w="303" h="242" extrusionOk="0">
                  <a:moveTo>
                    <a:pt x="0" y="26"/>
                  </a:moveTo>
                  <a:cubicBezTo>
                    <a:pt x="0" y="216"/>
                    <a:pt x="0" y="216"/>
                    <a:pt x="0" y="216"/>
                  </a:cubicBezTo>
                  <a:cubicBezTo>
                    <a:pt x="0" y="231"/>
                    <a:pt x="11" y="242"/>
                    <a:pt x="26" y="242"/>
                  </a:cubicBezTo>
                  <a:cubicBezTo>
                    <a:pt x="277" y="242"/>
                    <a:pt x="277" y="242"/>
                    <a:pt x="277" y="242"/>
                  </a:cubicBezTo>
                  <a:cubicBezTo>
                    <a:pt x="291" y="242"/>
                    <a:pt x="303" y="231"/>
                    <a:pt x="303" y="216"/>
                  </a:cubicBezTo>
                  <a:cubicBezTo>
                    <a:pt x="303" y="26"/>
                    <a:pt x="303" y="26"/>
                    <a:pt x="303" y="26"/>
                  </a:cubicBezTo>
                  <a:cubicBezTo>
                    <a:pt x="303" y="12"/>
                    <a:pt x="291" y="0"/>
                    <a:pt x="277" y="0"/>
                  </a:cubicBezTo>
                  <a:cubicBezTo>
                    <a:pt x="26" y="0"/>
                    <a:pt x="26" y="0"/>
                    <a:pt x="26" y="0"/>
                  </a:cubicBezTo>
                  <a:cubicBezTo>
                    <a:pt x="11" y="0"/>
                    <a:pt x="0" y="12"/>
                    <a:pt x="0" y="2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4" name="Google Shape;1394;p21"/>
            <p:cNvSpPr/>
            <p:nvPr/>
          </p:nvSpPr>
          <p:spPr>
            <a:xfrm>
              <a:off x="4979351" y="2183893"/>
              <a:ext cx="462290" cy="369340"/>
            </a:xfrm>
            <a:custGeom>
              <a:avLst/>
              <a:gdLst/>
              <a:ahLst/>
              <a:cxnLst/>
              <a:rect l="l" t="t" r="r" b="b"/>
              <a:pathLst>
                <a:path w="304" h="242" extrusionOk="0">
                  <a:moveTo>
                    <a:pt x="277" y="0"/>
                  </a:moveTo>
                  <a:cubicBezTo>
                    <a:pt x="27" y="0"/>
                    <a:pt x="27" y="0"/>
                    <a:pt x="27" y="0"/>
                  </a:cubicBezTo>
                  <a:cubicBezTo>
                    <a:pt x="12" y="0"/>
                    <a:pt x="0" y="12"/>
                    <a:pt x="0" y="26"/>
                  </a:cubicBezTo>
                  <a:cubicBezTo>
                    <a:pt x="0" y="216"/>
                    <a:pt x="0" y="216"/>
                    <a:pt x="0" y="216"/>
                  </a:cubicBezTo>
                  <a:cubicBezTo>
                    <a:pt x="0" y="231"/>
                    <a:pt x="12" y="242"/>
                    <a:pt x="27" y="242"/>
                  </a:cubicBezTo>
                  <a:cubicBezTo>
                    <a:pt x="277" y="242"/>
                    <a:pt x="277" y="242"/>
                    <a:pt x="277" y="242"/>
                  </a:cubicBezTo>
                  <a:cubicBezTo>
                    <a:pt x="292" y="242"/>
                    <a:pt x="304" y="231"/>
                    <a:pt x="304" y="216"/>
                  </a:cubicBezTo>
                  <a:cubicBezTo>
                    <a:pt x="304" y="26"/>
                    <a:pt x="304" y="26"/>
                    <a:pt x="304" y="26"/>
                  </a:cubicBezTo>
                  <a:cubicBezTo>
                    <a:pt x="304" y="12"/>
                    <a:pt x="292" y="0"/>
                    <a:pt x="277"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5" name="Google Shape;1395;p21"/>
            <p:cNvSpPr/>
            <p:nvPr/>
          </p:nvSpPr>
          <p:spPr>
            <a:xfrm>
              <a:off x="5532957" y="2183893"/>
              <a:ext cx="460659" cy="369340"/>
            </a:xfrm>
            <a:custGeom>
              <a:avLst/>
              <a:gdLst/>
              <a:ahLst/>
              <a:cxnLst/>
              <a:rect l="l" t="t" r="r" b="b"/>
              <a:pathLst>
                <a:path w="303" h="242" extrusionOk="0">
                  <a:moveTo>
                    <a:pt x="0" y="26"/>
                  </a:moveTo>
                  <a:cubicBezTo>
                    <a:pt x="0" y="216"/>
                    <a:pt x="0" y="216"/>
                    <a:pt x="0" y="216"/>
                  </a:cubicBezTo>
                  <a:cubicBezTo>
                    <a:pt x="0" y="231"/>
                    <a:pt x="12" y="242"/>
                    <a:pt x="26" y="242"/>
                  </a:cubicBezTo>
                  <a:cubicBezTo>
                    <a:pt x="277" y="242"/>
                    <a:pt x="277" y="242"/>
                    <a:pt x="277" y="242"/>
                  </a:cubicBezTo>
                  <a:cubicBezTo>
                    <a:pt x="292" y="242"/>
                    <a:pt x="303" y="231"/>
                    <a:pt x="303" y="216"/>
                  </a:cubicBezTo>
                  <a:cubicBezTo>
                    <a:pt x="303" y="26"/>
                    <a:pt x="303" y="26"/>
                    <a:pt x="303" y="26"/>
                  </a:cubicBezTo>
                  <a:cubicBezTo>
                    <a:pt x="303" y="12"/>
                    <a:pt x="292" y="0"/>
                    <a:pt x="277" y="0"/>
                  </a:cubicBezTo>
                  <a:cubicBezTo>
                    <a:pt x="26" y="0"/>
                    <a:pt x="26" y="0"/>
                    <a:pt x="26" y="0"/>
                  </a:cubicBezTo>
                  <a:cubicBezTo>
                    <a:pt x="12" y="0"/>
                    <a:pt x="0" y="12"/>
                    <a:pt x="0" y="2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6" name="Google Shape;1396;p21"/>
            <p:cNvSpPr/>
            <p:nvPr/>
          </p:nvSpPr>
          <p:spPr>
            <a:xfrm>
              <a:off x="4680126" y="2183893"/>
              <a:ext cx="207908" cy="369340"/>
            </a:xfrm>
            <a:custGeom>
              <a:avLst/>
              <a:gdLst/>
              <a:ahLst/>
              <a:cxnLst/>
              <a:rect l="l" t="t" r="r" b="b"/>
              <a:pathLst>
                <a:path w="137" h="242" extrusionOk="0">
                  <a:moveTo>
                    <a:pt x="111" y="0"/>
                  </a:moveTo>
                  <a:cubicBezTo>
                    <a:pt x="27" y="0"/>
                    <a:pt x="27" y="0"/>
                    <a:pt x="27" y="0"/>
                  </a:cubicBezTo>
                  <a:cubicBezTo>
                    <a:pt x="12" y="0"/>
                    <a:pt x="0" y="12"/>
                    <a:pt x="0" y="26"/>
                  </a:cubicBezTo>
                  <a:cubicBezTo>
                    <a:pt x="0" y="216"/>
                    <a:pt x="0" y="216"/>
                    <a:pt x="0" y="216"/>
                  </a:cubicBezTo>
                  <a:cubicBezTo>
                    <a:pt x="0" y="231"/>
                    <a:pt x="12" y="242"/>
                    <a:pt x="27" y="242"/>
                  </a:cubicBezTo>
                  <a:cubicBezTo>
                    <a:pt x="111" y="242"/>
                    <a:pt x="111" y="242"/>
                    <a:pt x="111" y="242"/>
                  </a:cubicBezTo>
                  <a:cubicBezTo>
                    <a:pt x="125" y="242"/>
                    <a:pt x="137" y="231"/>
                    <a:pt x="137" y="216"/>
                  </a:cubicBezTo>
                  <a:cubicBezTo>
                    <a:pt x="137" y="26"/>
                    <a:pt x="137" y="26"/>
                    <a:pt x="137" y="26"/>
                  </a:cubicBezTo>
                  <a:cubicBezTo>
                    <a:pt x="137" y="12"/>
                    <a:pt x="125" y="0"/>
                    <a:pt x="11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7" name="Google Shape;1397;p21"/>
            <p:cNvSpPr/>
            <p:nvPr/>
          </p:nvSpPr>
          <p:spPr>
            <a:xfrm>
              <a:off x="3482413" y="1999631"/>
              <a:ext cx="2936804" cy="91316"/>
            </a:xfrm>
            <a:custGeom>
              <a:avLst/>
              <a:gdLst/>
              <a:ahLst/>
              <a:cxnLst/>
              <a:rect l="l" t="t" r="r" b="b"/>
              <a:pathLst>
                <a:path w="1932" h="60" extrusionOk="0">
                  <a:moveTo>
                    <a:pt x="1781" y="0"/>
                  </a:moveTo>
                  <a:cubicBezTo>
                    <a:pt x="0" y="0"/>
                    <a:pt x="0" y="0"/>
                    <a:pt x="0" y="0"/>
                  </a:cubicBezTo>
                  <a:cubicBezTo>
                    <a:pt x="0" y="60"/>
                    <a:pt x="0" y="60"/>
                    <a:pt x="0" y="60"/>
                  </a:cubicBezTo>
                  <a:cubicBezTo>
                    <a:pt x="1932" y="60"/>
                    <a:pt x="1932" y="60"/>
                    <a:pt x="1932" y="60"/>
                  </a:cubicBezTo>
                  <a:cubicBezTo>
                    <a:pt x="1892" y="22"/>
                    <a:pt x="1839" y="0"/>
                    <a:pt x="1781" y="0"/>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8" name="Google Shape;1398;p21"/>
            <p:cNvSpPr/>
            <p:nvPr/>
          </p:nvSpPr>
          <p:spPr>
            <a:xfrm>
              <a:off x="6215385" y="2183893"/>
              <a:ext cx="407663" cy="369340"/>
            </a:xfrm>
            <a:custGeom>
              <a:avLst/>
              <a:gdLst/>
              <a:ahLst/>
              <a:cxnLst/>
              <a:rect l="l" t="t" r="r" b="b"/>
              <a:pathLst>
                <a:path w="268" h="242" extrusionOk="0">
                  <a:moveTo>
                    <a:pt x="6" y="35"/>
                  </a:moveTo>
                  <a:cubicBezTo>
                    <a:pt x="75" y="225"/>
                    <a:pt x="75" y="225"/>
                    <a:pt x="75" y="225"/>
                  </a:cubicBezTo>
                  <a:cubicBezTo>
                    <a:pt x="79" y="235"/>
                    <a:pt x="89" y="242"/>
                    <a:pt x="100" y="242"/>
                  </a:cubicBezTo>
                  <a:cubicBezTo>
                    <a:pt x="268" y="242"/>
                    <a:pt x="268" y="242"/>
                    <a:pt x="268" y="242"/>
                  </a:cubicBezTo>
                  <a:cubicBezTo>
                    <a:pt x="188" y="22"/>
                    <a:pt x="188" y="22"/>
                    <a:pt x="188" y="22"/>
                  </a:cubicBezTo>
                  <a:cubicBezTo>
                    <a:pt x="185" y="14"/>
                    <a:pt x="182" y="7"/>
                    <a:pt x="179" y="0"/>
                  </a:cubicBezTo>
                  <a:cubicBezTo>
                    <a:pt x="31" y="0"/>
                    <a:pt x="31" y="0"/>
                    <a:pt x="31" y="0"/>
                  </a:cubicBezTo>
                  <a:cubicBezTo>
                    <a:pt x="13" y="0"/>
                    <a:pt x="0" y="18"/>
                    <a:pt x="6" y="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9" name="Google Shape;1399;p21"/>
            <p:cNvSpPr/>
            <p:nvPr/>
          </p:nvSpPr>
          <p:spPr>
            <a:xfrm>
              <a:off x="3482413" y="2739941"/>
              <a:ext cx="3160205" cy="91316"/>
            </a:xfrm>
            <a:custGeom>
              <a:avLst/>
              <a:gdLst/>
              <a:ahLst/>
              <a:cxnLst/>
              <a:rect l="l" t="t" r="r" b="b"/>
              <a:pathLst>
                <a:path w="2079" h="60" extrusionOk="0">
                  <a:moveTo>
                    <a:pt x="0" y="60"/>
                  </a:moveTo>
                  <a:cubicBezTo>
                    <a:pt x="1985" y="60"/>
                    <a:pt x="1985" y="60"/>
                    <a:pt x="1985" y="60"/>
                  </a:cubicBezTo>
                  <a:cubicBezTo>
                    <a:pt x="2027" y="60"/>
                    <a:pt x="2063" y="35"/>
                    <a:pt x="2079" y="0"/>
                  </a:cubicBezTo>
                  <a:cubicBezTo>
                    <a:pt x="0" y="0"/>
                    <a:pt x="0" y="0"/>
                    <a:pt x="0" y="0"/>
                  </a:cubicBezTo>
                  <a:lnTo>
                    <a:pt x="0" y="6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0" name="Google Shape;1400;p21"/>
            <p:cNvSpPr/>
            <p:nvPr/>
          </p:nvSpPr>
          <p:spPr>
            <a:xfrm>
              <a:off x="4625499" y="2090947"/>
              <a:ext cx="317977" cy="648994"/>
            </a:xfrm>
            <a:custGeom>
              <a:avLst/>
              <a:gdLst/>
              <a:ahLst/>
              <a:cxnLst/>
              <a:rect l="l" t="t" r="r" b="b"/>
              <a:pathLst>
                <a:path w="209" h="425" extrusionOk="0">
                  <a:moveTo>
                    <a:pt x="190" y="0"/>
                  </a:moveTo>
                  <a:cubicBezTo>
                    <a:pt x="20" y="0"/>
                    <a:pt x="20" y="0"/>
                    <a:pt x="20" y="0"/>
                  </a:cubicBezTo>
                  <a:cubicBezTo>
                    <a:pt x="8" y="7"/>
                    <a:pt x="0" y="20"/>
                    <a:pt x="0" y="35"/>
                  </a:cubicBezTo>
                  <a:cubicBezTo>
                    <a:pt x="0" y="425"/>
                    <a:pt x="0" y="425"/>
                    <a:pt x="0" y="425"/>
                  </a:cubicBezTo>
                  <a:cubicBezTo>
                    <a:pt x="12" y="425"/>
                    <a:pt x="12" y="425"/>
                    <a:pt x="12" y="425"/>
                  </a:cubicBezTo>
                  <a:cubicBezTo>
                    <a:pt x="12" y="35"/>
                    <a:pt x="12" y="35"/>
                    <a:pt x="12" y="35"/>
                  </a:cubicBezTo>
                  <a:cubicBezTo>
                    <a:pt x="12" y="19"/>
                    <a:pt x="25" y="6"/>
                    <a:pt x="41" y="6"/>
                  </a:cubicBezTo>
                  <a:cubicBezTo>
                    <a:pt x="168" y="6"/>
                    <a:pt x="168" y="6"/>
                    <a:pt x="168" y="6"/>
                  </a:cubicBezTo>
                  <a:cubicBezTo>
                    <a:pt x="184" y="6"/>
                    <a:pt x="197" y="19"/>
                    <a:pt x="197" y="35"/>
                  </a:cubicBezTo>
                  <a:cubicBezTo>
                    <a:pt x="197" y="425"/>
                    <a:pt x="197" y="425"/>
                    <a:pt x="197" y="425"/>
                  </a:cubicBezTo>
                  <a:cubicBezTo>
                    <a:pt x="209" y="425"/>
                    <a:pt x="209" y="425"/>
                    <a:pt x="209" y="425"/>
                  </a:cubicBezTo>
                  <a:cubicBezTo>
                    <a:pt x="209" y="35"/>
                    <a:pt x="209" y="35"/>
                    <a:pt x="209" y="35"/>
                  </a:cubicBezTo>
                  <a:cubicBezTo>
                    <a:pt x="209" y="20"/>
                    <a:pt x="201" y="7"/>
                    <a:pt x="190" y="0"/>
                  </a:cubicBezTo>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1" name="Google Shape;1401;p21"/>
            <p:cNvSpPr/>
            <p:nvPr/>
          </p:nvSpPr>
          <p:spPr>
            <a:xfrm>
              <a:off x="3482413" y="2637211"/>
              <a:ext cx="2626979" cy="102730"/>
            </a:xfrm>
            <a:custGeom>
              <a:avLst/>
              <a:gdLst/>
              <a:ahLst/>
              <a:cxnLst/>
              <a:rect l="l" t="t" r="r" b="b"/>
              <a:pathLst>
                <a:path w="1728" h="67" extrusionOk="0">
                  <a:moveTo>
                    <a:pt x="1530" y="0"/>
                  </a:moveTo>
                  <a:cubicBezTo>
                    <a:pt x="0" y="0"/>
                    <a:pt x="0" y="0"/>
                    <a:pt x="0" y="0"/>
                  </a:cubicBezTo>
                  <a:cubicBezTo>
                    <a:pt x="0" y="12"/>
                    <a:pt x="0" y="12"/>
                    <a:pt x="0" y="12"/>
                  </a:cubicBezTo>
                  <a:cubicBezTo>
                    <a:pt x="1530" y="12"/>
                    <a:pt x="1530" y="12"/>
                    <a:pt x="1530" y="12"/>
                  </a:cubicBezTo>
                  <a:cubicBezTo>
                    <a:pt x="1595" y="12"/>
                    <a:pt x="1656" y="31"/>
                    <a:pt x="1707" y="67"/>
                  </a:cubicBezTo>
                  <a:cubicBezTo>
                    <a:pt x="1728" y="67"/>
                    <a:pt x="1728" y="67"/>
                    <a:pt x="1728" y="67"/>
                  </a:cubicBezTo>
                  <a:cubicBezTo>
                    <a:pt x="1672" y="24"/>
                    <a:pt x="1603" y="0"/>
                    <a:pt x="1530"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402" name="Google Shape;1402;p21"/>
          <p:cNvGrpSpPr/>
          <p:nvPr/>
        </p:nvGrpSpPr>
        <p:grpSpPr>
          <a:xfrm>
            <a:off x="-290748" y="167955"/>
            <a:ext cx="9626875" cy="936180"/>
            <a:chOff x="-290748" y="167955"/>
            <a:chExt cx="9626875" cy="936180"/>
          </a:xfrm>
        </p:grpSpPr>
        <p:sp>
          <p:nvSpPr>
            <p:cNvPr id="1403" name="Google Shape;1403;p21"/>
            <p:cNvSpPr/>
            <p:nvPr/>
          </p:nvSpPr>
          <p:spPr>
            <a:xfrm>
              <a:off x="-290748" y="923125"/>
              <a:ext cx="1207140" cy="181011"/>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4" name="Google Shape;1404;p21"/>
            <p:cNvSpPr/>
            <p:nvPr/>
          </p:nvSpPr>
          <p:spPr>
            <a:xfrm flipH="1">
              <a:off x="1183744" y="167955"/>
              <a:ext cx="710808" cy="277069"/>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5" name="Google Shape;1405;p21"/>
            <p:cNvSpPr/>
            <p:nvPr/>
          </p:nvSpPr>
          <p:spPr>
            <a:xfrm flipH="1">
              <a:off x="8625319" y="688343"/>
              <a:ext cx="710808" cy="277069"/>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Shape 1499"/>
        <p:cNvGrpSpPr/>
        <p:nvPr/>
      </p:nvGrpSpPr>
      <p:grpSpPr>
        <a:xfrm>
          <a:off x="0" y="0"/>
          <a:ext cx="0" cy="0"/>
          <a:chOff x="0" y="0"/>
          <a:chExt cx="0" cy="0"/>
        </a:xfrm>
      </p:grpSpPr>
      <p:pic>
        <p:nvPicPr>
          <p:cNvPr id="1500" name="Google Shape;1500;p23"/>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501" name="Google Shape;1501;p23"/>
          <p:cNvSpPr txBox="1">
            <a:spLocks noGrp="1"/>
          </p:cNvSpPr>
          <p:nvPr>
            <p:ph type="ctrTitle"/>
          </p:nvPr>
        </p:nvSpPr>
        <p:spPr>
          <a:xfrm>
            <a:off x="2382250" y="828600"/>
            <a:ext cx="4379400" cy="915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4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502" name="Google Shape;1502;p23"/>
          <p:cNvSpPr txBox="1">
            <a:spLocks noGrp="1"/>
          </p:cNvSpPr>
          <p:nvPr>
            <p:ph type="subTitle" idx="1"/>
          </p:nvPr>
        </p:nvSpPr>
        <p:spPr>
          <a:xfrm>
            <a:off x="2382350" y="1606250"/>
            <a:ext cx="4379400" cy="86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1503" name="Google Shape;1503;p23"/>
          <p:cNvSpPr txBox="1"/>
          <p:nvPr/>
        </p:nvSpPr>
        <p:spPr>
          <a:xfrm>
            <a:off x="2382325" y="3030050"/>
            <a:ext cx="4379400" cy="615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300"/>
              </a:spcBef>
              <a:spcAft>
                <a:spcPts val="0"/>
              </a:spcAft>
              <a:buNone/>
            </a:pPr>
            <a:r>
              <a:rPr lang="en" sz="1000">
                <a:solidFill>
                  <a:schemeClr val="dk1"/>
                </a:solidFill>
                <a:latin typeface="Hanken Grotesk"/>
                <a:ea typeface="Hanken Grotesk"/>
                <a:cs typeface="Hanken Grotesk"/>
                <a:sym typeface="Hanken Grotesk"/>
              </a:rPr>
              <a:t>CREDITS: This presentation template was created by </a:t>
            </a:r>
            <a:r>
              <a:rPr lang="en" sz="1000" b="1" u="sng">
                <a:solidFill>
                  <a:schemeClr val="hlink"/>
                </a:solidFill>
                <a:latin typeface="Hanken Grotesk"/>
                <a:ea typeface="Hanken Grotesk"/>
                <a:cs typeface="Hanken Grotesk"/>
                <a:sym typeface="Hanken Grotesk"/>
                <a:hlinkClick r:id="rId3"/>
              </a:rPr>
              <a:t>Slidesgo</a:t>
            </a:r>
            <a:r>
              <a:rPr lang="en" sz="1000" u="sng">
                <a:solidFill>
                  <a:schemeClr val="dk1"/>
                </a:solidFill>
                <a:latin typeface="Hanken Grotesk"/>
                <a:ea typeface="Hanken Grotesk"/>
                <a:cs typeface="Hanken Grotesk"/>
                <a:sym typeface="Hanken Grotesk"/>
              </a:rPr>
              <a:t>,</a:t>
            </a:r>
            <a:r>
              <a:rPr lang="en" sz="1000">
                <a:solidFill>
                  <a:schemeClr val="dk1"/>
                </a:solidFill>
                <a:latin typeface="Hanken Grotesk"/>
                <a:ea typeface="Hanken Grotesk"/>
                <a:cs typeface="Hanken Grotesk"/>
                <a:sym typeface="Hanken Grotesk"/>
              </a:rPr>
              <a:t> and includes icons by </a:t>
            </a:r>
            <a:r>
              <a:rPr lang="en" sz="1000" b="1" u="sng">
                <a:solidFill>
                  <a:schemeClr val="dk1"/>
                </a:solidFill>
                <a:latin typeface="Hanken Grotesk"/>
                <a:ea typeface="Hanken Grotesk"/>
                <a:cs typeface="Hanken Grotesk"/>
                <a:sym typeface="Hanken Grotesk"/>
                <a:hlinkClick r:id="rId4">
                  <a:extLst>
                    <a:ext uri="{A12FA001-AC4F-418D-AE19-62706E023703}">
                      <ahyp:hlinkClr xmlns:ahyp="http://schemas.microsoft.com/office/drawing/2018/hyperlinkcolor" val="tx"/>
                    </a:ext>
                  </a:extLst>
                </a:hlinkClick>
              </a:rPr>
              <a:t>Flaticon</a:t>
            </a:r>
            <a:r>
              <a:rPr lang="en" sz="1000" u="sng">
                <a:solidFill>
                  <a:schemeClr val="dk1"/>
                </a:solidFill>
                <a:latin typeface="Hanken Grotesk"/>
                <a:ea typeface="Hanken Grotesk"/>
                <a:cs typeface="Hanken Grotesk"/>
                <a:sym typeface="Hanken Grotesk"/>
              </a:rPr>
              <a:t>,</a:t>
            </a:r>
            <a:r>
              <a:rPr lang="en" sz="1000">
                <a:solidFill>
                  <a:schemeClr val="dk1"/>
                </a:solidFill>
                <a:latin typeface="Hanken Grotesk"/>
                <a:ea typeface="Hanken Grotesk"/>
                <a:cs typeface="Hanken Grotesk"/>
                <a:sym typeface="Hanken Grotesk"/>
              </a:rPr>
              <a:t> and infographics &amp; images by </a:t>
            </a:r>
            <a:r>
              <a:rPr lang="en" sz="1000" b="1" u="sng">
                <a:solidFill>
                  <a:schemeClr val="dk1"/>
                </a:solidFill>
                <a:latin typeface="Hanken Grotesk"/>
                <a:ea typeface="Hanken Grotesk"/>
                <a:cs typeface="Hanken Grotesk"/>
                <a:sym typeface="Hanken Grotesk"/>
                <a:hlinkClick r:id="rId5">
                  <a:extLst>
                    <a:ext uri="{A12FA001-AC4F-418D-AE19-62706E023703}">
                      <ahyp:hlinkClr xmlns:ahyp="http://schemas.microsoft.com/office/drawing/2018/hyperlinkcolor" val="tx"/>
                    </a:ext>
                  </a:extLst>
                </a:hlinkClick>
              </a:rPr>
              <a:t>Freepik</a:t>
            </a:r>
            <a:endParaRPr sz="1000" b="1" u="sng">
              <a:solidFill>
                <a:schemeClr val="dk1"/>
              </a:solidFill>
              <a:latin typeface="Hanken Grotesk"/>
              <a:ea typeface="Hanken Grotesk"/>
              <a:cs typeface="Hanken Grotesk"/>
              <a:sym typeface="Hanken Grotesk"/>
            </a:endParaRPr>
          </a:p>
        </p:txBody>
      </p:sp>
      <p:grpSp>
        <p:nvGrpSpPr>
          <p:cNvPr id="1504" name="Google Shape;1504;p23"/>
          <p:cNvGrpSpPr/>
          <p:nvPr/>
        </p:nvGrpSpPr>
        <p:grpSpPr>
          <a:xfrm>
            <a:off x="-42050" y="2618099"/>
            <a:ext cx="13124979" cy="2536684"/>
            <a:chOff x="-42050" y="2618099"/>
            <a:chExt cx="13124979" cy="2536684"/>
          </a:xfrm>
        </p:grpSpPr>
        <p:sp>
          <p:nvSpPr>
            <p:cNvPr id="1505" name="Google Shape;1505;p23"/>
            <p:cNvSpPr/>
            <p:nvPr/>
          </p:nvSpPr>
          <p:spPr>
            <a:xfrm>
              <a:off x="-42050" y="2618099"/>
              <a:ext cx="3916401" cy="2525401"/>
            </a:xfrm>
            <a:custGeom>
              <a:avLst/>
              <a:gdLst/>
              <a:ahLst/>
              <a:cxnLst/>
              <a:rect l="l" t="t" r="r" b="b"/>
              <a:pathLst>
                <a:path w="1200" h="932" extrusionOk="0">
                  <a:moveTo>
                    <a:pt x="1001" y="804"/>
                  </a:moveTo>
                  <a:cubicBezTo>
                    <a:pt x="985" y="804"/>
                    <a:pt x="969" y="806"/>
                    <a:pt x="954" y="809"/>
                  </a:cubicBezTo>
                  <a:cubicBezTo>
                    <a:pt x="924" y="725"/>
                    <a:pt x="843" y="666"/>
                    <a:pt x="749" y="666"/>
                  </a:cubicBezTo>
                  <a:cubicBezTo>
                    <a:pt x="735" y="666"/>
                    <a:pt x="722" y="667"/>
                    <a:pt x="709" y="669"/>
                  </a:cubicBezTo>
                  <a:cubicBezTo>
                    <a:pt x="694" y="653"/>
                    <a:pt x="674" y="641"/>
                    <a:pt x="650" y="640"/>
                  </a:cubicBezTo>
                  <a:cubicBezTo>
                    <a:pt x="652" y="627"/>
                    <a:pt x="654" y="614"/>
                    <a:pt x="654" y="600"/>
                  </a:cubicBezTo>
                  <a:cubicBezTo>
                    <a:pt x="654" y="466"/>
                    <a:pt x="545" y="357"/>
                    <a:pt x="410" y="357"/>
                  </a:cubicBezTo>
                  <a:cubicBezTo>
                    <a:pt x="381" y="357"/>
                    <a:pt x="353" y="362"/>
                    <a:pt x="327" y="372"/>
                  </a:cubicBezTo>
                  <a:cubicBezTo>
                    <a:pt x="316" y="349"/>
                    <a:pt x="298" y="330"/>
                    <a:pt x="276" y="317"/>
                  </a:cubicBezTo>
                  <a:cubicBezTo>
                    <a:pt x="283" y="294"/>
                    <a:pt x="287" y="269"/>
                    <a:pt x="287" y="243"/>
                  </a:cubicBezTo>
                  <a:cubicBezTo>
                    <a:pt x="287" y="109"/>
                    <a:pt x="178" y="0"/>
                    <a:pt x="44" y="0"/>
                  </a:cubicBezTo>
                  <a:cubicBezTo>
                    <a:pt x="29" y="0"/>
                    <a:pt x="14" y="1"/>
                    <a:pt x="0" y="4"/>
                  </a:cubicBezTo>
                  <a:cubicBezTo>
                    <a:pt x="0" y="932"/>
                    <a:pt x="0" y="932"/>
                    <a:pt x="0" y="932"/>
                  </a:cubicBezTo>
                  <a:cubicBezTo>
                    <a:pt x="1200" y="932"/>
                    <a:pt x="1200" y="932"/>
                    <a:pt x="1200" y="932"/>
                  </a:cubicBezTo>
                  <a:cubicBezTo>
                    <a:pt x="1166" y="857"/>
                    <a:pt x="1089" y="804"/>
                    <a:pt x="1001" y="804"/>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6" name="Google Shape;1506;p23"/>
            <p:cNvSpPr/>
            <p:nvPr/>
          </p:nvSpPr>
          <p:spPr>
            <a:xfrm>
              <a:off x="3689650" y="3649259"/>
              <a:ext cx="9393279" cy="1505525"/>
            </a:xfrm>
            <a:custGeom>
              <a:avLst/>
              <a:gdLst/>
              <a:ahLst/>
              <a:cxnLst/>
              <a:rect l="l" t="t" r="r" b="b"/>
              <a:pathLst>
                <a:path w="4072" h="652" extrusionOk="0">
                  <a:moveTo>
                    <a:pt x="4072" y="652"/>
                  </a:moveTo>
                  <a:cubicBezTo>
                    <a:pt x="3284" y="528"/>
                    <a:pt x="2784" y="319"/>
                    <a:pt x="2479" y="138"/>
                  </a:cubicBezTo>
                  <a:cubicBezTo>
                    <a:pt x="2479" y="138"/>
                    <a:pt x="2479" y="138"/>
                    <a:pt x="2479" y="138"/>
                  </a:cubicBezTo>
                  <a:cubicBezTo>
                    <a:pt x="2421" y="131"/>
                    <a:pt x="2368" y="112"/>
                    <a:pt x="2318" y="94"/>
                  </a:cubicBezTo>
                  <a:cubicBezTo>
                    <a:pt x="2268" y="75"/>
                    <a:pt x="2179" y="34"/>
                    <a:pt x="2149" y="25"/>
                  </a:cubicBezTo>
                  <a:cubicBezTo>
                    <a:pt x="2120" y="15"/>
                    <a:pt x="2118" y="55"/>
                    <a:pt x="2061" y="44"/>
                  </a:cubicBezTo>
                  <a:cubicBezTo>
                    <a:pt x="2005" y="32"/>
                    <a:pt x="1936" y="0"/>
                    <a:pt x="1895" y="7"/>
                  </a:cubicBezTo>
                  <a:cubicBezTo>
                    <a:pt x="1872" y="11"/>
                    <a:pt x="1825" y="11"/>
                    <a:pt x="1788" y="9"/>
                  </a:cubicBezTo>
                  <a:cubicBezTo>
                    <a:pt x="1521" y="209"/>
                    <a:pt x="986" y="497"/>
                    <a:pt x="0" y="652"/>
                  </a:cubicBezTo>
                  <a:lnTo>
                    <a:pt x="4072" y="652"/>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507" name="Google Shape;1507;p23"/>
          <p:cNvSpPr/>
          <p:nvPr/>
        </p:nvSpPr>
        <p:spPr>
          <a:xfrm>
            <a:off x="1108588" y="4443425"/>
            <a:ext cx="7612062" cy="700087"/>
          </a:xfrm>
          <a:custGeom>
            <a:avLst/>
            <a:gdLst/>
            <a:ahLst/>
            <a:cxnLst/>
            <a:rect l="l" t="t" r="r" b="b"/>
            <a:pathLst>
              <a:path w="4160" h="382" extrusionOk="0">
                <a:moveTo>
                  <a:pt x="3818" y="18"/>
                </a:moveTo>
                <a:cubicBezTo>
                  <a:pt x="3845" y="18"/>
                  <a:pt x="3845" y="18"/>
                  <a:pt x="3845" y="18"/>
                </a:cubicBezTo>
                <a:cubicBezTo>
                  <a:pt x="3846" y="18"/>
                  <a:pt x="3846" y="18"/>
                  <a:pt x="3846" y="18"/>
                </a:cubicBezTo>
                <a:cubicBezTo>
                  <a:pt x="3950" y="39"/>
                  <a:pt x="4055" y="54"/>
                  <a:pt x="4160" y="63"/>
                </a:cubicBezTo>
                <a:cubicBezTo>
                  <a:pt x="4160" y="63"/>
                  <a:pt x="4160" y="63"/>
                  <a:pt x="4160" y="63"/>
                </a:cubicBezTo>
                <a:cubicBezTo>
                  <a:pt x="4055" y="54"/>
                  <a:pt x="3951" y="38"/>
                  <a:pt x="3847" y="17"/>
                </a:cubicBezTo>
                <a:cubicBezTo>
                  <a:pt x="3848" y="17"/>
                  <a:pt x="3849" y="16"/>
                  <a:pt x="3849" y="15"/>
                </a:cubicBezTo>
                <a:cubicBezTo>
                  <a:pt x="3849" y="13"/>
                  <a:pt x="3847" y="12"/>
                  <a:pt x="3845" y="12"/>
                </a:cubicBezTo>
                <a:cubicBezTo>
                  <a:pt x="3842" y="12"/>
                  <a:pt x="3842" y="12"/>
                  <a:pt x="3842" y="12"/>
                </a:cubicBezTo>
                <a:cubicBezTo>
                  <a:pt x="3842" y="11"/>
                  <a:pt x="3842" y="11"/>
                  <a:pt x="3842" y="11"/>
                </a:cubicBezTo>
                <a:cubicBezTo>
                  <a:pt x="3842" y="8"/>
                  <a:pt x="3842" y="8"/>
                  <a:pt x="3842" y="8"/>
                </a:cubicBezTo>
                <a:cubicBezTo>
                  <a:pt x="3842" y="6"/>
                  <a:pt x="3841" y="5"/>
                  <a:pt x="3839" y="5"/>
                </a:cubicBezTo>
                <a:cubicBezTo>
                  <a:pt x="3837" y="5"/>
                  <a:pt x="3836" y="6"/>
                  <a:pt x="3836" y="8"/>
                </a:cubicBezTo>
                <a:cubicBezTo>
                  <a:pt x="3836" y="11"/>
                  <a:pt x="3836" y="11"/>
                  <a:pt x="3836" y="11"/>
                </a:cubicBezTo>
                <a:cubicBezTo>
                  <a:pt x="3836" y="12"/>
                  <a:pt x="3836" y="12"/>
                  <a:pt x="3836" y="12"/>
                </a:cubicBezTo>
                <a:cubicBezTo>
                  <a:pt x="3828" y="12"/>
                  <a:pt x="3828" y="12"/>
                  <a:pt x="3828" y="12"/>
                </a:cubicBezTo>
                <a:cubicBezTo>
                  <a:pt x="3828" y="11"/>
                  <a:pt x="3828" y="11"/>
                  <a:pt x="3828" y="11"/>
                </a:cubicBezTo>
                <a:cubicBezTo>
                  <a:pt x="3828" y="8"/>
                  <a:pt x="3828" y="8"/>
                  <a:pt x="3828" y="8"/>
                </a:cubicBezTo>
                <a:cubicBezTo>
                  <a:pt x="3828" y="6"/>
                  <a:pt x="3827" y="5"/>
                  <a:pt x="3825" y="5"/>
                </a:cubicBezTo>
                <a:cubicBezTo>
                  <a:pt x="3824" y="5"/>
                  <a:pt x="3822" y="6"/>
                  <a:pt x="3822" y="8"/>
                </a:cubicBezTo>
                <a:cubicBezTo>
                  <a:pt x="3822" y="11"/>
                  <a:pt x="3822" y="11"/>
                  <a:pt x="3822" y="11"/>
                </a:cubicBezTo>
                <a:cubicBezTo>
                  <a:pt x="3822" y="12"/>
                  <a:pt x="3822" y="12"/>
                  <a:pt x="3822" y="12"/>
                </a:cubicBezTo>
                <a:cubicBezTo>
                  <a:pt x="3805" y="12"/>
                  <a:pt x="3805" y="12"/>
                  <a:pt x="3805" y="12"/>
                </a:cubicBezTo>
                <a:cubicBezTo>
                  <a:pt x="3805" y="0"/>
                  <a:pt x="3805" y="0"/>
                  <a:pt x="3805" y="0"/>
                </a:cubicBezTo>
                <a:cubicBezTo>
                  <a:pt x="3797" y="0"/>
                  <a:pt x="3797" y="0"/>
                  <a:pt x="3797" y="0"/>
                </a:cubicBezTo>
                <a:cubicBezTo>
                  <a:pt x="3797" y="12"/>
                  <a:pt x="3797" y="12"/>
                  <a:pt x="3797" y="12"/>
                </a:cubicBezTo>
                <a:cubicBezTo>
                  <a:pt x="3779" y="12"/>
                  <a:pt x="3779" y="12"/>
                  <a:pt x="3779" y="12"/>
                </a:cubicBezTo>
                <a:cubicBezTo>
                  <a:pt x="3780" y="11"/>
                  <a:pt x="3780" y="11"/>
                  <a:pt x="3780" y="11"/>
                </a:cubicBezTo>
                <a:cubicBezTo>
                  <a:pt x="3780" y="8"/>
                  <a:pt x="3780" y="8"/>
                  <a:pt x="3780" y="8"/>
                </a:cubicBezTo>
                <a:cubicBezTo>
                  <a:pt x="3780" y="6"/>
                  <a:pt x="3778" y="5"/>
                  <a:pt x="3776" y="5"/>
                </a:cubicBezTo>
                <a:cubicBezTo>
                  <a:pt x="3775" y="5"/>
                  <a:pt x="3773" y="6"/>
                  <a:pt x="3773" y="8"/>
                </a:cubicBezTo>
                <a:cubicBezTo>
                  <a:pt x="3773" y="11"/>
                  <a:pt x="3773" y="11"/>
                  <a:pt x="3773" y="11"/>
                </a:cubicBezTo>
                <a:cubicBezTo>
                  <a:pt x="3773" y="12"/>
                  <a:pt x="3773" y="12"/>
                  <a:pt x="3773" y="12"/>
                </a:cubicBezTo>
                <a:cubicBezTo>
                  <a:pt x="3766" y="12"/>
                  <a:pt x="3766" y="12"/>
                  <a:pt x="3766" y="12"/>
                </a:cubicBezTo>
                <a:cubicBezTo>
                  <a:pt x="3766" y="11"/>
                  <a:pt x="3766" y="11"/>
                  <a:pt x="3766" y="11"/>
                </a:cubicBezTo>
                <a:cubicBezTo>
                  <a:pt x="3766" y="8"/>
                  <a:pt x="3766" y="8"/>
                  <a:pt x="3766" y="8"/>
                </a:cubicBezTo>
                <a:cubicBezTo>
                  <a:pt x="3766" y="6"/>
                  <a:pt x="3765" y="5"/>
                  <a:pt x="3763" y="5"/>
                </a:cubicBezTo>
                <a:cubicBezTo>
                  <a:pt x="3761" y="5"/>
                  <a:pt x="3760" y="6"/>
                  <a:pt x="3760" y="8"/>
                </a:cubicBezTo>
                <a:cubicBezTo>
                  <a:pt x="3760" y="11"/>
                  <a:pt x="3760" y="11"/>
                  <a:pt x="3760" y="11"/>
                </a:cubicBezTo>
                <a:cubicBezTo>
                  <a:pt x="3760" y="12"/>
                  <a:pt x="3760" y="12"/>
                  <a:pt x="3760" y="12"/>
                </a:cubicBezTo>
                <a:cubicBezTo>
                  <a:pt x="3756" y="12"/>
                  <a:pt x="3756" y="12"/>
                  <a:pt x="3756" y="12"/>
                </a:cubicBezTo>
                <a:cubicBezTo>
                  <a:pt x="3755" y="12"/>
                  <a:pt x="3754" y="12"/>
                  <a:pt x="3753" y="14"/>
                </a:cubicBezTo>
                <a:cubicBezTo>
                  <a:pt x="3753" y="13"/>
                  <a:pt x="3753" y="13"/>
                  <a:pt x="3753" y="13"/>
                </a:cubicBezTo>
                <a:cubicBezTo>
                  <a:pt x="3753" y="14"/>
                  <a:pt x="3753" y="14"/>
                  <a:pt x="3753" y="14"/>
                </a:cubicBezTo>
                <a:cubicBezTo>
                  <a:pt x="3753" y="14"/>
                  <a:pt x="3753" y="14"/>
                  <a:pt x="3753" y="14"/>
                </a:cubicBezTo>
                <a:cubicBezTo>
                  <a:pt x="3753" y="15"/>
                  <a:pt x="3753" y="15"/>
                  <a:pt x="3753" y="15"/>
                </a:cubicBezTo>
                <a:cubicBezTo>
                  <a:pt x="3753" y="15"/>
                  <a:pt x="3753" y="15"/>
                  <a:pt x="3753" y="15"/>
                </a:cubicBezTo>
                <a:cubicBezTo>
                  <a:pt x="3578" y="51"/>
                  <a:pt x="3403" y="71"/>
                  <a:pt x="3227" y="73"/>
                </a:cubicBezTo>
                <a:cubicBezTo>
                  <a:pt x="3051" y="71"/>
                  <a:pt x="2876" y="52"/>
                  <a:pt x="2701" y="16"/>
                </a:cubicBezTo>
                <a:cubicBezTo>
                  <a:pt x="2701" y="15"/>
                  <a:pt x="2701" y="15"/>
                  <a:pt x="2701" y="15"/>
                </a:cubicBezTo>
                <a:cubicBezTo>
                  <a:pt x="2701" y="15"/>
                  <a:pt x="2701" y="15"/>
                  <a:pt x="2701" y="15"/>
                </a:cubicBezTo>
                <a:cubicBezTo>
                  <a:pt x="2702" y="14"/>
                  <a:pt x="2702" y="14"/>
                  <a:pt x="2703" y="14"/>
                </a:cubicBezTo>
                <a:cubicBezTo>
                  <a:pt x="2703" y="13"/>
                  <a:pt x="2703" y="13"/>
                  <a:pt x="2703" y="13"/>
                </a:cubicBezTo>
                <a:cubicBezTo>
                  <a:pt x="2702" y="14"/>
                  <a:pt x="2702" y="14"/>
                  <a:pt x="2701" y="14"/>
                </a:cubicBezTo>
                <a:cubicBezTo>
                  <a:pt x="2701" y="13"/>
                  <a:pt x="2699" y="12"/>
                  <a:pt x="2698" y="12"/>
                </a:cubicBezTo>
                <a:cubicBezTo>
                  <a:pt x="2694" y="12"/>
                  <a:pt x="2694" y="12"/>
                  <a:pt x="2694" y="12"/>
                </a:cubicBezTo>
                <a:cubicBezTo>
                  <a:pt x="2695" y="11"/>
                  <a:pt x="2695" y="11"/>
                  <a:pt x="2695" y="11"/>
                </a:cubicBezTo>
                <a:cubicBezTo>
                  <a:pt x="2695" y="8"/>
                  <a:pt x="2695" y="8"/>
                  <a:pt x="2695" y="8"/>
                </a:cubicBezTo>
                <a:cubicBezTo>
                  <a:pt x="2695" y="6"/>
                  <a:pt x="2693" y="5"/>
                  <a:pt x="2691" y="5"/>
                </a:cubicBezTo>
                <a:cubicBezTo>
                  <a:pt x="2690" y="5"/>
                  <a:pt x="2688" y="6"/>
                  <a:pt x="2688" y="8"/>
                </a:cubicBezTo>
                <a:cubicBezTo>
                  <a:pt x="2688" y="11"/>
                  <a:pt x="2688" y="11"/>
                  <a:pt x="2688" y="11"/>
                </a:cubicBezTo>
                <a:cubicBezTo>
                  <a:pt x="2688" y="12"/>
                  <a:pt x="2688" y="12"/>
                  <a:pt x="2688" y="12"/>
                </a:cubicBezTo>
                <a:cubicBezTo>
                  <a:pt x="2681" y="12"/>
                  <a:pt x="2681" y="12"/>
                  <a:pt x="2681" y="12"/>
                </a:cubicBezTo>
                <a:cubicBezTo>
                  <a:pt x="2681" y="11"/>
                  <a:pt x="2681" y="11"/>
                  <a:pt x="2681" y="11"/>
                </a:cubicBezTo>
                <a:cubicBezTo>
                  <a:pt x="2681" y="8"/>
                  <a:pt x="2681" y="8"/>
                  <a:pt x="2681" y="8"/>
                </a:cubicBezTo>
                <a:cubicBezTo>
                  <a:pt x="2681" y="6"/>
                  <a:pt x="2680" y="5"/>
                  <a:pt x="2678" y="5"/>
                </a:cubicBezTo>
                <a:cubicBezTo>
                  <a:pt x="2676" y="5"/>
                  <a:pt x="2675" y="6"/>
                  <a:pt x="2675" y="8"/>
                </a:cubicBezTo>
                <a:cubicBezTo>
                  <a:pt x="2675" y="11"/>
                  <a:pt x="2675" y="11"/>
                  <a:pt x="2675" y="11"/>
                </a:cubicBezTo>
                <a:cubicBezTo>
                  <a:pt x="2675" y="12"/>
                  <a:pt x="2675" y="12"/>
                  <a:pt x="2675" y="12"/>
                </a:cubicBezTo>
                <a:cubicBezTo>
                  <a:pt x="2657" y="12"/>
                  <a:pt x="2657" y="12"/>
                  <a:pt x="2657" y="12"/>
                </a:cubicBezTo>
                <a:cubicBezTo>
                  <a:pt x="2657" y="0"/>
                  <a:pt x="2657" y="0"/>
                  <a:pt x="2657" y="0"/>
                </a:cubicBezTo>
                <a:cubicBezTo>
                  <a:pt x="2650" y="0"/>
                  <a:pt x="2650" y="0"/>
                  <a:pt x="2650" y="0"/>
                </a:cubicBezTo>
                <a:cubicBezTo>
                  <a:pt x="2650" y="12"/>
                  <a:pt x="2650" y="12"/>
                  <a:pt x="2650" y="12"/>
                </a:cubicBezTo>
                <a:cubicBezTo>
                  <a:pt x="2632" y="12"/>
                  <a:pt x="2632" y="12"/>
                  <a:pt x="2632" y="12"/>
                </a:cubicBezTo>
                <a:cubicBezTo>
                  <a:pt x="2632" y="11"/>
                  <a:pt x="2632" y="11"/>
                  <a:pt x="2632" y="11"/>
                </a:cubicBezTo>
                <a:cubicBezTo>
                  <a:pt x="2632" y="8"/>
                  <a:pt x="2632" y="8"/>
                  <a:pt x="2632" y="8"/>
                </a:cubicBezTo>
                <a:cubicBezTo>
                  <a:pt x="2632" y="6"/>
                  <a:pt x="2631" y="5"/>
                  <a:pt x="2629" y="5"/>
                </a:cubicBezTo>
                <a:cubicBezTo>
                  <a:pt x="2627" y="5"/>
                  <a:pt x="2626" y="6"/>
                  <a:pt x="2626" y="8"/>
                </a:cubicBezTo>
                <a:cubicBezTo>
                  <a:pt x="2626" y="11"/>
                  <a:pt x="2626" y="11"/>
                  <a:pt x="2626" y="11"/>
                </a:cubicBezTo>
                <a:cubicBezTo>
                  <a:pt x="2626" y="12"/>
                  <a:pt x="2626" y="12"/>
                  <a:pt x="2626" y="12"/>
                </a:cubicBezTo>
                <a:cubicBezTo>
                  <a:pt x="2619" y="12"/>
                  <a:pt x="2619" y="12"/>
                  <a:pt x="2619" y="12"/>
                </a:cubicBezTo>
                <a:cubicBezTo>
                  <a:pt x="2619" y="11"/>
                  <a:pt x="2619" y="11"/>
                  <a:pt x="2619" y="11"/>
                </a:cubicBezTo>
                <a:cubicBezTo>
                  <a:pt x="2619" y="8"/>
                  <a:pt x="2619" y="8"/>
                  <a:pt x="2619" y="8"/>
                </a:cubicBezTo>
                <a:cubicBezTo>
                  <a:pt x="2619" y="6"/>
                  <a:pt x="2617" y="5"/>
                  <a:pt x="2616" y="5"/>
                </a:cubicBezTo>
                <a:cubicBezTo>
                  <a:pt x="2614" y="5"/>
                  <a:pt x="2612" y="6"/>
                  <a:pt x="2612" y="8"/>
                </a:cubicBezTo>
                <a:cubicBezTo>
                  <a:pt x="2612" y="11"/>
                  <a:pt x="2612" y="11"/>
                  <a:pt x="2612" y="11"/>
                </a:cubicBezTo>
                <a:cubicBezTo>
                  <a:pt x="2613" y="12"/>
                  <a:pt x="2613" y="12"/>
                  <a:pt x="2613" y="12"/>
                </a:cubicBezTo>
                <a:cubicBezTo>
                  <a:pt x="2609" y="12"/>
                  <a:pt x="2609" y="12"/>
                  <a:pt x="2609" y="12"/>
                </a:cubicBezTo>
                <a:cubicBezTo>
                  <a:pt x="2607" y="12"/>
                  <a:pt x="2606" y="13"/>
                  <a:pt x="2606" y="15"/>
                </a:cubicBezTo>
                <a:cubicBezTo>
                  <a:pt x="2606" y="16"/>
                  <a:pt x="2606" y="17"/>
                  <a:pt x="2607" y="18"/>
                </a:cubicBezTo>
                <a:cubicBezTo>
                  <a:pt x="2437" y="52"/>
                  <a:pt x="2265" y="71"/>
                  <a:pt x="2092" y="73"/>
                </a:cubicBezTo>
                <a:cubicBezTo>
                  <a:pt x="1916" y="71"/>
                  <a:pt x="1739" y="51"/>
                  <a:pt x="1564" y="15"/>
                </a:cubicBezTo>
                <a:cubicBezTo>
                  <a:pt x="1566" y="15"/>
                  <a:pt x="1567" y="14"/>
                  <a:pt x="1569" y="14"/>
                </a:cubicBezTo>
                <a:cubicBezTo>
                  <a:pt x="1568" y="13"/>
                  <a:pt x="1568" y="13"/>
                  <a:pt x="1568" y="13"/>
                </a:cubicBezTo>
                <a:cubicBezTo>
                  <a:pt x="1566" y="14"/>
                  <a:pt x="1564" y="14"/>
                  <a:pt x="1562" y="15"/>
                </a:cubicBezTo>
                <a:cubicBezTo>
                  <a:pt x="1560" y="14"/>
                  <a:pt x="1558" y="14"/>
                  <a:pt x="1556" y="13"/>
                </a:cubicBezTo>
                <a:cubicBezTo>
                  <a:pt x="1556" y="14"/>
                  <a:pt x="1556" y="14"/>
                  <a:pt x="1556" y="14"/>
                </a:cubicBezTo>
                <a:cubicBezTo>
                  <a:pt x="1558" y="14"/>
                  <a:pt x="1559" y="15"/>
                  <a:pt x="1561" y="15"/>
                </a:cubicBezTo>
                <a:cubicBezTo>
                  <a:pt x="1558" y="16"/>
                  <a:pt x="1556" y="16"/>
                  <a:pt x="1553" y="17"/>
                </a:cubicBezTo>
                <a:cubicBezTo>
                  <a:pt x="1554" y="16"/>
                  <a:pt x="1554" y="16"/>
                  <a:pt x="1554" y="15"/>
                </a:cubicBezTo>
                <a:cubicBezTo>
                  <a:pt x="1554" y="13"/>
                  <a:pt x="1553" y="12"/>
                  <a:pt x="1551" y="12"/>
                </a:cubicBezTo>
                <a:cubicBezTo>
                  <a:pt x="1547" y="12"/>
                  <a:pt x="1547" y="12"/>
                  <a:pt x="1547" y="12"/>
                </a:cubicBezTo>
                <a:cubicBezTo>
                  <a:pt x="1547" y="11"/>
                  <a:pt x="1547" y="11"/>
                  <a:pt x="1547" y="11"/>
                </a:cubicBezTo>
                <a:cubicBezTo>
                  <a:pt x="1547" y="8"/>
                  <a:pt x="1547" y="8"/>
                  <a:pt x="1547" y="8"/>
                </a:cubicBezTo>
                <a:cubicBezTo>
                  <a:pt x="1547" y="6"/>
                  <a:pt x="1546" y="5"/>
                  <a:pt x="1544" y="5"/>
                </a:cubicBezTo>
                <a:cubicBezTo>
                  <a:pt x="1542" y="5"/>
                  <a:pt x="1541" y="6"/>
                  <a:pt x="1541" y="8"/>
                </a:cubicBezTo>
                <a:cubicBezTo>
                  <a:pt x="1541" y="11"/>
                  <a:pt x="1541" y="11"/>
                  <a:pt x="1541" y="11"/>
                </a:cubicBezTo>
                <a:cubicBezTo>
                  <a:pt x="1541" y="12"/>
                  <a:pt x="1541" y="12"/>
                  <a:pt x="1541" y="12"/>
                </a:cubicBezTo>
                <a:cubicBezTo>
                  <a:pt x="1534" y="12"/>
                  <a:pt x="1534" y="12"/>
                  <a:pt x="1534" y="12"/>
                </a:cubicBezTo>
                <a:cubicBezTo>
                  <a:pt x="1534" y="11"/>
                  <a:pt x="1534" y="11"/>
                  <a:pt x="1534" y="11"/>
                </a:cubicBezTo>
                <a:cubicBezTo>
                  <a:pt x="1534" y="8"/>
                  <a:pt x="1534" y="8"/>
                  <a:pt x="1534" y="8"/>
                </a:cubicBezTo>
                <a:cubicBezTo>
                  <a:pt x="1534" y="6"/>
                  <a:pt x="1532" y="5"/>
                  <a:pt x="1531" y="5"/>
                </a:cubicBezTo>
                <a:cubicBezTo>
                  <a:pt x="1529" y="5"/>
                  <a:pt x="1527" y="6"/>
                  <a:pt x="1527" y="8"/>
                </a:cubicBezTo>
                <a:cubicBezTo>
                  <a:pt x="1527" y="11"/>
                  <a:pt x="1527" y="11"/>
                  <a:pt x="1527" y="11"/>
                </a:cubicBezTo>
                <a:cubicBezTo>
                  <a:pt x="1528" y="12"/>
                  <a:pt x="1528" y="12"/>
                  <a:pt x="1528" y="12"/>
                </a:cubicBezTo>
                <a:cubicBezTo>
                  <a:pt x="1510" y="12"/>
                  <a:pt x="1510" y="12"/>
                  <a:pt x="1510" y="12"/>
                </a:cubicBezTo>
                <a:cubicBezTo>
                  <a:pt x="1510" y="0"/>
                  <a:pt x="1510" y="0"/>
                  <a:pt x="1510" y="0"/>
                </a:cubicBezTo>
                <a:cubicBezTo>
                  <a:pt x="1502" y="0"/>
                  <a:pt x="1502" y="0"/>
                  <a:pt x="1502" y="0"/>
                </a:cubicBezTo>
                <a:cubicBezTo>
                  <a:pt x="1502" y="12"/>
                  <a:pt x="1502" y="12"/>
                  <a:pt x="1502" y="12"/>
                </a:cubicBezTo>
                <a:cubicBezTo>
                  <a:pt x="1485" y="12"/>
                  <a:pt x="1485" y="12"/>
                  <a:pt x="1485" y="12"/>
                </a:cubicBezTo>
                <a:cubicBezTo>
                  <a:pt x="1485" y="11"/>
                  <a:pt x="1485" y="11"/>
                  <a:pt x="1485" y="11"/>
                </a:cubicBezTo>
                <a:cubicBezTo>
                  <a:pt x="1485" y="8"/>
                  <a:pt x="1485" y="8"/>
                  <a:pt x="1485" y="8"/>
                </a:cubicBezTo>
                <a:cubicBezTo>
                  <a:pt x="1485" y="6"/>
                  <a:pt x="1483" y="5"/>
                  <a:pt x="1482" y="5"/>
                </a:cubicBezTo>
                <a:cubicBezTo>
                  <a:pt x="1480" y="5"/>
                  <a:pt x="1479" y="6"/>
                  <a:pt x="1479" y="8"/>
                </a:cubicBezTo>
                <a:cubicBezTo>
                  <a:pt x="1479" y="11"/>
                  <a:pt x="1479" y="11"/>
                  <a:pt x="1479" y="11"/>
                </a:cubicBezTo>
                <a:cubicBezTo>
                  <a:pt x="1479" y="12"/>
                  <a:pt x="1479" y="12"/>
                  <a:pt x="1479" y="12"/>
                </a:cubicBezTo>
                <a:cubicBezTo>
                  <a:pt x="1471" y="12"/>
                  <a:pt x="1471" y="12"/>
                  <a:pt x="1471" y="12"/>
                </a:cubicBezTo>
                <a:cubicBezTo>
                  <a:pt x="1471" y="11"/>
                  <a:pt x="1471" y="11"/>
                  <a:pt x="1471" y="11"/>
                </a:cubicBezTo>
                <a:cubicBezTo>
                  <a:pt x="1471" y="8"/>
                  <a:pt x="1471" y="8"/>
                  <a:pt x="1471" y="8"/>
                </a:cubicBezTo>
                <a:cubicBezTo>
                  <a:pt x="1471" y="6"/>
                  <a:pt x="1470" y="5"/>
                  <a:pt x="1468" y="5"/>
                </a:cubicBezTo>
                <a:cubicBezTo>
                  <a:pt x="1467" y="5"/>
                  <a:pt x="1465" y="6"/>
                  <a:pt x="1465" y="8"/>
                </a:cubicBezTo>
                <a:cubicBezTo>
                  <a:pt x="1465" y="11"/>
                  <a:pt x="1465" y="11"/>
                  <a:pt x="1465" y="11"/>
                </a:cubicBezTo>
                <a:cubicBezTo>
                  <a:pt x="1465" y="12"/>
                  <a:pt x="1465" y="12"/>
                  <a:pt x="1465" y="12"/>
                </a:cubicBezTo>
                <a:cubicBezTo>
                  <a:pt x="1462" y="12"/>
                  <a:pt x="1462" y="12"/>
                  <a:pt x="1462" y="12"/>
                </a:cubicBezTo>
                <a:cubicBezTo>
                  <a:pt x="1460" y="12"/>
                  <a:pt x="1458" y="13"/>
                  <a:pt x="1458" y="15"/>
                </a:cubicBezTo>
                <a:cubicBezTo>
                  <a:pt x="1458" y="17"/>
                  <a:pt x="1460" y="18"/>
                  <a:pt x="1462" y="18"/>
                </a:cubicBezTo>
                <a:cubicBezTo>
                  <a:pt x="1471" y="18"/>
                  <a:pt x="1471" y="18"/>
                  <a:pt x="1471" y="18"/>
                </a:cubicBezTo>
                <a:cubicBezTo>
                  <a:pt x="1301" y="52"/>
                  <a:pt x="1130" y="71"/>
                  <a:pt x="958" y="73"/>
                </a:cubicBezTo>
                <a:cubicBezTo>
                  <a:pt x="782" y="71"/>
                  <a:pt x="605" y="51"/>
                  <a:pt x="430" y="15"/>
                </a:cubicBezTo>
                <a:cubicBezTo>
                  <a:pt x="431" y="15"/>
                  <a:pt x="433" y="14"/>
                  <a:pt x="434" y="14"/>
                </a:cubicBezTo>
                <a:cubicBezTo>
                  <a:pt x="434" y="13"/>
                  <a:pt x="434" y="13"/>
                  <a:pt x="434" y="13"/>
                </a:cubicBezTo>
                <a:cubicBezTo>
                  <a:pt x="432" y="14"/>
                  <a:pt x="430" y="14"/>
                  <a:pt x="428" y="15"/>
                </a:cubicBezTo>
                <a:cubicBezTo>
                  <a:pt x="426" y="14"/>
                  <a:pt x="424" y="14"/>
                  <a:pt x="422" y="13"/>
                </a:cubicBezTo>
                <a:cubicBezTo>
                  <a:pt x="422" y="14"/>
                  <a:pt x="422" y="14"/>
                  <a:pt x="422" y="14"/>
                </a:cubicBezTo>
                <a:cubicBezTo>
                  <a:pt x="423" y="14"/>
                  <a:pt x="425" y="15"/>
                  <a:pt x="426" y="15"/>
                </a:cubicBezTo>
                <a:cubicBezTo>
                  <a:pt x="414" y="18"/>
                  <a:pt x="403" y="20"/>
                  <a:pt x="391" y="22"/>
                </a:cubicBezTo>
                <a:cubicBezTo>
                  <a:pt x="384" y="21"/>
                  <a:pt x="377" y="19"/>
                  <a:pt x="370" y="18"/>
                </a:cubicBezTo>
                <a:cubicBezTo>
                  <a:pt x="403" y="18"/>
                  <a:pt x="403" y="18"/>
                  <a:pt x="403" y="18"/>
                </a:cubicBezTo>
                <a:cubicBezTo>
                  <a:pt x="405" y="18"/>
                  <a:pt x="407" y="17"/>
                  <a:pt x="407" y="15"/>
                </a:cubicBezTo>
                <a:cubicBezTo>
                  <a:pt x="407" y="13"/>
                  <a:pt x="405" y="12"/>
                  <a:pt x="403" y="12"/>
                </a:cubicBezTo>
                <a:cubicBezTo>
                  <a:pt x="400" y="12"/>
                  <a:pt x="400" y="12"/>
                  <a:pt x="400" y="12"/>
                </a:cubicBezTo>
                <a:cubicBezTo>
                  <a:pt x="400" y="11"/>
                  <a:pt x="400" y="11"/>
                  <a:pt x="400" y="11"/>
                </a:cubicBezTo>
                <a:cubicBezTo>
                  <a:pt x="400" y="8"/>
                  <a:pt x="400" y="8"/>
                  <a:pt x="400" y="8"/>
                </a:cubicBezTo>
                <a:cubicBezTo>
                  <a:pt x="400" y="6"/>
                  <a:pt x="398" y="5"/>
                  <a:pt x="397" y="5"/>
                </a:cubicBezTo>
                <a:cubicBezTo>
                  <a:pt x="395" y="5"/>
                  <a:pt x="394" y="6"/>
                  <a:pt x="394" y="8"/>
                </a:cubicBezTo>
                <a:cubicBezTo>
                  <a:pt x="394" y="11"/>
                  <a:pt x="394" y="11"/>
                  <a:pt x="394" y="11"/>
                </a:cubicBezTo>
                <a:cubicBezTo>
                  <a:pt x="394" y="12"/>
                  <a:pt x="394" y="12"/>
                  <a:pt x="394" y="12"/>
                </a:cubicBezTo>
                <a:cubicBezTo>
                  <a:pt x="386" y="12"/>
                  <a:pt x="386" y="12"/>
                  <a:pt x="386" y="12"/>
                </a:cubicBezTo>
                <a:cubicBezTo>
                  <a:pt x="386" y="11"/>
                  <a:pt x="386" y="11"/>
                  <a:pt x="386" y="11"/>
                </a:cubicBezTo>
                <a:cubicBezTo>
                  <a:pt x="386" y="8"/>
                  <a:pt x="386" y="8"/>
                  <a:pt x="386" y="8"/>
                </a:cubicBezTo>
                <a:cubicBezTo>
                  <a:pt x="386" y="6"/>
                  <a:pt x="385" y="5"/>
                  <a:pt x="383" y="5"/>
                </a:cubicBezTo>
                <a:cubicBezTo>
                  <a:pt x="382" y="5"/>
                  <a:pt x="380" y="6"/>
                  <a:pt x="380" y="8"/>
                </a:cubicBezTo>
                <a:cubicBezTo>
                  <a:pt x="380" y="11"/>
                  <a:pt x="380" y="11"/>
                  <a:pt x="380" y="11"/>
                </a:cubicBezTo>
                <a:cubicBezTo>
                  <a:pt x="380" y="12"/>
                  <a:pt x="380" y="12"/>
                  <a:pt x="380" y="12"/>
                </a:cubicBezTo>
                <a:cubicBezTo>
                  <a:pt x="363" y="12"/>
                  <a:pt x="363" y="12"/>
                  <a:pt x="363" y="12"/>
                </a:cubicBezTo>
                <a:cubicBezTo>
                  <a:pt x="363" y="0"/>
                  <a:pt x="363" y="0"/>
                  <a:pt x="363" y="0"/>
                </a:cubicBezTo>
                <a:cubicBezTo>
                  <a:pt x="355" y="0"/>
                  <a:pt x="355" y="0"/>
                  <a:pt x="355" y="0"/>
                </a:cubicBezTo>
                <a:cubicBezTo>
                  <a:pt x="355" y="12"/>
                  <a:pt x="355" y="12"/>
                  <a:pt x="355" y="12"/>
                </a:cubicBezTo>
                <a:cubicBezTo>
                  <a:pt x="337" y="12"/>
                  <a:pt x="337" y="12"/>
                  <a:pt x="337" y="12"/>
                </a:cubicBezTo>
                <a:cubicBezTo>
                  <a:pt x="337" y="11"/>
                  <a:pt x="337" y="11"/>
                  <a:pt x="337" y="11"/>
                </a:cubicBezTo>
                <a:cubicBezTo>
                  <a:pt x="337" y="8"/>
                  <a:pt x="337" y="8"/>
                  <a:pt x="337" y="8"/>
                </a:cubicBezTo>
                <a:cubicBezTo>
                  <a:pt x="337" y="6"/>
                  <a:pt x="336" y="5"/>
                  <a:pt x="334" y="5"/>
                </a:cubicBezTo>
                <a:cubicBezTo>
                  <a:pt x="333" y="5"/>
                  <a:pt x="331" y="6"/>
                  <a:pt x="331" y="8"/>
                </a:cubicBezTo>
                <a:cubicBezTo>
                  <a:pt x="331" y="11"/>
                  <a:pt x="331" y="11"/>
                  <a:pt x="331" y="11"/>
                </a:cubicBezTo>
                <a:cubicBezTo>
                  <a:pt x="331" y="12"/>
                  <a:pt x="331" y="12"/>
                  <a:pt x="331" y="12"/>
                </a:cubicBezTo>
                <a:cubicBezTo>
                  <a:pt x="324" y="12"/>
                  <a:pt x="324" y="12"/>
                  <a:pt x="324" y="12"/>
                </a:cubicBezTo>
                <a:cubicBezTo>
                  <a:pt x="324" y="11"/>
                  <a:pt x="324" y="11"/>
                  <a:pt x="324" y="11"/>
                </a:cubicBezTo>
                <a:cubicBezTo>
                  <a:pt x="324" y="8"/>
                  <a:pt x="324" y="8"/>
                  <a:pt x="324" y="8"/>
                </a:cubicBezTo>
                <a:cubicBezTo>
                  <a:pt x="324" y="6"/>
                  <a:pt x="323" y="5"/>
                  <a:pt x="321" y="5"/>
                </a:cubicBezTo>
                <a:cubicBezTo>
                  <a:pt x="319" y="5"/>
                  <a:pt x="318" y="6"/>
                  <a:pt x="318" y="8"/>
                </a:cubicBezTo>
                <a:cubicBezTo>
                  <a:pt x="318" y="11"/>
                  <a:pt x="318" y="11"/>
                  <a:pt x="318" y="11"/>
                </a:cubicBezTo>
                <a:cubicBezTo>
                  <a:pt x="318" y="12"/>
                  <a:pt x="318" y="12"/>
                  <a:pt x="318" y="12"/>
                </a:cubicBezTo>
                <a:cubicBezTo>
                  <a:pt x="314" y="12"/>
                  <a:pt x="314" y="12"/>
                  <a:pt x="314" y="12"/>
                </a:cubicBezTo>
                <a:cubicBezTo>
                  <a:pt x="312" y="12"/>
                  <a:pt x="311" y="13"/>
                  <a:pt x="311" y="15"/>
                </a:cubicBezTo>
                <a:cubicBezTo>
                  <a:pt x="311" y="17"/>
                  <a:pt x="312" y="18"/>
                  <a:pt x="314" y="18"/>
                </a:cubicBezTo>
                <a:cubicBezTo>
                  <a:pt x="337" y="18"/>
                  <a:pt x="337" y="18"/>
                  <a:pt x="337" y="18"/>
                </a:cubicBezTo>
                <a:cubicBezTo>
                  <a:pt x="225" y="41"/>
                  <a:pt x="112" y="56"/>
                  <a:pt x="0" y="65"/>
                </a:cubicBezTo>
                <a:cubicBezTo>
                  <a:pt x="0" y="66"/>
                  <a:pt x="0" y="66"/>
                  <a:pt x="0" y="66"/>
                </a:cubicBezTo>
                <a:cubicBezTo>
                  <a:pt x="114" y="57"/>
                  <a:pt x="227" y="41"/>
                  <a:pt x="340" y="18"/>
                </a:cubicBezTo>
                <a:cubicBezTo>
                  <a:pt x="355" y="18"/>
                  <a:pt x="355" y="18"/>
                  <a:pt x="355" y="18"/>
                </a:cubicBezTo>
                <a:cubicBezTo>
                  <a:pt x="355" y="29"/>
                  <a:pt x="355" y="29"/>
                  <a:pt x="355" y="29"/>
                </a:cubicBezTo>
                <a:cubicBezTo>
                  <a:pt x="237" y="50"/>
                  <a:pt x="118" y="64"/>
                  <a:pt x="0" y="70"/>
                </a:cubicBezTo>
                <a:cubicBezTo>
                  <a:pt x="0" y="71"/>
                  <a:pt x="0" y="71"/>
                  <a:pt x="0" y="71"/>
                </a:cubicBezTo>
                <a:cubicBezTo>
                  <a:pt x="118" y="65"/>
                  <a:pt x="237" y="51"/>
                  <a:pt x="355" y="29"/>
                </a:cubicBezTo>
                <a:cubicBezTo>
                  <a:pt x="355" y="382"/>
                  <a:pt x="355" y="382"/>
                  <a:pt x="355" y="382"/>
                </a:cubicBezTo>
                <a:cubicBezTo>
                  <a:pt x="363" y="382"/>
                  <a:pt x="363" y="382"/>
                  <a:pt x="363" y="382"/>
                </a:cubicBezTo>
                <a:cubicBezTo>
                  <a:pt x="363" y="28"/>
                  <a:pt x="363" y="28"/>
                  <a:pt x="363" y="28"/>
                </a:cubicBezTo>
                <a:cubicBezTo>
                  <a:pt x="372" y="26"/>
                  <a:pt x="381" y="25"/>
                  <a:pt x="391" y="23"/>
                </a:cubicBezTo>
                <a:cubicBezTo>
                  <a:pt x="567" y="57"/>
                  <a:pt x="745" y="74"/>
                  <a:pt x="921" y="74"/>
                </a:cubicBezTo>
                <a:cubicBezTo>
                  <a:pt x="933" y="74"/>
                  <a:pt x="946" y="74"/>
                  <a:pt x="958" y="74"/>
                </a:cubicBezTo>
                <a:cubicBezTo>
                  <a:pt x="970" y="74"/>
                  <a:pt x="983" y="74"/>
                  <a:pt x="995" y="74"/>
                </a:cubicBezTo>
                <a:cubicBezTo>
                  <a:pt x="1164" y="74"/>
                  <a:pt x="1334" y="58"/>
                  <a:pt x="1502" y="27"/>
                </a:cubicBezTo>
                <a:cubicBezTo>
                  <a:pt x="1502" y="382"/>
                  <a:pt x="1502" y="382"/>
                  <a:pt x="1502" y="382"/>
                </a:cubicBezTo>
                <a:cubicBezTo>
                  <a:pt x="1510" y="382"/>
                  <a:pt x="1510" y="382"/>
                  <a:pt x="1510" y="382"/>
                </a:cubicBezTo>
                <a:cubicBezTo>
                  <a:pt x="1510" y="26"/>
                  <a:pt x="1510" y="26"/>
                  <a:pt x="1510" y="26"/>
                </a:cubicBezTo>
                <a:cubicBezTo>
                  <a:pt x="1515" y="25"/>
                  <a:pt x="1520" y="24"/>
                  <a:pt x="1525" y="23"/>
                </a:cubicBezTo>
                <a:cubicBezTo>
                  <a:pt x="1701" y="57"/>
                  <a:pt x="1879" y="74"/>
                  <a:pt x="2055" y="74"/>
                </a:cubicBezTo>
                <a:cubicBezTo>
                  <a:pt x="2068" y="74"/>
                  <a:pt x="2080" y="74"/>
                  <a:pt x="2092" y="74"/>
                </a:cubicBezTo>
                <a:cubicBezTo>
                  <a:pt x="2105" y="74"/>
                  <a:pt x="2117" y="74"/>
                  <a:pt x="2130" y="74"/>
                </a:cubicBezTo>
                <a:cubicBezTo>
                  <a:pt x="2302" y="74"/>
                  <a:pt x="2477" y="57"/>
                  <a:pt x="2650" y="25"/>
                </a:cubicBezTo>
                <a:cubicBezTo>
                  <a:pt x="2650" y="382"/>
                  <a:pt x="2650" y="382"/>
                  <a:pt x="2650" y="382"/>
                </a:cubicBezTo>
                <a:cubicBezTo>
                  <a:pt x="2657" y="382"/>
                  <a:pt x="2657" y="382"/>
                  <a:pt x="2657" y="382"/>
                </a:cubicBezTo>
                <a:cubicBezTo>
                  <a:pt x="2657" y="23"/>
                  <a:pt x="2657" y="23"/>
                  <a:pt x="2657" y="23"/>
                </a:cubicBezTo>
                <a:cubicBezTo>
                  <a:pt x="2658" y="23"/>
                  <a:pt x="2659" y="23"/>
                  <a:pt x="2660" y="23"/>
                </a:cubicBezTo>
                <a:cubicBezTo>
                  <a:pt x="2835" y="57"/>
                  <a:pt x="3013" y="74"/>
                  <a:pt x="3190" y="74"/>
                </a:cubicBezTo>
                <a:cubicBezTo>
                  <a:pt x="3202" y="74"/>
                  <a:pt x="3214" y="74"/>
                  <a:pt x="3227" y="74"/>
                </a:cubicBezTo>
                <a:cubicBezTo>
                  <a:pt x="3239" y="74"/>
                  <a:pt x="3252" y="74"/>
                  <a:pt x="3264" y="74"/>
                </a:cubicBezTo>
                <a:cubicBezTo>
                  <a:pt x="3441" y="74"/>
                  <a:pt x="3619" y="57"/>
                  <a:pt x="3795" y="23"/>
                </a:cubicBezTo>
                <a:cubicBezTo>
                  <a:pt x="3796" y="23"/>
                  <a:pt x="3796" y="23"/>
                  <a:pt x="3797" y="23"/>
                </a:cubicBezTo>
                <a:cubicBezTo>
                  <a:pt x="3797" y="382"/>
                  <a:pt x="3797" y="382"/>
                  <a:pt x="3797" y="382"/>
                </a:cubicBezTo>
                <a:cubicBezTo>
                  <a:pt x="3805" y="382"/>
                  <a:pt x="3805" y="382"/>
                  <a:pt x="3805" y="382"/>
                </a:cubicBezTo>
                <a:cubicBezTo>
                  <a:pt x="3805" y="24"/>
                  <a:pt x="3805" y="24"/>
                  <a:pt x="3805" y="24"/>
                </a:cubicBezTo>
                <a:cubicBezTo>
                  <a:pt x="3922" y="47"/>
                  <a:pt x="4041" y="62"/>
                  <a:pt x="4160" y="69"/>
                </a:cubicBezTo>
                <a:cubicBezTo>
                  <a:pt x="4160" y="68"/>
                  <a:pt x="4160" y="68"/>
                  <a:pt x="4160" y="68"/>
                </a:cubicBezTo>
                <a:cubicBezTo>
                  <a:pt x="4041" y="61"/>
                  <a:pt x="3923" y="46"/>
                  <a:pt x="3805" y="24"/>
                </a:cubicBezTo>
                <a:cubicBezTo>
                  <a:pt x="3805" y="21"/>
                  <a:pt x="3805" y="21"/>
                  <a:pt x="3805" y="21"/>
                </a:cubicBezTo>
                <a:cubicBezTo>
                  <a:pt x="3809" y="20"/>
                  <a:pt x="3813" y="19"/>
                  <a:pt x="3818" y="18"/>
                </a:cubicBezTo>
                <a:close/>
                <a:moveTo>
                  <a:pt x="363" y="27"/>
                </a:moveTo>
                <a:cubicBezTo>
                  <a:pt x="363" y="18"/>
                  <a:pt x="363" y="18"/>
                  <a:pt x="363" y="18"/>
                </a:cubicBezTo>
                <a:cubicBezTo>
                  <a:pt x="367" y="18"/>
                  <a:pt x="367" y="18"/>
                  <a:pt x="367" y="18"/>
                </a:cubicBezTo>
                <a:cubicBezTo>
                  <a:pt x="374" y="20"/>
                  <a:pt x="382" y="21"/>
                  <a:pt x="389" y="23"/>
                </a:cubicBezTo>
                <a:cubicBezTo>
                  <a:pt x="380" y="24"/>
                  <a:pt x="371" y="26"/>
                  <a:pt x="363" y="27"/>
                </a:cubicBezTo>
                <a:close/>
                <a:moveTo>
                  <a:pt x="393" y="23"/>
                </a:moveTo>
                <a:cubicBezTo>
                  <a:pt x="404" y="20"/>
                  <a:pt x="416" y="18"/>
                  <a:pt x="428" y="15"/>
                </a:cubicBezTo>
                <a:cubicBezTo>
                  <a:pt x="593" y="50"/>
                  <a:pt x="761" y="69"/>
                  <a:pt x="927" y="73"/>
                </a:cubicBezTo>
                <a:cubicBezTo>
                  <a:pt x="749" y="74"/>
                  <a:pt x="570" y="57"/>
                  <a:pt x="393" y="23"/>
                </a:cubicBezTo>
                <a:close/>
                <a:moveTo>
                  <a:pt x="989" y="73"/>
                </a:moveTo>
                <a:cubicBezTo>
                  <a:pt x="1151" y="69"/>
                  <a:pt x="1314" y="51"/>
                  <a:pt x="1475" y="18"/>
                </a:cubicBezTo>
                <a:cubicBezTo>
                  <a:pt x="1501" y="18"/>
                  <a:pt x="1501" y="18"/>
                  <a:pt x="1501" y="18"/>
                </a:cubicBezTo>
                <a:cubicBezTo>
                  <a:pt x="1502" y="18"/>
                  <a:pt x="1502" y="18"/>
                  <a:pt x="1502" y="18"/>
                </a:cubicBezTo>
                <a:cubicBezTo>
                  <a:pt x="1502" y="26"/>
                  <a:pt x="1502" y="26"/>
                  <a:pt x="1502" y="26"/>
                </a:cubicBezTo>
                <a:cubicBezTo>
                  <a:pt x="1332" y="58"/>
                  <a:pt x="1160" y="74"/>
                  <a:pt x="989" y="73"/>
                </a:cubicBezTo>
                <a:close/>
                <a:moveTo>
                  <a:pt x="1510" y="25"/>
                </a:moveTo>
                <a:cubicBezTo>
                  <a:pt x="1510" y="20"/>
                  <a:pt x="1510" y="20"/>
                  <a:pt x="1510" y="20"/>
                </a:cubicBezTo>
                <a:cubicBezTo>
                  <a:pt x="1514" y="21"/>
                  <a:pt x="1519" y="22"/>
                  <a:pt x="1523" y="23"/>
                </a:cubicBezTo>
                <a:cubicBezTo>
                  <a:pt x="1519" y="23"/>
                  <a:pt x="1514" y="24"/>
                  <a:pt x="1510" y="25"/>
                </a:cubicBezTo>
                <a:close/>
                <a:moveTo>
                  <a:pt x="1510" y="19"/>
                </a:moveTo>
                <a:cubicBezTo>
                  <a:pt x="1510" y="18"/>
                  <a:pt x="1510" y="18"/>
                  <a:pt x="1510" y="18"/>
                </a:cubicBezTo>
                <a:cubicBezTo>
                  <a:pt x="1546" y="18"/>
                  <a:pt x="1546" y="18"/>
                  <a:pt x="1546" y="18"/>
                </a:cubicBezTo>
                <a:cubicBezTo>
                  <a:pt x="1539" y="19"/>
                  <a:pt x="1532" y="21"/>
                  <a:pt x="1525" y="22"/>
                </a:cubicBezTo>
                <a:cubicBezTo>
                  <a:pt x="1520" y="21"/>
                  <a:pt x="1515" y="20"/>
                  <a:pt x="1510" y="19"/>
                </a:cubicBezTo>
                <a:close/>
                <a:moveTo>
                  <a:pt x="1527" y="23"/>
                </a:moveTo>
                <a:cubicBezTo>
                  <a:pt x="1534" y="21"/>
                  <a:pt x="1542" y="20"/>
                  <a:pt x="1549" y="18"/>
                </a:cubicBezTo>
                <a:cubicBezTo>
                  <a:pt x="1551" y="18"/>
                  <a:pt x="1551" y="18"/>
                  <a:pt x="1551" y="18"/>
                </a:cubicBezTo>
                <a:cubicBezTo>
                  <a:pt x="1551" y="18"/>
                  <a:pt x="1552" y="18"/>
                  <a:pt x="1553" y="17"/>
                </a:cubicBezTo>
                <a:cubicBezTo>
                  <a:pt x="1556" y="17"/>
                  <a:pt x="1559" y="16"/>
                  <a:pt x="1562" y="15"/>
                </a:cubicBezTo>
                <a:cubicBezTo>
                  <a:pt x="1728" y="50"/>
                  <a:pt x="1895" y="69"/>
                  <a:pt x="2062" y="73"/>
                </a:cubicBezTo>
                <a:cubicBezTo>
                  <a:pt x="1883" y="74"/>
                  <a:pt x="1705" y="57"/>
                  <a:pt x="1527" y="23"/>
                </a:cubicBezTo>
                <a:close/>
                <a:moveTo>
                  <a:pt x="2650" y="20"/>
                </a:moveTo>
                <a:cubicBezTo>
                  <a:pt x="2646" y="20"/>
                  <a:pt x="2643" y="19"/>
                  <a:pt x="2639" y="18"/>
                </a:cubicBezTo>
                <a:cubicBezTo>
                  <a:pt x="2650" y="18"/>
                  <a:pt x="2650" y="18"/>
                  <a:pt x="2650" y="18"/>
                </a:cubicBezTo>
                <a:lnTo>
                  <a:pt x="2650" y="20"/>
                </a:lnTo>
                <a:close/>
                <a:moveTo>
                  <a:pt x="2123" y="73"/>
                </a:moveTo>
                <a:cubicBezTo>
                  <a:pt x="2285" y="69"/>
                  <a:pt x="2448" y="51"/>
                  <a:pt x="2609" y="18"/>
                </a:cubicBezTo>
                <a:cubicBezTo>
                  <a:pt x="2636" y="18"/>
                  <a:pt x="2636" y="18"/>
                  <a:pt x="2636" y="18"/>
                </a:cubicBezTo>
                <a:cubicBezTo>
                  <a:pt x="2640" y="19"/>
                  <a:pt x="2645" y="20"/>
                  <a:pt x="2650" y="21"/>
                </a:cubicBezTo>
                <a:cubicBezTo>
                  <a:pt x="2650" y="24"/>
                  <a:pt x="2650" y="24"/>
                  <a:pt x="2650" y="24"/>
                </a:cubicBezTo>
                <a:cubicBezTo>
                  <a:pt x="2475" y="57"/>
                  <a:pt x="2299" y="74"/>
                  <a:pt x="2123" y="73"/>
                </a:cubicBezTo>
                <a:close/>
                <a:moveTo>
                  <a:pt x="2657" y="23"/>
                </a:moveTo>
                <a:cubicBezTo>
                  <a:pt x="2657" y="22"/>
                  <a:pt x="2657" y="22"/>
                  <a:pt x="2657" y="22"/>
                </a:cubicBezTo>
                <a:cubicBezTo>
                  <a:pt x="2658" y="23"/>
                  <a:pt x="2658" y="23"/>
                  <a:pt x="2658" y="23"/>
                </a:cubicBezTo>
                <a:lnTo>
                  <a:pt x="2657" y="23"/>
                </a:lnTo>
                <a:close/>
                <a:moveTo>
                  <a:pt x="2657" y="22"/>
                </a:moveTo>
                <a:cubicBezTo>
                  <a:pt x="2657" y="18"/>
                  <a:pt x="2657" y="18"/>
                  <a:pt x="2657" y="18"/>
                </a:cubicBezTo>
                <a:cubicBezTo>
                  <a:pt x="2680" y="18"/>
                  <a:pt x="2680" y="18"/>
                  <a:pt x="2680" y="18"/>
                </a:cubicBezTo>
                <a:cubicBezTo>
                  <a:pt x="2673" y="19"/>
                  <a:pt x="2666" y="21"/>
                  <a:pt x="2660" y="22"/>
                </a:cubicBezTo>
                <a:cubicBezTo>
                  <a:pt x="2659" y="22"/>
                  <a:pt x="2658" y="22"/>
                  <a:pt x="2657" y="22"/>
                </a:cubicBezTo>
                <a:close/>
                <a:moveTo>
                  <a:pt x="2661" y="23"/>
                </a:moveTo>
                <a:cubicBezTo>
                  <a:pt x="2669" y="21"/>
                  <a:pt x="2676" y="20"/>
                  <a:pt x="2684" y="18"/>
                </a:cubicBezTo>
                <a:cubicBezTo>
                  <a:pt x="2698" y="18"/>
                  <a:pt x="2698" y="18"/>
                  <a:pt x="2698" y="18"/>
                </a:cubicBezTo>
                <a:cubicBezTo>
                  <a:pt x="2699" y="18"/>
                  <a:pt x="2700" y="17"/>
                  <a:pt x="2701" y="16"/>
                </a:cubicBezTo>
                <a:cubicBezTo>
                  <a:pt x="2865" y="50"/>
                  <a:pt x="3031" y="69"/>
                  <a:pt x="3196" y="73"/>
                </a:cubicBezTo>
                <a:cubicBezTo>
                  <a:pt x="3018" y="74"/>
                  <a:pt x="2839" y="57"/>
                  <a:pt x="2661" y="23"/>
                </a:cubicBezTo>
                <a:close/>
                <a:moveTo>
                  <a:pt x="3814" y="18"/>
                </a:moveTo>
                <a:cubicBezTo>
                  <a:pt x="3811" y="19"/>
                  <a:pt x="3808" y="19"/>
                  <a:pt x="3805" y="20"/>
                </a:cubicBezTo>
                <a:cubicBezTo>
                  <a:pt x="3805" y="18"/>
                  <a:pt x="3805" y="18"/>
                  <a:pt x="3805" y="18"/>
                </a:cubicBezTo>
                <a:lnTo>
                  <a:pt x="3814" y="18"/>
                </a:lnTo>
                <a:close/>
                <a:moveTo>
                  <a:pt x="3258" y="73"/>
                </a:moveTo>
                <a:cubicBezTo>
                  <a:pt x="3423" y="69"/>
                  <a:pt x="3589" y="50"/>
                  <a:pt x="3753" y="16"/>
                </a:cubicBezTo>
                <a:cubicBezTo>
                  <a:pt x="3754" y="17"/>
                  <a:pt x="3755" y="18"/>
                  <a:pt x="3756" y="18"/>
                </a:cubicBezTo>
                <a:cubicBezTo>
                  <a:pt x="3773" y="18"/>
                  <a:pt x="3773" y="18"/>
                  <a:pt x="3773" y="18"/>
                </a:cubicBezTo>
                <a:cubicBezTo>
                  <a:pt x="3779" y="20"/>
                  <a:pt x="3786" y="21"/>
                  <a:pt x="3793" y="22"/>
                </a:cubicBezTo>
                <a:cubicBezTo>
                  <a:pt x="3615" y="57"/>
                  <a:pt x="3437" y="74"/>
                  <a:pt x="3258" y="73"/>
                </a:cubicBezTo>
                <a:close/>
                <a:moveTo>
                  <a:pt x="3776" y="18"/>
                </a:moveTo>
                <a:cubicBezTo>
                  <a:pt x="3797" y="18"/>
                  <a:pt x="3797" y="18"/>
                  <a:pt x="3797" y="18"/>
                </a:cubicBezTo>
                <a:cubicBezTo>
                  <a:pt x="3797" y="22"/>
                  <a:pt x="3797" y="22"/>
                  <a:pt x="3797" y="22"/>
                </a:cubicBezTo>
                <a:cubicBezTo>
                  <a:pt x="3796" y="22"/>
                  <a:pt x="3796" y="22"/>
                  <a:pt x="3795" y="22"/>
                </a:cubicBezTo>
                <a:cubicBezTo>
                  <a:pt x="3789" y="21"/>
                  <a:pt x="3782" y="19"/>
                  <a:pt x="3776" y="18"/>
                </a:cubicBezTo>
                <a:close/>
                <a:moveTo>
                  <a:pt x="3797" y="22"/>
                </a:moveTo>
                <a:cubicBezTo>
                  <a:pt x="3797" y="22"/>
                  <a:pt x="3797" y="22"/>
                  <a:pt x="3797" y="22"/>
                </a:cubicBezTo>
                <a:cubicBezTo>
                  <a:pt x="3797" y="22"/>
                  <a:pt x="3797" y="22"/>
                  <a:pt x="3797" y="22"/>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508" name="Google Shape;1508;p23"/>
          <p:cNvGrpSpPr/>
          <p:nvPr/>
        </p:nvGrpSpPr>
        <p:grpSpPr>
          <a:xfrm>
            <a:off x="6317501" y="3564403"/>
            <a:ext cx="2984673" cy="1579096"/>
            <a:chOff x="6317501" y="3564403"/>
            <a:chExt cx="2984673" cy="1579096"/>
          </a:xfrm>
        </p:grpSpPr>
        <p:sp>
          <p:nvSpPr>
            <p:cNvPr id="1509" name="Google Shape;1509;p23"/>
            <p:cNvSpPr/>
            <p:nvPr/>
          </p:nvSpPr>
          <p:spPr>
            <a:xfrm>
              <a:off x="6317501" y="4555725"/>
              <a:ext cx="2984673" cy="587775"/>
            </a:xfrm>
            <a:custGeom>
              <a:avLst/>
              <a:gdLst/>
              <a:ahLst/>
              <a:cxnLst/>
              <a:rect l="l" t="t" r="r" b="b"/>
              <a:pathLst>
                <a:path w="1835" h="361" extrusionOk="0">
                  <a:moveTo>
                    <a:pt x="25" y="341"/>
                  </a:moveTo>
                  <a:cubicBezTo>
                    <a:pt x="19" y="344"/>
                    <a:pt x="6" y="351"/>
                    <a:pt x="0" y="361"/>
                  </a:cubicBezTo>
                  <a:cubicBezTo>
                    <a:pt x="1835" y="361"/>
                    <a:pt x="1835" y="361"/>
                    <a:pt x="1835" y="361"/>
                  </a:cubicBezTo>
                  <a:cubicBezTo>
                    <a:pt x="1835" y="21"/>
                    <a:pt x="1835" y="21"/>
                    <a:pt x="1835" y="21"/>
                  </a:cubicBezTo>
                  <a:cubicBezTo>
                    <a:pt x="1826" y="22"/>
                    <a:pt x="1817" y="25"/>
                    <a:pt x="1810" y="31"/>
                  </a:cubicBezTo>
                  <a:cubicBezTo>
                    <a:pt x="1804" y="14"/>
                    <a:pt x="1792" y="0"/>
                    <a:pt x="1792" y="0"/>
                  </a:cubicBezTo>
                  <a:cubicBezTo>
                    <a:pt x="1792" y="0"/>
                    <a:pt x="1781" y="10"/>
                    <a:pt x="1773" y="23"/>
                  </a:cubicBezTo>
                  <a:cubicBezTo>
                    <a:pt x="1765" y="25"/>
                    <a:pt x="1749" y="29"/>
                    <a:pt x="1740" y="38"/>
                  </a:cubicBezTo>
                  <a:cubicBezTo>
                    <a:pt x="1736" y="23"/>
                    <a:pt x="1726" y="9"/>
                    <a:pt x="1726" y="9"/>
                  </a:cubicBezTo>
                  <a:cubicBezTo>
                    <a:pt x="1726" y="9"/>
                    <a:pt x="1712" y="20"/>
                    <a:pt x="1705" y="33"/>
                  </a:cubicBezTo>
                  <a:cubicBezTo>
                    <a:pt x="1699" y="29"/>
                    <a:pt x="1692" y="27"/>
                    <a:pt x="1687" y="25"/>
                  </a:cubicBezTo>
                  <a:cubicBezTo>
                    <a:pt x="1682" y="24"/>
                    <a:pt x="1678" y="24"/>
                    <a:pt x="1678" y="24"/>
                  </a:cubicBezTo>
                  <a:cubicBezTo>
                    <a:pt x="1678" y="24"/>
                    <a:pt x="1677" y="28"/>
                    <a:pt x="1677" y="35"/>
                  </a:cubicBezTo>
                  <a:cubicBezTo>
                    <a:pt x="1673" y="30"/>
                    <a:pt x="1667" y="27"/>
                    <a:pt x="1661" y="25"/>
                  </a:cubicBezTo>
                  <a:cubicBezTo>
                    <a:pt x="1651" y="20"/>
                    <a:pt x="1640" y="19"/>
                    <a:pt x="1640" y="19"/>
                  </a:cubicBezTo>
                  <a:cubicBezTo>
                    <a:pt x="1640" y="19"/>
                    <a:pt x="1640" y="23"/>
                    <a:pt x="1640" y="29"/>
                  </a:cubicBezTo>
                  <a:cubicBezTo>
                    <a:pt x="1636" y="22"/>
                    <a:pt x="1631" y="18"/>
                    <a:pt x="1631" y="18"/>
                  </a:cubicBezTo>
                  <a:cubicBezTo>
                    <a:pt x="1631" y="18"/>
                    <a:pt x="1625" y="23"/>
                    <a:pt x="1619" y="31"/>
                  </a:cubicBezTo>
                  <a:cubicBezTo>
                    <a:pt x="1614" y="16"/>
                    <a:pt x="1599" y="3"/>
                    <a:pt x="1599" y="3"/>
                  </a:cubicBezTo>
                  <a:cubicBezTo>
                    <a:pt x="1599" y="3"/>
                    <a:pt x="1595" y="8"/>
                    <a:pt x="1590" y="16"/>
                  </a:cubicBezTo>
                  <a:cubicBezTo>
                    <a:pt x="1586" y="23"/>
                    <a:pt x="1582" y="33"/>
                    <a:pt x="1582" y="42"/>
                  </a:cubicBezTo>
                  <a:cubicBezTo>
                    <a:pt x="1576" y="35"/>
                    <a:pt x="1570" y="30"/>
                    <a:pt x="1570" y="30"/>
                  </a:cubicBezTo>
                  <a:cubicBezTo>
                    <a:pt x="1570" y="30"/>
                    <a:pt x="1563" y="39"/>
                    <a:pt x="1558" y="51"/>
                  </a:cubicBezTo>
                  <a:cubicBezTo>
                    <a:pt x="1559" y="40"/>
                    <a:pt x="1558" y="31"/>
                    <a:pt x="1558" y="31"/>
                  </a:cubicBezTo>
                  <a:cubicBezTo>
                    <a:pt x="1558" y="31"/>
                    <a:pt x="1529" y="32"/>
                    <a:pt x="1513" y="45"/>
                  </a:cubicBezTo>
                  <a:cubicBezTo>
                    <a:pt x="1506" y="29"/>
                    <a:pt x="1493" y="16"/>
                    <a:pt x="1493" y="16"/>
                  </a:cubicBezTo>
                  <a:cubicBezTo>
                    <a:pt x="1493" y="16"/>
                    <a:pt x="1483" y="27"/>
                    <a:pt x="1476" y="40"/>
                  </a:cubicBezTo>
                  <a:cubicBezTo>
                    <a:pt x="1469" y="42"/>
                    <a:pt x="1452" y="47"/>
                    <a:pt x="1444" y="57"/>
                  </a:cubicBezTo>
                  <a:cubicBezTo>
                    <a:pt x="1440" y="43"/>
                    <a:pt x="1428" y="29"/>
                    <a:pt x="1428" y="29"/>
                  </a:cubicBezTo>
                  <a:cubicBezTo>
                    <a:pt x="1428" y="29"/>
                    <a:pt x="1416" y="40"/>
                    <a:pt x="1409" y="54"/>
                  </a:cubicBezTo>
                  <a:cubicBezTo>
                    <a:pt x="1397" y="48"/>
                    <a:pt x="1381" y="47"/>
                    <a:pt x="1381" y="47"/>
                  </a:cubicBezTo>
                  <a:cubicBezTo>
                    <a:pt x="1381" y="47"/>
                    <a:pt x="1381" y="51"/>
                    <a:pt x="1381" y="58"/>
                  </a:cubicBezTo>
                  <a:cubicBezTo>
                    <a:pt x="1377" y="54"/>
                    <a:pt x="1371" y="51"/>
                    <a:pt x="1365" y="49"/>
                  </a:cubicBezTo>
                  <a:cubicBezTo>
                    <a:pt x="1354" y="45"/>
                    <a:pt x="1344" y="44"/>
                    <a:pt x="1344" y="44"/>
                  </a:cubicBezTo>
                  <a:cubicBezTo>
                    <a:pt x="1344" y="44"/>
                    <a:pt x="1343" y="49"/>
                    <a:pt x="1344" y="55"/>
                  </a:cubicBezTo>
                  <a:cubicBezTo>
                    <a:pt x="1339" y="48"/>
                    <a:pt x="1335" y="43"/>
                    <a:pt x="1335" y="43"/>
                  </a:cubicBezTo>
                  <a:cubicBezTo>
                    <a:pt x="1335" y="43"/>
                    <a:pt x="1329" y="49"/>
                    <a:pt x="1323" y="57"/>
                  </a:cubicBezTo>
                  <a:cubicBezTo>
                    <a:pt x="1317" y="43"/>
                    <a:pt x="1302" y="31"/>
                    <a:pt x="1302" y="31"/>
                  </a:cubicBezTo>
                  <a:cubicBezTo>
                    <a:pt x="1302" y="31"/>
                    <a:pt x="1285" y="53"/>
                    <a:pt x="1287" y="71"/>
                  </a:cubicBezTo>
                  <a:cubicBezTo>
                    <a:pt x="1281" y="64"/>
                    <a:pt x="1275" y="59"/>
                    <a:pt x="1275" y="59"/>
                  </a:cubicBezTo>
                  <a:cubicBezTo>
                    <a:pt x="1275" y="59"/>
                    <a:pt x="1267" y="69"/>
                    <a:pt x="1263" y="81"/>
                  </a:cubicBezTo>
                  <a:cubicBezTo>
                    <a:pt x="1264" y="70"/>
                    <a:pt x="1263" y="61"/>
                    <a:pt x="1263" y="61"/>
                  </a:cubicBezTo>
                  <a:cubicBezTo>
                    <a:pt x="1263" y="61"/>
                    <a:pt x="1255" y="61"/>
                    <a:pt x="1246" y="64"/>
                  </a:cubicBezTo>
                  <a:cubicBezTo>
                    <a:pt x="1237" y="66"/>
                    <a:pt x="1226" y="70"/>
                    <a:pt x="1219" y="78"/>
                  </a:cubicBezTo>
                  <a:cubicBezTo>
                    <a:pt x="1211" y="62"/>
                    <a:pt x="1197" y="50"/>
                    <a:pt x="1197" y="50"/>
                  </a:cubicBezTo>
                  <a:cubicBezTo>
                    <a:pt x="1197" y="50"/>
                    <a:pt x="1187" y="61"/>
                    <a:pt x="1181" y="75"/>
                  </a:cubicBezTo>
                  <a:cubicBezTo>
                    <a:pt x="1174" y="77"/>
                    <a:pt x="1158" y="83"/>
                    <a:pt x="1150" y="93"/>
                  </a:cubicBezTo>
                  <a:cubicBezTo>
                    <a:pt x="1145" y="79"/>
                    <a:pt x="1133" y="66"/>
                    <a:pt x="1133" y="66"/>
                  </a:cubicBezTo>
                  <a:cubicBezTo>
                    <a:pt x="1133" y="66"/>
                    <a:pt x="1121" y="78"/>
                    <a:pt x="1115" y="92"/>
                  </a:cubicBezTo>
                  <a:cubicBezTo>
                    <a:pt x="1102" y="86"/>
                    <a:pt x="1087" y="86"/>
                    <a:pt x="1087" y="86"/>
                  </a:cubicBezTo>
                  <a:cubicBezTo>
                    <a:pt x="1087" y="86"/>
                    <a:pt x="1087" y="91"/>
                    <a:pt x="1087" y="97"/>
                  </a:cubicBezTo>
                  <a:cubicBezTo>
                    <a:pt x="1083" y="93"/>
                    <a:pt x="1076" y="90"/>
                    <a:pt x="1070" y="89"/>
                  </a:cubicBezTo>
                  <a:cubicBezTo>
                    <a:pt x="1059" y="86"/>
                    <a:pt x="1049" y="86"/>
                    <a:pt x="1049" y="86"/>
                  </a:cubicBezTo>
                  <a:cubicBezTo>
                    <a:pt x="1049" y="86"/>
                    <a:pt x="1049" y="90"/>
                    <a:pt x="1050" y="96"/>
                  </a:cubicBezTo>
                  <a:cubicBezTo>
                    <a:pt x="1045" y="89"/>
                    <a:pt x="1040" y="85"/>
                    <a:pt x="1040" y="85"/>
                  </a:cubicBezTo>
                  <a:cubicBezTo>
                    <a:pt x="1040" y="85"/>
                    <a:pt x="1035" y="91"/>
                    <a:pt x="1030" y="100"/>
                  </a:cubicBezTo>
                  <a:cubicBezTo>
                    <a:pt x="1022" y="86"/>
                    <a:pt x="1006" y="74"/>
                    <a:pt x="1006" y="74"/>
                  </a:cubicBezTo>
                  <a:cubicBezTo>
                    <a:pt x="1006" y="74"/>
                    <a:pt x="991" y="97"/>
                    <a:pt x="994" y="115"/>
                  </a:cubicBezTo>
                  <a:cubicBezTo>
                    <a:pt x="987" y="108"/>
                    <a:pt x="981" y="104"/>
                    <a:pt x="981" y="104"/>
                  </a:cubicBezTo>
                  <a:cubicBezTo>
                    <a:pt x="981" y="104"/>
                    <a:pt x="974" y="114"/>
                    <a:pt x="970" y="126"/>
                  </a:cubicBezTo>
                  <a:cubicBezTo>
                    <a:pt x="971" y="115"/>
                    <a:pt x="969" y="106"/>
                    <a:pt x="969" y="106"/>
                  </a:cubicBezTo>
                  <a:cubicBezTo>
                    <a:pt x="969" y="106"/>
                    <a:pt x="940" y="110"/>
                    <a:pt x="926" y="125"/>
                  </a:cubicBezTo>
                  <a:cubicBezTo>
                    <a:pt x="917" y="110"/>
                    <a:pt x="903" y="98"/>
                    <a:pt x="903" y="98"/>
                  </a:cubicBezTo>
                  <a:cubicBezTo>
                    <a:pt x="903" y="98"/>
                    <a:pt x="894" y="110"/>
                    <a:pt x="888" y="124"/>
                  </a:cubicBezTo>
                  <a:cubicBezTo>
                    <a:pt x="881" y="126"/>
                    <a:pt x="865" y="133"/>
                    <a:pt x="858" y="144"/>
                  </a:cubicBezTo>
                  <a:cubicBezTo>
                    <a:pt x="852" y="130"/>
                    <a:pt x="839" y="117"/>
                    <a:pt x="839" y="117"/>
                  </a:cubicBezTo>
                  <a:cubicBezTo>
                    <a:pt x="839" y="117"/>
                    <a:pt x="828" y="130"/>
                    <a:pt x="823" y="144"/>
                  </a:cubicBezTo>
                  <a:cubicBezTo>
                    <a:pt x="810" y="139"/>
                    <a:pt x="795" y="139"/>
                    <a:pt x="795" y="139"/>
                  </a:cubicBezTo>
                  <a:cubicBezTo>
                    <a:pt x="795" y="139"/>
                    <a:pt x="795" y="144"/>
                    <a:pt x="796" y="150"/>
                  </a:cubicBezTo>
                  <a:cubicBezTo>
                    <a:pt x="791" y="146"/>
                    <a:pt x="784" y="144"/>
                    <a:pt x="778" y="142"/>
                  </a:cubicBezTo>
                  <a:cubicBezTo>
                    <a:pt x="767" y="140"/>
                    <a:pt x="757" y="140"/>
                    <a:pt x="757" y="140"/>
                  </a:cubicBezTo>
                  <a:cubicBezTo>
                    <a:pt x="757" y="140"/>
                    <a:pt x="757" y="145"/>
                    <a:pt x="758" y="151"/>
                  </a:cubicBezTo>
                  <a:cubicBezTo>
                    <a:pt x="753" y="144"/>
                    <a:pt x="748" y="140"/>
                    <a:pt x="748" y="140"/>
                  </a:cubicBezTo>
                  <a:cubicBezTo>
                    <a:pt x="748" y="140"/>
                    <a:pt x="743" y="146"/>
                    <a:pt x="738" y="155"/>
                  </a:cubicBezTo>
                  <a:cubicBezTo>
                    <a:pt x="730" y="141"/>
                    <a:pt x="714" y="131"/>
                    <a:pt x="714" y="131"/>
                  </a:cubicBezTo>
                  <a:cubicBezTo>
                    <a:pt x="714" y="131"/>
                    <a:pt x="699" y="154"/>
                    <a:pt x="703" y="172"/>
                  </a:cubicBezTo>
                  <a:cubicBezTo>
                    <a:pt x="696" y="165"/>
                    <a:pt x="690" y="161"/>
                    <a:pt x="690" y="161"/>
                  </a:cubicBezTo>
                  <a:cubicBezTo>
                    <a:pt x="690" y="161"/>
                    <a:pt x="683" y="172"/>
                    <a:pt x="680" y="184"/>
                  </a:cubicBezTo>
                  <a:cubicBezTo>
                    <a:pt x="680" y="173"/>
                    <a:pt x="678" y="164"/>
                    <a:pt x="678" y="164"/>
                  </a:cubicBezTo>
                  <a:cubicBezTo>
                    <a:pt x="678" y="164"/>
                    <a:pt x="671" y="165"/>
                    <a:pt x="662" y="168"/>
                  </a:cubicBezTo>
                  <a:cubicBezTo>
                    <a:pt x="653" y="171"/>
                    <a:pt x="642" y="177"/>
                    <a:pt x="635" y="184"/>
                  </a:cubicBezTo>
                  <a:cubicBezTo>
                    <a:pt x="626" y="170"/>
                    <a:pt x="611" y="159"/>
                    <a:pt x="611" y="159"/>
                  </a:cubicBezTo>
                  <a:cubicBezTo>
                    <a:pt x="611" y="159"/>
                    <a:pt x="603" y="171"/>
                    <a:pt x="598" y="185"/>
                  </a:cubicBezTo>
                  <a:cubicBezTo>
                    <a:pt x="591" y="188"/>
                    <a:pt x="575" y="195"/>
                    <a:pt x="568" y="206"/>
                  </a:cubicBezTo>
                  <a:cubicBezTo>
                    <a:pt x="562" y="192"/>
                    <a:pt x="549" y="181"/>
                    <a:pt x="549" y="181"/>
                  </a:cubicBezTo>
                  <a:cubicBezTo>
                    <a:pt x="549" y="181"/>
                    <a:pt x="538" y="193"/>
                    <a:pt x="534" y="207"/>
                  </a:cubicBezTo>
                  <a:cubicBezTo>
                    <a:pt x="520" y="203"/>
                    <a:pt x="505" y="204"/>
                    <a:pt x="505" y="204"/>
                  </a:cubicBezTo>
                  <a:cubicBezTo>
                    <a:pt x="505" y="204"/>
                    <a:pt x="505" y="209"/>
                    <a:pt x="506" y="215"/>
                  </a:cubicBezTo>
                  <a:cubicBezTo>
                    <a:pt x="501" y="211"/>
                    <a:pt x="495" y="209"/>
                    <a:pt x="489" y="208"/>
                  </a:cubicBezTo>
                  <a:cubicBezTo>
                    <a:pt x="478" y="206"/>
                    <a:pt x="467" y="207"/>
                    <a:pt x="467" y="207"/>
                  </a:cubicBezTo>
                  <a:cubicBezTo>
                    <a:pt x="467" y="207"/>
                    <a:pt x="468" y="211"/>
                    <a:pt x="469" y="217"/>
                  </a:cubicBezTo>
                  <a:cubicBezTo>
                    <a:pt x="463" y="211"/>
                    <a:pt x="458" y="207"/>
                    <a:pt x="458" y="207"/>
                  </a:cubicBezTo>
                  <a:cubicBezTo>
                    <a:pt x="458" y="207"/>
                    <a:pt x="453" y="213"/>
                    <a:pt x="449" y="222"/>
                  </a:cubicBezTo>
                  <a:cubicBezTo>
                    <a:pt x="441" y="209"/>
                    <a:pt x="424" y="199"/>
                    <a:pt x="424" y="199"/>
                  </a:cubicBezTo>
                  <a:cubicBezTo>
                    <a:pt x="424" y="199"/>
                    <a:pt x="410" y="223"/>
                    <a:pt x="414" y="240"/>
                  </a:cubicBezTo>
                  <a:cubicBezTo>
                    <a:pt x="407" y="234"/>
                    <a:pt x="401" y="230"/>
                    <a:pt x="401" y="230"/>
                  </a:cubicBezTo>
                  <a:cubicBezTo>
                    <a:pt x="401" y="230"/>
                    <a:pt x="395" y="241"/>
                    <a:pt x="392" y="253"/>
                  </a:cubicBezTo>
                  <a:cubicBezTo>
                    <a:pt x="391" y="242"/>
                    <a:pt x="389" y="233"/>
                    <a:pt x="389" y="233"/>
                  </a:cubicBezTo>
                  <a:cubicBezTo>
                    <a:pt x="389" y="233"/>
                    <a:pt x="361" y="239"/>
                    <a:pt x="348" y="255"/>
                  </a:cubicBezTo>
                  <a:cubicBezTo>
                    <a:pt x="338" y="241"/>
                    <a:pt x="323" y="231"/>
                    <a:pt x="323" y="231"/>
                  </a:cubicBezTo>
                  <a:cubicBezTo>
                    <a:pt x="323" y="231"/>
                    <a:pt x="314" y="243"/>
                    <a:pt x="310" y="257"/>
                  </a:cubicBezTo>
                  <a:cubicBezTo>
                    <a:pt x="303" y="260"/>
                    <a:pt x="288" y="268"/>
                    <a:pt x="282" y="280"/>
                  </a:cubicBezTo>
                  <a:cubicBezTo>
                    <a:pt x="275" y="266"/>
                    <a:pt x="261" y="255"/>
                    <a:pt x="261" y="255"/>
                  </a:cubicBezTo>
                  <a:cubicBezTo>
                    <a:pt x="261" y="255"/>
                    <a:pt x="251" y="268"/>
                    <a:pt x="247" y="282"/>
                  </a:cubicBezTo>
                  <a:cubicBezTo>
                    <a:pt x="233" y="278"/>
                    <a:pt x="218" y="280"/>
                    <a:pt x="218" y="280"/>
                  </a:cubicBezTo>
                  <a:cubicBezTo>
                    <a:pt x="218" y="280"/>
                    <a:pt x="219" y="285"/>
                    <a:pt x="220" y="291"/>
                  </a:cubicBezTo>
                  <a:cubicBezTo>
                    <a:pt x="215" y="287"/>
                    <a:pt x="208" y="286"/>
                    <a:pt x="202" y="285"/>
                  </a:cubicBezTo>
                  <a:cubicBezTo>
                    <a:pt x="191" y="283"/>
                    <a:pt x="181" y="284"/>
                    <a:pt x="181" y="284"/>
                  </a:cubicBezTo>
                  <a:cubicBezTo>
                    <a:pt x="181" y="284"/>
                    <a:pt x="181" y="288"/>
                    <a:pt x="182" y="294"/>
                  </a:cubicBezTo>
                  <a:cubicBezTo>
                    <a:pt x="177" y="288"/>
                    <a:pt x="172" y="285"/>
                    <a:pt x="172" y="285"/>
                  </a:cubicBezTo>
                  <a:cubicBezTo>
                    <a:pt x="172" y="285"/>
                    <a:pt x="167" y="291"/>
                    <a:pt x="163" y="300"/>
                  </a:cubicBezTo>
                  <a:cubicBezTo>
                    <a:pt x="154" y="287"/>
                    <a:pt x="137" y="278"/>
                    <a:pt x="137" y="278"/>
                  </a:cubicBezTo>
                  <a:cubicBezTo>
                    <a:pt x="137" y="278"/>
                    <a:pt x="124" y="302"/>
                    <a:pt x="129" y="319"/>
                  </a:cubicBezTo>
                  <a:cubicBezTo>
                    <a:pt x="122" y="314"/>
                    <a:pt x="115" y="310"/>
                    <a:pt x="115" y="310"/>
                  </a:cubicBezTo>
                  <a:cubicBezTo>
                    <a:pt x="115" y="310"/>
                    <a:pt x="109" y="321"/>
                    <a:pt x="107" y="333"/>
                  </a:cubicBezTo>
                  <a:cubicBezTo>
                    <a:pt x="106" y="322"/>
                    <a:pt x="104" y="313"/>
                    <a:pt x="104" y="313"/>
                  </a:cubicBezTo>
                  <a:cubicBezTo>
                    <a:pt x="104" y="313"/>
                    <a:pt x="75" y="321"/>
                    <a:pt x="63" y="337"/>
                  </a:cubicBezTo>
                  <a:cubicBezTo>
                    <a:pt x="53" y="324"/>
                    <a:pt x="37" y="314"/>
                    <a:pt x="37" y="314"/>
                  </a:cubicBezTo>
                  <a:cubicBezTo>
                    <a:pt x="37" y="314"/>
                    <a:pt x="29" y="326"/>
                    <a:pt x="25" y="34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510" name="Google Shape;1510;p23"/>
            <p:cNvGrpSpPr/>
            <p:nvPr/>
          </p:nvGrpSpPr>
          <p:grpSpPr>
            <a:xfrm>
              <a:off x="6963735" y="3564403"/>
              <a:ext cx="1288918" cy="1350196"/>
              <a:chOff x="6963735" y="3564403"/>
              <a:chExt cx="1288918" cy="1350196"/>
            </a:xfrm>
          </p:grpSpPr>
          <p:grpSp>
            <p:nvGrpSpPr>
              <p:cNvPr id="1511" name="Google Shape;1511;p23"/>
              <p:cNvGrpSpPr/>
              <p:nvPr/>
            </p:nvGrpSpPr>
            <p:grpSpPr>
              <a:xfrm>
                <a:off x="7626768" y="3564403"/>
                <a:ext cx="342846" cy="1181857"/>
                <a:chOff x="1539875" y="3257551"/>
                <a:chExt cx="511176" cy="1762125"/>
              </a:xfrm>
            </p:grpSpPr>
            <p:sp>
              <p:nvSpPr>
                <p:cNvPr id="1512" name="Google Shape;1512;p23"/>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3" name="Google Shape;1513;p23"/>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4" name="Google Shape;1514;p23"/>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5" name="Google Shape;1515;p23"/>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6" name="Google Shape;1516;p23"/>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7" name="Google Shape;1517;p23"/>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18" name="Google Shape;1518;p23"/>
              <p:cNvGrpSpPr/>
              <p:nvPr/>
            </p:nvGrpSpPr>
            <p:grpSpPr>
              <a:xfrm>
                <a:off x="8066840" y="4081660"/>
                <a:ext cx="185813" cy="640708"/>
                <a:chOff x="1539875" y="3257551"/>
                <a:chExt cx="511176" cy="1762125"/>
              </a:xfrm>
            </p:grpSpPr>
            <p:sp>
              <p:nvSpPr>
                <p:cNvPr id="1519" name="Google Shape;1519;p23"/>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0" name="Google Shape;1520;p23"/>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1" name="Google Shape;1521;p23"/>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2" name="Google Shape;1522;p23"/>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3" name="Google Shape;1523;p23"/>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4" name="Google Shape;1524;p23"/>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25" name="Google Shape;1525;p23"/>
              <p:cNvGrpSpPr/>
              <p:nvPr/>
            </p:nvGrpSpPr>
            <p:grpSpPr>
              <a:xfrm flipH="1">
                <a:off x="6963735" y="4138736"/>
                <a:ext cx="225020" cy="775863"/>
                <a:chOff x="1539875" y="3257551"/>
                <a:chExt cx="511176" cy="1762125"/>
              </a:xfrm>
            </p:grpSpPr>
            <p:sp>
              <p:nvSpPr>
                <p:cNvPr id="1526" name="Google Shape;1526;p23"/>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7" name="Google Shape;1527;p23"/>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8" name="Google Shape;1528;p23"/>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9" name="Google Shape;1529;p23"/>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0" name="Google Shape;1530;p23"/>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1" name="Google Shape;1531;p23"/>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32" name="Google Shape;1532;p23"/>
              <p:cNvGrpSpPr/>
              <p:nvPr/>
            </p:nvGrpSpPr>
            <p:grpSpPr>
              <a:xfrm flipH="1">
                <a:off x="7347285" y="4044961"/>
                <a:ext cx="225020" cy="775863"/>
                <a:chOff x="1539875" y="3257551"/>
                <a:chExt cx="511176" cy="1762125"/>
              </a:xfrm>
            </p:grpSpPr>
            <p:sp>
              <p:nvSpPr>
                <p:cNvPr id="1533" name="Google Shape;1533;p23"/>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4" name="Google Shape;1534;p23"/>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5" name="Google Shape;1535;p23"/>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6" name="Google Shape;1536;p23"/>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7" name="Google Shape;1537;p23"/>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8" name="Google Shape;1538;p23"/>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1539" name="Google Shape;1539;p23"/>
          <p:cNvGrpSpPr/>
          <p:nvPr/>
        </p:nvGrpSpPr>
        <p:grpSpPr>
          <a:xfrm>
            <a:off x="-927487" y="534988"/>
            <a:ext cx="11379876" cy="2586676"/>
            <a:chOff x="-927487" y="534988"/>
            <a:chExt cx="11379876" cy="2586676"/>
          </a:xfrm>
        </p:grpSpPr>
        <p:grpSp>
          <p:nvGrpSpPr>
            <p:cNvPr id="1540" name="Google Shape;1540;p23"/>
            <p:cNvGrpSpPr/>
            <p:nvPr/>
          </p:nvGrpSpPr>
          <p:grpSpPr>
            <a:xfrm>
              <a:off x="-927487" y="534988"/>
              <a:ext cx="11379876" cy="1585638"/>
              <a:chOff x="-927487" y="534988"/>
              <a:chExt cx="11379876" cy="1585638"/>
            </a:xfrm>
          </p:grpSpPr>
          <p:sp>
            <p:nvSpPr>
              <p:cNvPr id="1541" name="Google Shape;1541;p23"/>
              <p:cNvSpPr/>
              <p:nvPr/>
            </p:nvSpPr>
            <p:spPr>
              <a:xfrm>
                <a:off x="7913463" y="1744495"/>
                <a:ext cx="2538925" cy="376131"/>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2" name="Google Shape;1542;p23"/>
              <p:cNvSpPr/>
              <p:nvPr/>
            </p:nvSpPr>
            <p:spPr>
              <a:xfrm flipH="1">
                <a:off x="-927487" y="534988"/>
                <a:ext cx="1642576" cy="640275"/>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543" name="Google Shape;1543;p23"/>
            <p:cNvSpPr/>
            <p:nvPr/>
          </p:nvSpPr>
          <p:spPr>
            <a:xfrm flipH="1">
              <a:off x="7200322" y="2847919"/>
              <a:ext cx="710808" cy="273745"/>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4" name="Google Shape;1544;p23"/>
            <p:cNvSpPr/>
            <p:nvPr/>
          </p:nvSpPr>
          <p:spPr>
            <a:xfrm>
              <a:off x="218290" y="1606247"/>
              <a:ext cx="1847839" cy="277075"/>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545"/>
        <p:cNvGrpSpPr/>
        <p:nvPr/>
      </p:nvGrpSpPr>
      <p:grpSpPr>
        <a:xfrm>
          <a:off x="0" y="0"/>
          <a:ext cx="0" cy="0"/>
          <a:chOff x="0" y="0"/>
          <a:chExt cx="0" cy="0"/>
        </a:xfrm>
      </p:grpSpPr>
      <p:pic>
        <p:nvPicPr>
          <p:cNvPr id="1546" name="Google Shape;1546;p24"/>
          <p:cNvPicPr preferRelativeResize="0"/>
          <p:nvPr/>
        </p:nvPicPr>
        <p:blipFill>
          <a:blip r:embed="rId2">
            <a:alphaModFix/>
          </a:blip>
          <a:stretch>
            <a:fillRect/>
          </a:stretch>
        </p:blipFill>
        <p:spPr>
          <a:xfrm>
            <a:off x="25" y="0"/>
            <a:ext cx="9144000" cy="5143500"/>
          </a:xfrm>
          <a:prstGeom prst="rect">
            <a:avLst/>
          </a:prstGeom>
          <a:noFill/>
          <a:ln>
            <a:noFill/>
          </a:ln>
        </p:spPr>
      </p:pic>
      <p:cxnSp>
        <p:nvCxnSpPr>
          <p:cNvPr id="1547" name="Google Shape;1547;p24"/>
          <p:cNvCxnSpPr/>
          <p:nvPr/>
        </p:nvCxnSpPr>
        <p:spPr>
          <a:xfrm>
            <a:off x="4572000" y="-200925"/>
            <a:ext cx="0" cy="583800"/>
          </a:xfrm>
          <a:prstGeom prst="straightConnector1">
            <a:avLst/>
          </a:prstGeom>
          <a:noFill/>
          <a:ln w="9525" cap="flat" cmpd="sng">
            <a:solidFill>
              <a:schemeClr val="dk1"/>
            </a:solidFill>
            <a:prstDash val="solid"/>
            <a:round/>
            <a:headEnd type="none" w="med" len="med"/>
            <a:tailEnd type="diamond" w="med" len="med"/>
          </a:ln>
        </p:spPr>
      </p:cxnSp>
      <p:grpSp>
        <p:nvGrpSpPr>
          <p:cNvPr id="1548" name="Google Shape;1548;p24"/>
          <p:cNvGrpSpPr/>
          <p:nvPr/>
        </p:nvGrpSpPr>
        <p:grpSpPr>
          <a:xfrm>
            <a:off x="-381375" y="4160999"/>
            <a:ext cx="9616951" cy="983475"/>
            <a:chOff x="-381375" y="4160999"/>
            <a:chExt cx="9616951" cy="983475"/>
          </a:xfrm>
        </p:grpSpPr>
        <p:sp>
          <p:nvSpPr>
            <p:cNvPr id="1549" name="Google Shape;1549;p24"/>
            <p:cNvSpPr/>
            <p:nvPr/>
          </p:nvSpPr>
          <p:spPr>
            <a:xfrm>
              <a:off x="-381375" y="4160999"/>
              <a:ext cx="5808290" cy="983475"/>
            </a:xfrm>
            <a:custGeom>
              <a:avLst/>
              <a:gdLst/>
              <a:ahLst/>
              <a:cxnLst/>
              <a:rect l="l" t="t" r="r" b="b"/>
              <a:pathLst>
                <a:path w="2357" h="399" extrusionOk="0">
                  <a:moveTo>
                    <a:pt x="377" y="37"/>
                  </a:moveTo>
                  <a:cubicBezTo>
                    <a:pt x="284" y="55"/>
                    <a:pt x="130" y="96"/>
                    <a:pt x="0" y="132"/>
                  </a:cubicBezTo>
                  <a:cubicBezTo>
                    <a:pt x="0" y="399"/>
                    <a:pt x="0" y="399"/>
                    <a:pt x="0" y="399"/>
                  </a:cubicBezTo>
                  <a:cubicBezTo>
                    <a:pt x="2357" y="399"/>
                    <a:pt x="2357" y="399"/>
                    <a:pt x="2357" y="399"/>
                  </a:cubicBezTo>
                  <a:cubicBezTo>
                    <a:pt x="2357" y="399"/>
                    <a:pt x="1024" y="32"/>
                    <a:pt x="880" y="18"/>
                  </a:cubicBezTo>
                  <a:cubicBezTo>
                    <a:pt x="736" y="5"/>
                    <a:pt x="564" y="0"/>
                    <a:pt x="377" y="37"/>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0" name="Google Shape;1550;p24"/>
            <p:cNvSpPr/>
            <p:nvPr/>
          </p:nvSpPr>
          <p:spPr>
            <a:xfrm flipH="1">
              <a:off x="4903975" y="4759328"/>
              <a:ext cx="4331601" cy="384175"/>
            </a:xfrm>
            <a:custGeom>
              <a:avLst/>
              <a:gdLst/>
              <a:ahLst/>
              <a:cxnLst/>
              <a:rect l="l" t="t" r="r" b="b"/>
              <a:pathLst>
                <a:path w="1814" h="292" extrusionOk="0">
                  <a:moveTo>
                    <a:pt x="1814" y="284"/>
                  </a:moveTo>
                  <a:cubicBezTo>
                    <a:pt x="1814" y="284"/>
                    <a:pt x="1807" y="281"/>
                    <a:pt x="1798" y="278"/>
                  </a:cubicBezTo>
                  <a:cubicBezTo>
                    <a:pt x="1789" y="275"/>
                    <a:pt x="1777" y="273"/>
                    <a:pt x="1768" y="275"/>
                  </a:cubicBezTo>
                  <a:cubicBezTo>
                    <a:pt x="1768" y="260"/>
                    <a:pt x="1761" y="243"/>
                    <a:pt x="1761" y="243"/>
                  </a:cubicBezTo>
                  <a:cubicBezTo>
                    <a:pt x="1761" y="243"/>
                    <a:pt x="1748" y="247"/>
                    <a:pt x="1736" y="255"/>
                  </a:cubicBezTo>
                  <a:cubicBezTo>
                    <a:pt x="1729" y="253"/>
                    <a:pt x="1712" y="250"/>
                    <a:pt x="1700" y="255"/>
                  </a:cubicBezTo>
                  <a:cubicBezTo>
                    <a:pt x="1702" y="241"/>
                    <a:pt x="1697" y="226"/>
                    <a:pt x="1697" y="226"/>
                  </a:cubicBezTo>
                  <a:cubicBezTo>
                    <a:pt x="1697" y="226"/>
                    <a:pt x="1682" y="229"/>
                    <a:pt x="1671" y="237"/>
                  </a:cubicBezTo>
                  <a:cubicBezTo>
                    <a:pt x="1662" y="227"/>
                    <a:pt x="1648" y="220"/>
                    <a:pt x="1648" y="220"/>
                  </a:cubicBezTo>
                  <a:cubicBezTo>
                    <a:pt x="1648" y="220"/>
                    <a:pt x="1646" y="223"/>
                    <a:pt x="1644" y="229"/>
                  </a:cubicBezTo>
                  <a:cubicBezTo>
                    <a:pt x="1641" y="223"/>
                    <a:pt x="1637" y="219"/>
                    <a:pt x="1632" y="215"/>
                  </a:cubicBezTo>
                  <a:cubicBezTo>
                    <a:pt x="1624" y="207"/>
                    <a:pt x="1615" y="202"/>
                    <a:pt x="1615" y="202"/>
                  </a:cubicBezTo>
                  <a:cubicBezTo>
                    <a:pt x="1615" y="202"/>
                    <a:pt x="1613" y="206"/>
                    <a:pt x="1611" y="211"/>
                  </a:cubicBezTo>
                  <a:cubicBezTo>
                    <a:pt x="1609" y="203"/>
                    <a:pt x="1607" y="198"/>
                    <a:pt x="1607" y="198"/>
                  </a:cubicBezTo>
                  <a:cubicBezTo>
                    <a:pt x="1607" y="198"/>
                    <a:pt x="1599" y="200"/>
                    <a:pt x="1591" y="205"/>
                  </a:cubicBezTo>
                  <a:cubicBezTo>
                    <a:pt x="1591" y="190"/>
                    <a:pt x="1581" y="174"/>
                    <a:pt x="1581" y="174"/>
                  </a:cubicBezTo>
                  <a:cubicBezTo>
                    <a:pt x="1581" y="174"/>
                    <a:pt x="1558" y="186"/>
                    <a:pt x="1553" y="201"/>
                  </a:cubicBezTo>
                  <a:cubicBezTo>
                    <a:pt x="1550" y="193"/>
                    <a:pt x="1546" y="186"/>
                    <a:pt x="1546" y="186"/>
                  </a:cubicBezTo>
                  <a:cubicBezTo>
                    <a:pt x="1546" y="186"/>
                    <a:pt x="1536" y="191"/>
                    <a:pt x="1527" y="199"/>
                  </a:cubicBezTo>
                  <a:cubicBezTo>
                    <a:pt x="1532" y="191"/>
                    <a:pt x="1535" y="183"/>
                    <a:pt x="1535" y="183"/>
                  </a:cubicBezTo>
                  <a:cubicBezTo>
                    <a:pt x="1535" y="183"/>
                    <a:pt x="1528" y="181"/>
                    <a:pt x="1518" y="179"/>
                  </a:cubicBezTo>
                  <a:cubicBezTo>
                    <a:pt x="1509" y="177"/>
                    <a:pt x="1497" y="177"/>
                    <a:pt x="1488" y="180"/>
                  </a:cubicBezTo>
                  <a:cubicBezTo>
                    <a:pt x="1486" y="164"/>
                    <a:pt x="1478" y="148"/>
                    <a:pt x="1478" y="148"/>
                  </a:cubicBezTo>
                  <a:cubicBezTo>
                    <a:pt x="1478" y="148"/>
                    <a:pt x="1465" y="154"/>
                    <a:pt x="1454" y="163"/>
                  </a:cubicBezTo>
                  <a:cubicBezTo>
                    <a:pt x="1447" y="162"/>
                    <a:pt x="1430" y="161"/>
                    <a:pt x="1419" y="166"/>
                  </a:cubicBezTo>
                  <a:cubicBezTo>
                    <a:pt x="1419" y="152"/>
                    <a:pt x="1413" y="137"/>
                    <a:pt x="1413" y="137"/>
                  </a:cubicBezTo>
                  <a:cubicBezTo>
                    <a:pt x="1413" y="137"/>
                    <a:pt x="1398" y="142"/>
                    <a:pt x="1387" y="152"/>
                  </a:cubicBezTo>
                  <a:cubicBezTo>
                    <a:pt x="1378" y="142"/>
                    <a:pt x="1363" y="137"/>
                    <a:pt x="1363" y="137"/>
                  </a:cubicBezTo>
                  <a:cubicBezTo>
                    <a:pt x="1363" y="137"/>
                    <a:pt x="1362" y="140"/>
                    <a:pt x="1360" y="146"/>
                  </a:cubicBezTo>
                  <a:cubicBezTo>
                    <a:pt x="1357" y="141"/>
                    <a:pt x="1352" y="136"/>
                    <a:pt x="1347" y="133"/>
                  </a:cubicBezTo>
                  <a:cubicBezTo>
                    <a:pt x="1338" y="126"/>
                    <a:pt x="1329" y="122"/>
                    <a:pt x="1329" y="122"/>
                  </a:cubicBezTo>
                  <a:cubicBezTo>
                    <a:pt x="1329" y="122"/>
                    <a:pt x="1327" y="126"/>
                    <a:pt x="1326" y="131"/>
                  </a:cubicBezTo>
                  <a:cubicBezTo>
                    <a:pt x="1323" y="124"/>
                    <a:pt x="1321" y="118"/>
                    <a:pt x="1321" y="118"/>
                  </a:cubicBezTo>
                  <a:cubicBezTo>
                    <a:pt x="1321" y="118"/>
                    <a:pt x="1313" y="121"/>
                    <a:pt x="1306" y="127"/>
                  </a:cubicBezTo>
                  <a:cubicBezTo>
                    <a:pt x="1304" y="112"/>
                    <a:pt x="1293" y="97"/>
                    <a:pt x="1293" y="97"/>
                  </a:cubicBezTo>
                  <a:cubicBezTo>
                    <a:pt x="1293" y="97"/>
                    <a:pt x="1271" y="110"/>
                    <a:pt x="1267" y="126"/>
                  </a:cubicBezTo>
                  <a:cubicBezTo>
                    <a:pt x="1263" y="118"/>
                    <a:pt x="1259" y="112"/>
                    <a:pt x="1259" y="112"/>
                  </a:cubicBezTo>
                  <a:cubicBezTo>
                    <a:pt x="1259" y="112"/>
                    <a:pt x="1249" y="118"/>
                    <a:pt x="1242" y="127"/>
                  </a:cubicBezTo>
                  <a:cubicBezTo>
                    <a:pt x="1246" y="118"/>
                    <a:pt x="1247" y="110"/>
                    <a:pt x="1247" y="110"/>
                  </a:cubicBezTo>
                  <a:cubicBezTo>
                    <a:pt x="1247" y="110"/>
                    <a:pt x="1219" y="103"/>
                    <a:pt x="1201" y="110"/>
                  </a:cubicBezTo>
                  <a:cubicBezTo>
                    <a:pt x="1199" y="103"/>
                    <a:pt x="1196" y="95"/>
                    <a:pt x="1194" y="90"/>
                  </a:cubicBezTo>
                  <a:cubicBezTo>
                    <a:pt x="1191" y="84"/>
                    <a:pt x="1189" y="80"/>
                    <a:pt x="1189" y="80"/>
                  </a:cubicBezTo>
                  <a:cubicBezTo>
                    <a:pt x="1189" y="80"/>
                    <a:pt x="1176" y="87"/>
                    <a:pt x="1166" y="97"/>
                  </a:cubicBezTo>
                  <a:cubicBezTo>
                    <a:pt x="1158" y="96"/>
                    <a:pt x="1141" y="96"/>
                    <a:pt x="1131" y="103"/>
                  </a:cubicBezTo>
                  <a:cubicBezTo>
                    <a:pt x="1130" y="89"/>
                    <a:pt x="1123" y="74"/>
                    <a:pt x="1123" y="74"/>
                  </a:cubicBezTo>
                  <a:cubicBezTo>
                    <a:pt x="1123" y="74"/>
                    <a:pt x="1108" y="81"/>
                    <a:pt x="1098" y="91"/>
                  </a:cubicBezTo>
                  <a:cubicBezTo>
                    <a:pt x="1088" y="82"/>
                    <a:pt x="1073" y="78"/>
                    <a:pt x="1073" y="78"/>
                  </a:cubicBezTo>
                  <a:cubicBezTo>
                    <a:pt x="1073" y="78"/>
                    <a:pt x="1072" y="81"/>
                    <a:pt x="1071" y="87"/>
                  </a:cubicBezTo>
                  <a:cubicBezTo>
                    <a:pt x="1067" y="82"/>
                    <a:pt x="1062" y="78"/>
                    <a:pt x="1057" y="75"/>
                  </a:cubicBezTo>
                  <a:cubicBezTo>
                    <a:pt x="1052" y="72"/>
                    <a:pt x="1047" y="70"/>
                    <a:pt x="1044" y="68"/>
                  </a:cubicBezTo>
                  <a:cubicBezTo>
                    <a:pt x="1040" y="67"/>
                    <a:pt x="1038" y="66"/>
                    <a:pt x="1038" y="66"/>
                  </a:cubicBezTo>
                  <a:cubicBezTo>
                    <a:pt x="1038" y="66"/>
                    <a:pt x="1036" y="70"/>
                    <a:pt x="1035" y="75"/>
                  </a:cubicBezTo>
                  <a:cubicBezTo>
                    <a:pt x="1032" y="68"/>
                    <a:pt x="1029" y="63"/>
                    <a:pt x="1029" y="63"/>
                  </a:cubicBezTo>
                  <a:cubicBezTo>
                    <a:pt x="1029" y="63"/>
                    <a:pt x="1022" y="66"/>
                    <a:pt x="1015" y="72"/>
                  </a:cubicBezTo>
                  <a:cubicBezTo>
                    <a:pt x="1012" y="58"/>
                    <a:pt x="1000" y="44"/>
                    <a:pt x="1000" y="44"/>
                  </a:cubicBezTo>
                  <a:cubicBezTo>
                    <a:pt x="1000" y="44"/>
                    <a:pt x="979" y="58"/>
                    <a:pt x="976" y="74"/>
                  </a:cubicBezTo>
                  <a:cubicBezTo>
                    <a:pt x="972" y="67"/>
                    <a:pt x="968" y="61"/>
                    <a:pt x="968" y="61"/>
                  </a:cubicBezTo>
                  <a:cubicBezTo>
                    <a:pt x="968" y="61"/>
                    <a:pt x="958" y="68"/>
                    <a:pt x="951" y="77"/>
                  </a:cubicBezTo>
                  <a:cubicBezTo>
                    <a:pt x="954" y="68"/>
                    <a:pt x="956" y="60"/>
                    <a:pt x="956" y="60"/>
                  </a:cubicBezTo>
                  <a:cubicBezTo>
                    <a:pt x="956" y="60"/>
                    <a:pt x="927" y="55"/>
                    <a:pt x="909" y="64"/>
                  </a:cubicBezTo>
                  <a:cubicBezTo>
                    <a:pt x="905" y="48"/>
                    <a:pt x="895" y="34"/>
                    <a:pt x="895" y="34"/>
                  </a:cubicBezTo>
                  <a:cubicBezTo>
                    <a:pt x="895" y="34"/>
                    <a:pt x="883" y="42"/>
                    <a:pt x="873" y="52"/>
                  </a:cubicBezTo>
                  <a:cubicBezTo>
                    <a:pt x="866" y="52"/>
                    <a:pt x="849" y="54"/>
                    <a:pt x="839" y="61"/>
                  </a:cubicBezTo>
                  <a:cubicBezTo>
                    <a:pt x="837" y="47"/>
                    <a:pt x="829" y="33"/>
                    <a:pt x="829" y="33"/>
                  </a:cubicBezTo>
                  <a:cubicBezTo>
                    <a:pt x="829" y="33"/>
                    <a:pt x="814" y="41"/>
                    <a:pt x="806" y="51"/>
                  </a:cubicBezTo>
                  <a:cubicBezTo>
                    <a:pt x="794" y="44"/>
                    <a:pt x="780" y="40"/>
                    <a:pt x="780" y="40"/>
                  </a:cubicBezTo>
                  <a:cubicBezTo>
                    <a:pt x="780" y="40"/>
                    <a:pt x="779" y="44"/>
                    <a:pt x="778" y="49"/>
                  </a:cubicBezTo>
                  <a:cubicBezTo>
                    <a:pt x="774" y="45"/>
                    <a:pt x="769" y="41"/>
                    <a:pt x="763" y="38"/>
                  </a:cubicBezTo>
                  <a:cubicBezTo>
                    <a:pt x="753" y="33"/>
                    <a:pt x="743" y="31"/>
                    <a:pt x="743" y="31"/>
                  </a:cubicBezTo>
                  <a:cubicBezTo>
                    <a:pt x="743" y="31"/>
                    <a:pt x="742" y="34"/>
                    <a:pt x="742" y="40"/>
                  </a:cubicBezTo>
                  <a:cubicBezTo>
                    <a:pt x="738" y="33"/>
                    <a:pt x="735" y="28"/>
                    <a:pt x="735" y="28"/>
                  </a:cubicBezTo>
                  <a:cubicBezTo>
                    <a:pt x="735" y="28"/>
                    <a:pt x="728" y="32"/>
                    <a:pt x="721" y="38"/>
                  </a:cubicBezTo>
                  <a:cubicBezTo>
                    <a:pt x="718" y="25"/>
                    <a:pt x="705" y="11"/>
                    <a:pt x="705" y="11"/>
                  </a:cubicBezTo>
                  <a:cubicBezTo>
                    <a:pt x="705" y="11"/>
                    <a:pt x="684" y="27"/>
                    <a:pt x="683" y="43"/>
                  </a:cubicBezTo>
                  <a:cubicBezTo>
                    <a:pt x="678" y="36"/>
                    <a:pt x="673" y="31"/>
                    <a:pt x="673" y="31"/>
                  </a:cubicBezTo>
                  <a:cubicBezTo>
                    <a:pt x="673" y="31"/>
                    <a:pt x="664" y="38"/>
                    <a:pt x="658" y="48"/>
                  </a:cubicBezTo>
                  <a:cubicBezTo>
                    <a:pt x="660" y="38"/>
                    <a:pt x="661" y="30"/>
                    <a:pt x="661" y="30"/>
                  </a:cubicBezTo>
                  <a:cubicBezTo>
                    <a:pt x="661" y="30"/>
                    <a:pt x="632" y="27"/>
                    <a:pt x="615" y="37"/>
                  </a:cubicBezTo>
                  <a:cubicBezTo>
                    <a:pt x="610" y="23"/>
                    <a:pt x="599" y="9"/>
                    <a:pt x="599" y="9"/>
                  </a:cubicBezTo>
                  <a:cubicBezTo>
                    <a:pt x="599" y="9"/>
                    <a:pt x="587" y="17"/>
                    <a:pt x="578" y="28"/>
                  </a:cubicBezTo>
                  <a:cubicBezTo>
                    <a:pt x="571" y="29"/>
                    <a:pt x="554" y="32"/>
                    <a:pt x="545" y="39"/>
                  </a:cubicBezTo>
                  <a:cubicBezTo>
                    <a:pt x="542" y="26"/>
                    <a:pt x="533" y="13"/>
                    <a:pt x="533" y="13"/>
                  </a:cubicBezTo>
                  <a:cubicBezTo>
                    <a:pt x="533" y="13"/>
                    <a:pt x="519" y="21"/>
                    <a:pt x="511" y="32"/>
                  </a:cubicBezTo>
                  <a:cubicBezTo>
                    <a:pt x="499" y="25"/>
                    <a:pt x="484" y="23"/>
                    <a:pt x="484" y="23"/>
                  </a:cubicBezTo>
                  <a:cubicBezTo>
                    <a:pt x="484" y="23"/>
                    <a:pt x="483" y="27"/>
                    <a:pt x="483" y="32"/>
                  </a:cubicBezTo>
                  <a:cubicBezTo>
                    <a:pt x="479" y="28"/>
                    <a:pt x="473" y="25"/>
                    <a:pt x="468" y="22"/>
                  </a:cubicBezTo>
                  <a:cubicBezTo>
                    <a:pt x="457" y="18"/>
                    <a:pt x="447" y="16"/>
                    <a:pt x="447" y="16"/>
                  </a:cubicBezTo>
                  <a:cubicBezTo>
                    <a:pt x="447" y="16"/>
                    <a:pt x="446" y="20"/>
                    <a:pt x="446" y="25"/>
                  </a:cubicBezTo>
                  <a:cubicBezTo>
                    <a:pt x="442" y="19"/>
                    <a:pt x="438" y="14"/>
                    <a:pt x="438" y="14"/>
                  </a:cubicBezTo>
                  <a:cubicBezTo>
                    <a:pt x="438" y="14"/>
                    <a:pt x="432" y="19"/>
                    <a:pt x="426" y="25"/>
                  </a:cubicBezTo>
                  <a:cubicBezTo>
                    <a:pt x="421" y="12"/>
                    <a:pt x="407" y="0"/>
                    <a:pt x="407" y="0"/>
                  </a:cubicBezTo>
                  <a:cubicBezTo>
                    <a:pt x="407" y="0"/>
                    <a:pt x="388" y="17"/>
                    <a:pt x="388" y="33"/>
                  </a:cubicBezTo>
                  <a:cubicBezTo>
                    <a:pt x="383" y="26"/>
                    <a:pt x="377" y="22"/>
                    <a:pt x="377" y="22"/>
                  </a:cubicBezTo>
                  <a:cubicBezTo>
                    <a:pt x="377" y="22"/>
                    <a:pt x="369" y="29"/>
                    <a:pt x="363" y="40"/>
                  </a:cubicBezTo>
                  <a:cubicBezTo>
                    <a:pt x="365" y="30"/>
                    <a:pt x="365" y="22"/>
                    <a:pt x="365" y="22"/>
                  </a:cubicBezTo>
                  <a:cubicBezTo>
                    <a:pt x="365" y="22"/>
                    <a:pt x="336" y="21"/>
                    <a:pt x="319" y="32"/>
                  </a:cubicBezTo>
                  <a:cubicBezTo>
                    <a:pt x="313" y="18"/>
                    <a:pt x="301" y="5"/>
                    <a:pt x="301" y="5"/>
                  </a:cubicBezTo>
                  <a:cubicBezTo>
                    <a:pt x="301" y="5"/>
                    <a:pt x="290" y="15"/>
                    <a:pt x="282" y="26"/>
                  </a:cubicBezTo>
                  <a:cubicBezTo>
                    <a:pt x="275" y="28"/>
                    <a:pt x="259" y="31"/>
                    <a:pt x="250" y="40"/>
                  </a:cubicBezTo>
                  <a:cubicBezTo>
                    <a:pt x="246" y="27"/>
                    <a:pt x="235" y="14"/>
                    <a:pt x="235" y="14"/>
                  </a:cubicBezTo>
                  <a:cubicBezTo>
                    <a:pt x="235" y="14"/>
                    <a:pt x="222" y="24"/>
                    <a:pt x="215" y="36"/>
                  </a:cubicBezTo>
                  <a:cubicBezTo>
                    <a:pt x="203" y="30"/>
                    <a:pt x="188" y="28"/>
                    <a:pt x="188" y="28"/>
                  </a:cubicBezTo>
                  <a:cubicBezTo>
                    <a:pt x="188" y="28"/>
                    <a:pt x="187" y="32"/>
                    <a:pt x="187" y="38"/>
                  </a:cubicBezTo>
                  <a:cubicBezTo>
                    <a:pt x="183" y="34"/>
                    <a:pt x="177" y="31"/>
                    <a:pt x="171" y="30"/>
                  </a:cubicBezTo>
                  <a:cubicBezTo>
                    <a:pt x="161" y="26"/>
                    <a:pt x="150" y="25"/>
                    <a:pt x="150" y="25"/>
                  </a:cubicBezTo>
                  <a:cubicBezTo>
                    <a:pt x="150" y="25"/>
                    <a:pt x="150" y="29"/>
                    <a:pt x="150" y="34"/>
                  </a:cubicBezTo>
                  <a:cubicBezTo>
                    <a:pt x="146" y="28"/>
                    <a:pt x="141" y="24"/>
                    <a:pt x="141" y="24"/>
                  </a:cubicBezTo>
                  <a:cubicBezTo>
                    <a:pt x="141" y="24"/>
                    <a:pt x="135" y="29"/>
                    <a:pt x="130" y="36"/>
                  </a:cubicBezTo>
                  <a:cubicBezTo>
                    <a:pt x="124" y="23"/>
                    <a:pt x="109" y="12"/>
                    <a:pt x="109" y="12"/>
                  </a:cubicBezTo>
                  <a:cubicBezTo>
                    <a:pt x="109" y="12"/>
                    <a:pt x="92" y="32"/>
                    <a:pt x="93" y="48"/>
                  </a:cubicBezTo>
                  <a:cubicBezTo>
                    <a:pt x="87" y="41"/>
                    <a:pt x="81" y="37"/>
                    <a:pt x="81" y="37"/>
                  </a:cubicBezTo>
                  <a:cubicBezTo>
                    <a:pt x="81" y="37"/>
                    <a:pt x="79" y="39"/>
                    <a:pt x="76" y="43"/>
                  </a:cubicBezTo>
                  <a:cubicBezTo>
                    <a:pt x="74" y="46"/>
                    <a:pt x="71" y="51"/>
                    <a:pt x="69" y="57"/>
                  </a:cubicBezTo>
                  <a:cubicBezTo>
                    <a:pt x="70" y="47"/>
                    <a:pt x="69" y="39"/>
                    <a:pt x="69" y="39"/>
                  </a:cubicBezTo>
                  <a:cubicBezTo>
                    <a:pt x="69" y="39"/>
                    <a:pt x="40" y="41"/>
                    <a:pt x="24" y="54"/>
                  </a:cubicBezTo>
                  <a:cubicBezTo>
                    <a:pt x="17" y="40"/>
                    <a:pt x="3" y="29"/>
                    <a:pt x="3" y="29"/>
                  </a:cubicBezTo>
                  <a:cubicBezTo>
                    <a:pt x="3" y="29"/>
                    <a:pt x="2" y="31"/>
                    <a:pt x="0" y="33"/>
                  </a:cubicBezTo>
                  <a:cubicBezTo>
                    <a:pt x="0" y="292"/>
                    <a:pt x="0" y="292"/>
                    <a:pt x="0" y="292"/>
                  </a:cubicBezTo>
                  <a:cubicBezTo>
                    <a:pt x="1809" y="292"/>
                    <a:pt x="1809" y="292"/>
                    <a:pt x="1809" y="292"/>
                  </a:cubicBezTo>
                  <a:cubicBezTo>
                    <a:pt x="1812" y="287"/>
                    <a:pt x="1814" y="284"/>
                    <a:pt x="1814" y="284"/>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51" name="Google Shape;1551;p24"/>
          <p:cNvGrpSpPr/>
          <p:nvPr/>
        </p:nvGrpSpPr>
        <p:grpSpPr>
          <a:xfrm flipH="1">
            <a:off x="-264014" y="382883"/>
            <a:ext cx="9038612" cy="983467"/>
            <a:chOff x="671477" y="204283"/>
            <a:chExt cx="9038612" cy="983467"/>
          </a:xfrm>
        </p:grpSpPr>
        <p:sp>
          <p:nvSpPr>
            <p:cNvPr id="1552" name="Google Shape;1552;p24"/>
            <p:cNvSpPr/>
            <p:nvPr/>
          </p:nvSpPr>
          <p:spPr>
            <a:xfrm>
              <a:off x="671477" y="305863"/>
              <a:ext cx="1207140" cy="181011"/>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3" name="Google Shape;1553;p24"/>
            <p:cNvSpPr/>
            <p:nvPr/>
          </p:nvSpPr>
          <p:spPr>
            <a:xfrm flipH="1">
              <a:off x="8999281" y="910680"/>
              <a:ext cx="710808" cy="277069"/>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4" name="Google Shape;1554;p24"/>
            <p:cNvSpPr/>
            <p:nvPr/>
          </p:nvSpPr>
          <p:spPr>
            <a:xfrm>
              <a:off x="7566477" y="204283"/>
              <a:ext cx="985601" cy="384175"/>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55" name="Google Shape;1555;p24"/>
          <p:cNvGrpSpPr/>
          <p:nvPr/>
        </p:nvGrpSpPr>
        <p:grpSpPr>
          <a:xfrm flipH="1">
            <a:off x="-68398" y="4608493"/>
            <a:ext cx="1793331" cy="532196"/>
            <a:chOff x="4865200" y="2376538"/>
            <a:chExt cx="4022725" cy="1193801"/>
          </a:xfrm>
        </p:grpSpPr>
        <p:sp>
          <p:nvSpPr>
            <p:cNvPr id="1556" name="Google Shape;1556;p24"/>
            <p:cNvSpPr/>
            <p:nvPr/>
          </p:nvSpPr>
          <p:spPr>
            <a:xfrm>
              <a:off x="4865200" y="2376538"/>
              <a:ext cx="2357439" cy="1193801"/>
            </a:xfrm>
            <a:custGeom>
              <a:avLst/>
              <a:gdLst/>
              <a:ahLst/>
              <a:cxnLst/>
              <a:rect l="l" t="t" r="r" b="b"/>
              <a:pathLst>
                <a:path w="1288" h="652" extrusionOk="0">
                  <a:moveTo>
                    <a:pt x="1288" y="652"/>
                  </a:moveTo>
                  <a:cubicBezTo>
                    <a:pt x="131" y="652"/>
                    <a:pt x="131" y="652"/>
                    <a:pt x="131" y="652"/>
                  </a:cubicBezTo>
                  <a:cubicBezTo>
                    <a:pt x="59" y="652"/>
                    <a:pt x="0" y="594"/>
                    <a:pt x="0" y="521"/>
                  </a:cubicBezTo>
                  <a:cubicBezTo>
                    <a:pt x="0" y="521"/>
                    <a:pt x="0" y="521"/>
                    <a:pt x="0" y="521"/>
                  </a:cubicBezTo>
                  <a:cubicBezTo>
                    <a:pt x="0" y="494"/>
                    <a:pt x="9" y="467"/>
                    <a:pt x="25" y="445"/>
                  </a:cubicBezTo>
                  <a:cubicBezTo>
                    <a:pt x="53" y="406"/>
                    <a:pt x="53" y="406"/>
                    <a:pt x="53" y="406"/>
                  </a:cubicBezTo>
                  <a:cubicBezTo>
                    <a:pt x="236" y="151"/>
                    <a:pt x="531" y="0"/>
                    <a:pt x="844" y="0"/>
                  </a:cubicBezTo>
                  <a:cubicBezTo>
                    <a:pt x="1288" y="0"/>
                    <a:pt x="1288" y="0"/>
                    <a:pt x="1288" y="0"/>
                  </a:cubicBezTo>
                  <a:lnTo>
                    <a:pt x="1288" y="652"/>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7" name="Google Shape;1557;p24"/>
            <p:cNvSpPr/>
            <p:nvPr/>
          </p:nvSpPr>
          <p:spPr>
            <a:xfrm>
              <a:off x="4865200" y="3330625"/>
              <a:ext cx="1146175" cy="239712"/>
            </a:xfrm>
            <a:custGeom>
              <a:avLst/>
              <a:gdLst/>
              <a:ahLst/>
              <a:cxnLst/>
              <a:rect l="l" t="t" r="r" b="b"/>
              <a:pathLst>
                <a:path w="626" h="131" extrusionOk="0">
                  <a:moveTo>
                    <a:pt x="0" y="0"/>
                  </a:moveTo>
                  <a:cubicBezTo>
                    <a:pt x="0" y="73"/>
                    <a:pt x="59" y="131"/>
                    <a:pt x="131" y="131"/>
                  </a:cubicBezTo>
                  <a:cubicBezTo>
                    <a:pt x="626" y="131"/>
                    <a:pt x="626" y="131"/>
                    <a:pt x="626" y="131"/>
                  </a:cubicBezTo>
                  <a:cubicBezTo>
                    <a:pt x="626" y="0"/>
                    <a:pt x="626" y="0"/>
                    <a:pt x="626" y="0"/>
                  </a:cubicBezTo>
                  <a:lnTo>
                    <a:pt x="0"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8" name="Google Shape;1558;p24"/>
            <p:cNvSpPr/>
            <p:nvPr/>
          </p:nvSpPr>
          <p:spPr>
            <a:xfrm>
              <a:off x="4896950" y="3451275"/>
              <a:ext cx="1114424" cy="119062"/>
            </a:xfrm>
            <a:custGeom>
              <a:avLst/>
              <a:gdLst/>
              <a:ahLst/>
              <a:cxnLst/>
              <a:rect l="l" t="t" r="r" b="b"/>
              <a:pathLst>
                <a:path w="609" h="65" extrusionOk="0">
                  <a:moveTo>
                    <a:pt x="114" y="65"/>
                  </a:moveTo>
                  <a:cubicBezTo>
                    <a:pt x="609" y="65"/>
                    <a:pt x="609" y="65"/>
                    <a:pt x="609" y="65"/>
                  </a:cubicBezTo>
                  <a:cubicBezTo>
                    <a:pt x="609" y="0"/>
                    <a:pt x="609" y="0"/>
                    <a:pt x="609" y="0"/>
                  </a:cubicBezTo>
                  <a:cubicBezTo>
                    <a:pt x="0" y="0"/>
                    <a:pt x="0" y="0"/>
                    <a:pt x="0" y="0"/>
                  </a:cubicBezTo>
                  <a:cubicBezTo>
                    <a:pt x="23" y="39"/>
                    <a:pt x="65" y="65"/>
                    <a:pt x="114" y="6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9" name="Google Shape;1559;p24"/>
            <p:cNvSpPr/>
            <p:nvPr/>
          </p:nvSpPr>
          <p:spPr>
            <a:xfrm>
              <a:off x="4938225" y="2903588"/>
              <a:ext cx="1104900" cy="247650"/>
            </a:xfrm>
            <a:custGeom>
              <a:avLst/>
              <a:gdLst/>
              <a:ahLst/>
              <a:cxnLst/>
              <a:rect l="l" t="t" r="r" b="b"/>
              <a:pathLst>
                <a:path w="604" h="135" extrusionOk="0">
                  <a:moveTo>
                    <a:pt x="604" y="0"/>
                  </a:moveTo>
                  <a:cubicBezTo>
                    <a:pt x="604" y="135"/>
                    <a:pt x="604" y="135"/>
                    <a:pt x="604" y="135"/>
                  </a:cubicBezTo>
                  <a:cubicBezTo>
                    <a:pt x="0" y="135"/>
                    <a:pt x="0" y="135"/>
                    <a:pt x="0" y="135"/>
                  </a:cubicBezTo>
                  <a:cubicBezTo>
                    <a:pt x="13" y="118"/>
                    <a:pt x="13" y="118"/>
                    <a:pt x="13" y="118"/>
                  </a:cubicBezTo>
                  <a:cubicBezTo>
                    <a:pt x="43" y="76"/>
                    <a:pt x="77" y="36"/>
                    <a:pt x="113" y="0"/>
                  </a:cubicBezTo>
                  <a:lnTo>
                    <a:pt x="60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0" name="Google Shape;1560;p24"/>
            <p:cNvSpPr/>
            <p:nvPr/>
          </p:nvSpPr>
          <p:spPr>
            <a:xfrm>
              <a:off x="4966800" y="2541638"/>
              <a:ext cx="1508125" cy="573087"/>
            </a:xfrm>
            <a:custGeom>
              <a:avLst/>
              <a:gdLst/>
              <a:ahLst/>
              <a:cxnLst/>
              <a:rect l="l" t="t" r="r" b="b"/>
              <a:pathLst>
                <a:path w="825" h="313" extrusionOk="0">
                  <a:moveTo>
                    <a:pt x="0" y="313"/>
                  </a:moveTo>
                  <a:cubicBezTo>
                    <a:pt x="825" y="313"/>
                    <a:pt x="825" y="313"/>
                    <a:pt x="825" y="313"/>
                  </a:cubicBezTo>
                  <a:cubicBezTo>
                    <a:pt x="825" y="0"/>
                    <a:pt x="825" y="0"/>
                    <a:pt x="825" y="0"/>
                  </a:cubicBezTo>
                  <a:cubicBezTo>
                    <a:pt x="382" y="0"/>
                    <a:pt x="382" y="0"/>
                    <a:pt x="382" y="0"/>
                  </a:cubicBezTo>
                  <a:cubicBezTo>
                    <a:pt x="232" y="69"/>
                    <a:pt x="100" y="176"/>
                    <a:pt x="0" y="31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1" name="Google Shape;1561;p24"/>
            <p:cNvSpPr/>
            <p:nvPr/>
          </p:nvSpPr>
          <p:spPr>
            <a:xfrm>
              <a:off x="5617675" y="2376538"/>
              <a:ext cx="3270250" cy="1193801"/>
            </a:xfrm>
            <a:custGeom>
              <a:avLst/>
              <a:gdLst/>
              <a:ahLst/>
              <a:cxnLst/>
              <a:rect l="l" t="t" r="r" b="b"/>
              <a:pathLst>
                <a:path w="1787" h="652" extrusionOk="0">
                  <a:moveTo>
                    <a:pt x="1787" y="0"/>
                  </a:moveTo>
                  <a:cubicBezTo>
                    <a:pt x="844" y="0"/>
                    <a:pt x="844" y="0"/>
                    <a:pt x="844" y="0"/>
                  </a:cubicBezTo>
                  <a:cubicBezTo>
                    <a:pt x="530" y="0"/>
                    <a:pt x="236" y="151"/>
                    <a:pt x="52" y="406"/>
                  </a:cubicBezTo>
                  <a:cubicBezTo>
                    <a:pt x="24" y="445"/>
                    <a:pt x="24" y="445"/>
                    <a:pt x="24" y="445"/>
                  </a:cubicBezTo>
                  <a:cubicBezTo>
                    <a:pt x="8" y="467"/>
                    <a:pt x="0" y="494"/>
                    <a:pt x="0" y="521"/>
                  </a:cubicBezTo>
                  <a:cubicBezTo>
                    <a:pt x="0" y="521"/>
                    <a:pt x="0" y="521"/>
                    <a:pt x="0" y="521"/>
                  </a:cubicBezTo>
                  <a:cubicBezTo>
                    <a:pt x="0" y="594"/>
                    <a:pt x="58" y="652"/>
                    <a:pt x="131" y="652"/>
                  </a:cubicBezTo>
                  <a:cubicBezTo>
                    <a:pt x="1787" y="652"/>
                    <a:pt x="1787" y="652"/>
                    <a:pt x="1787" y="652"/>
                  </a:cubicBezTo>
                  <a:lnTo>
                    <a:pt x="1787" y="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2" name="Google Shape;1562;p24"/>
            <p:cNvSpPr/>
            <p:nvPr/>
          </p:nvSpPr>
          <p:spPr>
            <a:xfrm>
              <a:off x="5690700" y="2903588"/>
              <a:ext cx="3197224" cy="247650"/>
            </a:xfrm>
            <a:custGeom>
              <a:avLst/>
              <a:gdLst/>
              <a:ahLst/>
              <a:cxnLst/>
              <a:rect l="l" t="t" r="r" b="b"/>
              <a:pathLst>
                <a:path w="1747" h="135" extrusionOk="0">
                  <a:moveTo>
                    <a:pt x="1747" y="0"/>
                  </a:moveTo>
                  <a:cubicBezTo>
                    <a:pt x="1747" y="135"/>
                    <a:pt x="1747" y="135"/>
                    <a:pt x="1747" y="135"/>
                  </a:cubicBezTo>
                  <a:cubicBezTo>
                    <a:pt x="0" y="135"/>
                    <a:pt x="0" y="135"/>
                    <a:pt x="0" y="135"/>
                  </a:cubicBezTo>
                  <a:cubicBezTo>
                    <a:pt x="12" y="118"/>
                    <a:pt x="12" y="118"/>
                    <a:pt x="12" y="118"/>
                  </a:cubicBezTo>
                  <a:cubicBezTo>
                    <a:pt x="43" y="76"/>
                    <a:pt x="76" y="36"/>
                    <a:pt x="112" y="0"/>
                  </a:cubicBezTo>
                  <a:lnTo>
                    <a:pt x="1747"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3" name="Google Shape;1563;p24"/>
            <p:cNvSpPr/>
            <p:nvPr/>
          </p:nvSpPr>
          <p:spPr>
            <a:xfrm>
              <a:off x="5717688" y="2541638"/>
              <a:ext cx="696913" cy="573087"/>
            </a:xfrm>
            <a:custGeom>
              <a:avLst/>
              <a:gdLst/>
              <a:ahLst/>
              <a:cxnLst/>
              <a:rect l="l" t="t" r="r" b="b"/>
              <a:pathLst>
                <a:path w="381" h="313" extrusionOk="0">
                  <a:moveTo>
                    <a:pt x="0" y="313"/>
                  </a:moveTo>
                  <a:cubicBezTo>
                    <a:pt x="241" y="313"/>
                    <a:pt x="241" y="313"/>
                    <a:pt x="241" y="313"/>
                  </a:cubicBezTo>
                  <a:cubicBezTo>
                    <a:pt x="319" y="313"/>
                    <a:pt x="381" y="250"/>
                    <a:pt x="381" y="173"/>
                  </a:cubicBezTo>
                  <a:cubicBezTo>
                    <a:pt x="381" y="0"/>
                    <a:pt x="381" y="0"/>
                    <a:pt x="381" y="0"/>
                  </a:cubicBezTo>
                  <a:cubicBezTo>
                    <a:pt x="231" y="69"/>
                    <a:pt x="99" y="176"/>
                    <a:pt x="0" y="313"/>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4" name="Google Shape;1564;p24"/>
            <p:cNvSpPr/>
            <p:nvPr/>
          </p:nvSpPr>
          <p:spPr>
            <a:xfrm>
              <a:off x="5617675" y="3330625"/>
              <a:ext cx="3270250" cy="239712"/>
            </a:xfrm>
            <a:custGeom>
              <a:avLst/>
              <a:gdLst/>
              <a:ahLst/>
              <a:cxnLst/>
              <a:rect l="l" t="t" r="r" b="b"/>
              <a:pathLst>
                <a:path w="1787" h="131" extrusionOk="0">
                  <a:moveTo>
                    <a:pt x="1787" y="0"/>
                  </a:moveTo>
                  <a:cubicBezTo>
                    <a:pt x="1787" y="131"/>
                    <a:pt x="1787" y="131"/>
                    <a:pt x="1787" y="131"/>
                  </a:cubicBezTo>
                  <a:cubicBezTo>
                    <a:pt x="131" y="131"/>
                    <a:pt x="131" y="131"/>
                    <a:pt x="131" y="131"/>
                  </a:cubicBezTo>
                  <a:cubicBezTo>
                    <a:pt x="82" y="131"/>
                    <a:pt x="40" y="105"/>
                    <a:pt x="17" y="66"/>
                  </a:cubicBezTo>
                  <a:cubicBezTo>
                    <a:pt x="6" y="47"/>
                    <a:pt x="0" y="24"/>
                    <a:pt x="0" y="0"/>
                  </a:cubicBezTo>
                  <a:lnTo>
                    <a:pt x="1787"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5" name="Google Shape;1565;p24"/>
            <p:cNvSpPr/>
            <p:nvPr/>
          </p:nvSpPr>
          <p:spPr>
            <a:xfrm>
              <a:off x="5647838" y="3451275"/>
              <a:ext cx="3240087" cy="119062"/>
            </a:xfrm>
            <a:custGeom>
              <a:avLst/>
              <a:gdLst/>
              <a:ahLst/>
              <a:cxnLst/>
              <a:rect l="l" t="t" r="r" b="b"/>
              <a:pathLst>
                <a:path w="1770" h="65" extrusionOk="0">
                  <a:moveTo>
                    <a:pt x="1770" y="0"/>
                  </a:moveTo>
                  <a:cubicBezTo>
                    <a:pt x="1770" y="65"/>
                    <a:pt x="1770" y="65"/>
                    <a:pt x="1770" y="65"/>
                  </a:cubicBezTo>
                  <a:cubicBezTo>
                    <a:pt x="114" y="65"/>
                    <a:pt x="114" y="65"/>
                    <a:pt x="114" y="65"/>
                  </a:cubicBezTo>
                  <a:cubicBezTo>
                    <a:pt x="65" y="65"/>
                    <a:pt x="23" y="39"/>
                    <a:pt x="0" y="0"/>
                  </a:cubicBezTo>
                  <a:lnTo>
                    <a:pt x="177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6" name="Google Shape;1566;p24"/>
            <p:cNvSpPr/>
            <p:nvPr/>
          </p:nvSpPr>
          <p:spPr>
            <a:xfrm>
              <a:off x="6630500" y="2541638"/>
              <a:ext cx="449263" cy="858837"/>
            </a:xfrm>
            <a:custGeom>
              <a:avLst/>
              <a:gdLst/>
              <a:ahLst/>
              <a:cxnLst/>
              <a:rect l="l" t="t" r="r" b="b"/>
              <a:pathLst>
                <a:path w="245" h="469" extrusionOk="0">
                  <a:moveTo>
                    <a:pt x="207" y="0"/>
                  </a:moveTo>
                  <a:cubicBezTo>
                    <a:pt x="38" y="0"/>
                    <a:pt x="38" y="0"/>
                    <a:pt x="38" y="0"/>
                  </a:cubicBezTo>
                  <a:cubicBezTo>
                    <a:pt x="17" y="0"/>
                    <a:pt x="0" y="17"/>
                    <a:pt x="0" y="38"/>
                  </a:cubicBezTo>
                  <a:cubicBezTo>
                    <a:pt x="0" y="431"/>
                    <a:pt x="0" y="431"/>
                    <a:pt x="0" y="431"/>
                  </a:cubicBezTo>
                  <a:cubicBezTo>
                    <a:pt x="0" y="452"/>
                    <a:pt x="17" y="469"/>
                    <a:pt x="38" y="469"/>
                  </a:cubicBezTo>
                  <a:cubicBezTo>
                    <a:pt x="207" y="469"/>
                    <a:pt x="207" y="469"/>
                    <a:pt x="207" y="469"/>
                  </a:cubicBezTo>
                  <a:cubicBezTo>
                    <a:pt x="228" y="469"/>
                    <a:pt x="245" y="452"/>
                    <a:pt x="245" y="431"/>
                  </a:cubicBezTo>
                  <a:cubicBezTo>
                    <a:pt x="245" y="38"/>
                    <a:pt x="245" y="38"/>
                    <a:pt x="245" y="38"/>
                  </a:cubicBezTo>
                  <a:cubicBezTo>
                    <a:pt x="245" y="17"/>
                    <a:pt x="228" y="0"/>
                    <a:pt x="207" y="0"/>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7" name="Google Shape;1567;p24"/>
            <p:cNvSpPr/>
            <p:nvPr/>
          </p:nvSpPr>
          <p:spPr>
            <a:xfrm>
              <a:off x="6695588" y="2601963"/>
              <a:ext cx="319088" cy="320675"/>
            </a:xfrm>
            <a:custGeom>
              <a:avLst/>
              <a:gdLst/>
              <a:ahLst/>
              <a:cxnLst/>
              <a:rect l="l" t="t" r="r" b="b"/>
              <a:pathLst>
                <a:path w="175" h="175" extrusionOk="0">
                  <a:moveTo>
                    <a:pt x="155" y="0"/>
                  </a:moveTo>
                  <a:cubicBezTo>
                    <a:pt x="20" y="0"/>
                    <a:pt x="20" y="0"/>
                    <a:pt x="20" y="0"/>
                  </a:cubicBezTo>
                  <a:cubicBezTo>
                    <a:pt x="9" y="0"/>
                    <a:pt x="0" y="9"/>
                    <a:pt x="0" y="20"/>
                  </a:cubicBezTo>
                  <a:cubicBezTo>
                    <a:pt x="0" y="155"/>
                    <a:pt x="0" y="155"/>
                    <a:pt x="0" y="155"/>
                  </a:cubicBezTo>
                  <a:cubicBezTo>
                    <a:pt x="0" y="166"/>
                    <a:pt x="9" y="175"/>
                    <a:pt x="20" y="175"/>
                  </a:cubicBezTo>
                  <a:cubicBezTo>
                    <a:pt x="155" y="175"/>
                    <a:pt x="155" y="175"/>
                    <a:pt x="155" y="175"/>
                  </a:cubicBezTo>
                  <a:cubicBezTo>
                    <a:pt x="166" y="175"/>
                    <a:pt x="175" y="166"/>
                    <a:pt x="175" y="155"/>
                  </a:cubicBezTo>
                  <a:cubicBezTo>
                    <a:pt x="175" y="20"/>
                    <a:pt x="175" y="20"/>
                    <a:pt x="175" y="20"/>
                  </a:cubicBezTo>
                  <a:cubicBezTo>
                    <a:pt x="175" y="9"/>
                    <a:pt x="166" y="0"/>
                    <a:pt x="155"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8" name="Google Shape;1568;p24"/>
            <p:cNvSpPr/>
            <p:nvPr/>
          </p:nvSpPr>
          <p:spPr>
            <a:xfrm>
              <a:off x="6630500" y="3330625"/>
              <a:ext cx="449263" cy="69850"/>
            </a:xfrm>
            <a:custGeom>
              <a:avLst/>
              <a:gdLst/>
              <a:ahLst/>
              <a:cxnLst/>
              <a:rect l="l" t="t" r="r" b="b"/>
              <a:pathLst>
                <a:path w="245" h="38" extrusionOk="0">
                  <a:moveTo>
                    <a:pt x="0" y="0"/>
                  </a:moveTo>
                  <a:cubicBezTo>
                    <a:pt x="0" y="21"/>
                    <a:pt x="17" y="38"/>
                    <a:pt x="38" y="38"/>
                  </a:cubicBezTo>
                  <a:cubicBezTo>
                    <a:pt x="207" y="38"/>
                    <a:pt x="207" y="38"/>
                    <a:pt x="207" y="38"/>
                  </a:cubicBezTo>
                  <a:cubicBezTo>
                    <a:pt x="228" y="38"/>
                    <a:pt x="245" y="21"/>
                    <a:pt x="245" y="0"/>
                  </a:cubicBez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9" name="Google Shape;1569;p24"/>
            <p:cNvSpPr/>
            <p:nvPr/>
          </p:nvSpPr>
          <p:spPr>
            <a:xfrm>
              <a:off x="7073413" y="2654350"/>
              <a:ext cx="11113" cy="44450"/>
            </a:xfrm>
            <a:custGeom>
              <a:avLst/>
              <a:gdLst/>
              <a:ahLst/>
              <a:cxnLst/>
              <a:rect l="l" t="t" r="r" b="b"/>
              <a:pathLst>
                <a:path w="6" h="24" extrusionOk="0">
                  <a:moveTo>
                    <a:pt x="3" y="0"/>
                  </a:moveTo>
                  <a:cubicBezTo>
                    <a:pt x="2" y="0"/>
                    <a:pt x="2" y="0"/>
                    <a:pt x="2" y="0"/>
                  </a:cubicBezTo>
                  <a:cubicBezTo>
                    <a:pt x="1" y="0"/>
                    <a:pt x="0" y="1"/>
                    <a:pt x="0" y="2"/>
                  </a:cubicBezTo>
                  <a:cubicBezTo>
                    <a:pt x="0" y="22"/>
                    <a:pt x="0" y="22"/>
                    <a:pt x="0" y="22"/>
                  </a:cubicBezTo>
                  <a:cubicBezTo>
                    <a:pt x="0" y="23"/>
                    <a:pt x="1" y="24"/>
                    <a:pt x="2" y="24"/>
                  </a:cubicBezTo>
                  <a:cubicBezTo>
                    <a:pt x="3" y="24"/>
                    <a:pt x="3" y="24"/>
                    <a:pt x="3" y="24"/>
                  </a:cubicBezTo>
                  <a:cubicBezTo>
                    <a:pt x="5" y="24"/>
                    <a:pt x="6" y="23"/>
                    <a:pt x="6" y="22"/>
                  </a:cubicBezTo>
                  <a:cubicBezTo>
                    <a:pt x="6" y="2"/>
                    <a:pt x="6" y="2"/>
                    <a:pt x="6" y="2"/>
                  </a:cubicBezTo>
                  <a:cubicBezTo>
                    <a:pt x="6" y="1"/>
                    <a:pt x="5" y="0"/>
                    <a:pt x="3"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0" name="Google Shape;1570;p24"/>
            <p:cNvSpPr/>
            <p:nvPr/>
          </p:nvSpPr>
          <p:spPr>
            <a:xfrm>
              <a:off x="7073413" y="3236963"/>
              <a:ext cx="11113" cy="44450"/>
            </a:xfrm>
            <a:custGeom>
              <a:avLst/>
              <a:gdLst/>
              <a:ahLst/>
              <a:cxnLst/>
              <a:rect l="l" t="t" r="r" b="b"/>
              <a:pathLst>
                <a:path w="6" h="24" extrusionOk="0">
                  <a:moveTo>
                    <a:pt x="3" y="0"/>
                  </a:moveTo>
                  <a:cubicBezTo>
                    <a:pt x="2" y="0"/>
                    <a:pt x="2" y="0"/>
                    <a:pt x="2" y="0"/>
                  </a:cubicBezTo>
                  <a:cubicBezTo>
                    <a:pt x="1" y="0"/>
                    <a:pt x="0" y="1"/>
                    <a:pt x="0" y="2"/>
                  </a:cubicBezTo>
                  <a:cubicBezTo>
                    <a:pt x="0" y="22"/>
                    <a:pt x="0" y="22"/>
                    <a:pt x="0" y="22"/>
                  </a:cubicBezTo>
                  <a:cubicBezTo>
                    <a:pt x="0" y="23"/>
                    <a:pt x="1" y="24"/>
                    <a:pt x="2" y="24"/>
                  </a:cubicBezTo>
                  <a:cubicBezTo>
                    <a:pt x="3" y="24"/>
                    <a:pt x="3" y="24"/>
                    <a:pt x="3" y="24"/>
                  </a:cubicBezTo>
                  <a:cubicBezTo>
                    <a:pt x="5" y="24"/>
                    <a:pt x="6" y="23"/>
                    <a:pt x="6" y="22"/>
                  </a:cubicBezTo>
                  <a:cubicBezTo>
                    <a:pt x="6" y="2"/>
                    <a:pt x="6" y="2"/>
                    <a:pt x="6" y="2"/>
                  </a:cubicBezTo>
                  <a:cubicBezTo>
                    <a:pt x="6" y="1"/>
                    <a:pt x="5" y="0"/>
                    <a:pt x="3"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1" name="Google Shape;1571;p24"/>
            <p:cNvSpPr/>
            <p:nvPr/>
          </p:nvSpPr>
          <p:spPr>
            <a:xfrm>
              <a:off x="7514738" y="2541638"/>
              <a:ext cx="1206500" cy="523875"/>
            </a:xfrm>
            <a:custGeom>
              <a:avLst/>
              <a:gdLst/>
              <a:ahLst/>
              <a:cxnLst/>
              <a:rect l="l" t="t" r="r" b="b"/>
              <a:pathLst>
                <a:path w="659" h="286" extrusionOk="0">
                  <a:moveTo>
                    <a:pt x="621" y="0"/>
                  </a:moveTo>
                  <a:cubicBezTo>
                    <a:pt x="38" y="0"/>
                    <a:pt x="38" y="0"/>
                    <a:pt x="38" y="0"/>
                  </a:cubicBezTo>
                  <a:cubicBezTo>
                    <a:pt x="17" y="0"/>
                    <a:pt x="0" y="17"/>
                    <a:pt x="0" y="38"/>
                  </a:cubicBezTo>
                  <a:cubicBezTo>
                    <a:pt x="0" y="248"/>
                    <a:pt x="0" y="248"/>
                    <a:pt x="0" y="248"/>
                  </a:cubicBezTo>
                  <a:cubicBezTo>
                    <a:pt x="0" y="269"/>
                    <a:pt x="17" y="286"/>
                    <a:pt x="38" y="286"/>
                  </a:cubicBezTo>
                  <a:cubicBezTo>
                    <a:pt x="621" y="286"/>
                    <a:pt x="621" y="286"/>
                    <a:pt x="621" y="286"/>
                  </a:cubicBezTo>
                  <a:cubicBezTo>
                    <a:pt x="642" y="286"/>
                    <a:pt x="659" y="269"/>
                    <a:pt x="659" y="248"/>
                  </a:cubicBezTo>
                  <a:cubicBezTo>
                    <a:pt x="659" y="38"/>
                    <a:pt x="659" y="38"/>
                    <a:pt x="659" y="38"/>
                  </a:cubicBezTo>
                  <a:cubicBezTo>
                    <a:pt x="659" y="17"/>
                    <a:pt x="642" y="0"/>
                    <a:pt x="621"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2" name="Google Shape;1572;p24"/>
            <p:cNvSpPr/>
            <p:nvPr/>
          </p:nvSpPr>
          <p:spPr>
            <a:xfrm>
              <a:off x="7197238" y="2660700"/>
              <a:ext cx="204900" cy="2031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73" name="Google Shape;1573;p24"/>
          <p:cNvGrpSpPr/>
          <p:nvPr/>
        </p:nvGrpSpPr>
        <p:grpSpPr>
          <a:xfrm flipH="1">
            <a:off x="2223853" y="4453708"/>
            <a:ext cx="1210309" cy="689783"/>
            <a:chOff x="344063" y="4453708"/>
            <a:chExt cx="1210309" cy="689783"/>
          </a:xfrm>
        </p:grpSpPr>
        <p:grpSp>
          <p:nvGrpSpPr>
            <p:cNvPr id="1574" name="Google Shape;1574;p24"/>
            <p:cNvGrpSpPr/>
            <p:nvPr/>
          </p:nvGrpSpPr>
          <p:grpSpPr>
            <a:xfrm>
              <a:off x="344063" y="4453708"/>
              <a:ext cx="243371" cy="689519"/>
              <a:chOff x="1539875" y="3257551"/>
              <a:chExt cx="511176" cy="1762125"/>
            </a:xfrm>
          </p:grpSpPr>
          <p:sp>
            <p:nvSpPr>
              <p:cNvPr id="1575" name="Google Shape;1575;p24"/>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6" name="Google Shape;1576;p24"/>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7" name="Google Shape;1577;p24"/>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8" name="Google Shape;1578;p24"/>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9" name="Google Shape;1579;p24"/>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0" name="Google Shape;1580;p24"/>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81" name="Google Shape;1581;p24"/>
            <p:cNvGrpSpPr/>
            <p:nvPr/>
          </p:nvGrpSpPr>
          <p:grpSpPr>
            <a:xfrm>
              <a:off x="1411549" y="4651019"/>
              <a:ext cx="142823" cy="492338"/>
              <a:chOff x="1539875" y="3257551"/>
              <a:chExt cx="511176" cy="1762125"/>
            </a:xfrm>
          </p:grpSpPr>
          <p:sp>
            <p:nvSpPr>
              <p:cNvPr id="1582" name="Google Shape;1582;p24"/>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3" name="Google Shape;1583;p24"/>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4" name="Google Shape;1584;p24"/>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5" name="Google Shape;1585;p24"/>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6" name="Google Shape;1586;p24"/>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7" name="Google Shape;1587;p24"/>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88" name="Google Shape;1588;p24"/>
            <p:cNvGrpSpPr/>
            <p:nvPr/>
          </p:nvGrpSpPr>
          <p:grpSpPr>
            <a:xfrm flipH="1">
              <a:off x="1151650" y="4547188"/>
              <a:ext cx="172931" cy="596303"/>
              <a:chOff x="1539875" y="3257551"/>
              <a:chExt cx="511176" cy="1762125"/>
            </a:xfrm>
          </p:grpSpPr>
          <p:sp>
            <p:nvSpPr>
              <p:cNvPr id="1589" name="Google Shape;1589;p24"/>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0" name="Google Shape;1590;p24"/>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1" name="Google Shape;1591;p24"/>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2" name="Google Shape;1592;p24"/>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3" name="Google Shape;1593;p24"/>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4" name="Google Shape;1594;p24"/>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95" name="Google Shape;1595;p24"/>
            <p:cNvGrpSpPr/>
            <p:nvPr/>
          </p:nvGrpSpPr>
          <p:grpSpPr>
            <a:xfrm>
              <a:off x="748524" y="4651019"/>
              <a:ext cx="142823" cy="492338"/>
              <a:chOff x="1539875" y="3257551"/>
              <a:chExt cx="511176" cy="1762125"/>
            </a:xfrm>
          </p:grpSpPr>
          <p:sp>
            <p:nvSpPr>
              <p:cNvPr id="1596" name="Google Shape;1596;p24"/>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7" name="Google Shape;1597;p24"/>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8" name="Google Shape;1598;p24"/>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9" name="Google Shape;1599;p24"/>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0" name="Google Shape;1600;p24"/>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1" name="Google Shape;1601;p24"/>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602"/>
        <p:cNvGrpSpPr/>
        <p:nvPr/>
      </p:nvGrpSpPr>
      <p:grpSpPr>
        <a:xfrm>
          <a:off x="0" y="0"/>
          <a:ext cx="0" cy="0"/>
          <a:chOff x="0" y="0"/>
          <a:chExt cx="0" cy="0"/>
        </a:xfrm>
      </p:grpSpPr>
      <p:pic>
        <p:nvPicPr>
          <p:cNvPr id="1603" name="Google Shape;1603;p25"/>
          <p:cNvPicPr preferRelativeResize="0"/>
          <p:nvPr/>
        </p:nvPicPr>
        <p:blipFill>
          <a:blip r:embed="rId2">
            <a:alphaModFix/>
          </a:blip>
          <a:stretch>
            <a:fillRect/>
          </a:stretch>
        </p:blipFill>
        <p:spPr>
          <a:xfrm>
            <a:off x="25" y="0"/>
            <a:ext cx="9144000" cy="5143500"/>
          </a:xfrm>
          <a:prstGeom prst="rect">
            <a:avLst/>
          </a:prstGeom>
          <a:noFill/>
          <a:ln>
            <a:noFill/>
          </a:ln>
        </p:spPr>
      </p:pic>
      <p:grpSp>
        <p:nvGrpSpPr>
          <p:cNvPr id="1604" name="Google Shape;1604;p25"/>
          <p:cNvGrpSpPr/>
          <p:nvPr/>
        </p:nvGrpSpPr>
        <p:grpSpPr>
          <a:xfrm>
            <a:off x="-37725" y="2112475"/>
            <a:ext cx="16003876" cy="3030850"/>
            <a:chOff x="-37725" y="2112475"/>
            <a:chExt cx="16003876" cy="3030850"/>
          </a:xfrm>
        </p:grpSpPr>
        <p:sp>
          <p:nvSpPr>
            <p:cNvPr id="1605" name="Google Shape;1605;p25"/>
            <p:cNvSpPr/>
            <p:nvPr/>
          </p:nvSpPr>
          <p:spPr>
            <a:xfrm>
              <a:off x="5111426" y="2112475"/>
              <a:ext cx="10854725" cy="2074749"/>
            </a:xfrm>
            <a:custGeom>
              <a:avLst/>
              <a:gdLst/>
              <a:ahLst/>
              <a:cxnLst/>
              <a:rect l="l" t="t" r="r" b="b"/>
              <a:pathLst>
                <a:path w="782" h="755" extrusionOk="0">
                  <a:moveTo>
                    <a:pt x="782" y="755"/>
                  </a:moveTo>
                  <a:lnTo>
                    <a:pt x="782" y="595"/>
                  </a:lnTo>
                  <a:lnTo>
                    <a:pt x="714" y="4"/>
                  </a:lnTo>
                  <a:lnTo>
                    <a:pt x="690" y="211"/>
                  </a:lnTo>
                  <a:lnTo>
                    <a:pt x="680" y="161"/>
                  </a:lnTo>
                  <a:lnTo>
                    <a:pt x="647" y="334"/>
                  </a:lnTo>
                  <a:lnTo>
                    <a:pt x="611" y="147"/>
                  </a:lnTo>
                  <a:lnTo>
                    <a:pt x="602" y="196"/>
                  </a:lnTo>
                  <a:lnTo>
                    <a:pt x="574" y="55"/>
                  </a:lnTo>
                  <a:lnTo>
                    <a:pt x="551" y="179"/>
                  </a:lnTo>
                  <a:lnTo>
                    <a:pt x="538" y="0"/>
                  </a:lnTo>
                  <a:lnTo>
                    <a:pt x="529" y="110"/>
                  </a:lnTo>
                  <a:lnTo>
                    <a:pt x="522" y="62"/>
                  </a:lnTo>
                  <a:lnTo>
                    <a:pt x="466" y="408"/>
                  </a:lnTo>
                  <a:lnTo>
                    <a:pt x="431" y="98"/>
                  </a:lnTo>
                  <a:lnTo>
                    <a:pt x="404" y="334"/>
                  </a:lnTo>
                  <a:lnTo>
                    <a:pt x="378" y="102"/>
                  </a:lnTo>
                  <a:lnTo>
                    <a:pt x="371" y="163"/>
                  </a:lnTo>
                  <a:lnTo>
                    <a:pt x="354" y="12"/>
                  </a:lnTo>
                  <a:lnTo>
                    <a:pt x="297" y="513"/>
                  </a:lnTo>
                  <a:lnTo>
                    <a:pt x="248" y="78"/>
                  </a:lnTo>
                  <a:lnTo>
                    <a:pt x="222" y="300"/>
                  </a:lnTo>
                  <a:lnTo>
                    <a:pt x="210" y="189"/>
                  </a:lnTo>
                  <a:lnTo>
                    <a:pt x="178" y="470"/>
                  </a:lnTo>
                  <a:lnTo>
                    <a:pt x="157" y="297"/>
                  </a:lnTo>
                  <a:lnTo>
                    <a:pt x="138" y="468"/>
                  </a:lnTo>
                  <a:lnTo>
                    <a:pt x="97" y="98"/>
                  </a:lnTo>
                  <a:lnTo>
                    <a:pt x="39" y="604"/>
                  </a:lnTo>
                  <a:lnTo>
                    <a:pt x="28" y="508"/>
                  </a:lnTo>
                  <a:lnTo>
                    <a:pt x="0" y="755"/>
                  </a:lnTo>
                  <a:lnTo>
                    <a:pt x="782" y="755"/>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6" name="Google Shape;1606;p25"/>
            <p:cNvSpPr/>
            <p:nvPr/>
          </p:nvSpPr>
          <p:spPr>
            <a:xfrm>
              <a:off x="-37725" y="4187225"/>
              <a:ext cx="9308100" cy="956100"/>
            </a:xfrm>
            <a:prstGeom prst="rect">
              <a:avLst/>
            </a:prstGeom>
            <a:solidFill>
              <a:schemeClr val="accent4"/>
            </a:solid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grpSp>
      <p:cxnSp>
        <p:nvCxnSpPr>
          <p:cNvPr id="1607" name="Google Shape;1607;p25"/>
          <p:cNvCxnSpPr/>
          <p:nvPr/>
        </p:nvCxnSpPr>
        <p:spPr>
          <a:xfrm>
            <a:off x="4572000" y="-719600"/>
            <a:ext cx="0" cy="1889100"/>
          </a:xfrm>
          <a:prstGeom prst="straightConnector1">
            <a:avLst/>
          </a:prstGeom>
          <a:noFill/>
          <a:ln w="9525" cap="flat" cmpd="sng">
            <a:solidFill>
              <a:schemeClr val="dk1"/>
            </a:solidFill>
            <a:prstDash val="solid"/>
            <a:round/>
            <a:headEnd type="none" w="med" len="med"/>
            <a:tailEnd type="diamond" w="med" len="med"/>
          </a:ln>
        </p:spPr>
      </p:cxnSp>
      <p:grpSp>
        <p:nvGrpSpPr>
          <p:cNvPr id="1608" name="Google Shape;1608;p25"/>
          <p:cNvGrpSpPr/>
          <p:nvPr/>
        </p:nvGrpSpPr>
        <p:grpSpPr>
          <a:xfrm flipH="1">
            <a:off x="6494251" y="3387048"/>
            <a:ext cx="2776112" cy="1418574"/>
            <a:chOff x="-46" y="2299799"/>
            <a:chExt cx="3480146" cy="1778330"/>
          </a:xfrm>
        </p:grpSpPr>
        <p:sp>
          <p:nvSpPr>
            <p:cNvPr id="1609" name="Google Shape;1609;p25"/>
            <p:cNvSpPr/>
            <p:nvPr/>
          </p:nvSpPr>
          <p:spPr>
            <a:xfrm flipH="1">
              <a:off x="138" y="2416729"/>
              <a:ext cx="3479961" cy="1476449"/>
            </a:xfrm>
            <a:custGeom>
              <a:avLst/>
              <a:gdLst/>
              <a:ahLst/>
              <a:cxnLst/>
              <a:rect l="l" t="t" r="r" b="b"/>
              <a:pathLst>
                <a:path w="2432" h="1031" extrusionOk="0">
                  <a:moveTo>
                    <a:pt x="2432" y="0"/>
                  </a:moveTo>
                  <a:cubicBezTo>
                    <a:pt x="1493" y="0"/>
                    <a:pt x="1493" y="0"/>
                    <a:pt x="1493" y="0"/>
                  </a:cubicBezTo>
                  <a:cubicBezTo>
                    <a:pt x="1493" y="18"/>
                    <a:pt x="1493" y="18"/>
                    <a:pt x="1493" y="18"/>
                  </a:cubicBezTo>
                  <a:cubicBezTo>
                    <a:pt x="1493" y="18"/>
                    <a:pt x="1262" y="18"/>
                    <a:pt x="1104" y="127"/>
                  </a:cubicBezTo>
                  <a:cubicBezTo>
                    <a:pt x="1079" y="146"/>
                    <a:pt x="1079" y="146"/>
                    <a:pt x="1079" y="146"/>
                  </a:cubicBezTo>
                  <a:cubicBezTo>
                    <a:pt x="1325" y="87"/>
                    <a:pt x="1325" y="87"/>
                    <a:pt x="1325" y="87"/>
                  </a:cubicBezTo>
                  <a:cubicBezTo>
                    <a:pt x="1376" y="109"/>
                    <a:pt x="1376" y="109"/>
                    <a:pt x="1376" y="109"/>
                  </a:cubicBezTo>
                  <a:cubicBezTo>
                    <a:pt x="1132" y="326"/>
                    <a:pt x="1132" y="326"/>
                    <a:pt x="1132" y="326"/>
                  </a:cubicBezTo>
                  <a:cubicBezTo>
                    <a:pt x="1132" y="326"/>
                    <a:pt x="637" y="428"/>
                    <a:pt x="384" y="565"/>
                  </a:cubicBezTo>
                  <a:cubicBezTo>
                    <a:pt x="384" y="565"/>
                    <a:pt x="0" y="819"/>
                    <a:pt x="34" y="875"/>
                  </a:cubicBezTo>
                  <a:cubicBezTo>
                    <a:pt x="67" y="931"/>
                    <a:pt x="284" y="1031"/>
                    <a:pt x="284" y="1031"/>
                  </a:cubicBezTo>
                  <a:cubicBezTo>
                    <a:pt x="1117" y="1031"/>
                    <a:pt x="1117" y="1031"/>
                    <a:pt x="1117" y="1031"/>
                  </a:cubicBezTo>
                  <a:cubicBezTo>
                    <a:pt x="1197" y="948"/>
                    <a:pt x="1197" y="948"/>
                    <a:pt x="1197" y="948"/>
                  </a:cubicBezTo>
                  <a:cubicBezTo>
                    <a:pt x="2432" y="948"/>
                    <a:pt x="2432" y="948"/>
                    <a:pt x="2432" y="948"/>
                  </a:cubicBezTo>
                  <a:cubicBezTo>
                    <a:pt x="2432" y="0"/>
                    <a:pt x="2432" y="0"/>
                    <a:pt x="2432" y="0"/>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0" name="Google Shape;1610;p25"/>
            <p:cNvSpPr/>
            <p:nvPr/>
          </p:nvSpPr>
          <p:spPr>
            <a:xfrm flipH="1">
              <a:off x="137" y="3589512"/>
              <a:ext cx="3434586" cy="303667"/>
            </a:xfrm>
            <a:custGeom>
              <a:avLst/>
              <a:gdLst/>
              <a:ahLst/>
              <a:cxnLst/>
              <a:rect l="l" t="t" r="r" b="b"/>
              <a:pathLst>
                <a:path w="2400" h="212" extrusionOk="0">
                  <a:moveTo>
                    <a:pt x="1165" y="129"/>
                  </a:moveTo>
                  <a:cubicBezTo>
                    <a:pt x="2400" y="129"/>
                    <a:pt x="2400" y="129"/>
                    <a:pt x="2400" y="129"/>
                  </a:cubicBezTo>
                  <a:cubicBezTo>
                    <a:pt x="2400" y="0"/>
                    <a:pt x="2400" y="0"/>
                    <a:pt x="2400" y="0"/>
                  </a:cubicBezTo>
                  <a:cubicBezTo>
                    <a:pt x="1222" y="0"/>
                    <a:pt x="1222" y="0"/>
                    <a:pt x="1222" y="0"/>
                  </a:cubicBezTo>
                  <a:cubicBezTo>
                    <a:pt x="903" y="121"/>
                    <a:pt x="903" y="121"/>
                    <a:pt x="903" y="121"/>
                  </a:cubicBezTo>
                  <a:cubicBezTo>
                    <a:pt x="903" y="121"/>
                    <a:pt x="552" y="121"/>
                    <a:pt x="305" y="121"/>
                  </a:cubicBezTo>
                  <a:cubicBezTo>
                    <a:pt x="58" y="121"/>
                    <a:pt x="3" y="48"/>
                    <a:pt x="3" y="48"/>
                  </a:cubicBezTo>
                  <a:cubicBezTo>
                    <a:pt x="3" y="48"/>
                    <a:pt x="2" y="48"/>
                    <a:pt x="0" y="50"/>
                  </a:cubicBezTo>
                  <a:cubicBezTo>
                    <a:pt x="0" y="52"/>
                    <a:pt x="0" y="54"/>
                    <a:pt x="2" y="56"/>
                  </a:cubicBezTo>
                  <a:cubicBezTo>
                    <a:pt x="35" y="112"/>
                    <a:pt x="252" y="212"/>
                    <a:pt x="252" y="212"/>
                  </a:cubicBezTo>
                  <a:cubicBezTo>
                    <a:pt x="1085" y="212"/>
                    <a:pt x="1085" y="212"/>
                    <a:pt x="1085" y="212"/>
                  </a:cubicBezTo>
                  <a:lnTo>
                    <a:pt x="1165" y="129"/>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1" name="Google Shape;1611;p25"/>
            <p:cNvSpPr/>
            <p:nvPr/>
          </p:nvSpPr>
          <p:spPr>
            <a:xfrm flipH="1">
              <a:off x="135" y="3774504"/>
              <a:ext cx="1834224" cy="280980"/>
            </a:xfrm>
            <a:custGeom>
              <a:avLst/>
              <a:gdLst/>
              <a:ahLst/>
              <a:cxnLst/>
              <a:rect l="l" t="t" r="r" b="b"/>
              <a:pathLst>
                <a:path w="1051" h="161" extrusionOk="0">
                  <a:moveTo>
                    <a:pt x="30" y="161"/>
                  </a:moveTo>
                  <a:lnTo>
                    <a:pt x="1051" y="161"/>
                  </a:lnTo>
                  <a:lnTo>
                    <a:pt x="1051" y="0"/>
                  </a:lnTo>
                  <a:lnTo>
                    <a:pt x="93" y="0"/>
                  </a:lnTo>
                  <a:lnTo>
                    <a:pt x="0" y="90"/>
                  </a:lnTo>
                  <a:lnTo>
                    <a:pt x="30" y="161"/>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2" name="Google Shape;1612;p25"/>
            <p:cNvSpPr/>
            <p:nvPr/>
          </p:nvSpPr>
          <p:spPr>
            <a:xfrm flipH="1">
              <a:off x="1492296" y="2497009"/>
              <a:ext cx="445031" cy="385693"/>
            </a:xfrm>
            <a:custGeom>
              <a:avLst/>
              <a:gdLst/>
              <a:ahLst/>
              <a:cxnLst/>
              <a:rect l="l" t="t" r="r" b="b"/>
              <a:pathLst>
                <a:path w="255" h="221" extrusionOk="0">
                  <a:moveTo>
                    <a:pt x="244" y="43"/>
                  </a:moveTo>
                  <a:lnTo>
                    <a:pt x="44" y="221"/>
                  </a:lnTo>
                  <a:lnTo>
                    <a:pt x="255" y="37"/>
                  </a:lnTo>
                  <a:lnTo>
                    <a:pt x="191" y="0"/>
                  </a:lnTo>
                  <a:lnTo>
                    <a:pt x="0" y="74"/>
                  </a:lnTo>
                  <a:lnTo>
                    <a:pt x="202" y="25"/>
                  </a:lnTo>
                  <a:lnTo>
                    <a:pt x="244" y="43"/>
                  </a:lnTo>
                  <a:close/>
                </a:path>
              </a:pathLst>
            </a:custGeom>
            <a:solidFill>
              <a:srgbClr val="E1E1E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3" name="Google Shape;1613;p25"/>
            <p:cNvSpPr/>
            <p:nvPr/>
          </p:nvSpPr>
          <p:spPr>
            <a:xfrm flipH="1">
              <a:off x="1492296" y="2497009"/>
              <a:ext cx="445031" cy="385693"/>
            </a:xfrm>
            <a:custGeom>
              <a:avLst/>
              <a:gdLst/>
              <a:ahLst/>
              <a:cxnLst/>
              <a:rect l="l" t="t" r="r" b="b"/>
              <a:pathLst>
                <a:path w="255" h="221" extrusionOk="0">
                  <a:moveTo>
                    <a:pt x="244" y="43"/>
                  </a:moveTo>
                  <a:lnTo>
                    <a:pt x="44" y="221"/>
                  </a:lnTo>
                  <a:lnTo>
                    <a:pt x="255" y="37"/>
                  </a:lnTo>
                  <a:lnTo>
                    <a:pt x="191" y="0"/>
                  </a:lnTo>
                  <a:lnTo>
                    <a:pt x="0" y="74"/>
                  </a:lnTo>
                  <a:lnTo>
                    <a:pt x="202" y="25"/>
                  </a:lnTo>
                  <a:lnTo>
                    <a:pt x="244" y="43"/>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4" name="Google Shape;1614;p25"/>
            <p:cNvSpPr/>
            <p:nvPr/>
          </p:nvSpPr>
          <p:spPr>
            <a:xfrm flipH="1">
              <a:off x="1450398" y="3783230"/>
              <a:ext cx="2967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5" name="Google Shape;1615;p25"/>
            <p:cNvSpPr/>
            <p:nvPr/>
          </p:nvSpPr>
          <p:spPr>
            <a:xfrm flipH="1">
              <a:off x="1474865" y="3805918"/>
              <a:ext cx="2478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6" name="Google Shape;1616;p25"/>
            <p:cNvSpPr/>
            <p:nvPr/>
          </p:nvSpPr>
          <p:spPr>
            <a:xfrm flipH="1">
              <a:off x="1487061"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09" y="21"/>
                    <a:pt x="135" y="46"/>
                    <a:pt x="135" y="78"/>
                  </a:cubicBezTo>
                  <a:cubicBezTo>
                    <a:pt x="135" y="109"/>
                    <a:pt x="109"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7" name="Google Shape;1617;p25"/>
            <p:cNvSpPr/>
            <p:nvPr/>
          </p:nvSpPr>
          <p:spPr>
            <a:xfrm flipH="1">
              <a:off x="1141440"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8" name="Google Shape;1618;p25"/>
            <p:cNvSpPr/>
            <p:nvPr/>
          </p:nvSpPr>
          <p:spPr>
            <a:xfrm flipH="1">
              <a:off x="1165907"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9" name="Google Shape;1619;p25"/>
            <p:cNvSpPr/>
            <p:nvPr/>
          </p:nvSpPr>
          <p:spPr>
            <a:xfrm flipH="1">
              <a:off x="1179903"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09" y="21"/>
                    <a:pt x="135" y="46"/>
                    <a:pt x="135" y="78"/>
                  </a:cubicBezTo>
                  <a:cubicBezTo>
                    <a:pt x="135" y="109"/>
                    <a:pt x="109"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0" name="Google Shape;1620;p25"/>
            <p:cNvSpPr/>
            <p:nvPr/>
          </p:nvSpPr>
          <p:spPr>
            <a:xfrm flipH="1">
              <a:off x="307226"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1" name="Google Shape;1621;p25"/>
            <p:cNvSpPr/>
            <p:nvPr/>
          </p:nvSpPr>
          <p:spPr>
            <a:xfrm flipH="1">
              <a:off x="331693"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2" name="Google Shape;1622;p25"/>
            <p:cNvSpPr/>
            <p:nvPr/>
          </p:nvSpPr>
          <p:spPr>
            <a:xfrm flipH="1">
              <a:off x="345689"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10" y="21"/>
                    <a:pt x="135" y="46"/>
                    <a:pt x="135" y="78"/>
                  </a:cubicBezTo>
                  <a:cubicBezTo>
                    <a:pt x="135" y="109"/>
                    <a:pt x="110"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3" name="Google Shape;1623;p25"/>
            <p:cNvSpPr/>
            <p:nvPr/>
          </p:nvSpPr>
          <p:spPr>
            <a:xfrm flipH="1">
              <a:off x="68"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4" name="Google Shape;1624;p25"/>
            <p:cNvSpPr/>
            <p:nvPr/>
          </p:nvSpPr>
          <p:spPr>
            <a:xfrm flipH="1">
              <a:off x="24535"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5" name="Google Shape;1625;p25"/>
            <p:cNvSpPr/>
            <p:nvPr/>
          </p:nvSpPr>
          <p:spPr>
            <a:xfrm flipH="1">
              <a:off x="36785"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10" y="21"/>
                    <a:pt x="135" y="46"/>
                    <a:pt x="135" y="78"/>
                  </a:cubicBezTo>
                  <a:cubicBezTo>
                    <a:pt x="135" y="109"/>
                    <a:pt x="110"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6" name="Google Shape;1626;p25"/>
            <p:cNvSpPr/>
            <p:nvPr/>
          </p:nvSpPr>
          <p:spPr>
            <a:xfrm flipH="1">
              <a:off x="115321" y="3893179"/>
              <a:ext cx="1518339" cy="172777"/>
            </a:xfrm>
            <a:custGeom>
              <a:avLst/>
              <a:gdLst/>
              <a:ahLst/>
              <a:cxnLst/>
              <a:rect l="l" t="t" r="r" b="b"/>
              <a:pathLst>
                <a:path w="1061" h="121" extrusionOk="0">
                  <a:moveTo>
                    <a:pt x="714" y="14"/>
                  </a:moveTo>
                  <a:cubicBezTo>
                    <a:pt x="702" y="0"/>
                    <a:pt x="702" y="0"/>
                    <a:pt x="702" y="0"/>
                  </a:cubicBezTo>
                  <a:cubicBezTo>
                    <a:pt x="359" y="0"/>
                    <a:pt x="359" y="0"/>
                    <a:pt x="359" y="0"/>
                  </a:cubicBezTo>
                  <a:cubicBezTo>
                    <a:pt x="347" y="14"/>
                    <a:pt x="347" y="14"/>
                    <a:pt x="347" y="14"/>
                  </a:cubicBezTo>
                  <a:cubicBezTo>
                    <a:pt x="21" y="14"/>
                    <a:pt x="21" y="14"/>
                    <a:pt x="21" y="14"/>
                  </a:cubicBezTo>
                  <a:cubicBezTo>
                    <a:pt x="16" y="14"/>
                    <a:pt x="11" y="16"/>
                    <a:pt x="7" y="19"/>
                  </a:cubicBezTo>
                  <a:cubicBezTo>
                    <a:pt x="3" y="23"/>
                    <a:pt x="0" y="28"/>
                    <a:pt x="0" y="35"/>
                  </a:cubicBezTo>
                  <a:cubicBezTo>
                    <a:pt x="0" y="39"/>
                    <a:pt x="1" y="43"/>
                    <a:pt x="3" y="46"/>
                  </a:cubicBezTo>
                  <a:cubicBezTo>
                    <a:pt x="7" y="52"/>
                    <a:pt x="13" y="56"/>
                    <a:pt x="21" y="56"/>
                  </a:cubicBezTo>
                  <a:cubicBezTo>
                    <a:pt x="222" y="56"/>
                    <a:pt x="222" y="56"/>
                    <a:pt x="222" y="56"/>
                  </a:cubicBezTo>
                  <a:cubicBezTo>
                    <a:pt x="292" y="121"/>
                    <a:pt x="292" y="121"/>
                    <a:pt x="292" y="121"/>
                  </a:cubicBezTo>
                  <a:cubicBezTo>
                    <a:pt x="769" y="121"/>
                    <a:pt x="769" y="121"/>
                    <a:pt x="769" y="121"/>
                  </a:cubicBezTo>
                  <a:cubicBezTo>
                    <a:pt x="839" y="56"/>
                    <a:pt x="839" y="56"/>
                    <a:pt x="839" y="56"/>
                  </a:cubicBezTo>
                  <a:cubicBezTo>
                    <a:pt x="1040" y="56"/>
                    <a:pt x="1040" y="56"/>
                    <a:pt x="1040" y="56"/>
                  </a:cubicBezTo>
                  <a:cubicBezTo>
                    <a:pt x="1047" y="56"/>
                    <a:pt x="1053" y="53"/>
                    <a:pt x="1057" y="48"/>
                  </a:cubicBezTo>
                  <a:cubicBezTo>
                    <a:pt x="1059" y="45"/>
                    <a:pt x="1061" y="40"/>
                    <a:pt x="1061" y="35"/>
                  </a:cubicBezTo>
                  <a:cubicBezTo>
                    <a:pt x="1061" y="30"/>
                    <a:pt x="1060" y="26"/>
                    <a:pt x="1057" y="23"/>
                  </a:cubicBezTo>
                  <a:cubicBezTo>
                    <a:pt x="1054" y="17"/>
                    <a:pt x="1047" y="14"/>
                    <a:pt x="1040" y="14"/>
                  </a:cubicBezTo>
                  <a:lnTo>
                    <a:pt x="714" y="1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7" name="Google Shape;1627;p25"/>
            <p:cNvSpPr/>
            <p:nvPr/>
          </p:nvSpPr>
          <p:spPr>
            <a:xfrm flipH="1">
              <a:off x="1457296"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8" name="Google Shape;1628;p25"/>
            <p:cNvSpPr/>
            <p:nvPr/>
          </p:nvSpPr>
          <p:spPr>
            <a:xfrm flipH="1">
              <a:off x="1340367"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9" name="Google Shape;1629;p25"/>
            <p:cNvSpPr/>
            <p:nvPr/>
          </p:nvSpPr>
          <p:spPr>
            <a:xfrm flipH="1">
              <a:off x="1291607" y="3758797"/>
              <a:ext cx="324600" cy="43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0" name="Google Shape;1630;p25"/>
            <p:cNvSpPr/>
            <p:nvPr/>
          </p:nvSpPr>
          <p:spPr>
            <a:xfrm flipH="1">
              <a:off x="312679" y="3758797"/>
              <a:ext cx="1098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1" name="Google Shape;1631;p25"/>
            <p:cNvSpPr/>
            <p:nvPr/>
          </p:nvSpPr>
          <p:spPr>
            <a:xfrm flipH="1">
              <a:off x="195504"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2" name="Google Shape;1632;p25"/>
            <p:cNvSpPr/>
            <p:nvPr/>
          </p:nvSpPr>
          <p:spPr>
            <a:xfrm flipH="1">
              <a:off x="146745" y="3758797"/>
              <a:ext cx="324600" cy="43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3" name="Google Shape;1633;p25"/>
            <p:cNvSpPr/>
            <p:nvPr/>
          </p:nvSpPr>
          <p:spPr>
            <a:xfrm flipH="1">
              <a:off x="-46" y="2416729"/>
              <a:ext cx="1344000" cy="261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4" name="Google Shape;1634;p25"/>
            <p:cNvSpPr/>
            <p:nvPr/>
          </p:nvSpPr>
          <p:spPr>
            <a:xfrm flipH="1">
              <a:off x="490383" y="2299799"/>
              <a:ext cx="769800" cy="768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5" name="Google Shape;1635;p25"/>
            <p:cNvSpPr/>
            <p:nvPr/>
          </p:nvSpPr>
          <p:spPr>
            <a:xfrm flipH="1">
              <a:off x="572808" y="2376589"/>
              <a:ext cx="642000" cy="402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6" name="Google Shape;1636;p25"/>
            <p:cNvSpPr/>
            <p:nvPr/>
          </p:nvSpPr>
          <p:spPr>
            <a:xfrm flipH="1">
              <a:off x="530681" y="3956006"/>
              <a:ext cx="685871" cy="66318"/>
            </a:xfrm>
            <a:custGeom>
              <a:avLst/>
              <a:gdLst/>
              <a:ahLst/>
              <a:cxnLst/>
              <a:rect l="l" t="t" r="r" b="b"/>
              <a:pathLst>
                <a:path w="393" h="38" extrusionOk="0">
                  <a:moveTo>
                    <a:pt x="0" y="0"/>
                  </a:moveTo>
                  <a:lnTo>
                    <a:pt x="34" y="38"/>
                  </a:lnTo>
                  <a:lnTo>
                    <a:pt x="359" y="38"/>
                  </a:lnTo>
                  <a:lnTo>
                    <a:pt x="393"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7" name="Google Shape;1637;p25"/>
            <p:cNvSpPr/>
            <p:nvPr/>
          </p:nvSpPr>
          <p:spPr>
            <a:xfrm flipH="1">
              <a:off x="131" y="3713421"/>
              <a:ext cx="3328134" cy="342062"/>
            </a:xfrm>
            <a:custGeom>
              <a:avLst/>
              <a:gdLst/>
              <a:ahLst/>
              <a:cxnLst/>
              <a:rect l="l" t="t" r="r" b="b"/>
              <a:pathLst>
                <a:path w="2326" h="239" extrusionOk="0">
                  <a:moveTo>
                    <a:pt x="1081" y="239"/>
                  </a:moveTo>
                  <a:cubicBezTo>
                    <a:pt x="1044" y="152"/>
                    <a:pt x="1044" y="152"/>
                    <a:pt x="1044" y="152"/>
                  </a:cubicBezTo>
                  <a:cubicBezTo>
                    <a:pt x="1158" y="42"/>
                    <a:pt x="1158" y="42"/>
                    <a:pt x="1158" y="42"/>
                  </a:cubicBezTo>
                  <a:cubicBezTo>
                    <a:pt x="2326" y="42"/>
                    <a:pt x="2326" y="42"/>
                    <a:pt x="2326" y="42"/>
                  </a:cubicBezTo>
                  <a:cubicBezTo>
                    <a:pt x="2326" y="0"/>
                    <a:pt x="2326" y="0"/>
                    <a:pt x="2326" y="0"/>
                  </a:cubicBezTo>
                  <a:cubicBezTo>
                    <a:pt x="1010" y="0"/>
                    <a:pt x="1010" y="0"/>
                    <a:pt x="1010" y="0"/>
                  </a:cubicBezTo>
                  <a:cubicBezTo>
                    <a:pt x="880" y="125"/>
                    <a:pt x="880" y="125"/>
                    <a:pt x="880" y="125"/>
                  </a:cubicBezTo>
                  <a:cubicBezTo>
                    <a:pt x="178" y="125"/>
                    <a:pt x="178" y="125"/>
                    <a:pt x="178" y="125"/>
                  </a:cubicBezTo>
                  <a:cubicBezTo>
                    <a:pt x="178" y="125"/>
                    <a:pt x="88" y="239"/>
                    <a:pt x="0" y="239"/>
                  </a:cubicBezTo>
                  <a:lnTo>
                    <a:pt x="1081" y="239"/>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8" name="Google Shape;1638;p25"/>
            <p:cNvSpPr/>
            <p:nvPr/>
          </p:nvSpPr>
          <p:spPr>
            <a:xfrm flipH="1">
              <a:off x="135" y="3210800"/>
              <a:ext cx="2947672" cy="530545"/>
            </a:xfrm>
            <a:custGeom>
              <a:avLst/>
              <a:gdLst/>
              <a:ahLst/>
              <a:cxnLst/>
              <a:rect l="l" t="t" r="r" b="b"/>
              <a:pathLst>
                <a:path w="1689" h="304" extrusionOk="0">
                  <a:moveTo>
                    <a:pt x="1689" y="184"/>
                  </a:moveTo>
                  <a:lnTo>
                    <a:pt x="709" y="184"/>
                  </a:lnTo>
                  <a:lnTo>
                    <a:pt x="453" y="304"/>
                  </a:lnTo>
                  <a:lnTo>
                    <a:pt x="0" y="304"/>
                  </a:lnTo>
                  <a:lnTo>
                    <a:pt x="447" y="288"/>
                  </a:lnTo>
                  <a:lnTo>
                    <a:pt x="960" y="0"/>
                  </a:lnTo>
                  <a:lnTo>
                    <a:pt x="1689" y="0"/>
                  </a:lnTo>
                  <a:lnTo>
                    <a:pt x="1689" y="184"/>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9" name="Google Shape;1639;p25"/>
            <p:cNvSpPr/>
            <p:nvPr/>
          </p:nvSpPr>
          <p:spPr>
            <a:xfrm flipH="1">
              <a:off x="2129398" y="3497015"/>
              <a:ext cx="694500" cy="4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0" name="Google Shape;1640;p25"/>
            <p:cNvSpPr/>
            <p:nvPr/>
          </p:nvSpPr>
          <p:spPr>
            <a:xfrm flipH="1">
              <a:off x="135" y="2554600"/>
              <a:ext cx="769641" cy="394418"/>
            </a:xfrm>
            <a:custGeom>
              <a:avLst/>
              <a:gdLst/>
              <a:ahLst/>
              <a:cxnLst/>
              <a:rect l="l" t="t" r="r" b="b"/>
              <a:pathLst>
                <a:path w="538" h="276" extrusionOk="0">
                  <a:moveTo>
                    <a:pt x="46" y="0"/>
                  </a:moveTo>
                  <a:cubicBezTo>
                    <a:pt x="538" y="0"/>
                    <a:pt x="538" y="0"/>
                    <a:pt x="538" y="0"/>
                  </a:cubicBezTo>
                  <a:cubicBezTo>
                    <a:pt x="538" y="276"/>
                    <a:pt x="538" y="276"/>
                    <a:pt x="538" y="276"/>
                  </a:cubicBezTo>
                  <a:cubicBezTo>
                    <a:pt x="46" y="276"/>
                    <a:pt x="46" y="276"/>
                    <a:pt x="46" y="276"/>
                  </a:cubicBezTo>
                  <a:cubicBezTo>
                    <a:pt x="34" y="276"/>
                    <a:pt x="24" y="272"/>
                    <a:pt x="16" y="265"/>
                  </a:cubicBezTo>
                  <a:cubicBezTo>
                    <a:pt x="6" y="256"/>
                    <a:pt x="0" y="244"/>
                    <a:pt x="0" y="230"/>
                  </a:cubicBezTo>
                  <a:cubicBezTo>
                    <a:pt x="0" y="46"/>
                    <a:pt x="0" y="46"/>
                    <a:pt x="0" y="46"/>
                  </a:cubicBezTo>
                  <a:cubicBezTo>
                    <a:pt x="0" y="32"/>
                    <a:pt x="6" y="20"/>
                    <a:pt x="15" y="12"/>
                  </a:cubicBezTo>
                  <a:cubicBezTo>
                    <a:pt x="23" y="5"/>
                    <a:pt x="34" y="0"/>
                    <a:pt x="46"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1" name="Google Shape;1641;p25"/>
            <p:cNvSpPr/>
            <p:nvPr/>
          </p:nvSpPr>
          <p:spPr>
            <a:xfrm flipH="1">
              <a:off x="135" y="2554600"/>
              <a:ext cx="769641" cy="83770"/>
            </a:xfrm>
            <a:custGeom>
              <a:avLst/>
              <a:gdLst/>
              <a:ahLst/>
              <a:cxnLst/>
              <a:rect l="l" t="t" r="r" b="b"/>
              <a:pathLst>
                <a:path w="538" h="59" extrusionOk="0">
                  <a:moveTo>
                    <a:pt x="46" y="0"/>
                  </a:moveTo>
                  <a:cubicBezTo>
                    <a:pt x="34" y="0"/>
                    <a:pt x="23" y="5"/>
                    <a:pt x="15" y="12"/>
                  </a:cubicBezTo>
                  <a:cubicBezTo>
                    <a:pt x="6" y="20"/>
                    <a:pt x="0" y="32"/>
                    <a:pt x="0" y="46"/>
                  </a:cubicBezTo>
                  <a:cubicBezTo>
                    <a:pt x="0" y="59"/>
                    <a:pt x="0" y="59"/>
                    <a:pt x="0" y="59"/>
                  </a:cubicBezTo>
                  <a:cubicBezTo>
                    <a:pt x="0" y="46"/>
                    <a:pt x="6" y="34"/>
                    <a:pt x="15" y="25"/>
                  </a:cubicBezTo>
                  <a:cubicBezTo>
                    <a:pt x="23" y="18"/>
                    <a:pt x="34" y="14"/>
                    <a:pt x="46" y="14"/>
                  </a:cubicBezTo>
                  <a:cubicBezTo>
                    <a:pt x="538" y="14"/>
                    <a:pt x="538" y="14"/>
                    <a:pt x="538" y="14"/>
                  </a:cubicBezTo>
                  <a:cubicBezTo>
                    <a:pt x="538" y="0"/>
                    <a:pt x="538" y="0"/>
                    <a:pt x="538" y="0"/>
                  </a:cubicBezTo>
                  <a:lnTo>
                    <a:pt x="46"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2" name="Google Shape;1642;p25"/>
            <p:cNvSpPr/>
            <p:nvPr/>
          </p:nvSpPr>
          <p:spPr>
            <a:xfrm flipH="1">
              <a:off x="1511496" y="2540639"/>
              <a:ext cx="1486923" cy="731244"/>
            </a:xfrm>
            <a:custGeom>
              <a:avLst/>
              <a:gdLst/>
              <a:ahLst/>
              <a:cxnLst/>
              <a:rect l="l" t="t" r="r" b="b"/>
              <a:pathLst>
                <a:path w="1039" h="510" extrusionOk="0">
                  <a:moveTo>
                    <a:pt x="988" y="0"/>
                  </a:moveTo>
                  <a:cubicBezTo>
                    <a:pt x="742" y="59"/>
                    <a:pt x="742" y="59"/>
                    <a:pt x="742" y="59"/>
                  </a:cubicBezTo>
                  <a:cubicBezTo>
                    <a:pt x="415" y="213"/>
                    <a:pt x="11" y="503"/>
                    <a:pt x="0" y="510"/>
                  </a:cubicBezTo>
                  <a:cubicBezTo>
                    <a:pt x="28" y="491"/>
                    <a:pt x="47" y="479"/>
                    <a:pt x="47" y="478"/>
                  </a:cubicBezTo>
                  <a:cubicBezTo>
                    <a:pt x="47" y="478"/>
                    <a:pt x="47" y="478"/>
                    <a:pt x="47" y="478"/>
                  </a:cubicBezTo>
                  <a:cubicBezTo>
                    <a:pt x="300" y="341"/>
                    <a:pt x="795" y="239"/>
                    <a:pt x="795" y="239"/>
                  </a:cubicBezTo>
                  <a:cubicBezTo>
                    <a:pt x="1039" y="22"/>
                    <a:pt x="1039" y="22"/>
                    <a:pt x="1039" y="22"/>
                  </a:cubicBezTo>
                  <a:cubicBezTo>
                    <a:pt x="988" y="0"/>
                    <a:pt x="988" y="0"/>
                    <a:pt x="988" y="0"/>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3" name="Google Shape;1643;p25"/>
            <p:cNvSpPr/>
            <p:nvPr/>
          </p:nvSpPr>
          <p:spPr>
            <a:xfrm flipH="1">
              <a:off x="2930355" y="3224762"/>
              <a:ext cx="68064" cy="48866"/>
            </a:xfrm>
            <a:custGeom>
              <a:avLst/>
              <a:gdLst/>
              <a:ahLst/>
              <a:cxnLst/>
              <a:rect l="l" t="t" r="r" b="b"/>
              <a:pathLst>
                <a:path w="47" h="33" extrusionOk="0">
                  <a:moveTo>
                    <a:pt x="47" y="0"/>
                  </a:moveTo>
                  <a:cubicBezTo>
                    <a:pt x="47" y="1"/>
                    <a:pt x="28" y="13"/>
                    <a:pt x="0" y="32"/>
                  </a:cubicBezTo>
                  <a:cubicBezTo>
                    <a:pt x="0" y="33"/>
                    <a:pt x="0" y="33"/>
                    <a:pt x="0" y="33"/>
                  </a:cubicBezTo>
                  <a:cubicBezTo>
                    <a:pt x="28" y="13"/>
                    <a:pt x="47" y="1"/>
                    <a:pt x="47" y="0"/>
                  </a:cubicBezTo>
                </a:path>
              </a:pathLst>
            </a:custGeom>
            <a:solidFill>
              <a:srgbClr val="2FCBE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4" name="Google Shape;1644;p25"/>
            <p:cNvSpPr/>
            <p:nvPr/>
          </p:nvSpPr>
          <p:spPr>
            <a:xfrm flipH="1">
              <a:off x="1511494" y="2516206"/>
              <a:ext cx="425833" cy="109949"/>
            </a:xfrm>
            <a:custGeom>
              <a:avLst/>
              <a:gdLst/>
              <a:ahLst/>
              <a:cxnLst/>
              <a:rect l="l" t="t" r="r" b="b"/>
              <a:pathLst>
                <a:path w="244" h="63" extrusionOk="0">
                  <a:moveTo>
                    <a:pt x="189" y="0"/>
                  </a:moveTo>
                  <a:lnTo>
                    <a:pt x="0" y="63"/>
                  </a:lnTo>
                  <a:lnTo>
                    <a:pt x="202" y="14"/>
                  </a:lnTo>
                  <a:lnTo>
                    <a:pt x="244" y="32"/>
                  </a:lnTo>
                  <a:lnTo>
                    <a:pt x="189"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5" name="Google Shape;1645;p25"/>
            <p:cNvSpPr/>
            <p:nvPr/>
          </p:nvSpPr>
          <p:spPr>
            <a:xfrm flipH="1">
              <a:off x="1511494" y="2516206"/>
              <a:ext cx="425833" cy="109949"/>
            </a:xfrm>
            <a:custGeom>
              <a:avLst/>
              <a:gdLst/>
              <a:ahLst/>
              <a:cxnLst/>
              <a:rect l="l" t="t" r="r" b="b"/>
              <a:pathLst>
                <a:path w="244" h="63" extrusionOk="0">
                  <a:moveTo>
                    <a:pt x="189" y="0"/>
                  </a:moveTo>
                  <a:lnTo>
                    <a:pt x="0" y="63"/>
                  </a:lnTo>
                  <a:lnTo>
                    <a:pt x="202" y="14"/>
                  </a:lnTo>
                  <a:lnTo>
                    <a:pt x="244" y="32"/>
                  </a:lnTo>
                  <a:lnTo>
                    <a:pt x="189" y="0"/>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6" name="Google Shape;1646;p25"/>
            <p:cNvSpPr/>
            <p:nvPr/>
          </p:nvSpPr>
          <p:spPr>
            <a:xfrm flipH="1">
              <a:off x="1511494" y="2512656"/>
              <a:ext cx="425833" cy="366495"/>
            </a:xfrm>
            <a:custGeom>
              <a:avLst/>
              <a:gdLst/>
              <a:ahLst/>
              <a:cxnLst/>
              <a:rect l="l" t="t" r="r" b="b"/>
              <a:pathLst>
                <a:path w="244" h="210" extrusionOk="0">
                  <a:moveTo>
                    <a:pt x="0" y="63"/>
                  </a:moveTo>
                  <a:lnTo>
                    <a:pt x="189" y="11"/>
                  </a:lnTo>
                  <a:lnTo>
                    <a:pt x="228" y="36"/>
                  </a:lnTo>
                  <a:lnTo>
                    <a:pt x="44" y="210"/>
                  </a:lnTo>
                  <a:lnTo>
                    <a:pt x="244" y="32"/>
                  </a:lnTo>
                  <a:lnTo>
                    <a:pt x="189" y="0"/>
                  </a:lnTo>
                  <a:lnTo>
                    <a:pt x="0" y="63"/>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7" name="Google Shape;1647;p25"/>
            <p:cNvSpPr/>
            <p:nvPr/>
          </p:nvSpPr>
          <p:spPr>
            <a:xfrm flipH="1">
              <a:off x="136" y="2577289"/>
              <a:ext cx="1853421" cy="465972"/>
            </a:xfrm>
            <a:custGeom>
              <a:avLst/>
              <a:gdLst/>
              <a:ahLst/>
              <a:cxnLst/>
              <a:rect l="l" t="t" r="r" b="b"/>
              <a:pathLst>
                <a:path w="1062" h="267" extrusionOk="0">
                  <a:moveTo>
                    <a:pt x="1062" y="236"/>
                  </a:moveTo>
                  <a:lnTo>
                    <a:pt x="1062" y="234"/>
                  </a:lnTo>
                  <a:lnTo>
                    <a:pt x="599" y="234"/>
                  </a:lnTo>
                  <a:lnTo>
                    <a:pt x="599" y="0"/>
                  </a:lnTo>
                  <a:lnTo>
                    <a:pt x="263" y="0"/>
                  </a:lnTo>
                  <a:lnTo>
                    <a:pt x="0" y="236"/>
                  </a:lnTo>
                  <a:lnTo>
                    <a:pt x="597" y="236"/>
                  </a:lnTo>
                  <a:lnTo>
                    <a:pt x="597" y="267"/>
                  </a:lnTo>
                  <a:lnTo>
                    <a:pt x="1062" y="267"/>
                  </a:lnTo>
                  <a:lnTo>
                    <a:pt x="1062" y="265"/>
                  </a:lnTo>
                  <a:lnTo>
                    <a:pt x="599" y="265"/>
                  </a:lnTo>
                  <a:lnTo>
                    <a:pt x="599" y="236"/>
                  </a:lnTo>
                  <a:lnTo>
                    <a:pt x="1062" y="236"/>
                  </a:lnTo>
                  <a:close/>
                  <a:moveTo>
                    <a:pt x="597" y="234"/>
                  </a:moveTo>
                  <a:lnTo>
                    <a:pt x="7" y="234"/>
                  </a:lnTo>
                  <a:lnTo>
                    <a:pt x="264" y="2"/>
                  </a:lnTo>
                  <a:lnTo>
                    <a:pt x="597" y="2"/>
                  </a:lnTo>
                  <a:lnTo>
                    <a:pt x="597" y="23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8" name="Google Shape;1648;p25"/>
            <p:cNvSpPr/>
            <p:nvPr/>
          </p:nvSpPr>
          <p:spPr>
            <a:xfrm flipH="1">
              <a:off x="872625" y="3041515"/>
              <a:ext cx="1284600" cy="69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49" name="Google Shape;1649;p25"/>
          <p:cNvGrpSpPr/>
          <p:nvPr/>
        </p:nvGrpSpPr>
        <p:grpSpPr>
          <a:xfrm>
            <a:off x="-289462" y="3151049"/>
            <a:ext cx="5681832" cy="2067876"/>
            <a:chOff x="-289462" y="3151049"/>
            <a:chExt cx="5681832" cy="2067876"/>
          </a:xfrm>
        </p:grpSpPr>
        <p:sp>
          <p:nvSpPr>
            <p:cNvPr id="1650" name="Google Shape;1650;p25"/>
            <p:cNvSpPr/>
            <p:nvPr/>
          </p:nvSpPr>
          <p:spPr>
            <a:xfrm>
              <a:off x="-289462" y="4307701"/>
              <a:ext cx="3475039" cy="911224"/>
            </a:xfrm>
            <a:custGeom>
              <a:avLst/>
              <a:gdLst/>
              <a:ahLst/>
              <a:cxnLst/>
              <a:rect l="l" t="t" r="r" b="b"/>
              <a:pathLst>
                <a:path w="1837" h="481" extrusionOk="0">
                  <a:moveTo>
                    <a:pt x="1837" y="481"/>
                  </a:moveTo>
                  <a:cubicBezTo>
                    <a:pt x="0" y="481"/>
                    <a:pt x="0" y="481"/>
                    <a:pt x="0" y="481"/>
                  </a:cubicBezTo>
                  <a:cubicBezTo>
                    <a:pt x="6" y="310"/>
                    <a:pt x="152" y="117"/>
                    <a:pt x="313" y="59"/>
                  </a:cubicBezTo>
                  <a:cubicBezTo>
                    <a:pt x="474" y="0"/>
                    <a:pt x="668" y="49"/>
                    <a:pt x="783" y="176"/>
                  </a:cubicBezTo>
                  <a:cubicBezTo>
                    <a:pt x="853" y="253"/>
                    <a:pt x="908" y="363"/>
                    <a:pt x="1011" y="376"/>
                  </a:cubicBezTo>
                  <a:cubicBezTo>
                    <a:pt x="1107" y="388"/>
                    <a:pt x="1186" y="306"/>
                    <a:pt x="1269" y="256"/>
                  </a:cubicBezTo>
                  <a:cubicBezTo>
                    <a:pt x="1370" y="195"/>
                    <a:pt x="1496" y="178"/>
                    <a:pt x="1610" y="210"/>
                  </a:cubicBezTo>
                  <a:cubicBezTo>
                    <a:pt x="1724" y="241"/>
                    <a:pt x="1781" y="377"/>
                    <a:pt x="1837" y="48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1" name="Google Shape;1651;p25"/>
            <p:cNvSpPr/>
            <p:nvPr/>
          </p:nvSpPr>
          <p:spPr>
            <a:xfrm>
              <a:off x="2091625" y="3655413"/>
              <a:ext cx="1531939" cy="531813"/>
            </a:xfrm>
            <a:custGeom>
              <a:avLst/>
              <a:gdLst/>
              <a:ahLst/>
              <a:cxnLst/>
              <a:rect l="l" t="t" r="r" b="b"/>
              <a:pathLst>
                <a:path w="810" h="281" extrusionOk="0">
                  <a:moveTo>
                    <a:pt x="0" y="281"/>
                  </a:moveTo>
                  <a:cubicBezTo>
                    <a:pt x="810" y="281"/>
                    <a:pt x="810" y="281"/>
                    <a:pt x="810" y="281"/>
                  </a:cubicBezTo>
                  <a:cubicBezTo>
                    <a:pt x="748" y="127"/>
                    <a:pt x="598" y="7"/>
                    <a:pt x="432" y="4"/>
                  </a:cubicBezTo>
                  <a:cubicBezTo>
                    <a:pt x="265" y="0"/>
                    <a:pt x="68" y="129"/>
                    <a:pt x="0" y="28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2" name="Google Shape;1652;p25"/>
            <p:cNvSpPr/>
            <p:nvPr/>
          </p:nvSpPr>
          <p:spPr>
            <a:xfrm>
              <a:off x="4076521" y="3752920"/>
              <a:ext cx="1315849" cy="434301"/>
            </a:xfrm>
            <a:custGeom>
              <a:avLst/>
              <a:gdLst/>
              <a:ahLst/>
              <a:cxnLst/>
              <a:rect l="l" t="t" r="r" b="b"/>
              <a:pathLst>
                <a:path w="1023" h="337" extrusionOk="0">
                  <a:moveTo>
                    <a:pt x="1023" y="337"/>
                  </a:moveTo>
                  <a:cubicBezTo>
                    <a:pt x="0" y="337"/>
                    <a:pt x="0" y="337"/>
                    <a:pt x="0" y="337"/>
                  </a:cubicBezTo>
                  <a:cubicBezTo>
                    <a:pt x="38" y="246"/>
                    <a:pt x="90" y="149"/>
                    <a:pt x="166" y="86"/>
                  </a:cubicBezTo>
                  <a:cubicBezTo>
                    <a:pt x="241" y="22"/>
                    <a:pt x="361" y="0"/>
                    <a:pt x="436" y="63"/>
                  </a:cubicBezTo>
                  <a:cubicBezTo>
                    <a:pt x="490" y="109"/>
                    <a:pt x="523" y="195"/>
                    <a:pt x="594" y="196"/>
                  </a:cubicBezTo>
                  <a:cubicBezTo>
                    <a:pt x="645" y="197"/>
                    <a:pt x="682" y="150"/>
                    <a:pt x="724" y="121"/>
                  </a:cubicBezTo>
                  <a:cubicBezTo>
                    <a:pt x="789" y="75"/>
                    <a:pt x="880" y="68"/>
                    <a:pt x="951" y="104"/>
                  </a:cubicBezTo>
                  <a:cubicBezTo>
                    <a:pt x="1022" y="140"/>
                    <a:pt x="1022" y="257"/>
                    <a:pt x="1023" y="33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653" name="Google Shape;1653;p25"/>
            <p:cNvGrpSpPr/>
            <p:nvPr/>
          </p:nvGrpSpPr>
          <p:grpSpPr>
            <a:xfrm>
              <a:off x="282141" y="3151049"/>
              <a:ext cx="1180002" cy="1036279"/>
              <a:chOff x="7410610" y="2637069"/>
              <a:chExt cx="1226485" cy="1077101"/>
            </a:xfrm>
          </p:grpSpPr>
          <p:grpSp>
            <p:nvGrpSpPr>
              <p:cNvPr id="1654" name="Google Shape;1654;p25"/>
              <p:cNvGrpSpPr/>
              <p:nvPr/>
            </p:nvGrpSpPr>
            <p:grpSpPr>
              <a:xfrm>
                <a:off x="8386635" y="3027970"/>
                <a:ext cx="250461" cy="686200"/>
                <a:chOff x="6178550" y="415926"/>
                <a:chExt cx="774700" cy="2122487"/>
              </a:xfrm>
            </p:grpSpPr>
            <p:sp>
              <p:nvSpPr>
                <p:cNvPr id="1655" name="Google Shape;1655;p25"/>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6" name="Google Shape;1656;p25"/>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7" name="Google Shape;1657;p25"/>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8" name="Google Shape;1658;p25"/>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9" name="Google Shape;1659;p25"/>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0" name="Google Shape;1660;p25"/>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1" name="Google Shape;1661;p25"/>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2" name="Google Shape;1662;p25"/>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63" name="Google Shape;1663;p25"/>
              <p:cNvGrpSpPr/>
              <p:nvPr/>
            </p:nvGrpSpPr>
            <p:grpSpPr>
              <a:xfrm>
                <a:off x="7898536" y="2637069"/>
                <a:ext cx="321036" cy="1076950"/>
                <a:chOff x="6178550" y="415926"/>
                <a:chExt cx="774700" cy="2122487"/>
              </a:xfrm>
            </p:grpSpPr>
            <p:sp>
              <p:nvSpPr>
                <p:cNvPr id="1664" name="Google Shape;1664;p25"/>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5" name="Google Shape;1665;p25"/>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6" name="Google Shape;1666;p25"/>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7" name="Google Shape;1667;p25"/>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8" name="Google Shape;1668;p25"/>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9" name="Google Shape;1669;p25"/>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0" name="Google Shape;1670;p25"/>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1" name="Google Shape;1671;p25"/>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72" name="Google Shape;1672;p25"/>
              <p:cNvGrpSpPr/>
              <p:nvPr/>
            </p:nvGrpSpPr>
            <p:grpSpPr>
              <a:xfrm>
                <a:off x="7410610" y="2834495"/>
                <a:ext cx="321036" cy="879559"/>
                <a:chOff x="6178550" y="415926"/>
                <a:chExt cx="774700" cy="2122487"/>
              </a:xfrm>
            </p:grpSpPr>
            <p:sp>
              <p:nvSpPr>
                <p:cNvPr id="1673" name="Google Shape;1673;p25"/>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4" name="Google Shape;1674;p25"/>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5" name="Google Shape;1675;p25"/>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6" name="Google Shape;1676;p25"/>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7" name="Google Shape;1677;p25"/>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8" name="Google Shape;1678;p25"/>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9" name="Google Shape;1679;p25"/>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0" name="Google Shape;1680;p25"/>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1681" name="Google Shape;1681;p25"/>
          <p:cNvGrpSpPr/>
          <p:nvPr/>
        </p:nvGrpSpPr>
        <p:grpSpPr>
          <a:xfrm>
            <a:off x="-1545537" y="1068570"/>
            <a:ext cx="3120458" cy="1043905"/>
            <a:chOff x="-1545537" y="1068570"/>
            <a:chExt cx="3120458" cy="1043905"/>
          </a:xfrm>
        </p:grpSpPr>
        <p:sp>
          <p:nvSpPr>
            <p:cNvPr id="1682" name="Google Shape;1682;p25"/>
            <p:cNvSpPr/>
            <p:nvPr/>
          </p:nvSpPr>
          <p:spPr>
            <a:xfrm>
              <a:off x="-1545537" y="1068570"/>
              <a:ext cx="2538925" cy="376131"/>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3" name="Google Shape;1683;p25"/>
            <p:cNvSpPr/>
            <p:nvPr/>
          </p:nvSpPr>
          <p:spPr>
            <a:xfrm flipH="1">
              <a:off x="418172" y="1661575"/>
              <a:ext cx="1156750" cy="450900"/>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400"/>
              <a:buFont typeface="Sora ExtraBold"/>
              <a:buNone/>
              <a:defRPr sz="2400">
                <a:solidFill>
                  <a:schemeClr val="dk1"/>
                </a:solidFill>
                <a:latin typeface="Sora ExtraBold"/>
                <a:ea typeface="Sora ExtraBold"/>
                <a:cs typeface="Sora ExtraBold"/>
                <a:sym typeface="Sora ExtraBold"/>
              </a:defRPr>
            </a:lvl1pPr>
            <a:lvl2pPr lvl="1" rtl="0">
              <a:spcBef>
                <a:spcPts val="0"/>
              </a:spcBef>
              <a:spcAft>
                <a:spcPts val="0"/>
              </a:spcAft>
              <a:buClr>
                <a:schemeClr val="dk1"/>
              </a:buClr>
              <a:buSzPts val="3000"/>
              <a:buFont typeface="Sora ExtraBold"/>
              <a:buNone/>
              <a:defRPr sz="3000">
                <a:solidFill>
                  <a:schemeClr val="dk1"/>
                </a:solidFill>
                <a:latin typeface="Sora ExtraBold"/>
                <a:ea typeface="Sora ExtraBold"/>
                <a:cs typeface="Sora ExtraBold"/>
                <a:sym typeface="Sora ExtraBold"/>
              </a:defRPr>
            </a:lvl2pPr>
            <a:lvl3pPr lvl="2" rtl="0">
              <a:spcBef>
                <a:spcPts val="0"/>
              </a:spcBef>
              <a:spcAft>
                <a:spcPts val="0"/>
              </a:spcAft>
              <a:buClr>
                <a:schemeClr val="dk1"/>
              </a:buClr>
              <a:buSzPts val="3000"/>
              <a:buFont typeface="Sora ExtraBold"/>
              <a:buNone/>
              <a:defRPr sz="3000">
                <a:solidFill>
                  <a:schemeClr val="dk1"/>
                </a:solidFill>
                <a:latin typeface="Sora ExtraBold"/>
                <a:ea typeface="Sora ExtraBold"/>
                <a:cs typeface="Sora ExtraBold"/>
                <a:sym typeface="Sora ExtraBold"/>
              </a:defRPr>
            </a:lvl3pPr>
            <a:lvl4pPr lvl="3" rtl="0">
              <a:spcBef>
                <a:spcPts val="0"/>
              </a:spcBef>
              <a:spcAft>
                <a:spcPts val="0"/>
              </a:spcAft>
              <a:buClr>
                <a:schemeClr val="dk1"/>
              </a:buClr>
              <a:buSzPts val="3000"/>
              <a:buFont typeface="Sora ExtraBold"/>
              <a:buNone/>
              <a:defRPr sz="3000">
                <a:solidFill>
                  <a:schemeClr val="dk1"/>
                </a:solidFill>
                <a:latin typeface="Sora ExtraBold"/>
                <a:ea typeface="Sora ExtraBold"/>
                <a:cs typeface="Sora ExtraBold"/>
                <a:sym typeface="Sora ExtraBold"/>
              </a:defRPr>
            </a:lvl4pPr>
            <a:lvl5pPr lvl="4" rtl="0">
              <a:spcBef>
                <a:spcPts val="0"/>
              </a:spcBef>
              <a:spcAft>
                <a:spcPts val="0"/>
              </a:spcAft>
              <a:buClr>
                <a:schemeClr val="dk1"/>
              </a:buClr>
              <a:buSzPts val="3000"/>
              <a:buFont typeface="Sora ExtraBold"/>
              <a:buNone/>
              <a:defRPr sz="3000">
                <a:solidFill>
                  <a:schemeClr val="dk1"/>
                </a:solidFill>
                <a:latin typeface="Sora ExtraBold"/>
                <a:ea typeface="Sora ExtraBold"/>
                <a:cs typeface="Sora ExtraBold"/>
                <a:sym typeface="Sora ExtraBold"/>
              </a:defRPr>
            </a:lvl5pPr>
            <a:lvl6pPr lvl="5" rtl="0">
              <a:spcBef>
                <a:spcPts val="0"/>
              </a:spcBef>
              <a:spcAft>
                <a:spcPts val="0"/>
              </a:spcAft>
              <a:buClr>
                <a:schemeClr val="dk1"/>
              </a:buClr>
              <a:buSzPts val="3000"/>
              <a:buFont typeface="Sora ExtraBold"/>
              <a:buNone/>
              <a:defRPr sz="3000">
                <a:solidFill>
                  <a:schemeClr val="dk1"/>
                </a:solidFill>
                <a:latin typeface="Sora ExtraBold"/>
                <a:ea typeface="Sora ExtraBold"/>
                <a:cs typeface="Sora ExtraBold"/>
                <a:sym typeface="Sora ExtraBold"/>
              </a:defRPr>
            </a:lvl6pPr>
            <a:lvl7pPr lvl="6" rtl="0">
              <a:spcBef>
                <a:spcPts val="0"/>
              </a:spcBef>
              <a:spcAft>
                <a:spcPts val="0"/>
              </a:spcAft>
              <a:buClr>
                <a:schemeClr val="dk1"/>
              </a:buClr>
              <a:buSzPts val="3000"/>
              <a:buFont typeface="Sora ExtraBold"/>
              <a:buNone/>
              <a:defRPr sz="3000">
                <a:solidFill>
                  <a:schemeClr val="dk1"/>
                </a:solidFill>
                <a:latin typeface="Sora ExtraBold"/>
                <a:ea typeface="Sora ExtraBold"/>
                <a:cs typeface="Sora ExtraBold"/>
                <a:sym typeface="Sora ExtraBold"/>
              </a:defRPr>
            </a:lvl7pPr>
            <a:lvl8pPr lvl="7" rtl="0">
              <a:spcBef>
                <a:spcPts val="0"/>
              </a:spcBef>
              <a:spcAft>
                <a:spcPts val="0"/>
              </a:spcAft>
              <a:buClr>
                <a:schemeClr val="dk1"/>
              </a:buClr>
              <a:buSzPts val="3000"/>
              <a:buFont typeface="Sora ExtraBold"/>
              <a:buNone/>
              <a:defRPr sz="3000">
                <a:solidFill>
                  <a:schemeClr val="dk1"/>
                </a:solidFill>
                <a:latin typeface="Sora ExtraBold"/>
                <a:ea typeface="Sora ExtraBold"/>
                <a:cs typeface="Sora ExtraBold"/>
                <a:sym typeface="Sora ExtraBold"/>
              </a:defRPr>
            </a:lvl8pPr>
            <a:lvl9pPr lvl="8" rtl="0">
              <a:spcBef>
                <a:spcPts val="0"/>
              </a:spcBef>
              <a:spcAft>
                <a:spcPts val="0"/>
              </a:spcAft>
              <a:buClr>
                <a:schemeClr val="dk1"/>
              </a:buClr>
              <a:buSzPts val="3000"/>
              <a:buFont typeface="Sora ExtraBold"/>
              <a:buNone/>
              <a:defRPr sz="3000">
                <a:solidFill>
                  <a:schemeClr val="dk1"/>
                </a:solidFill>
                <a:latin typeface="Sora ExtraBold"/>
                <a:ea typeface="Sora ExtraBold"/>
                <a:cs typeface="Sora ExtraBold"/>
                <a:sym typeface="Sora ExtraBold"/>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1pPr>
            <a:lvl2pPr marL="914400" lvl="1"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2pPr>
            <a:lvl3pPr marL="1371600" lvl="2"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3pPr>
            <a:lvl4pPr marL="1828800" lvl="3"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4pPr>
            <a:lvl5pPr marL="2286000" lvl="4"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5pPr>
            <a:lvl6pPr marL="2743200" lvl="5"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6pPr>
            <a:lvl7pPr marL="3200400" lvl="6"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7pPr>
            <a:lvl8pPr marL="3657600" lvl="7"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8pPr>
            <a:lvl9pPr marL="4114800" lvl="8"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3" r:id="rId11"/>
    <p:sldLayoutId id="2147483665" r:id="rId12"/>
    <p:sldLayoutId id="2147483666" r:id="rId13"/>
    <p:sldLayoutId id="2147483667" r:id="rId14"/>
    <p:sldLayoutId id="2147483669" r:id="rId15"/>
    <p:sldLayoutId id="2147483670" r:id="rId16"/>
    <p:sldLayoutId id="2147483671" r:id="rId1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1693"/>
        <p:cNvGrpSpPr/>
        <p:nvPr/>
      </p:nvGrpSpPr>
      <p:grpSpPr>
        <a:xfrm>
          <a:off x="0" y="0"/>
          <a:ext cx="0" cy="0"/>
          <a:chOff x="0" y="0"/>
          <a:chExt cx="0" cy="0"/>
        </a:xfrm>
      </p:grpSpPr>
      <p:sp>
        <p:nvSpPr>
          <p:cNvPr id="1694" name="Google Shape;1694;p29"/>
          <p:cNvSpPr txBox="1">
            <a:spLocks noGrp="1"/>
          </p:cNvSpPr>
          <p:nvPr>
            <p:ph type="ctrTitle"/>
          </p:nvPr>
        </p:nvSpPr>
        <p:spPr>
          <a:xfrm>
            <a:off x="213386" y="224169"/>
            <a:ext cx="6233134" cy="1465753"/>
          </a:xfrm>
          <a:prstGeom prst="rect">
            <a:avLst/>
          </a:prstGeom>
        </p:spPr>
        <p:txBody>
          <a:bodyPr spcFirstLastPara="1" wrap="square" lIns="91425" tIns="91425" rIns="91425" bIns="91425" anchor="b" anchorCtr="0">
            <a:noAutofit/>
          </a:bodyPr>
          <a:lstStyle/>
          <a:p>
            <a:pPr lvl="0" algn="l"/>
            <a:r>
              <a:rPr lang="en" sz="2800" dirty="0"/>
              <a:t>P1 - Assessing Public Transit Reliability through Deep Learning Analytics in Malaysia</a:t>
            </a:r>
            <a:endParaRPr sz="2800" dirty="0">
              <a:solidFill>
                <a:schemeClr val="lt1"/>
              </a:solidFill>
            </a:endParaRPr>
          </a:p>
        </p:txBody>
      </p:sp>
      <p:sp>
        <p:nvSpPr>
          <p:cNvPr id="1695" name="Google Shape;1695;p29"/>
          <p:cNvSpPr txBox="1">
            <a:spLocks noGrp="1"/>
          </p:cNvSpPr>
          <p:nvPr>
            <p:ph type="subTitle" idx="1"/>
          </p:nvPr>
        </p:nvSpPr>
        <p:spPr>
          <a:xfrm>
            <a:off x="213386" y="1689807"/>
            <a:ext cx="6427500" cy="1578228"/>
          </a:xfrm>
          <a:prstGeom prst="rect">
            <a:avLst/>
          </a:prstGeom>
        </p:spPr>
        <p:txBody>
          <a:bodyPr spcFirstLastPara="1" wrap="square" lIns="91425" tIns="91425" rIns="91425" bIns="91425" anchor="t" anchorCtr="0">
            <a:noAutofit/>
          </a:bodyPr>
          <a:lstStyle/>
          <a:p>
            <a:pPr marL="0" lvl="0" indent="0" algn="l">
              <a:lnSpc>
                <a:spcPct val="150000"/>
              </a:lnSpc>
            </a:pPr>
            <a:r>
              <a:rPr lang="en-US" sz="1800" u="sng" dirty="0"/>
              <a:t>Master of Artificial Intelligence</a:t>
            </a:r>
          </a:p>
          <a:p>
            <a:pPr marL="0" indent="0" algn="l">
              <a:lnSpc>
                <a:spcPct val="150000"/>
              </a:lnSpc>
            </a:pPr>
            <a:r>
              <a:rPr lang="en-US" sz="1800" b="1" dirty="0"/>
              <a:t>Student:</a:t>
            </a:r>
            <a:r>
              <a:rPr lang="en-US" sz="1800" dirty="0"/>
              <a:t> Yip Zi Xian (24202141)</a:t>
            </a:r>
          </a:p>
          <a:p>
            <a:pPr marL="0" indent="0" algn="l">
              <a:lnSpc>
                <a:spcPct val="150000"/>
              </a:lnSpc>
            </a:pPr>
            <a:r>
              <a:rPr lang="en-MY" sz="1800" b="1" dirty="0"/>
              <a:t>Supervisor: </a:t>
            </a:r>
            <a:r>
              <a:rPr lang="en-MY" sz="1800" dirty="0"/>
              <a:t>Prof. Ts. Dr. Rafidah binti Md Noor</a:t>
            </a:r>
            <a:endParaRPr lang="en-MY" sz="1800" b="1" dirty="0"/>
          </a:p>
        </p:txBody>
      </p:sp>
      <p:grpSp>
        <p:nvGrpSpPr>
          <p:cNvPr id="1696" name="Google Shape;1696;p29"/>
          <p:cNvGrpSpPr/>
          <p:nvPr/>
        </p:nvGrpSpPr>
        <p:grpSpPr>
          <a:xfrm>
            <a:off x="7151735" y="2894253"/>
            <a:ext cx="924904" cy="1182028"/>
            <a:chOff x="7462810" y="2721491"/>
            <a:chExt cx="924904" cy="1182028"/>
          </a:xfrm>
        </p:grpSpPr>
        <p:grpSp>
          <p:nvGrpSpPr>
            <p:cNvPr id="1697" name="Google Shape;1697;p29"/>
            <p:cNvGrpSpPr/>
            <p:nvPr/>
          </p:nvGrpSpPr>
          <p:grpSpPr>
            <a:xfrm>
              <a:off x="8044868" y="2721491"/>
              <a:ext cx="342846" cy="1181857"/>
              <a:chOff x="1539875" y="3257551"/>
              <a:chExt cx="511176" cy="1762125"/>
            </a:xfrm>
          </p:grpSpPr>
          <p:sp>
            <p:nvSpPr>
              <p:cNvPr id="1698" name="Google Shape;1698;p29"/>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9" name="Google Shape;1699;p29"/>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0" name="Google Shape;1700;p29"/>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1" name="Google Shape;1701;p29"/>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2" name="Google Shape;1702;p29"/>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3" name="Google Shape;1703;p29"/>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04" name="Google Shape;1704;p29"/>
            <p:cNvGrpSpPr/>
            <p:nvPr/>
          </p:nvGrpSpPr>
          <p:grpSpPr>
            <a:xfrm>
              <a:off x="7800940" y="3262810"/>
              <a:ext cx="185813" cy="640708"/>
              <a:chOff x="1539875" y="3257551"/>
              <a:chExt cx="511176" cy="1762125"/>
            </a:xfrm>
          </p:grpSpPr>
          <p:sp>
            <p:nvSpPr>
              <p:cNvPr id="1705" name="Google Shape;1705;p29"/>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6" name="Google Shape;1706;p29"/>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7" name="Google Shape;1707;p29"/>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8" name="Google Shape;1708;p29"/>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9" name="Google Shape;1709;p29"/>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0" name="Google Shape;1710;p29"/>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11" name="Google Shape;1711;p29"/>
            <p:cNvGrpSpPr/>
            <p:nvPr/>
          </p:nvGrpSpPr>
          <p:grpSpPr>
            <a:xfrm flipH="1">
              <a:off x="7462810" y="3127474"/>
              <a:ext cx="225020" cy="775863"/>
              <a:chOff x="1539875" y="3257551"/>
              <a:chExt cx="511176" cy="1762125"/>
            </a:xfrm>
          </p:grpSpPr>
          <p:sp>
            <p:nvSpPr>
              <p:cNvPr id="1712" name="Google Shape;1712;p29"/>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3" name="Google Shape;1713;p29"/>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4" name="Google Shape;1714;p29"/>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5" name="Google Shape;1715;p29"/>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6" name="Google Shape;1716;p29"/>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7" name="Google Shape;1717;p29"/>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719" name="Google Shape;1719;p29"/>
          <p:cNvGrpSpPr/>
          <p:nvPr/>
        </p:nvGrpSpPr>
        <p:grpSpPr>
          <a:xfrm>
            <a:off x="-1409972" y="3356565"/>
            <a:ext cx="6359031" cy="728069"/>
            <a:chOff x="-1409972" y="3348209"/>
            <a:chExt cx="6359031" cy="728069"/>
          </a:xfrm>
        </p:grpSpPr>
        <p:sp>
          <p:nvSpPr>
            <p:cNvPr id="1720" name="Google Shape;1720;p29"/>
            <p:cNvSpPr/>
            <p:nvPr/>
          </p:nvSpPr>
          <p:spPr>
            <a:xfrm>
              <a:off x="3870723" y="3999640"/>
              <a:ext cx="506132" cy="76639"/>
            </a:xfrm>
            <a:custGeom>
              <a:avLst/>
              <a:gdLst/>
              <a:ahLst/>
              <a:cxnLst/>
              <a:rect l="l" t="t" r="r" b="b"/>
              <a:pathLst>
                <a:path w="402" h="61" extrusionOk="0">
                  <a:moveTo>
                    <a:pt x="21" y="2"/>
                  </a:moveTo>
                  <a:cubicBezTo>
                    <a:pt x="21" y="1"/>
                    <a:pt x="21" y="1"/>
                    <a:pt x="21" y="1"/>
                  </a:cubicBezTo>
                  <a:cubicBezTo>
                    <a:pt x="22" y="1"/>
                    <a:pt x="22" y="1"/>
                    <a:pt x="22" y="1"/>
                  </a:cubicBezTo>
                  <a:cubicBezTo>
                    <a:pt x="25" y="1"/>
                    <a:pt x="27" y="0"/>
                    <a:pt x="30" y="0"/>
                  </a:cubicBezTo>
                  <a:cubicBezTo>
                    <a:pt x="33" y="0"/>
                    <a:pt x="36" y="1"/>
                    <a:pt x="38" y="1"/>
                  </a:cubicBezTo>
                  <a:cubicBezTo>
                    <a:pt x="89" y="1"/>
                    <a:pt x="89" y="1"/>
                    <a:pt x="89" y="1"/>
                  </a:cubicBezTo>
                  <a:cubicBezTo>
                    <a:pt x="92" y="1"/>
                    <a:pt x="94" y="0"/>
                    <a:pt x="97" y="0"/>
                  </a:cubicBezTo>
                  <a:cubicBezTo>
                    <a:pt x="100" y="0"/>
                    <a:pt x="103" y="1"/>
                    <a:pt x="105" y="1"/>
                  </a:cubicBezTo>
                  <a:cubicBezTo>
                    <a:pt x="296" y="1"/>
                    <a:pt x="296" y="1"/>
                    <a:pt x="296" y="1"/>
                  </a:cubicBezTo>
                  <a:cubicBezTo>
                    <a:pt x="299" y="1"/>
                    <a:pt x="301" y="0"/>
                    <a:pt x="304" y="0"/>
                  </a:cubicBezTo>
                  <a:cubicBezTo>
                    <a:pt x="307" y="0"/>
                    <a:pt x="310" y="1"/>
                    <a:pt x="312" y="1"/>
                  </a:cubicBezTo>
                  <a:cubicBezTo>
                    <a:pt x="363" y="1"/>
                    <a:pt x="363" y="1"/>
                    <a:pt x="363" y="1"/>
                  </a:cubicBezTo>
                  <a:cubicBezTo>
                    <a:pt x="366" y="1"/>
                    <a:pt x="368" y="0"/>
                    <a:pt x="371" y="0"/>
                  </a:cubicBezTo>
                  <a:cubicBezTo>
                    <a:pt x="388" y="0"/>
                    <a:pt x="402" y="14"/>
                    <a:pt x="402" y="31"/>
                  </a:cubicBezTo>
                  <a:cubicBezTo>
                    <a:pt x="402" y="48"/>
                    <a:pt x="388" y="61"/>
                    <a:pt x="371" y="61"/>
                  </a:cubicBezTo>
                  <a:cubicBezTo>
                    <a:pt x="357" y="61"/>
                    <a:pt x="346" y="52"/>
                    <a:pt x="342" y="39"/>
                  </a:cubicBezTo>
                  <a:cubicBezTo>
                    <a:pt x="333" y="39"/>
                    <a:pt x="333" y="39"/>
                    <a:pt x="333" y="39"/>
                  </a:cubicBezTo>
                  <a:cubicBezTo>
                    <a:pt x="330" y="52"/>
                    <a:pt x="318" y="61"/>
                    <a:pt x="304" y="61"/>
                  </a:cubicBezTo>
                  <a:cubicBezTo>
                    <a:pt x="290" y="61"/>
                    <a:pt x="279" y="52"/>
                    <a:pt x="275" y="39"/>
                  </a:cubicBezTo>
                  <a:cubicBezTo>
                    <a:pt x="263" y="39"/>
                    <a:pt x="263" y="39"/>
                    <a:pt x="263" y="39"/>
                  </a:cubicBezTo>
                  <a:cubicBezTo>
                    <a:pt x="256" y="52"/>
                    <a:pt x="256" y="52"/>
                    <a:pt x="256" y="52"/>
                  </a:cubicBezTo>
                  <a:cubicBezTo>
                    <a:pt x="140" y="52"/>
                    <a:pt x="140" y="52"/>
                    <a:pt x="140" y="52"/>
                  </a:cubicBezTo>
                  <a:cubicBezTo>
                    <a:pt x="131" y="39"/>
                    <a:pt x="131" y="39"/>
                    <a:pt x="131" y="39"/>
                  </a:cubicBezTo>
                  <a:cubicBezTo>
                    <a:pt x="126" y="39"/>
                    <a:pt x="126" y="39"/>
                    <a:pt x="126" y="39"/>
                  </a:cubicBezTo>
                  <a:cubicBezTo>
                    <a:pt x="123" y="52"/>
                    <a:pt x="111" y="61"/>
                    <a:pt x="97" y="61"/>
                  </a:cubicBezTo>
                  <a:cubicBezTo>
                    <a:pt x="83" y="61"/>
                    <a:pt x="72" y="52"/>
                    <a:pt x="68" y="39"/>
                  </a:cubicBezTo>
                  <a:cubicBezTo>
                    <a:pt x="59" y="39"/>
                    <a:pt x="59" y="39"/>
                    <a:pt x="59" y="39"/>
                  </a:cubicBezTo>
                  <a:cubicBezTo>
                    <a:pt x="56" y="52"/>
                    <a:pt x="44" y="61"/>
                    <a:pt x="30" y="61"/>
                  </a:cubicBezTo>
                  <a:cubicBezTo>
                    <a:pt x="13" y="61"/>
                    <a:pt x="0" y="48"/>
                    <a:pt x="0" y="31"/>
                  </a:cubicBezTo>
                  <a:cubicBezTo>
                    <a:pt x="0" y="17"/>
                    <a:pt x="9" y="5"/>
                    <a:pt x="21"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1" name="Google Shape;1721;p29"/>
            <p:cNvSpPr/>
            <p:nvPr/>
          </p:nvSpPr>
          <p:spPr>
            <a:xfrm>
              <a:off x="1710077" y="3999640"/>
              <a:ext cx="506132" cy="76639"/>
            </a:xfrm>
            <a:custGeom>
              <a:avLst/>
              <a:gdLst/>
              <a:ahLst/>
              <a:cxnLst/>
              <a:rect l="l" t="t" r="r" b="b"/>
              <a:pathLst>
                <a:path w="402" h="61" extrusionOk="0">
                  <a:moveTo>
                    <a:pt x="22" y="2"/>
                  </a:moveTo>
                  <a:cubicBezTo>
                    <a:pt x="22" y="1"/>
                    <a:pt x="22" y="1"/>
                    <a:pt x="22" y="1"/>
                  </a:cubicBezTo>
                  <a:cubicBezTo>
                    <a:pt x="23" y="1"/>
                    <a:pt x="23" y="1"/>
                    <a:pt x="23" y="1"/>
                  </a:cubicBezTo>
                  <a:cubicBezTo>
                    <a:pt x="25" y="1"/>
                    <a:pt x="28" y="0"/>
                    <a:pt x="31" y="0"/>
                  </a:cubicBezTo>
                  <a:cubicBezTo>
                    <a:pt x="34" y="0"/>
                    <a:pt x="36" y="1"/>
                    <a:pt x="39" y="1"/>
                  </a:cubicBezTo>
                  <a:cubicBezTo>
                    <a:pt x="90" y="1"/>
                    <a:pt x="90" y="1"/>
                    <a:pt x="90" y="1"/>
                  </a:cubicBezTo>
                  <a:cubicBezTo>
                    <a:pt x="92" y="1"/>
                    <a:pt x="95" y="0"/>
                    <a:pt x="98" y="0"/>
                  </a:cubicBezTo>
                  <a:cubicBezTo>
                    <a:pt x="101" y="0"/>
                    <a:pt x="103" y="1"/>
                    <a:pt x="106" y="1"/>
                  </a:cubicBezTo>
                  <a:cubicBezTo>
                    <a:pt x="297" y="1"/>
                    <a:pt x="297" y="1"/>
                    <a:pt x="297" y="1"/>
                  </a:cubicBezTo>
                  <a:cubicBezTo>
                    <a:pt x="299" y="1"/>
                    <a:pt x="302" y="0"/>
                    <a:pt x="305" y="0"/>
                  </a:cubicBezTo>
                  <a:cubicBezTo>
                    <a:pt x="308" y="0"/>
                    <a:pt x="310" y="1"/>
                    <a:pt x="313" y="1"/>
                  </a:cubicBezTo>
                  <a:cubicBezTo>
                    <a:pt x="364" y="1"/>
                    <a:pt x="364" y="1"/>
                    <a:pt x="364" y="1"/>
                  </a:cubicBezTo>
                  <a:cubicBezTo>
                    <a:pt x="366" y="1"/>
                    <a:pt x="369" y="0"/>
                    <a:pt x="372" y="0"/>
                  </a:cubicBezTo>
                  <a:cubicBezTo>
                    <a:pt x="389" y="0"/>
                    <a:pt x="402" y="14"/>
                    <a:pt x="402" y="31"/>
                  </a:cubicBezTo>
                  <a:cubicBezTo>
                    <a:pt x="402" y="48"/>
                    <a:pt x="389" y="61"/>
                    <a:pt x="372" y="61"/>
                  </a:cubicBezTo>
                  <a:cubicBezTo>
                    <a:pt x="358" y="61"/>
                    <a:pt x="346" y="52"/>
                    <a:pt x="343" y="39"/>
                  </a:cubicBezTo>
                  <a:cubicBezTo>
                    <a:pt x="334" y="39"/>
                    <a:pt x="334" y="39"/>
                    <a:pt x="334" y="39"/>
                  </a:cubicBezTo>
                  <a:cubicBezTo>
                    <a:pt x="330" y="52"/>
                    <a:pt x="319" y="61"/>
                    <a:pt x="305" y="61"/>
                  </a:cubicBezTo>
                  <a:cubicBezTo>
                    <a:pt x="291" y="61"/>
                    <a:pt x="279" y="52"/>
                    <a:pt x="276" y="39"/>
                  </a:cubicBezTo>
                  <a:cubicBezTo>
                    <a:pt x="264" y="39"/>
                    <a:pt x="264" y="39"/>
                    <a:pt x="264" y="39"/>
                  </a:cubicBezTo>
                  <a:cubicBezTo>
                    <a:pt x="256" y="52"/>
                    <a:pt x="256" y="52"/>
                    <a:pt x="256" y="52"/>
                  </a:cubicBezTo>
                  <a:cubicBezTo>
                    <a:pt x="140" y="52"/>
                    <a:pt x="140" y="52"/>
                    <a:pt x="140" y="52"/>
                  </a:cubicBezTo>
                  <a:cubicBezTo>
                    <a:pt x="132" y="39"/>
                    <a:pt x="132" y="39"/>
                    <a:pt x="132" y="39"/>
                  </a:cubicBezTo>
                  <a:cubicBezTo>
                    <a:pt x="127" y="39"/>
                    <a:pt x="127" y="39"/>
                    <a:pt x="127" y="39"/>
                  </a:cubicBezTo>
                  <a:cubicBezTo>
                    <a:pt x="123" y="52"/>
                    <a:pt x="112" y="61"/>
                    <a:pt x="98" y="61"/>
                  </a:cubicBezTo>
                  <a:cubicBezTo>
                    <a:pt x="84" y="61"/>
                    <a:pt x="72" y="52"/>
                    <a:pt x="69" y="39"/>
                  </a:cubicBezTo>
                  <a:cubicBezTo>
                    <a:pt x="60" y="39"/>
                    <a:pt x="60" y="39"/>
                    <a:pt x="60" y="39"/>
                  </a:cubicBezTo>
                  <a:cubicBezTo>
                    <a:pt x="56" y="52"/>
                    <a:pt x="45" y="61"/>
                    <a:pt x="31" y="61"/>
                  </a:cubicBezTo>
                  <a:cubicBezTo>
                    <a:pt x="14" y="61"/>
                    <a:pt x="0" y="48"/>
                    <a:pt x="0" y="31"/>
                  </a:cubicBezTo>
                  <a:cubicBezTo>
                    <a:pt x="0" y="17"/>
                    <a:pt x="10" y="5"/>
                    <a:pt x="22"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2" name="Google Shape;1722;p29"/>
            <p:cNvSpPr/>
            <p:nvPr/>
          </p:nvSpPr>
          <p:spPr>
            <a:xfrm>
              <a:off x="1548855" y="3436741"/>
              <a:ext cx="3400204" cy="595934"/>
            </a:xfrm>
            <a:custGeom>
              <a:avLst/>
              <a:gdLst/>
              <a:ahLst/>
              <a:cxnLst/>
              <a:rect l="l" t="t" r="r" b="b"/>
              <a:pathLst>
                <a:path w="2702" h="473" extrusionOk="0">
                  <a:moveTo>
                    <a:pt x="0" y="0"/>
                  </a:moveTo>
                  <a:cubicBezTo>
                    <a:pt x="0" y="473"/>
                    <a:pt x="0" y="473"/>
                    <a:pt x="0" y="473"/>
                  </a:cubicBezTo>
                  <a:cubicBezTo>
                    <a:pt x="2535" y="473"/>
                    <a:pt x="2535" y="473"/>
                    <a:pt x="2535" y="473"/>
                  </a:cubicBezTo>
                  <a:cubicBezTo>
                    <a:pt x="2535" y="473"/>
                    <a:pt x="2702" y="393"/>
                    <a:pt x="2585" y="326"/>
                  </a:cubicBezTo>
                  <a:cubicBezTo>
                    <a:pt x="2468" y="260"/>
                    <a:pt x="2025" y="0"/>
                    <a:pt x="1705" y="0"/>
                  </a:cubicBezTo>
                  <a:cubicBezTo>
                    <a:pt x="1385" y="0"/>
                    <a:pt x="0" y="0"/>
                    <a:pt x="0"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3" name="Google Shape;1723;p29"/>
            <p:cNvSpPr/>
            <p:nvPr/>
          </p:nvSpPr>
          <p:spPr>
            <a:xfrm>
              <a:off x="1548855" y="4004925"/>
              <a:ext cx="3262771" cy="60782"/>
            </a:xfrm>
            <a:custGeom>
              <a:avLst/>
              <a:gdLst/>
              <a:ahLst/>
              <a:cxnLst/>
              <a:rect l="l" t="t" r="r" b="b"/>
              <a:pathLst>
                <a:path w="2469" h="46" extrusionOk="0">
                  <a:moveTo>
                    <a:pt x="2469" y="46"/>
                  </a:moveTo>
                  <a:lnTo>
                    <a:pt x="2414" y="21"/>
                  </a:lnTo>
                  <a:lnTo>
                    <a:pt x="2382" y="21"/>
                  </a:lnTo>
                  <a:lnTo>
                    <a:pt x="2345" y="0"/>
                  </a:lnTo>
                  <a:lnTo>
                    <a:pt x="0" y="0"/>
                  </a:lnTo>
                  <a:lnTo>
                    <a:pt x="0" y="21"/>
                  </a:lnTo>
                  <a:lnTo>
                    <a:pt x="534" y="21"/>
                  </a:lnTo>
                  <a:lnTo>
                    <a:pt x="544" y="46"/>
                  </a:lnTo>
                  <a:lnTo>
                    <a:pt x="1715" y="46"/>
                  </a:lnTo>
                  <a:lnTo>
                    <a:pt x="1744" y="23"/>
                  </a:lnTo>
                  <a:lnTo>
                    <a:pt x="2155" y="23"/>
                  </a:lnTo>
                  <a:lnTo>
                    <a:pt x="2155" y="46"/>
                  </a:lnTo>
                  <a:lnTo>
                    <a:pt x="2469" y="4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4" name="Google Shape;1724;p29"/>
            <p:cNvSpPr/>
            <p:nvPr/>
          </p:nvSpPr>
          <p:spPr>
            <a:xfrm>
              <a:off x="3741216" y="3514701"/>
              <a:ext cx="725501" cy="151957"/>
            </a:xfrm>
            <a:custGeom>
              <a:avLst/>
              <a:gdLst/>
              <a:ahLst/>
              <a:cxnLst/>
              <a:rect l="l" t="t" r="r" b="b"/>
              <a:pathLst>
                <a:path w="577" h="121" extrusionOk="0">
                  <a:moveTo>
                    <a:pt x="0" y="121"/>
                  </a:moveTo>
                  <a:cubicBezTo>
                    <a:pt x="0" y="0"/>
                    <a:pt x="0" y="0"/>
                    <a:pt x="0" y="0"/>
                  </a:cubicBezTo>
                  <a:cubicBezTo>
                    <a:pt x="286" y="0"/>
                    <a:pt x="286" y="0"/>
                    <a:pt x="286" y="0"/>
                  </a:cubicBezTo>
                  <a:cubicBezTo>
                    <a:pt x="388" y="34"/>
                    <a:pt x="488" y="78"/>
                    <a:pt x="577" y="121"/>
                  </a:cubicBezTo>
                  <a:lnTo>
                    <a:pt x="0" y="12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5" name="Google Shape;1725;p29"/>
            <p:cNvSpPr/>
            <p:nvPr/>
          </p:nvSpPr>
          <p:spPr>
            <a:xfrm>
              <a:off x="1613609" y="3959999"/>
              <a:ext cx="3013200" cy="318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6" name="Google Shape;1726;p29"/>
            <p:cNvSpPr/>
            <p:nvPr/>
          </p:nvSpPr>
          <p:spPr>
            <a:xfrm>
              <a:off x="1806547" y="3514701"/>
              <a:ext cx="421500" cy="1518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7" name="Google Shape;1727;p29"/>
            <p:cNvSpPr/>
            <p:nvPr/>
          </p:nvSpPr>
          <p:spPr>
            <a:xfrm>
              <a:off x="2253212" y="3514701"/>
              <a:ext cx="420300" cy="1518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8" name="Google Shape;1728;p29"/>
            <p:cNvSpPr/>
            <p:nvPr/>
          </p:nvSpPr>
          <p:spPr>
            <a:xfrm>
              <a:off x="1625502" y="3397100"/>
              <a:ext cx="2019300" cy="39900"/>
            </a:xfrm>
            <a:prstGeom prst="rect">
              <a:avLst/>
            </a:pr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9" name="Google Shape;1729;p29"/>
            <p:cNvSpPr/>
            <p:nvPr/>
          </p:nvSpPr>
          <p:spPr>
            <a:xfrm>
              <a:off x="3179580" y="3348209"/>
              <a:ext cx="387000" cy="489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0" name="Google Shape;1730;p29"/>
            <p:cNvSpPr/>
            <p:nvPr/>
          </p:nvSpPr>
          <p:spPr>
            <a:xfrm>
              <a:off x="1678362" y="3348209"/>
              <a:ext cx="387000" cy="489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1" name="Google Shape;1731;p29"/>
            <p:cNvSpPr/>
            <p:nvPr/>
          </p:nvSpPr>
          <p:spPr>
            <a:xfrm>
              <a:off x="2732915" y="3348209"/>
              <a:ext cx="387000" cy="489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2" name="Google Shape;1732;p29"/>
            <p:cNvSpPr/>
            <p:nvPr/>
          </p:nvSpPr>
          <p:spPr>
            <a:xfrm>
              <a:off x="4166737" y="3706298"/>
              <a:ext cx="654140" cy="153277"/>
            </a:xfrm>
            <a:custGeom>
              <a:avLst/>
              <a:gdLst/>
              <a:ahLst/>
              <a:cxnLst/>
              <a:rect l="l" t="t" r="r" b="b"/>
              <a:pathLst>
                <a:path w="495" h="116" extrusionOk="0">
                  <a:moveTo>
                    <a:pt x="0" y="0"/>
                  </a:moveTo>
                  <a:lnTo>
                    <a:pt x="285" y="0"/>
                  </a:lnTo>
                  <a:lnTo>
                    <a:pt x="495" y="116"/>
                  </a:lnTo>
                  <a:lnTo>
                    <a:pt x="467" y="116"/>
                  </a:lnTo>
                  <a:lnTo>
                    <a:pt x="290" y="21"/>
                  </a:lnTo>
                  <a:lnTo>
                    <a:pt x="37" y="21"/>
                  </a:lnTo>
                  <a:lnTo>
                    <a:pt x="0"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3" name="Google Shape;1733;p29"/>
            <p:cNvSpPr/>
            <p:nvPr/>
          </p:nvSpPr>
          <p:spPr>
            <a:xfrm>
              <a:off x="3880490" y="3818613"/>
              <a:ext cx="330374" cy="112316"/>
            </a:xfrm>
            <a:custGeom>
              <a:avLst/>
              <a:gdLst/>
              <a:ahLst/>
              <a:cxnLst/>
              <a:rect l="l" t="t" r="r" b="b"/>
              <a:pathLst>
                <a:path w="250" h="85" extrusionOk="0">
                  <a:moveTo>
                    <a:pt x="131" y="0"/>
                  </a:moveTo>
                  <a:lnTo>
                    <a:pt x="250" y="85"/>
                  </a:lnTo>
                  <a:lnTo>
                    <a:pt x="91" y="85"/>
                  </a:lnTo>
                  <a:lnTo>
                    <a:pt x="0" y="0"/>
                  </a:lnTo>
                  <a:lnTo>
                    <a:pt x="131"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4" name="Google Shape;1734;p29"/>
            <p:cNvSpPr/>
            <p:nvPr/>
          </p:nvSpPr>
          <p:spPr>
            <a:xfrm>
              <a:off x="3831595" y="3818613"/>
              <a:ext cx="158579" cy="112316"/>
            </a:xfrm>
            <a:custGeom>
              <a:avLst/>
              <a:gdLst/>
              <a:ahLst/>
              <a:cxnLst/>
              <a:rect l="l" t="t" r="r" b="b"/>
              <a:pathLst>
                <a:path w="120" h="85" extrusionOk="0">
                  <a:moveTo>
                    <a:pt x="30" y="0"/>
                  </a:moveTo>
                  <a:lnTo>
                    <a:pt x="120" y="85"/>
                  </a:lnTo>
                  <a:lnTo>
                    <a:pt x="91" y="85"/>
                  </a:lnTo>
                  <a:lnTo>
                    <a:pt x="0" y="0"/>
                  </a:lnTo>
                  <a:lnTo>
                    <a:pt x="3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5" name="Google Shape;1735;p29"/>
            <p:cNvSpPr/>
            <p:nvPr/>
          </p:nvSpPr>
          <p:spPr>
            <a:xfrm>
              <a:off x="1608840" y="3818613"/>
              <a:ext cx="2332439" cy="112316"/>
            </a:xfrm>
            <a:custGeom>
              <a:avLst/>
              <a:gdLst/>
              <a:ahLst/>
              <a:cxnLst/>
              <a:rect l="l" t="t" r="r" b="b"/>
              <a:pathLst>
                <a:path w="1765" h="85" extrusionOk="0">
                  <a:moveTo>
                    <a:pt x="1675" y="0"/>
                  </a:moveTo>
                  <a:lnTo>
                    <a:pt x="1765" y="85"/>
                  </a:lnTo>
                  <a:lnTo>
                    <a:pt x="0" y="85"/>
                  </a:lnTo>
                  <a:lnTo>
                    <a:pt x="0" y="0"/>
                  </a:lnTo>
                  <a:lnTo>
                    <a:pt x="1675"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6" name="Google Shape;1736;p29"/>
            <p:cNvSpPr/>
            <p:nvPr/>
          </p:nvSpPr>
          <p:spPr>
            <a:xfrm>
              <a:off x="1548855" y="3436741"/>
              <a:ext cx="2917861" cy="233881"/>
            </a:xfrm>
            <a:custGeom>
              <a:avLst/>
              <a:gdLst/>
              <a:ahLst/>
              <a:cxnLst/>
              <a:rect l="l" t="t" r="r" b="b"/>
              <a:pathLst>
                <a:path w="2208" h="177" extrusionOk="0">
                  <a:moveTo>
                    <a:pt x="903" y="172"/>
                  </a:moveTo>
                  <a:lnTo>
                    <a:pt x="903" y="0"/>
                  </a:lnTo>
                  <a:lnTo>
                    <a:pt x="907" y="0"/>
                  </a:lnTo>
                  <a:lnTo>
                    <a:pt x="907" y="172"/>
                  </a:lnTo>
                  <a:lnTo>
                    <a:pt x="1186" y="172"/>
                  </a:lnTo>
                  <a:lnTo>
                    <a:pt x="1186" y="0"/>
                  </a:lnTo>
                  <a:lnTo>
                    <a:pt x="1191" y="0"/>
                  </a:lnTo>
                  <a:lnTo>
                    <a:pt x="1191" y="172"/>
                  </a:lnTo>
                  <a:lnTo>
                    <a:pt x="2208" y="172"/>
                  </a:lnTo>
                  <a:lnTo>
                    <a:pt x="2208" y="177"/>
                  </a:lnTo>
                  <a:lnTo>
                    <a:pt x="0" y="177"/>
                  </a:lnTo>
                  <a:lnTo>
                    <a:pt x="0" y="172"/>
                  </a:lnTo>
                  <a:lnTo>
                    <a:pt x="903" y="172"/>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7" name="Google Shape;1737;p29"/>
            <p:cNvSpPr/>
            <p:nvPr/>
          </p:nvSpPr>
          <p:spPr>
            <a:xfrm>
              <a:off x="1548855" y="3685156"/>
              <a:ext cx="2959800" cy="54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8" name="Google Shape;1738;p29"/>
            <p:cNvSpPr/>
            <p:nvPr/>
          </p:nvSpPr>
          <p:spPr>
            <a:xfrm>
              <a:off x="880179" y="3999640"/>
              <a:ext cx="506132" cy="76639"/>
            </a:xfrm>
            <a:custGeom>
              <a:avLst/>
              <a:gdLst/>
              <a:ahLst/>
              <a:cxnLst/>
              <a:rect l="l" t="t" r="r" b="b"/>
              <a:pathLst>
                <a:path w="402" h="61" extrusionOk="0">
                  <a:moveTo>
                    <a:pt x="22" y="2"/>
                  </a:moveTo>
                  <a:cubicBezTo>
                    <a:pt x="22" y="1"/>
                    <a:pt x="22" y="1"/>
                    <a:pt x="22" y="1"/>
                  </a:cubicBezTo>
                  <a:cubicBezTo>
                    <a:pt x="22" y="1"/>
                    <a:pt x="22" y="1"/>
                    <a:pt x="22" y="1"/>
                  </a:cubicBezTo>
                  <a:cubicBezTo>
                    <a:pt x="25" y="1"/>
                    <a:pt x="28" y="0"/>
                    <a:pt x="31" y="0"/>
                  </a:cubicBezTo>
                  <a:cubicBezTo>
                    <a:pt x="34" y="0"/>
                    <a:pt x="36" y="1"/>
                    <a:pt x="39" y="1"/>
                  </a:cubicBezTo>
                  <a:cubicBezTo>
                    <a:pt x="89" y="1"/>
                    <a:pt x="89" y="1"/>
                    <a:pt x="89" y="1"/>
                  </a:cubicBezTo>
                  <a:cubicBezTo>
                    <a:pt x="92" y="1"/>
                    <a:pt x="95" y="0"/>
                    <a:pt x="98" y="0"/>
                  </a:cubicBezTo>
                  <a:cubicBezTo>
                    <a:pt x="101" y="0"/>
                    <a:pt x="103" y="1"/>
                    <a:pt x="106" y="1"/>
                  </a:cubicBezTo>
                  <a:cubicBezTo>
                    <a:pt x="297" y="1"/>
                    <a:pt x="297" y="1"/>
                    <a:pt x="297" y="1"/>
                  </a:cubicBezTo>
                  <a:cubicBezTo>
                    <a:pt x="299" y="1"/>
                    <a:pt x="302" y="0"/>
                    <a:pt x="305" y="0"/>
                  </a:cubicBezTo>
                  <a:cubicBezTo>
                    <a:pt x="308" y="0"/>
                    <a:pt x="310" y="1"/>
                    <a:pt x="313" y="1"/>
                  </a:cubicBezTo>
                  <a:cubicBezTo>
                    <a:pt x="364" y="1"/>
                    <a:pt x="364" y="1"/>
                    <a:pt x="364" y="1"/>
                  </a:cubicBezTo>
                  <a:cubicBezTo>
                    <a:pt x="366" y="1"/>
                    <a:pt x="369" y="0"/>
                    <a:pt x="372" y="0"/>
                  </a:cubicBezTo>
                  <a:cubicBezTo>
                    <a:pt x="389" y="0"/>
                    <a:pt x="402" y="14"/>
                    <a:pt x="402" y="31"/>
                  </a:cubicBezTo>
                  <a:cubicBezTo>
                    <a:pt x="402" y="48"/>
                    <a:pt x="389" y="61"/>
                    <a:pt x="372" y="61"/>
                  </a:cubicBezTo>
                  <a:cubicBezTo>
                    <a:pt x="358" y="61"/>
                    <a:pt x="346" y="52"/>
                    <a:pt x="343" y="39"/>
                  </a:cubicBezTo>
                  <a:cubicBezTo>
                    <a:pt x="334" y="39"/>
                    <a:pt x="334" y="39"/>
                    <a:pt x="334" y="39"/>
                  </a:cubicBezTo>
                  <a:cubicBezTo>
                    <a:pt x="330" y="52"/>
                    <a:pt x="319" y="61"/>
                    <a:pt x="305" y="61"/>
                  </a:cubicBezTo>
                  <a:cubicBezTo>
                    <a:pt x="291" y="61"/>
                    <a:pt x="279" y="52"/>
                    <a:pt x="276" y="39"/>
                  </a:cubicBezTo>
                  <a:cubicBezTo>
                    <a:pt x="264" y="39"/>
                    <a:pt x="264" y="39"/>
                    <a:pt x="264" y="39"/>
                  </a:cubicBezTo>
                  <a:cubicBezTo>
                    <a:pt x="256" y="52"/>
                    <a:pt x="256" y="52"/>
                    <a:pt x="256" y="52"/>
                  </a:cubicBezTo>
                  <a:cubicBezTo>
                    <a:pt x="140" y="52"/>
                    <a:pt x="140" y="52"/>
                    <a:pt x="140" y="52"/>
                  </a:cubicBezTo>
                  <a:cubicBezTo>
                    <a:pt x="132" y="39"/>
                    <a:pt x="132" y="39"/>
                    <a:pt x="132" y="39"/>
                  </a:cubicBezTo>
                  <a:cubicBezTo>
                    <a:pt x="127" y="39"/>
                    <a:pt x="127" y="39"/>
                    <a:pt x="127" y="39"/>
                  </a:cubicBezTo>
                  <a:cubicBezTo>
                    <a:pt x="123" y="52"/>
                    <a:pt x="112" y="61"/>
                    <a:pt x="98" y="61"/>
                  </a:cubicBezTo>
                  <a:cubicBezTo>
                    <a:pt x="84" y="61"/>
                    <a:pt x="72" y="52"/>
                    <a:pt x="69" y="39"/>
                  </a:cubicBezTo>
                  <a:cubicBezTo>
                    <a:pt x="60" y="39"/>
                    <a:pt x="60" y="39"/>
                    <a:pt x="60" y="39"/>
                  </a:cubicBezTo>
                  <a:cubicBezTo>
                    <a:pt x="56" y="52"/>
                    <a:pt x="45" y="61"/>
                    <a:pt x="31" y="61"/>
                  </a:cubicBezTo>
                  <a:cubicBezTo>
                    <a:pt x="14" y="61"/>
                    <a:pt x="0" y="48"/>
                    <a:pt x="0" y="31"/>
                  </a:cubicBezTo>
                  <a:cubicBezTo>
                    <a:pt x="0" y="17"/>
                    <a:pt x="9" y="5"/>
                    <a:pt x="22"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9" name="Google Shape;1739;p29"/>
            <p:cNvSpPr/>
            <p:nvPr/>
          </p:nvSpPr>
          <p:spPr>
            <a:xfrm>
              <a:off x="-1247429" y="3999640"/>
              <a:ext cx="506132" cy="76639"/>
            </a:xfrm>
            <a:custGeom>
              <a:avLst/>
              <a:gdLst/>
              <a:ahLst/>
              <a:cxnLst/>
              <a:rect l="l" t="t" r="r" b="b"/>
              <a:pathLst>
                <a:path w="402" h="61" extrusionOk="0">
                  <a:moveTo>
                    <a:pt x="22" y="2"/>
                  </a:moveTo>
                  <a:cubicBezTo>
                    <a:pt x="22" y="1"/>
                    <a:pt x="22" y="1"/>
                    <a:pt x="22" y="1"/>
                  </a:cubicBezTo>
                  <a:cubicBezTo>
                    <a:pt x="23" y="1"/>
                    <a:pt x="23" y="1"/>
                    <a:pt x="23" y="1"/>
                  </a:cubicBezTo>
                  <a:cubicBezTo>
                    <a:pt x="25" y="1"/>
                    <a:pt x="28" y="0"/>
                    <a:pt x="31" y="0"/>
                  </a:cubicBezTo>
                  <a:cubicBezTo>
                    <a:pt x="34" y="0"/>
                    <a:pt x="36" y="1"/>
                    <a:pt x="39" y="1"/>
                  </a:cubicBezTo>
                  <a:cubicBezTo>
                    <a:pt x="90" y="1"/>
                    <a:pt x="90" y="1"/>
                    <a:pt x="90" y="1"/>
                  </a:cubicBezTo>
                  <a:cubicBezTo>
                    <a:pt x="92" y="1"/>
                    <a:pt x="95" y="0"/>
                    <a:pt x="98" y="0"/>
                  </a:cubicBezTo>
                  <a:cubicBezTo>
                    <a:pt x="101" y="0"/>
                    <a:pt x="103" y="1"/>
                    <a:pt x="106" y="1"/>
                  </a:cubicBezTo>
                  <a:cubicBezTo>
                    <a:pt x="297" y="1"/>
                    <a:pt x="297" y="1"/>
                    <a:pt x="297" y="1"/>
                  </a:cubicBezTo>
                  <a:cubicBezTo>
                    <a:pt x="299" y="1"/>
                    <a:pt x="302" y="0"/>
                    <a:pt x="305" y="0"/>
                  </a:cubicBezTo>
                  <a:cubicBezTo>
                    <a:pt x="308" y="0"/>
                    <a:pt x="311" y="1"/>
                    <a:pt x="313" y="1"/>
                  </a:cubicBezTo>
                  <a:cubicBezTo>
                    <a:pt x="364" y="1"/>
                    <a:pt x="364" y="1"/>
                    <a:pt x="364" y="1"/>
                  </a:cubicBezTo>
                  <a:cubicBezTo>
                    <a:pt x="366" y="1"/>
                    <a:pt x="369" y="0"/>
                    <a:pt x="372" y="0"/>
                  </a:cubicBezTo>
                  <a:cubicBezTo>
                    <a:pt x="389" y="0"/>
                    <a:pt x="402" y="14"/>
                    <a:pt x="402" y="31"/>
                  </a:cubicBezTo>
                  <a:cubicBezTo>
                    <a:pt x="402" y="48"/>
                    <a:pt x="389" y="61"/>
                    <a:pt x="372" y="61"/>
                  </a:cubicBezTo>
                  <a:cubicBezTo>
                    <a:pt x="358" y="61"/>
                    <a:pt x="347" y="52"/>
                    <a:pt x="343" y="39"/>
                  </a:cubicBezTo>
                  <a:cubicBezTo>
                    <a:pt x="334" y="39"/>
                    <a:pt x="334" y="39"/>
                    <a:pt x="334" y="39"/>
                  </a:cubicBezTo>
                  <a:cubicBezTo>
                    <a:pt x="330" y="52"/>
                    <a:pt x="319" y="61"/>
                    <a:pt x="305" y="61"/>
                  </a:cubicBezTo>
                  <a:cubicBezTo>
                    <a:pt x="291" y="61"/>
                    <a:pt x="279" y="52"/>
                    <a:pt x="276" y="39"/>
                  </a:cubicBezTo>
                  <a:cubicBezTo>
                    <a:pt x="264" y="39"/>
                    <a:pt x="264" y="39"/>
                    <a:pt x="264" y="39"/>
                  </a:cubicBezTo>
                  <a:cubicBezTo>
                    <a:pt x="256" y="52"/>
                    <a:pt x="256" y="52"/>
                    <a:pt x="256" y="52"/>
                  </a:cubicBezTo>
                  <a:cubicBezTo>
                    <a:pt x="140" y="52"/>
                    <a:pt x="140" y="52"/>
                    <a:pt x="140" y="52"/>
                  </a:cubicBezTo>
                  <a:cubicBezTo>
                    <a:pt x="132" y="39"/>
                    <a:pt x="132" y="39"/>
                    <a:pt x="132" y="39"/>
                  </a:cubicBezTo>
                  <a:cubicBezTo>
                    <a:pt x="127" y="39"/>
                    <a:pt x="127" y="39"/>
                    <a:pt x="127" y="39"/>
                  </a:cubicBezTo>
                  <a:cubicBezTo>
                    <a:pt x="123" y="52"/>
                    <a:pt x="112" y="61"/>
                    <a:pt x="98" y="61"/>
                  </a:cubicBezTo>
                  <a:cubicBezTo>
                    <a:pt x="84" y="61"/>
                    <a:pt x="72" y="52"/>
                    <a:pt x="69" y="39"/>
                  </a:cubicBezTo>
                  <a:cubicBezTo>
                    <a:pt x="60" y="39"/>
                    <a:pt x="60" y="39"/>
                    <a:pt x="60" y="39"/>
                  </a:cubicBezTo>
                  <a:cubicBezTo>
                    <a:pt x="56" y="52"/>
                    <a:pt x="45" y="61"/>
                    <a:pt x="31" y="61"/>
                  </a:cubicBezTo>
                  <a:cubicBezTo>
                    <a:pt x="14" y="61"/>
                    <a:pt x="0" y="48"/>
                    <a:pt x="0" y="31"/>
                  </a:cubicBezTo>
                  <a:cubicBezTo>
                    <a:pt x="0" y="17"/>
                    <a:pt x="10" y="5"/>
                    <a:pt x="22"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0" name="Google Shape;1740;p29"/>
            <p:cNvSpPr/>
            <p:nvPr/>
          </p:nvSpPr>
          <p:spPr>
            <a:xfrm>
              <a:off x="-1358434" y="3436741"/>
              <a:ext cx="2855700" cy="5961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1" name="Google Shape;1741;p29"/>
            <p:cNvSpPr/>
            <p:nvPr/>
          </p:nvSpPr>
          <p:spPr>
            <a:xfrm>
              <a:off x="-1358434" y="3991712"/>
              <a:ext cx="2855751" cy="84567"/>
            </a:xfrm>
            <a:custGeom>
              <a:avLst/>
              <a:gdLst/>
              <a:ahLst/>
              <a:cxnLst/>
              <a:rect l="l" t="t" r="r" b="b"/>
              <a:pathLst>
                <a:path w="2161" h="64" extrusionOk="0">
                  <a:moveTo>
                    <a:pt x="467" y="10"/>
                  </a:moveTo>
                  <a:lnTo>
                    <a:pt x="481" y="0"/>
                  </a:lnTo>
                  <a:lnTo>
                    <a:pt x="1680" y="0"/>
                  </a:lnTo>
                  <a:lnTo>
                    <a:pt x="1694" y="10"/>
                  </a:lnTo>
                  <a:lnTo>
                    <a:pt x="2161" y="10"/>
                  </a:lnTo>
                  <a:lnTo>
                    <a:pt x="2161" y="46"/>
                  </a:lnTo>
                  <a:lnTo>
                    <a:pt x="2101" y="46"/>
                  </a:lnTo>
                  <a:lnTo>
                    <a:pt x="2077" y="31"/>
                  </a:lnTo>
                  <a:lnTo>
                    <a:pt x="1695" y="31"/>
                  </a:lnTo>
                  <a:lnTo>
                    <a:pt x="1670" y="64"/>
                  </a:lnTo>
                  <a:lnTo>
                    <a:pt x="491" y="64"/>
                  </a:lnTo>
                  <a:lnTo>
                    <a:pt x="467" y="31"/>
                  </a:lnTo>
                  <a:lnTo>
                    <a:pt x="85" y="31"/>
                  </a:lnTo>
                  <a:lnTo>
                    <a:pt x="61" y="46"/>
                  </a:lnTo>
                  <a:lnTo>
                    <a:pt x="0" y="46"/>
                  </a:lnTo>
                  <a:lnTo>
                    <a:pt x="0" y="10"/>
                  </a:lnTo>
                  <a:lnTo>
                    <a:pt x="467" y="1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2" name="Google Shape;1742;p29"/>
            <p:cNvSpPr/>
            <p:nvPr/>
          </p:nvSpPr>
          <p:spPr>
            <a:xfrm>
              <a:off x="-671257" y="4024745"/>
              <a:ext cx="1488000" cy="318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3" name="Google Shape;1743;p29"/>
            <p:cNvSpPr/>
            <p:nvPr/>
          </p:nvSpPr>
          <p:spPr>
            <a:xfrm>
              <a:off x="-1025418" y="3397100"/>
              <a:ext cx="2336700" cy="39900"/>
            </a:xfrm>
            <a:prstGeom prst="rect">
              <a:avLst/>
            </a:pr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4" name="Google Shape;1744;p29"/>
            <p:cNvSpPr/>
            <p:nvPr/>
          </p:nvSpPr>
          <p:spPr>
            <a:xfrm>
              <a:off x="-416208" y="3348209"/>
              <a:ext cx="993600" cy="489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5" name="Google Shape;1745;p29"/>
            <p:cNvSpPr/>
            <p:nvPr/>
          </p:nvSpPr>
          <p:spPr>
            <a:xfrm>
              <a:off x="814104" y="3537164"/>
              <a:ext cx="449309" cy="158563"/>
            </a:xfrm>
            <a:custGeom>
              <a:avLst/>
              <a:gdLst/>
              <a:ahLst/>
              <a:cxnLst/>
              <a:rect l="l" t="t" r="r" b="b"/>
              <a:pathLst>
                <a:path w="357" h="126" extrusionOk="0">
                  <a:moveTo>
                    <a:pt x="0" y="22"/>
                  </a:moveTo>
                  <a:cubicBezTo>
                    <a:pt x="0" y="104"/>
                    <a:pt x="0" y="104"/>
                    <a:pt x="0" y="104"/>
                  </a:cubicBezTo>
                  <a:cubicBezTo>
                    <a:pt x="0" y="116"/>
                    <a:pt x="10" y="126"/>
                    <a:pt x="22" y="126"/>
                  </a:cubicBezTo>
                  <a:cubicBezTo>
                    <a:pt x="335" y="126"/>
                    <a:pt x="335" y="126"/>
                    <a:pt x="335" y="126"/>
                  </a:cubicBezTo>
                  <a:cubicBezTo>
                    <a:pt x="347" y="126"/>
                    <a:pt x="357" y="116"/>
                    <a:pt x="357" y="104"/>
                  </a:cubicBezTo>
                  <a:cubicBezTo>
                    <a:pt x="357" y="22"/>
                    <a:pt x="357" y="22"/>
                    <a:pt x="357" y="22"/>
                  </a:cubicBezTo>
                  <a:cubicBezTo>
                    <a:pt x="357" y="10"/>
                    <a:pt x="347" y="0"/>
                    <a:pt x="335" y="0"/>
                  </a:cubicBezTo>
                  <a:cubicBezTo>
                    <a:pt x="22" y="0"/>
                    <a:pt x="22" y="0"/>
                    <a:pt x="22" y="0"/>
                  </a:cubicBezTo>
                  <a:cubicBezTo>
                    <a:pt x="10" y="0"/>
                    <a:pt x="0" y="10"/>
                    <a:pt x="0" y="2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6" name="Google Shape;1746;p29"/>
            <p:cNvSpPr/>
            <p:nvPr/>
          </p:nvSpPr>
          <p:spPr>
            <a:xfrm>
              <a:off x="334401" y="3537164"/>
              <a:ext cx="449309" cy="158563"/>
            </a:xfrm>
            <a:custGeom>
              <a:avLst/>
              <a:gdLst/>
              <a:ahLst/>
              <a:cxnLst/>
              <a:rect l="l" t="t" r="r" b="b"/>
              <a:pathLst>
                <a:path w="357" h="126" extrusionOk="0">
                  <a:moveTo>
                    <a:pt x="0" y="22"/>
                  </a:moveTo>
                  <a:cubicBezTo>
                    <a:pt x="0" y="104"/>
                    <a:pt x="0" y="104"/>
                    <a:pt x="0" y="104"/>
                  </a:cubicBezTo>
                  <a:cubicBezTo>
                    <a:pt x="0" y="116"/>
                    <a:pt x="10" y="126"/>
                    <a:pt x="22" y="126"/>
                  </a:cubicBezTo>
                  <a:cubicBezTo>
                    <a:pt x="335" y="126"/>
                    <a:pt x="335" y="126"/>
                    <a:pt x="335" y="126"/>
                  </a:cubicBezTo>
                  <a:cubicBezTo>
                    <a:pt x="347" y="126"/>
                    <a:pt x="357" y="116"/>
                    <a:pt x="357" y="104"/>
                  </a:cubicBezTo>
                  <a:cubicBezTo>
                    <a:pt x="357" y="22"/>
                    <a:pt x="357" y="22"/>
                    <a:pt x="357" y="22"/>
                  </a:cubicBezTo>
                  <a:cubicBezTo>
                    <a:pt x="357" y="10"/>
                    <a:pt x="347" y="0"/>
                    <a:pt x="335" y="0"/>
                  </a:cubicBezTo>
                  <a:cubicBezTo>
                    <a:pt x="22" y="0"/>
                    <a:pt x="22" y="0"/>
                    <a:pt x="22" y="0"/>
                  </a:cubicBezTo>
                  <a:cubicBezTo>
                    <a:pt x="10" y="0"/>
                    <a:pt x="0" y="10"/>
                    <a:pt x="0" y="2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7" name="Google Shape;1747;p29"/>
            <p:cNvSpPr/>
            <p:nvPr/>
          </p:nvSpPr>
          <p:spPr>
            <a:xfrm>
              <a:off x="-145302" y="3537164"/>
              <a:ext cx="449308" cy="158563"/>
            </a:xfrm>
            <a:custGeom>
              <a:avLst/>
              <a:gdLst/>
              <a:ahLst/>
              <a:cxnLst/>
              <a:rect l="l" t="t" r="r" b="b"/>
              <a:pathLst>
                <a:path w="356" h="126" extrusionOk="0">
                  <a:moveTo>
                    <a:pt x="0" y="22"/>
                  </a:moveTo>
                  <a:cubicBezTo>
                    <a:pt x="0" y="104"/>
                    <a:pt x="0" y="104"/>
                    <a:pt x="0" y="104"/>
                  </a:cubicBezTo>
                  <a:cubicBezTo>
                    <a:pt x="0" y="116"/>
                    <a:pt x="10" y="126"/>
                    <a:pt x="22" y="126"/>
                  </a:cubicBezTo>
                  <a:cubicBezTo>
                    <a:pt x="334" y="126"/>
                    <a:pt x="334" y="126"/>
                    <a:pt x="334" y="126"/>
                  </a:cubicBezTo>
                  <a:cubicBezTo>
                    <a:pt x="347" y="126"/>
                    <a:pt x="356" y="116"/>
                    <a:pt x="356" y="104"/>
                  </a:cubicBezTo>
                  <a:cubicBezTo>
                    <a:pt x="356" y="22"/>
                    <a:pt x="356" y="22"/>
                    <a:pt x="356" y="22"/>
                  </a:cubicBezTo>
                  <a:cubicBezTo>
                    <a:pt x="356" y="10"/>
                    <a:pt x="347" y="0"/>
                    <a:pt x="334" y="0"/>
                  </a:cubicBezTo>
                  <a:cubicBezTo>
                    <a:pt x="22" y="0"/>
                    <a:pt x="22" y="0"/>
                    <a:pt x="22" y="0"/>
                  </a:cubicBezTo>
                  <a:cubicBezTo>
                    <a:pt x="10" y="0"/>
                    <a:pt x="0" y="10"/>
                    <a:pt x="0" y="2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8" name="Google Shape;1748;p29"/>
            <p:cNvSpPr/>
            <p:nvPr/>
          </p:nvSpPr>
          <p:spPr>
            <a:xfrm>
              <a:off x="-623683" y="3537164"/>
              <a:ext cx="447986" cy="158563"/>
            </a:xfrm>
            <a:custGeom>
              <a:avLst/>
              <a:gdLst/>
              <a:ahLst/>
              <a:cxnLst/>
              <a:rect l="l" t="t" r="r" b="b"/>
              <a:pathLst>
                <a:path w="356" h="126" extrusionOk="0">
                  <a:moveTo>
                    <a:pt x="0" y="22"/>
                  </a:moveTo>
                  <a:cubicBezTo>
                    <a:pt x="0" y="104"/>
                    <a:pt x="0" y="104"/>
                    <a:pt x="0" y="104"/>
                  </a:cubicBezTo>
                  <a:cubicBezTo>
                    <a:pt x="0" y="116"/>
                    <a:pt x="10" y="126"/>
                    <a:pt x="22" y="126"/>
                  </a:cubicBezTo>
                  <a:cubicBezTo>
                    <a:pt x="334" y="126"/>
                    <a:pt x="334" y="126"/>
                    <a:pt x="334" y="126"/>
                  </a:cubicBezTo>
                  <a:cubicBezTo>
                    <a:pt x="346" y="126"/>
                    <a:pt x="356" y="116"/>
                    <a:pt x="356" y="104"/>
                  </a:cubicBezTo>
                  <a:cubicBezTo>
                    <a:pt x="356" y="22"/>
                    <a:pt x="356" y="22"/>
                    <a:pt x="356" y="22"/>
                  </a:cubicBezTo>
                  <a:cubicBezTo>
                    <a:pt x="356" y="10"/>
                    <a:pt x="346" y="0"/>
                    <a:pt x="334" y="0"/>
                  </a:cubicBezTo>
                  <a:cubicBezTo>
                    <a:pt x="22" y="0"/>
                    <a:pt x="22" y="0"/>
                    <a:pt x="22" y="0"/>
                  </a:cubicBezTo>
                  <a:cubicBezTo>
                    <a:pt x="10" y="0"/>
                    <a:pt x="0" y="10"/>
                    <a:pt x="0" y="2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9" name="Google Shape;1749;p29"/>
            <p:cNvSpPr/>
            <p:nvPr/>
          </p:nvSpPr>
          <p:spPr>
            <a:xfrm>
              <a:off x="-1102064" y="3537164"/>
              <a:ext cx="449309" cy="158563"/>
            </a:xfrm>
            <a:custGeom>
              <a:avLst/>
              <a:gdLst/>
              <a:ahLst/>
              <a:cxnLst/>
              <a:rect l="l" t="t" r="r" b="b"/>
              <a:pathLst>
                <a:path w="357" h="126" extrusionOk="0">
                  <a:moveTo>
                    <a:pt x="0" y="22"/>
                  </a:moveTo>
                  <a:cubicBezTo>
                    <a:pt x="0" y="104"/>
                    <a:pt x="0" y="104"/>
                    <a:pt x="0" y="104"/>
                  </a:cubicBezTo>
                  <a:cubicBezTo>
                    <a:pt x="0" y="116"/>
                    <a:pt x="10" y="126"/>
                    <a:pt x="22" y="126"/>
                  </a:cubicBezTo>
                  <a:cubicBezTo>
                    <a:pt x="335" y="126"/>
                    <a:pt x="335" y="126"/>
                    <a:pt x="335" y="126"/>
                  </a:cubicBezTo>
                  <a:cubicBezTo>
                    <a:pt x="347" y="126"/>
                    <a:pt x="357" y="116"/>
                    <a:pt x="357" y="104"/>
                  </a:cubicBezTo>
                  <a:cubicBezTo>
                    <a:pt x="357" y="22"/>
                    <a:pt x="357" y="22"/>
                    <a:pt x="357" y="22"/>
                  </a:cubicBezTo>
                  <a:cubicBezTo>
                    <a:pt x="357" y="10"/>
                    <a:pt x="347" y="0"/>
                    <a:pt x="335" y="0"/>
                  </a:cubicBezTo>
                  <a:cubicBezTo>
                    <a:pt x="22" y="0"/>
                    <a:pt x="22" y="0"/>
                    <a:pt x="22" y="0"/>
                  </a:cubicBezTo>
                  <a:cubicBezTo>
                    <a:pt x="10" y="0"/>
                    <a:pt x="0" y="10"/>
                    <a:pt x="0" y="2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0" name="Google Shape;1750;p29"/>
            <p:cNvSpPr/>
            <p:nvPr/>
          </p:nvSpPr>
          <p:spPr>
            <a:xfrm>
              <a:off x="-1358434" y="3817292"/>
              <a:ext cx="2855700" cy="501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1" name="Google Shape;1751;p29"/>
            <p:cNvSpPr/>
            <p:nvPr/>
          </p:nvSpPr>
          <p:spPr>
            <a:xfrm>
              <a:off x="-1358434" y="3882038"/>
              <a:ext cx="2855700" cy="50100"/>
            </a:xfrm>
            <a:prstGeom prst="rect">
              <a:avLst/>
            </a:pr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2" name="Google Shape;1752;p29"/>
            <p:cNvSpPr/>
            <p:nvPr/>
          </p:nvSpPr>
          <p:spPr>
            <a:xfrm>
              <a:off x="-1102064" y="3734046"/>
              <a:ext cx="2365500" cy="237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3" name="Google Shape;1753;p29"/>
            <p:cNvSpPr/>
            <p:nvPr/>
          </p:nvSpPr>
          <p:spPr>
            <a:xfrm>
              <a:off x="-1358434" y="3489595"/>
              <a:ext cx="2855700" cy="63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4" name="Google Shape;1754;p29"/>
            <p:cNvSpPr/>
            <p:nvPr/>
          </p:nvSpPr>
          <p:spPr>
            <a:xfrm>
              <a:off x="1497317" y="3496202"/>
              <a:ext cx="51600" cy="5364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5" name="Google Shape;1755;p29"/>
            <p:cNvSpPr/>
            <p:nvPr/>
          </p:nvSpPr>
          <p:spPr>
            <a:xfrm>
              <a:off x="-1409972" y="3496202"/>
              <a:ext cx="51600" cy="5364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756" name="Google Shape;1756;p29"/>
          <p:cNvSpPr/>
          <p:nvPr/>
        </p:nvSpPr>
        <p:spPr>
          <a:xfrm flipH="1">
            <a:off x="5473271" y="2811538"/>
            <a:ext cx="772382" cy="301075"/>
          </a:xfrm>
          <a:custGeom>
            <a:avLst/>
            <a:gdLst/>
            <a:ahLst/>
            <a:cxnLst/>
            <a:rect l="l" t="t" r="r" b="b"/>
            <a:pathLst>
              <a:path w="979" h="382" extrusionOk="0">
                <a:moveTo>
                  <a:pt x="882" y="305"/>
                </a:moveTo>
                <a:cubicBezTo>
                  <a:pt x="840" y="318"/>
                  <a:pt x="840" y="318"/>
                  <a:pt x="840" y="318"/>
                </a:cubicBezTo>
                <a:cubicBezTo>
                  <a:pt x="862" y="296"/>
                  <a:pt x="862" y="296"/>
                  <a:pt x="862" y="296"/>
                </a:cubicBezTo>
                <a:cubicBezTo>
                  <a:pt x="852" y="291"/>
                  <a:pt x="840" y="287"/>
                  <a:pt x="829" y="284"/>
                </a:cubicBezTo>
                <a:cubicBezTo>
                  <a:pt x="801" y="339"/>
                  <a:pt x="801" y="339"/>
                  <a:pt x="801" y="339"/>
                </a:cubicBezTo>
                <a:cubicBezTo>
                  <a:pt x="819" y="281"/>
                  <a:pt x="819" y="281"/>
                  <a:pt x="819" y="281"/>
                </a:cubicBezTo>
                <a:cubicBezTo>
                  <a:pt x="789" y="273"/>
                  <a:pt x="757" y="268"/>
                  <a:pt x="724" y="268"/>
                </a:cubicBezTo>
                <a:cubicBezTo>
                  <a:pt x="716" y="268"/>
                  <a:pt x="708" y="268"/>
                  <a:pt x="700" y="269"/>
                </a:cubicBezTo>
                <a:cubicBezTo>
                  <a:pt x="692" y="250"/>
                  <a:pt x="683" y="233"/>
                  <a:pt x="672" y="217"/>
                </a:cubicBezTo>
                <a:cubicBezTo>
                  <a:pt x="620" y="241"/>
                  <a:pt x="620" y="241"/>
                  <a:pt x="620" y="241"/>
                </a:cubicBezTo>
                <a:cubicBezTo>
                  <a:pt x="660" y="202"/>
                  <a:pt x="660" y="202"/>
                  <a:pt x="660" y="202"/>
                </a:cubicBezTo>
                <a:cubicBezTo>
                  <a:pt x="654" y="195"/>
                  <a:pt x="648" y="189"/>
                  <a:pt x="642" y="183"/>
                </a:cubicBezTo>
                <a:cubicBezTo>
                  <a:pt x="618" y="206"/>
                  <a:pt x="618" y="206"/>
                  <a:pt x="618" y="206"/>
                </a:cubicBezTo>
                <a:cubicBezTo>
                  <a:pt x="630" y="173"/>
                  <a:pt x="630" y="173"/>
                  <a:pt x="630" y="173"/>
                </a:cubicBezTo>
                <a:cubicBezTo>
                  <a:pt x="618" y="164"/>
                  <a:pt x="605" y="156"/>
                  <a:pt x="591" y="151"/>
                </a:cubicBezTo>
                <a:cubicBezTo>
                  <a:pt x="570" y="231"/>
                  <a:pt x="570" y="231"/>
                  <a:pt x="570" y="231"/>
                </a:cubicBezTo>
                <a:cubicBezTo>
                  <a:pt x="584" y="148"/>
                  <a:pt x="584" y="148"/>
                  <a:pt x="584" y="148"/>
                </a:cubicBezTo>
                <a:cubicBezTo>
                  <a:pt x="570" y="144"/>
                  <a:pt x="556" y="142"/>
                  <a:pt x="542" y="142"/>
                </a:cubicBezTo>
                <a:cubicBezTo>
                  <a:pt x="530" y="142"/>
                  <a:pt x="518" y="143"/>
                  <a:pt x="506" y="146"/>
                </a:cubicBezTo>
                <a:cubicBezTo>
                  <a:pt x="502" y="123"/>
                  <a:pt x="495" y="102"/>
                  <a:pt x="487" y="84"/>
                </a:cubicBezTo>
                <a:cubicBezTo>
                  <a:pt x="466" y="121"/>
                  <a:pt x="466" y="121"/>
                  <a:pt x="466" y="121"/>
                </a:cubicBezTo>
                <a:cubicBezTo>
                  <a:pt x="479" y="65"/>
                  <a:pt x="479" y="65"/>
                  <a:pt x="479" y="65"/>
                </a:cubicBezTo>
                <a:cubicBezTo>
                  <a:pt x="466" y="40"/>
                  <a:pt x="451" y="21"/>
                  <a:pt x="434" y="10"/>
                </a:cubicBezTo>
                <a:cubicBezTo>
                  <a:pt x="420" y="45"/>
                  <a:pt x="420" y="45"/>
                  <a:pt x="420" y="45"/>
                </a:cubicBezTo>
                <a:cubicBezTo>
                  <a:pt x="413" y="1"/>
                  <a:pt x="413" y="1"/>
                  <a:pt x="413" y="1"/>
                </a:cubicBezTo>
                <a:cubicBezTo>
                  <a:pt x="409" y="1"/>
                  <a:pt x="406" y="0"/>
                  <a:pt x="402" y="0"/>
                </a:cubicBezTo>
                <a:cubicBezTo>
                  <a:pt x="384" y="0"/>
                  <a:pt x="368" y="9"/>
                  <a:pt x="353" y="24"/>
                </a:cubicBezTo>
                <a:cubicBezTo>
                  <a:pt x="351" y="55"/>
                  <a:pt x="351" y="55"/>
                  <a:pt x="351" y="55"/>
                </a:cubicBezTo>
                <a:cubicBezTo>
                  <a:pt x="339" y="41"/>
                  <a:pt x="339" y="41"/>
                  <a:pt x="339" y="41"/>
                </a:cubicBezTo>
                <a:cubicBezTo>
                  <a:pt x="333" y="49"/>
                  <a:pt x="328" y="57"/>
                  <a:pt x="324" y="66"/>
                </a:cubicBezTo>
                <a:cubicBezTo>
                  <a:pt x="344" y="110"/>
                  <a:pt x="344" y="110"/>
                  <a:pt x="344" y="110"/>
                </a:cubicBezTo>
                <a:cubicBezTo>
                  <a:pt x="317" y="81"/>
                  <a:pt x="317" y="81"/>
                  <a:pt x="317" y="81"/>
                </a:cubicBezTo>
                <a:cubicBezTo>
                  <a:pt x="309" y="99"/>
                  <a:pt x="303" y="120"/>
                  <a:pt x="298" y="142"/>
                </a:cubicBezTo>
                <a:cubicBezTo>
                  <a:pt x="294" y="142"/>
                  <a:pt x="290" y="142"/>
                  <a:pt x="286" y="142"/>
                </a:cubicBezTo>
                <a:cubicBezTo>
                  <a:pt x="211" y="142"/>
                  <a:pt x="146" y="205"/>
                  <a:pt x="118" y="296"/>
                </a:cubicBezTo>
                <a:cubicBezTo>
                  <a:pt x="71" y="303"/>
                  <a:pt x="29" y="335"/>
                  <a:pt x="0" y="382"/>
                </a:cubicBezTo>
                <a:cubicBezTo>
                  <a:pt x="979" y="382"/>
                  <a:pt x="979" y="382"/>
                  <a:pt x="979" y="382"/>
                </a:cubicBezTo>
                <a:cubicBezTo>
                  <a:pt x="954" y="351"/>
                  <a:pt x="921" y="324"/>
                  <a:pt x="882" y="3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81322E0C-E63F-5A77-F388-294825A522A2}"/>
              </a:ext>
            </a:extLst>
          </p:cNvPr>
          <p:cNvPicPr>
            <a:picLocks noChangeAspect="1"/>
          </p:cNvPicPr>
          <p:nvPr/>
        </p:nvPicPr>
        <p:blipFill>
          <a:blip r:embed="rId3"/>
          <a:stretch>
            <a:fillRect/>
          </a:stretch>
        </p:blipFill>
        <p:spPr>
          <a:xfrm>
            <a:off x="6655400" y="338814"/>
            <a:ext cx="2236412" cy="725086"/>
          </a:xfrm>
          <a:prstGeom prst="rect">
            <a:avLst/>
          </a:prstGeom>
        </p:spPr>
      </p:pic>
      <p:pic>
        <p:nvPicPr>
          <p:cNvPr id="3" name="Picture 2">
            <a:extLst>
              <a:ext uri="{FF2B5EF4-FFF2-40B4-BE49-F238E27FC236}">
                <a16:creationId xmlns:a16="http://schemas.microsoft.com/office/drawing/2014/main" id="{37BD80A3-A53D-5FF6-BA50-308DEC925ECA}"/>
              </a:ext>
            </a:extLst>
          </p:cNvPr>
          <p:cNvPicPr>
            <a:picLocks noChangeAspect="1"/>
          </p:cNvPicPr>
          <p:nvPr/>
        </p:nvPicPr>
        <p:blipFill>
          <a:blip r:embed="rId4"/>
          <a:stretch>
            <a:fillRect/>
          </a:stretch>
        </p:blipFill>
        <p:spPr>
          <a:xfrm>
            <a:off x="7581190" y="1134284"/>
            <a:ext cx="1310622" cy="13106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86"/>
        <p:cNvGrpSpPr/>
        <p:nvPr/>
      </p:nvGrpSpPr>
      <p:grpSpPr>
        <a:xfrm>
          <a:off x="0" y="0"/>
          <a:ext cx="0" cy="0"/>
          <a:chOff x="0" y="0"/>
          <a:chExt cx="0" cy="0"/>
        </a:xfrm>
      </p:grpSpPr>
      <p:sp>
        <p:nvSpPr>
          <p:cNvPr id="1787" name="Google Shape;1787;p32"/>
          <p:cNvSpPr txBox="1">
            <a:spLocks noGrp="1"/>
          </p:cNvSpPr>
          <p:nvPr>
            <p:ph type="title"/>
          </p:nvPr>
        </p:nvSpPr>
        <p:spPr>
          <a:xfrm>
            <a:off x="429301" y="228640"/>
            <a:ext cx="3722459"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Research Background</a:t>
            </a:r>
            <a:endParaRPr dirty="0"/>
          </a:p>
        </p:txBody>
      </p:sp>
      <p:sp>
        <p:nvSpPr>
          <p:cNvPr id="1788" name="Google Shape;1788;p32"/>
          <p:cNvSpPr txBox="1">
            <a:spLocks noGrp="1"/>
          </p:cNvSpPr>
          <p:nvPr>
            <p:ph type="body" idx="1"/>
          </p:nvPr>
        </p:nvSpPr>
        <p:spPr>
          <a:xfrm>
            <a:off x="202650" y="1043940"/>
            <a:ext cx="4175759" cy="3350960"/>
          </a:xfrm>
          <a:prstGeom prst="rect">
            <a:avLst/>
          </a:prstGeom>
        </p:spPr>
        <p:txBody>
          <a:bodyPr spcFirstLastPara="1" wrap="square" lIns="91425" tIns="91425" rIns="91425" bIns="91425" anchor="t" anchorCtr="0">
            <a:noAutofit/>
          </a:bodyPr>
          <a:lstStyle/>
          <a:p>
            <a:pPr marL="0" lvl="0" indent="0">
              <a:buNone/>
            </a:pPr>
            <a:r>
              <a:rPr lang="en-US" sz="1600" dirty="0"/>
              <a:t>Public transportation is </a:t>
            </a:r>
            <a:r>
              <a:rPr lang="en-US" sz="1600" b="1" dirty="0"/>
              <a:t>essential</a:t>
            </a:r>
            <a:r>
              <a:rPr lang="en-US" sz="1600" dirty="0"/>
              <a:t> for </a:t>
            </a:r>
            <a:r>
              <a:rPr lang="en-US" sz="1600" b="1" dirty="0"/>
              <a:t>urban mobility</a:t>
            </a:r>
            <a:r>
              <a:rPr lang="en-US" sz="1600" dirty="0"/>
              <a:t>, </a:t>
            </a:r>
            <a:r>
              <a:rPr lang="en-US" sz="1600" b="1" dirty="0"/>
              <a:t>economic growth, </a:t>
            </a:r>
            <a:r>
              <a:rPr lang="en-US" sz="1600" dirty="0"/>
              <a:t>and</a:t>
            </a:r>
            <a:r>
              <a:rPr lang="en-US" sz="1600" b="1" dirty="0"/>
              <a:t> environmental sustainability</a:t>
            </a:r>
            <a:r>
              <a:rPr lang="en-US" sz="1600" dirty="0"/>
              <a:t>.</a:t>
            </a:r>
          </a:p>
          <a:p>
            <a:pPr marL="0" lvl="0" indent="0">
              <a:buNone/>
            </a:pPr>
            <a:endParaRPr lang="en-US" sz="1600" dirty="0"/>
          </a:p>
          <a:p>
            <a:pPr marL="0" indent="0">
              <a:buNone/>
            </a:pPr>
            <a:r>
              <a:rPr lang="en-US" sz="1600" b="1" dirty="0"/>
              <a:t>Rapid urbanization </a:t>
            </a:r>
            <a:r>
              <a:rPr lang="en-US" sz="1600" dirty="0"/>
              <a:t>in Malaysia </a:t>
            </a:r>
            <a:r>
              <a:rPr lang="en-US" sz="1600" b="1" dirty="0"/>
              <a:t>increases</a:t>
            </a:r>
            <a:r>
              <a:rPr lang="en-US" sz="1600" dirty="0"/>
              <a:t> </a:t>
            </a:r>
            <a:r>
              <a:rPr lang="en-US" sz="1600" b="1" dirty="0"/>
              <a:t>demand</a:t>
            </a:r>
            <a:r>
              <a:rPr lang="en-US" sz="1600" dirty="0"/>
              <a:t> for </a:t>
            </a:r>
            <a:r>
              <a:rPr lang="en-US" sz="1600" b="1" dirty="0"/>
              <a:t>efficient</a:t>
            </a:r>
            <a:r>
              <a:rPr lang="en-US" sz="1600" dirty="0"/>
              <a:t> public transit systems.</a:t>
            </a:r>
          </a:p>
          <a:p>
            <a:pPr marL="0" indent="0">
              <a:buNone/>
            </a:pPr>
            <a:endParaRPr lang="en-US" sz="1600" dirty="0"/>
          </a:p>
          <a:p>
            <a:pPr marL="0" indent="0">
              <a:buNone/>
            </a:pPr>
            <a:r>
              <a:rPr lang="en-US" sz="1600" b="1" dirty="0"/>
              <a:t>Reliable</a:t>
            </a:r>
            <a:r>
              <a:rPr lang="en-US" sz="1600" dirty="0"/>
              <a:t> public transit, such as </a:t>
            </a:r>
            <a:r>
              <a:rPr lang="en-US" sz="1600" b="1" dirty="0"/>
              <a:t>buses</a:t>
            </a:r>
            <a:r>
              <a:rPr lang="en-US" sz="1600" dirty="0"/>
              <a:t> and </a:t>
            </a:r>
            <a:r>
              <a:rPr lang="en-US" sz="1600" b="1" dirty="0"/>
              <a:t>rails</a:t>
            </a:r>
            <a:r>
              <a:rPr lang="en-US" sz="1600" dirty="0"/>
              <a:t>, improves </a:t>
            </a:r>
            <a:r>
              <a:rPr lang="en-US" sz="1600" b="1" dirty="0"/>
              <a:t>accessibility</a:t>
            </a:r>
            <a:r>
              <a:rPr lang="en-US" sz="1600" dirty="0"/>
              <a:t> and </a:t>
            </a:r>
            <a:r>
              <a:rPr lang="en-US" sz="1600" b="1" dirty="0"/>
              <a:t>quality of life</a:t>
            </a:r>
            <a:r>
              <a:rPr lang="en-US" sz="1600" dirty="0"/>
              <a:t> by being </a:t>
            </a:r>
            <a:r>
              <a:rPr lang="en-US" sz="1600" b="1" dirty="0"/>
              <a:t>punctual</a:t>
            </a:r>
            <a:r>
              <a:rPr lang="en-US" sz="1600" dirty="0"/>
              <a:t> and </a:t>
            </a:r>
            <a:r>
              <a:rPr lang="en-US" sz="1600" b="1" dirty="0"/>
              <a:t>efficient</a:t>
            </a:r>
            <a:r>
              <a:rPr lang="en-US" sz="1600" dirty="0"/>
              <a:t>.</a:t>
            </a:r>
          </a:p>
          <a:p>
            <a:pPr marL="0" lvl="0" indent="0">
              <a:buNone/>
            </a:pPr>
            <a:endParaRPr lang="en-US" sz="1600" dirty="0"/>
          </a:p>
        </p:txBody>
      </p:sp>
      <p:pic>
        <p:nvPicPr>
          <p:cNvPr id="1789" name="Google Shape;1789;p32"/>
          <p:cNvPicPr preferRelativeResize="0">
            <a:picLocks noGrp="1"/>
          </p:cNvPicPr>
          <p:nvPr>
            <p:ph type="pic" idx="2"/>
          </p:nvPr>
        </p:nvPicPr>
        <p:blipFill rotWithShape="1">
          <a:blip r:embed="rId3">
            <a:alphaModFix/>
          </a:blip>
          <a:srcRect l="21770" r="18173"/>
          <a:stretch/>
        </p:blipFill>
        <p:spPr>
          <a:xfrm>
            <a:off x="4509500" y="0"/>
            <a:ext cx="4634501" cy="5143501"/>
          </a:xfrm>
          <a:prstGeom prst="rect">
            <a:avLst/>
          </a:prstGeom>
        </p:spPr>
      </p:pic>
      <p:cxnSp>
        <p:nvCxnSpPr>
          <p:cNvPr id="1790" name="Google Shape;1790;p32"/>
          <p:cNvCxnSpPr>
            <a:cxnSpLocks/>
          </p:cNvCxnSpPr>
          <p:nvPr/>
        </p:nvCxnSpPr>
        <p:spPr>
          <a:xfrm>
            <a:off x="331780" y="-323750"/>
            <a:ext cx="0" cy="1108610"/>
          </a:xfrm>
          <a:prstGeom prst="straightConnector1">
            <a:avLst/>
          </a:prstGeom>
          <a:noFill/>
          <a:ln w="9525" cap="flat" cmpd="sng">
            <a:solidFill>
              <a:schemeClr val="dk1"/>
            </a:solidFill>
            <a:prstDash val="solid"/>
            <a:round/>
            <a:headEnd type="none" w="med" len="med"/>
            <a:tailEnd type="diamond"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69"/>
        <p:cNvGrpSpPr/>
        <p:nvPr/>
      </p:nvGrpSpPr>
      <p:grpSpPr>
        <a:xfrm>
          <a:off x="0" y="0"/>
          <a:ext cx="0" cy="0"/>
          <a:chOff x="0" y="0"/>
          <a:chExt cx="0" cy="0"/>
        </a:xfrm>
      </p:grpSpPr>
      <p:sp>
        <p:nvSpPr>
          <p:cNvPr id="1770" name="Google Shape;1770;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Contents of the Session</a:t>
            </a:r>
            <a:endParaRPr dirty="0"/>
          </a:p>
        </p:txBody>
      </p:sp>
      <p:sp>
        <p:nvSpPr>
          <p:cNvPr id="1771" name="Google Shape;1771;p31"/>
          <p:cNvSpPr txBox="1">
            <a:spLocks noGrp="1"/>
          </p:cNvSpPr>
          <p:nvPr>
            <p:ph type="title" idx="2"/>
          </p:nvPr>
        </p:nvSpPr>
        <p:spPr>
          <a:xfrm>
            <a:off x="872375" y="1571283"/>
            <a:ext cx="734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sp>
        <p:nvSpPr>
          <p:cNvPr id="1772" name="Google Shape;1772;p31"/>
          <p:cNvSpPr txBox="1">
            <a:spLocks noGrp="1"/>
          </p:cNvSpPr>
          <p:nvPr>
            <p:ph type="title" idx="3"/>
          </p:nvPr>
        </p:nvSpPr>
        <p:spPr>
          <a:xfrm>
            <a:off x="872375" y="3124618"/>
            <a:ext cx="734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04</a:t>
            </a:r>
            <a:endParaRPr/>
          </a:p>
        </p:txBody>
      </p:sp>
      <p:sp>
        <p:nvSpPr>
          <p:cNvPr id="1773" name="Google Shape;1773;p31"/>
          <p:cNvSpPr txBox="1">
            <a:spLocks noGrp="1"/>
          </p:cNvSpPr>
          <p:nvPr>
            <p:ph type="title" idx="4"/>
          </p:nvPr>
        </p:nvSpPr>
        <p:spPr>
          <a:xfrm>
            <a:off x="3419250" y="1571283"/>
            <a:ext cx="734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02</a:t>
            </a:r>
            <a:endParaRPr/>
          </a:p>
        </p:txBody>
      </p:sp>
      <p:sp>
        <p:nvSpPr>
          <p:cNvPr id="1774" name="Google Shape;1774;p31"/>
          <p:cNvSpPr txBox="1">
            <a:spLocks noGrp="1"/>
          </p:cNvSpPr>
          <p:nvPr>
            <p:ph type="title" idx="5"/>
          </p:nvPr>
        </p:nvSpPr>
        <p:spPr>
          <a:xfrm>
            <a:off x="3419250" y="3124618"/>
            <a:ext cx="734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05</a:t>
            </a:r>
            <a:endParaRPr/>
          </a:p>
        </p:txBody>
      </p:sp>
      <p:sp>
        <p:nvSpPr>
          <p:cNvPr id="1775" name="Google Shape;1775;p31"/>
          <p:cNvSpPr txBox="1">
            <a:spLocks noGrp="1"/>
          </p:cNvSpPr>
          <p:nvPr>
            <p:ph type="title" idx="6"/>
          </p:nvPr>
        </p:nvSpPr>
        <p:spPr>
          <a:xfrm>
            <a:off x="5966125" y="1571283"/>
            <a:ext cx="734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03</a:t>
            </a:r>
            <a:endParaRPr/>
          </a:p>
        </p:txBody>
      </p:sp>
      <p:sp>
        <p:nvSpPr>
          <p:cNvPr id="1776" name="Google Shape;1776;p31"/>
          <p:cNvSpPr txBox="1">
            <a:spLocks noGrp="1"/>
          </p:cNvSpPr>
          <p:nvPr>
            <p:ph type="title" idx="7"/>
          </p:nvPr>
        </p:nvSpPr>
        <p:spPr>
          <a:xfrm>
            <a:off x="5966125" y="3124618"/>
            <a:ext cx="734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06</a:t>
            </a:r>
            <a:endParaRPr/>
          </a:p>
        </p:txBody>
      </p:sp>
      <p:sp>
        <p:nvSpPr>
          <p:cNvPr id="1777" name="Google Shape;1777;p31"/>
          <p:cNvSpPr txBox="1">
            <a:spLocks noGrp="1"/>
          </p:cNvSpPr>
          <p:nvPr>
            <p:ph type="subTitle" idx="1"/>
          </p:nvPr>
        </p:nvSpPr>
        <p:spPr>
          <a:xfrm>
            <a:off x="872375" y="1942550"/>
            <a:ext cx="2305500" cy="6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Lit. Review</a:t>
            </a:r>
            <a:endParaRPr dirty="0"/>
          </a:p>
        </p:txBody>
      </p:sp>
      <p:sp>
        <p:nvSpPr>
          <p:cNvPr id="1778" name="Google Shape;1778;p31"/>
          <p:cNvSpPr txBox="1">
            <a:spLocks noGrp="1"/>
          </p:cNvSpPr>
          <p:nvPr>
            <p:ph type="subTitle" idx="8"/>
          </p:nvPr>
        </p:nvSpPr>
        <p:spPr>
          <a:xfrm>
            <a:off x="3419250" y="1942550"/>
            <a:ext cx="2305500" cy="6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Gapping the Problem</a:t>
            </a:r>
            <a:endParaRPr dirty="0"/>
          </a:p>
        </p:txBody>
      </p:sp>
      <p:sp>
        <p:nvSpPr>
          <p:cNvPr id="1779" name="Google Shape;1779;p31"/>
          <p:cNvSpPr txBox="1">
            <a:spLocks noGrp="1"/>
          </p:cNvSpPr>
          <p:nvPr>
            <p:ph type="subTitle" idx="9"/>
          </p:nvPr>
        </p:nvSpPr>
        <p:spPr>
          <a:xfrm>
            <a:off x="5966125" y="1942550"/>
            <a:ext cx="2305500" cy="6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Questioning Objectives</a:t>
            </a:r>
            <a:endParaRPr dirty="0"/>
          </a:p>
        </p:txBody>
      </p:sp>
      <p:sp>
        <p:nvSpPr>
          <p:cNvPr id="1780" name="Google Shape;1780;p31"/>
          <p:cNvSpPr txBox="1">
            <a:spLocks noGrp="1"/>
          </p:cNvSpPr>
          <p:nvPr>
            <p:ph type="subTitle" idx="13"/>
          </p:nvPr>
        </p:nvSpPr>
        <p:spPr>
          <a:xfrm>
            <a:off x="872375" y="3496027"/>
            <a:ext cx="2305500" cy="6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Scoping Down</a:t>
            </a:r>
            <a:endParaRPr dirty="0"/>
          </a:p>
        </p:txBody>
      </p:sp>
      <p:sp>
        <p:nvSpPr>
          <p:cNvPr id="1781" name="Google Shape;1781;p31"/>
          <p:cNvSpPr txBox="1">
            <a:spLocks noGrp="1"/>
          </p:cNvSpPr>
          <p:nvPr>
            <p:ph type="subTitle" idx="14"/>
          </p:nvPr>
        </p:nvSpPr>
        <p:spPr>
          <a:xfrm>
            <a:off x="3419250" y="3496027"/>
            <a:ext cx="2305500" cy="6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Methodology</a:t>
            </a:r>
            <a:endParaRPr dirty="0"/>
          </a:p>
        </p:txBody>
      </p:sp>
      <p:sp>
        <p:nvSpPr>
          <p:cNvPr id="1782" name="Google Shape;1782;p31"/>
          <p:cNvSpPr txBox="1">
            <a:spLocks noGrp="1"/>
          </p:cNvSpPr>
          <p:nvPr>
            <p:ph type="subTitle" idx="15"/>
          </p:nvPr>
        </p:nvSpPr>
        <p:spPr>
          <a:xfrm>
            <a:off x="5966125" y="3496027"/>
            <a:ext cx="2305500" cy="6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Outcomes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94"/>
        <p:cNvGrpSpPr/>
        <p:nvPr/>
      </p:nvGrpSpPr>
      <p:grpSpPr>
        <a:xfrm>
          <a:off x="0" y="0"/>
          <a:ext cx="0" cy="0"/>
          <a:chOff x="0" y="0"/>
          <a:chExt cx="0" cy="0"/>
        </a:xfrm>
      </p:grpSpPr>
      <p:sp>
        <p:nvSpPr>
          <p:cNvPr id="1795" name="Google Shape;1795;p33"/>
          <p:cNvSpPr txBox="1">
            <a:spLocks noGrp="1"/>
          </p:cNvSpPr>
          <p:nvPr>
            <p:ph type="title"/>
          </p:nvPr>
        </p:nvSpPr>
        <p:spPr>
          <a:xfrm>
            <a:off x="1463040" y="1831775"/>
            <a:ext cx="6217920" cy="661800"/>
          </a:xfrm>
          <a:prstGeom prst="rect">
            <a:avLst/>
          </a:prstGeom>
        </p:spPr>
        <p:txBody>
          <a:bodyPr spcFirstLastPara="1" wrap="square" lIns="91425" tIns="91425" rIns="91425" bIns="91425" anchor="b" anchorCtr="0">
            <a:noAutofit/>
          </a:bodyPr>
          <a:lstStyle/>
          <a:p>
            <a:pPr lvl="0"/>
            <a:r>
              <a:rPr lang="en-MY" dirty="0"/>
              <a:t>Literature Review</a:t>
            </a:r>
          </a:p>
        </p:txBody>
      </p:sp>
      <p:sp>
        <p:nvSpPr>
          <p:cNvPr id="1796" name="Google Shape;1796;p33"/>
          <p:cNvSpPr txBox="1">
            <a:spLocks noGrp="1"/>
          </p:cNvSpPr>
          <p:nvPr>
            <p:ph type="title" idx="2"/>
          </p:nvPr>
        </p:nvSpPr>
        <p:spPr>
          <a:xfrm>
            <a:off x="4027050" y="1168175"/>
            <a:ext cx="1089900" cy="66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01</a:t>
            </a:r>
            <a:endParaRPr/>
          </a:p>
        </p:txBody>
      </p:sp>
      <p:cxnSp>
        <p:nvCxnSpPr>
          <p:cNvPr id="1797" name="Google Shape;1797;p33"/>
          <p:cNvCxnSpPr>
            <a:endCxn id="1796" idx="0"/>
          </p:cNvCxnSpPr>
          <p:nvPr/>
        </p:nvCxnSpPr>
        <p:spPr>
          <a:xfrm>
            <a:off x="4572000" y="-105325"/>
            <a:ext cx="0" cy="1273500"/>
          </a:xfrm>
          <a:prstGeom prst="straightConnector1">
            <a:avLst/>
          </a:prstGeom>
          <a:noFill/>
          <a:ln w="9525" cap="flat" cmpd="sng">
            <a:solidFill>
              <a:schemeClr val="dk1"/>
            </a:solidFill>
            <a:prstDash val="solid"/>
            <a:round/>
            <a:headEnd type="none" w="med" len="med"/>
            <a:tailEnd type="diamond" w="med" len="med"/>
          </a:ln>
        </p:spPr>
      </p:cxnSp>
      <p:grpSp>
        <p:nvGrpSpPr>
          <p:cNvPr id="1798" name="Google Shape;1798;p33"/>
          <p:cNvGrpSpPr/>
          <p:nvPr/>
        </p:nvGrpSpPr>
        <p:grpSpPr>
          <a:xfrm>
            <a:off x="6155878" y="3623594"/>
            <a:ext cx="771265" cy="984895"/>
            <a:chOff x="5958353" y="3536019"/>
            <a:chExt cx="771265" cy="984895"/>
          </a:xfrm>
        </p:grpSpPr>
        <p:grpSp>
          <p:nvGrpSpPr>
            <p:cNvPr id="1799" name="Google Shape;1799;p33"/>
            <p:cNvGrpSpPr/>
            <p:nvPr/>
          </p:nvGrpSpPr>
          <p:grpSpPr>
            <a:xfrm>
              <a:off x="6466976" y="3536019"/>
              <a:ext cx="262642" cy="905380"/>
              <a:chOff x="1539875" y="3257551"/>
              <a:chExt cx="511176" cy="1762125"/>
            </a:xfrm>
          </p:grpSpPr>
          <p:sp>
            <p:nvSpPr>
              <p:cNvPr id="1800" name="Google Shape;1800;p33"/>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1" name="Google Shape;1801;p33"/>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2" name="Google Shape;1802;p33"/>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3" name="Google Shape;1803;p33"/>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4" name="Google Shape;1804;p33"/>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5" name="Google Shape;1805;p33"/>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06" name="Google Shape;1806;p33"/>
            <p:cNvGrpSpPr/>
            <p:nvPr/>
          </p:nvGrpSpPr>
          <p:grpSpPr>
            <a:xfrm>
              <a:off x="6221460" y="3978354"/>
              <a:ext cx="142363" cy="490752"/>
              <a:chOff x="1539875" y="3257551"/>
              <a:chExt cx="511176" cy="1762125"/>
            </a:xfrm>
          </p:grpSpPr>
          <p:sp>
            <p:nvSpPr>
              <p:cNvPr id="1807" name="Google Shape;1807;p33"/>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8" name="Google Shape;1808;p33"/>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9" name="Google Shape;1809;p33"/>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0" name="Google Shape;1810;p33"/>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1" name="Google Shape;1811;p33"/>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2" name="Google Shape;1812;p33"/>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13" name="Google Shape;1813;p33"/>
            <p:cNvGrpSpPr/>
            <p:nvPr/>
          </p:nvGrpSpPr>
          <p:grpSpPr>
            <a:xfrm flipH="1">
              <a:off x="5958353" y="3926549"/>
              <a:ext cx="172369" cy="594365"/>
              <a:chOff x="1539875" y="3257551"/>
              <a:chExt cx="511176" cy="1762125"/>
            </a:xfrm>
          </p:grpSpPr>
          <p:sp>
            <p:nvSpPr>
              <p:cNvPr id="1814" name="Google Shape;1814;p33"/>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5" name="Google Shape;1815;p33"/>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6" name="Google Shape;1816;p33"/>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7" name="Google Shape;1817;p33"/>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8" name="Google Shape;1818;p33"/>
              <p:cNvSpPr/>
              <p:nvPr/>
            </p:nvSpPr>
            <p:spPr>
              <a:xfrm>
                <a:off x="1801813" y="3711460"/>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9" name="Google Shape;1819;p33"/>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820" name="Google Shape;1820;p33"/>
          <p:cNvGrpSpPr/>
          <p:nvPr/>
        </p:nvGrpSpPr>
        <p:grpSpPr>
          <a:xfrm>
            <a:off x="-47199" y="3215348"/>
            <a:ext cx="2776112" cy="1418574"/>
            <a:chOff x="-46" y="2299799"/>
            <a:chExt cx="3480146" cy="1778330"/>
          </a:xfrm>
        </p:grpSpPr>
        <p:sp>
          <p:nvSpPr>
            <p:cNvPr id="1821" name="Google Shape;1821;p33"/>
            <p:cNvSpPr/>
            <p:nvPr/>
          </p:nvSpPr>
          <p:spPr>
            <a:xfrm flipH="1">
              <a:off x="138" y="2416729"/>
              <a:ext cx="3479961" cy="1476449"/>
            </a:xfrm>
            <a:custGeom>
              <a:avLst/>
              <a:gdLst/>
              <a:ahLst/>
              <a:cxnLst/>
              <a:rect l="l" t="t" r="r" b="b"/>
              <a:pathLst>
                <a:path w="2432" h="1031" extrusionOk="0">
                  <a:moveTo>
                    <a:pt x="2432" y="0"/>
                  </a:moveTo>
                  <a:cubicBezTo>
                    <a:pt x="1493" y="0"/>
                    <a:pt x="1493" y="0"/>
                    <a:pt x="1493" y="0"/>
                  </a:cubicBezTo>
                  <a:cubicBezTo>
                    <a:pt x="1493" y="18"/>
                    <a:pt x="1493" y="18"/>
                    <a:pt x="1493" y="18"/>
                  </a:cubicBezTo>
                  <a:cubicBezTo>
                    <a:pt x="1493" y="18"/>
                    <a:pt x="1262" y="18"/>
                    <a:pt x="1104" y="127"/>
                  </a:cubicBezTo>
                  <a:cubicBezTo>
                    <a:pt x="1079" y="146"/>
                    <a:pt x="1079" y="146"/>
                    <a:pt x="1079" y="146"/>
                  </a:cubicBezTo>
                  <a:cubicBezTo>
                    <a:pt x="1325" y="87"/>
                    <a:pt x="1325" y="87"/>
                    <a:pt x="1325" y="87"/>
                  </a:cubicBezTo>
                  <a:cubicBezTo>
                    <a:pt x="1376" y="109"/>
                    <a:pt x="1376" y="109"/>
                    <a:pt x="1376" y="109"/>
                  </a:cubicBezTo>
                  <a:cubicBezTo>
                    <a:pt x="1132" y="326"/>
                    <a:pt x="1132" y="326"/>
                    <a:pt x="1132" y="326"/>
                  </a:cubicBezTo>
                  <a:cubicBezTo>
                    <a:pt x="1132" y="326"/>
                    <a:pt x="637" y="428"/>
                    <a:pt x="384" y="565"/>
                  </a:cubicBezTo>
                  <a:cubicBezTo>
                    <a:pt x="384" y="565"/>
                    <a:pt x="0" y="819"/>
                    <a:pt x="34" y="875"/>
                  </a:cubicBezTo>
                  <a:cubicBezTo>
                    <a:pt x="67" y="931"/>
                    <a:pt x="284" y="1031"/>
                    <a:pt x="284" y="1031"/>
                  </a:cubicBezTo>
                  <a:cubicBezTo>
                    <a:pt x="1117" y="1031"/>
                    <a:pt x="1117" y="1031"/>
                    <a:pt x="1117" y="1031"/>
                  </a:cubicBezTo>
                  <a:cubicBezTo>
                    <a:pt x="1197" y="948"/>
                    <a:pt x="1197" y="948"/>
                    <a:pt x="1197" y="948"/>
                  </a:cubicBezTo>
                  <a:cubicBezTo>
                    <a:pt x="2432" y="948"/>
                    <a:pt x="2432" y="948"/>
                    <a:pt x="2432" y="948"/>
                  </a:cubicBezTo>
                  <a:cubicBezTo>
                    <a:pt x="2432" y="0"/>
                    <a:pt x="2432" y="0"/>
                    <a:pt x="2432" y="0"/>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2" name="Google Shape;1822;p33"/>
            <p:cNvSpPr/>
            <p:nvPr/>
          </p:nvSpPr>
          <p:spPr>
            <a:xfrm flipH="1">
              <a:off x="137" y="3589512"/>
              <a:ext cx="3434586" cy="303667"/>
            </a:xfrm>
            <a:custGeom>
              <a:avLst/>
              <a:gdLst/>
              <a:ahLst/>
              <a:cxnLst/>
              <a:rect l="l" t="t" r="r" b="b"/>
              <a:pathLst>
                <a:path w="2400" h="212" extrusionOk="0">
                  <a:moveTo>
                    <a:pt x="1165" y="129"/>
                  </a:moveTo>
                  <a:cubicBezTo>
                    <a:pt x="2400" y="129"/>
                    <a:pt x="2400" y="129"/>
                    <a:pt x="2400" y="129"/>
                  </a:cubicBezTo>
                  <a:cubicBezTo>
                    <a:pt x="2400" y="0"/>
                    <a:pt x="2400" y="0"/>
                    <a:pt x="2400" y="0"/>
                  </a:cubicBezTo>
                  <a:cubicBezTo>
                    <a:pt x="1222" y="0"/>
                    <a:pt x="1222" y="0"/>
                    <a:pt x="1222" y="0"/>
                  </a:cubicBezTo>
                  <a:cubicBezTo>
                    <a:pt x="903" y="121"/>
                    <a:pt x="903" y="121"/>
                    <a:pt x="903" y="121"/>
                  </a:cubicBezTo>
                  <a:cubicBezTo>
                    <a:pt x="903" y="121"/>
                    <a:pt x="552" y="121"/>
                    <a:pt x="305" y="121"/>
                  </a:cubicBezTo>
                  <a:cubicBezTo>
                    <a:pt x="58" y="121"/>
                    <a:pt x="3" y="48"/>
                    <a:pt x="3" y="48"/>
                  </a:cubicBezTo>
                  <a:cubicBezTo>
                    <a:pt x="3" y="48"/>
                    <a:pt x="2" y="48"/>
                    <a:pt x="0" y="50"/>
                  </a:cubicBezTo>
                  <a:cubicBezTo>
                    <a:pt x="0" y="52"/>
                    <a:pt x="0" y="54"/>
                    <a:pt x="2" y="56"/>
                  </a:cubicBezTo>
                  <a:cubicBezTo>
                    <a:pt x="35" y="112"/>
                    <a:pt x="252" y="212"/>
                    <a:pt x="252" y="212"/>
                  </a:cubicBezTo>
                  <a:cubicBezTo>
                    <a:pt x="1085" y="212"/>
                    <a:pt x="1085" y="212"/>
                    <a:pt x="1085" y="212"/>
                  </a:cubicBezTo>
                  <a:lnTo>
                    <a:pt x="1165" y="129"/>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3" name="Google Shape;1823;p33"/>
            <p:cNvSpPr/>
            <p:nvPr/>
          </p:nvSpPr>
          <p:spPr>
            <a:xfrm flipH="1">
              <a:off x="135" y="3774504"/>
              <a:ext cx="1834224" cy="280980"/>
            </a:xfrm>
            <a:custGeom>
              <a:avLst/>
              <a:gdLst/>
              <a:ahLst/>
              <a:cxnLst/>
              <a:rect l="l" t="t" r="r" b="b"/>
              <a:pathLst>
                <a:path w="1051" h="161" extrusionOk="0">
                  <a:moveTo>
                    <a:pt x="30" y="161"/>
                  </a:moveTo>
                  <a:lnTo>
                    <a:pt x="1051" y="161"/>
                  </a:lnTo>
                  <a:lnTo>
                    <a:pt x="1051" y="0"/>
                  </a:lnTo>
                  <a:lnTo>
                    <a:pt x="93" y="0"/>
                  </a:lnTo>
                  <a:lnTo>
                    <a:pt x="0" y="90"/>
                  </a:lnTo>
                  <a:lnTo>
                    <a:pt x="30" y="161"/>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4" name="Google Shape;1824;p33"/>
            <p:cNvSpPr/>
            <p:nvPr/>
          </p:nvSpPr>
          <p:spPr>
            <a:xfrm flipH="1">
              <a:off x="1450398" y="3783230"/>
              <a:ext cx="2967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5" name="Google Shape;1825;p33"/>
            <p:cNvSpPr/>
            <p:nvPr/>
          </p:nvSpPr>
          <p:spPr>
            <a:xfrm flipH="1">
              <a:off x="1474865" y="3805918"/>
              <a:ext cx="2478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6" name="Google Shape;1826;p33"/>
            <p:cNvSpPr/>
            <p:nvPr/>
          </p:nvSpPr>
          <p:spPr>
            <a:xfrm flipH="1">
              <a:off x="1487061"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09" y="21"/>
                    <a:pt x="135" y="46"/>
                    <a:pt x="135" y="78"/>
                  </a:cubicBezTo>
                  <a:cubicBezTo>
                    <a:pt x="135" y="109"/>
                    <a:pt x="109"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7" name="Google Shape;1827;p33"/>
            <p:cNvSpPr/>
            <p:nvPr/>
          </p:nvSpPr>
          <p:spPr>
            <a:xfrm flipH="1">
              <a:off x="1141440"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8" name="Google Shape;1828;p33"/>
            <p:cNvSpPr/>
            <p:nvPr/>
          </p:nvSpPr>
          <p:spPr>
            <a:xfrm flipH="1">
              <a:off x="1165907"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9" name="Google Shape;1829;p33"/>
            <p:cNvSpPr/>
            <p:nvPr/>
          </p:nvSpPr>
          <p:spPr>
            <a:xfrm flipH="1">
              <a:off x="1179903"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09" y="21"/>
                    <a:pt x="135" y="46"/>
                    <a:pt x="135" y="78"/>
                  </a:cubicBezTo>
                  <a:cubicBezTo>
                    <a:pt x="135" y="109"/>
                    <a:pt x="109"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0" name="Google Shape;1830;p33"/>
            <p:cNvSpPr/>
            <p:nvPr/>
          </p:nvSpPr>
          <p:spPr>
            <a:xfrm flipH="1">
              <a:off x="307226"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1" name="Google Shape;1831;p33"/>
            <p:cNvSpPr/>
            <p:nvPr/>
          </p:nvSpPr>
          <p:spPr>
            <a:xfrm flipH="1">
              <a:off x="331693"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2" name="Google Shape;1832;p33"/>
            <p:cNvSpPr/>
            <p:nvPr/>
          </p:nvSpPr>
          <p:spPr>
            <a:xfrm flipH="1">
              <a:off x="345689"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10" y="21"/>
                    <a:pt x="135" y="46"/>
                    <a:pt x="135" y="78"/>
                  </a:cubicBezTo>
                  <a:cubicBezTo>
                    <a:pt x="135" y="109"/>
                    <a:pt x="110"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3" name="Google Shape;1833;p33"/>
            <p:cNvSpPr/>
            <p:nvPr/>
          </p:nvSpPr>
          <p:spPr>
            <a:xfrm flipH="1">
              <a:off x="68"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4" name="Google Shape;1834;p33"/>
            <p:cNvSpPr/>
            <p:nvPr/>
          </p:nvSpPr>
          <p:spPr>
            <a:xfrm flipH="1">
              <a:off x="24535"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5" name="Google Shape;1835;p33"/>
            <p:cNvSpPr/>
            <p:nvPr/>
          </p:nvSpPr>
          <p:spPr>
            <a:xfrm flipH="1">
              <a:off x="36785"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10" y="21"/>
                    <a:pt x="135" y="46"/>
                    <a:pt x="135" y="78"/>
                  </a:cubicBezTo>
                  <a:cubicBezTo>
                    <a:pt x="135" y="109"/>
                    <a:pt x="110"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6" name="Google Shape;1836;p33"/>
            <p:cNvSpPr/>
            <p:nvPr/>
          </p:nvSpPr>
          <p:spPr>
            <a:xfrm flipH="1">
              <a:off x="115321" y="3893179"/>
              <a:ext cx="1518339" cy="172777"/>
            </a:xfrm>
            <a:custGeom>
              <a:avLst/>
              <a:gdLst/>
              <a:ahLst/>
              <a:cxnLst/>
              <a:rect l="l" t="t" r="r" b="b"/>
              <a:pathLst>
                <a:path w="1061" h="121" extrusionOk="0">
                  <a:moveTo>
                    <a:pt x="714" y="14"/>
                  </a:moveTo>
                  <a:cubicBezTo>
                    <a:pt x="702" y="0"/>
                    <a:pt x="702" y="0"/>
                    <a:pt x="702" y="0"/>
                  </a:cubicBezTo>
                  <a:cubicBezTo>
                    <a:pt x="359" y="0"/>
                    <a:pt x="359" y="0"/>
                    <a:pt x="359" y="0"/>
                  </a:cubicBezTo>
                  <a:cubicBezTo>
                    <a:pt x="347" y="14"/>
                    <a:pt x="347" y="14"/>
                    <a:pt x="347" y="14"/>
                  </a:cubicBezTo>
                  <a:cubicBezTo>
                    <a:pt x="21" y="14"/>
                    <a:pt x="21" y="14"/>
                    <a:pt x="21" y="14"/>
                  </a:cubicBezTo>
                  <a:cubicBezTo>
                    <a:pt x="16" y="14"/>
                    <a:pt x="11" y="16"/>
                    <a:pt x="7" y="19"/>
                  </a:cubicBezTo>
                  <a:cubicBezTo>
                    <a:pt x="3" y="23"/>
                    <a:pt x="0" y="28"/>
                    <a:pt x="0" y="35"/>
                  </a:cubicBezTo>
                  <a:cubicBezTo>
                    <a:pt x="0" y="39"/>
                    <a:pt x="1" y="43"/>
                    <a:pt x="3" y="46"/>
                  </a:cubicBezTo>
                  <a:cubicBezTo>
                    <a:pt x="7" y="52"/>
                    <a:pt x="13" y="56"/>
                    <a:pt x="21" y="56"/>
                  </a:cubicBezTo>
                  <a:cubicBezTo>
                    <a:pt x="222" y="56"/>
                    <a:pt x="222" y="56"/>
                    <a:pt x="222" y="56"/>
                  </a:cubicBezTo>
                  <a:cubicBezTo>
                    <a:pt x="292" y="121"/>
                    <a:pt x="292" y="121"/>
                    <a:pt x="292" y="121"/>
                  </a:cubicBezTo>
                  <a:cubicBezTo>
                    <a:pt x="769" y="121"/>
                    <a:pt x="769" y="121"/>
                    <a:pt x="769" y="121"/>
                  </a:cubicBezTo>
                  <a:cubicBezTo>
                    <a:pt x="839" y="56"/>
                    <a:pt x="839" y="56"/>
                    <a:pt x="839" y="56"/>
                  </a:cubicBezTo>
                  <a:cubicBezTo>
                    <a:pt x="1040" y="56"/>
                    <a:pt x="1040" y="56"/>
                    <a:pt x="1040" y="56"/>
                  </a:cubicBezTo>
                  <a:cubicBezTo>
                    <a:pt x="1047" y="56"/>
                    <a:pt x="1053" y="53"/>
                    <a:pt x="1057" y="48"/>
                  </a:cubicBezTo>
                  <a:cubicBezTo>
                    <a:pt x="1059" y="45"/>
                    <a:pt x="1061" y="40"/>
                    <a:pt x="1061" y="35"/>
                  </a:cubicBezTo>
                  <a:cubicBezTo>
                    <a:pt x="1061" y="30"/>
                    <a:pt x="1060" y="26"/>
                    <a:pt x="1057" y="23"/>
                  </a:cubicBezTo>
                  <a:cubicBezTo>
                    <a:pt x="1054" y="17"/>
                    <a:pt x="1047" y="14"/>
                    <a:pt x="1040" y="14"/>
                  </a:cubicBezTo>
                  <a:lnTo>
                    <a:pt x="714" y="1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7" name="Google Shape;1837;p33"/>
            <p:cNvSpPr/>
            <p:nvPr/>
          </p:nvSpPr>
          <p:spPr>
            <a:xfrm flipH="1">
              <a:off x="1457296"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8" name="Google Shape;1838;p33"/>
            <p:cNvSpPr/>
            <p:nvPr/>
          </p:nvSpPr>
          <p:spPr>
            <a:xfrm flipH="1">
              <a:off x="1340367"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9" name="Google Shape;1839;p33"/>
            <p:cNvSpPr/>
            <p:nvPr/>
          </p:nvSpPr>
          <p:spPr>
            <a:xfrm flipH="1">
              <a:off x="1291607" y="3758797"/>
              <a:ext cx="324600" cy="43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0" name="Google Shape;1840;p33"/>
            <p:cNvSpPr/>
            <p:nvPr/>
          </p:nvSpPr>
          <p:spPr>
            <a:xfrm flipH="1">
              <a:off x="312679" y="3758797"/>
              <a:ext cx="1098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1" name="Google Shape;1841;p33"/>
            <p:cNvSpPr/>
            <p:nvPr/>
          </p:nvSpPr>
          <p:spPr>
            <a:xfrm flipH="1">
              <a:off x="195504"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2" name="Google Shape;1842;p33"/>
            <p:cNvSpPr/>
            <p:nvPr/>
          </p:nvSpPr>
          <p:spPr>
            <a:xfrm flipH="1">
              <a:off x="146745" y="3758797"/>
              <a:ext cx="324600" cy="43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3" name="Google Shape;1843;p33"/>
            <p:cNvSpPr/>
            <p:nvPr/>
          </p:nvSpPr>
          <p:spPr>
            <a:xfrm flipH="1">
              <a:off x="-46" y="2416729"/>
              <a:ext cx="1344000" cy="261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4" name="Google Shape;1844;p33"/>
            <p:cNvSpPr/>
            <p:nvPr/>
          </p:nvSpPr>
          <p:spPr>
            <a:xfrm flipH="1">
              <a:off x="490383" y="2299799"/>
              <a:ext cx="769800" cy="768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5" name="Google Shape;1845;p33"/>
            <p:cNvSpPr/>
            <p:nvPr/>
          </p:nvSpPr>
          <p:spPr>
            <a:xfrm flipH="1">
              <a:off x="572808" y="2376589"/>
              <a:ext cx="642000" cy="402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6" name="Google Shape;1846;p33"/>
            <p:cNvSpPr/>
            <p:nvPr/>
          </p:nvSpPr>
          <p:spPr>
            <a:xfrm flipH="1">
              <a:off x="530681" y="3956006"/>
              <a:ext cx="685871" cy="66318"/>
            </a:xfrm>
            <a:custGeom>
              <a:avLst/>
              <a:gdLst/>
              <a:ahLst/>
              <a:cxnLst/>
              <a:rect l="l" t="t" r="r" b="b"/>
              <a:pathLst>
                <a:path w="393" h="38" extrusionOk="0">
                  <a:moveTo>
                    <a:pt x="0" y="0"/>
                  </a:moveTo>
                  <a:lnTo>
                    <a:pt x="34" y="38"/>
                  </a:lnTo>
                  <a:lnTo>
                    <a:pt x="359" y="38"/>
                  </a:lnTo>
                  <a:lnTo>
                    <a:pt x="393"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7" name="Google Shape;1847;p33"/>
            <p:cNvSpPr/>
            <p:nvPr/>
          </p:nvSpPr>
          <p:spPr>
            <a:xfrm flipH="1">
              <a:off x="131" y="3713421"/>
              <a:ext cx="3328134" cy="342062"/>
            </a:xfrm>
            <a:custGeom>
              <a:avLst/>
              <a:gdLst/>
              <a:ahLst/>
              <a:cxnLst/>
              <a:rect l="l" t="t" r="r" b="b"/>
              <a:pathLst>
                <a:path w="2326" h="239" extrusionOk="0">
                  <a:moveTo>
                    <a:pt x="1081" y="239"/>
                  </a:moveTo>
                  <a:cubicBezTo>
                    <a:pt x="1044" y="152"/>
                    <a:pt x="1044" y="152"/>
                    <a:pt x="1044" y="152"/>
                  </a:cubicBezTo>
                  <a:cubicBezTo>
                    <a:pt x="1158" y="42"/>
                    <a:pt x="1158" y="42"/>
                    <a:pt x="1158" y="42"/>
                  </a:cubicBezTo>
                  <a:cubicBezTo>
                    <a:pt x="2326" y="42"/>
                    <a:pt x="2326" y="42"/>
                    <a:pt x="2326" y="42"/>
                  </a:cubicBezTo>
                  <a:cubicBezTo>
                    <a:pt x="2326" y="0"/>
                    <a:pt x="2326" y="0"/>
                    <a:pt x="2326" y="0"/>
                  </a:cubicBezTo>
                  <a:cubicBezTo>
                    <a:pt x="1010" y="0"/>
                    <a:pt x="1010" y="0"/>
                    <a:pt x="1010" y="0"/>
                  </a:cubicBezTo>
                  <a:cubicBezTo>
                    <a:pt x="880" y="125"/>
                    <a:pt x="880" y="125"/>
                    <a:pt x="880" y="125"/>
                  </a:cubicBezTo>
                  <a:cubicBezTo>
                    <a:pt x="178" y="125"/>
                    <a:pt x="178" y="125"/>
                    <a:pt x="178" y="125"/>
                  </a:cubicBezTo>
                  <a:cubicBezTo>
                    <a:pt x="178" y="125"/>
                    <a:pt x="88" y="239"/>
                    <a:pt x="0" y="239"/>
                  </a:cubicBezTo>
                  <a:lnTo>
                    <a:pt x="1081" y="239"/>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8" name="Google Shape;1848;p33"/>
            <p:cNvSpPr/>
            <p:nvPr/>
          </p:nvSpPr>
          <p:spPr>
            <a:xfrm flipH="1">
              <a:off x="135" y="3210800"/>
              <a:ext cx="2947672" cy="530545"/>
            </a:xfrm>
            <a:custGeom>
              <a:avLst/>
              <a:gdLst/>
              <a:ahLst/>
              <a:cxnLst/>
              <a:rect l="l" t="t" r="r" b="b"/>
              <a:pathLst>
                <a:path w="1689" h="304" extrusionOk="0">
                  <a:moveTo>
                    <a:pt x="1689" y="184"/>
                  </a:moveTo>
                  <a:lnTo>
                    <a:pt x="709" y="184"/>
                  </a:lnTo>
                  <a:lnTo>
                    <a:pt x="453" y="304"/>
                  </a:lnTo>
                  <a:lnTo>
                    <a:pt x="0" y="304"/>
                  </a:lnTo>
                  <a:lnTo>
                    <a:pt x="447" y="288"/>
                  </a:lnTo>
                  <a:lnTo>
                    <a:pt x="960" y="0"/>
                  </a:lnTo>
                  <a:lnTo>
                    <a:pt x="1689" y="0"/>
                  </a:lnTo>
                  <a:lnTo>
                    <a:pt x="1689" y="184"/>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9" name="Google Shape;1849;p33"/>
            <p:cNvSpPr/>
            <p:nvPr/>
          </p:nvSpPr>
          <p:spPr>
            <a:xfrm flipH="1">
              <a:off x="2129398" y="3497015"/>
              <a:ext cx="694500" cy="4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0" name="Google Shape;1850;p33"/>
            <p:cNvSpPr/>
            <p:nvPr/>
          </p:nvSpPr>
          <p:spPr>
            <a:xfrm flipH="1">
              <a:off x="135" y="2554600"/>
              <a:ext cx="769641" cy="394418"/>
            </a:xfrm>
            <a:custGeom>
              <a:avLst/>
              <a:gdLst/>
              <a:ahLst/>
              <a:cxnLst/>
              <a:rect l="l" t="t" r="r" b="b"/>
              <a:pathLst>
                <a:path w="538" h="276" extrusionOk="0">
                  <a:moveTo>
                    <a:pt x="46" y="0"/>
                  </a:moveTo>
                  <a:cubicBezTo>
                    <a:pt x="538" y="0"/>
                    <a:pt x="538" y="0"/>
                    <a:pt x="538" y="0"/>
                  </a:cubicBezTo>
                  <a:cubicBezTo>
                    <a:pt x="538" y="276"/>
                    <a:pt x="538" y="276"/>
                    <a:pt x="538" y="276"/>
                  </a:cubicBezTo>
                  <a:cubicBezTo>
                    <a:pt x="46" y="276"/>
                    <a:pt x="46" y="276"/>
                    <a:pt x="46" y="276"/>
                  </a:cubicBezTo>
                  <a:cubicBezTo>
                    <a:pt x="34" y="276"/>
                    <a:pt x="24" y="272"/>
                    <a:pt x="16" y="265"/>
                  </a:cubicBezTo>
                  <a:cubicBezTo>
                    <a:pt x="6" y="256"/>
                    <a:pt x="0" y="244"/>
                    <a:pt x="0" y="230"/>
                  </a:cubicBezTo>
                  <a:cubicBezTo>
                    <a:pt x="0" y="46"/>
                    <a:pt x="0" y="46"/>
                    <a:pt x="0" y="46"/>
                  </a:cubicBezTo>
                  <a:cubicBezTo>
                    <a:pt x="0" y="32"/>
                    <a:pt x="6" y="20"/>
                    <a:pt x="15" y="12"/>
                  </a:cubicBezTo>
                  <a:cubicBezTo>
                    <a:pt x="23" y="5"/>
                    <a:pt x="34" y="0"/>
                    <a:pt x="46"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1" name="Google Shape;1851;p33"/>
            <p:cNvSpPr/>
            <p:nvPr/>
          </p:nvSpPr>
          <p:spPr>
            <a:xfrm flipH="1">
              <a:off x="135" y="2554600"/>
              <a:ext cx="769641" cy="83770"/>
            </a:xfrm>
            <a:custGeom>
              <a:avLst/>
              <a:gdLst/>
              <a:ahLst/>
              <a:cxnLst/>
              <a:rect l="l" t="t" r="r" b="b"/>
              <a:pathLst>
                <a:path w="538" h="59" extrusionOk="0">
                  <a:moveTo>
                    <a:pt x="46" y="0"/>
                  </a:moveTo>
                  <a:cubicBezTo>
                    <a:pt x="34" y="0"/>
                    <a:pt x="23" y="5"/>
                    <a:pt x="15" y="12"/>
                  </a:cubicBezTo>
                  <a:cubicBezTo>
                    <a:pt x="6" y="20"/>
                    <a:pt x="0" y="32"/>
                    <a:pt x="0" y="46"/>
                  </a:cubicBezTo>
                  <a:cubicBezTo>
                    <a:pt x="0" y="59"/>
                    <a:pt x="0" y="59"/>
                    <a:pt x="0" y="59"/>
                  </a:cubicBezTo>
                  <a:cubicBezTo>
                    <a:pt x="0" y="46"/>
                    <a:pt x="6" y="34"/>
                    <a:pt x="15" y="25"/>
                  </a:cubicBezTo>
                  <a:cubicBezTo>
                    <a:pt x="23" y="18"/>
                    <a:pt x="34" y="14"/>
                    <a:pt x="46" y="14"/>
                  </a:cubicBezTo>
                  <a:cubicBezTo>
                    <a:pt x="538" y="14"/>
                    <a:pt x="538" y="14"/>
                    <a:pt x="538" y="14"/>
                  </a:cubicBezTo>
                  <a:cubicBezTo>
                    <a:pt x="538" y="0"/>
                    <a:pt x="538" y="0"/>
                    <a:pt x="538" y="0"/>
                  </a:cubicBezTo>
                  <a:lnTo>
                    <a:pt x="46"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2" name="Google Shape;1852;p33"/>
            <p:cNvSpPr/>
            <p:nvPr/>
          </p:nvSpPr>
          <p:spPr>
            <a:xfrm flipH="1">
              <a:off x="1511496" y="2540639"/>
              <a:ext cx="1486923" cy="731244"/>
            </a:xfrm>
            <a:custGeom>
              <a:avLst/>
              <a:gdLst/>
              <a:ahLst/>
              <a:cxnLst/>
              <a:rect l="l" t="t" r="r" b="b"/>
              <a:pathLst>
                <a:path w="1039" h="510" extrusionOk="0">
                  <a:moveTo>
                    <a:pt x="988" y="0"/>
                  </a:moveTo>
                  <a:cubicBezTo>
                    <a:pt x="742" y="59"/>
                    <a:pt x="742" y="59"/>
                    <a:pt x="742" y="59"/>
                  </a:cubicBezTo>
                  <a:cubicBezTo>
                    <a:pt x="415" y="213"/>
                    <a:pt x="11" y="503"/>
                    <a:pt x="0" y="510"/>
                  </a:cubicBezTo>
                  <a:cubicBezTo>
                    <a:pt x="28" y="491"/>
                    <a:pt x="47" y="479"/>
                    <a:pt x="47" y="478"/>
                  </a:cubicBezTo>
                  <a:cubicBezTo>
                    <a:pt x="47" y="478"/>
                    <a:pt x="47" y="478"/>
                    <a:pt x="47" y="478"/>
                  </a:cubicBezTo>
                  <a:cubicBezTo>
                    <a:pt x="300" y="341"/>
                    <a:pt x="795" y="239"/>
                    <a:pt x="795" y="239"/>
                  </a:cubicBezTo>
                  <a:cubicBezTo>
                    <a:pt x="1039" y="22"/>
                    <a:pt x="1039" y="22"/>
                    <a:pt x="1039" y="22"/>
                  </a:cubicBezTo>
                  <a:cubicBezTo>
                    <a:pt x="988" y="0"/>
                    <a:pt x="988" y="0"/>
                    <a:pt x="988" y="0"/>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3" name="Google Shape;1853;p33"/>
            <p:cNvSpPr/>
            <p:nvPr/>
          </p:nvSpPr>
          <p:spPr>
            <a:xfrm flipH="1">
              <a:off x="2930355" y="3224762"/>
              <a:ext cx="68064" cy="48866"/>
            </a:xfrm>
            <a:custGeom>
              <a:avLst/>
              <a:gdLst/>
              <a:ahLst/>
              <a:cxnLst/>
              <a:rect l="l" t="t" r="r" b="b"/>
              <a:pathLst>
                <a:path w="47" h="33" extrusionOk="0">
                  <a:moveTo>
                    <a:pt x="47" y="0"/>
                  </a:moveTo>
                  <a:cubicBezTo>
                    <a:pt x="47" y="1"/>
                    <a:pt x="28" y="13"/>
                    <a:pt x="0" y="32"/>
                  </a:cubicBezTo>
                  <a:cubicBezTo>
                    <a:pt x="0" y="33"/>
                    <a:pt x="0" y="33"/>
                    <a:pt x="0" y="33"/>
                  </a:cubicBezTo>
                  <a:cubicBezTo>
                    <a:pt x="28" y="13"/>
                    <a:pt x="47" y="1"/>
                    <a:pt x="47" y="0"/>
                  </a:cubicBezTo>
                </a:path>
              </a:pathLst>
            </a:custGeom>
            <a:solidFill>
              <a:srgbClr val="2FCBE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4" name="Google Shape;1854;p33"/>
            <p:cNvSpPr/>
            <p:nvPr/>
          </p:nvSpPr>
          <p:spPr>
            <a:xfrm flipH="1">
              <a:off x="1511494" y="2516206"/>
              <a:ext cx="425833" cy="109949"/>
            </a:xfrm>
            <a:custGeom>
              <a:avLst/>
              <a:gdLst/>
              <a:ahLst/>
              <a:cxnLst/>
              <a:rect l="l" t="t" r="r" b="b"/>
              <a:pathLst>
                <a:path w="244" h="63" extrusionOk="0">
                  <a:moveTo>
                    <a:pt x="189" y="0"/>
                  </a:moveTo>
                  <a:lnTo>
                    <a:pt x="0" y="63"/>
                  </a:lnTo>
                  <a:lnTo>
                    <a:pt x="202" y="14"/>
                  </a:lnTo>
                  <a:lnTo>
                    <a:pt x="244" y="32"/>
                  </a:lnTo>
                  <a:lnTo>
                    <a:pt x="189"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5" name="Google Shape;1855;p33"/>
            <p:cNvSpPr/>
            <p:nvPr/>
          </p:nvSpPr>
          <p:spPr>
            <a:xfrm flipH="1">
              <a:off x="1511494" y="2516206"/>
              <a:ext cx="425833" cy="109949"/>
            </a:xfrm>
            <a:custGeom>
              <a:avLst/>
              <a:gdLst/>
              <a:ahLst/>
              <a:cxnLst/>
              <a:rect l="l" t="t" r="r" b="b"/>
              <a:pathLst>
                <a:path w="244" h="63" extrusionOk="0">
                  <a:moveTo>
                    <a:pt x="189" y="0"/>
                  </a:moveTo>
                  <a:lnTo>
                    <a:pt x="0" y="63"/>
                  </a:lnTo>
                  <a:lnTo>
                    <a:pt x="202" y="14"/>
                  </a:lnTo>
                  <a:lnTo>
                    <a:pt x="244" y="32"/>
                  </a:lnTo>
                  <a:lnTo>
                    <a:pt x="189" y="0"/>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6" name="Google Shape;1856;p33"/>
            <p:cNvSpPr/>
            <p:nvPr/>
          </p:nvSpPr>
          <p:spPr>
            <a:xfrm flipH="1">
              <a:off x="1511494" y="2512656"/>
              <a:ext cx="425833" cy="366495"/>
            </a:xfrm>
            <a:custGeom>
              <a:avLst/>
              <a:gdLst/>
              <a:ahLst/>
              <a:cxnLst/>
              <a:rect l="l" t="t" r="r" b="b"/>
              <a:pathLst>
                <a:path w="244" h="210" extrusionOk="0">
                  <a:moveTo>
                    <a:pt x="0" y="63"/>
                  </a:moveTo>
                  <a:lnTo>
                    <a:pt x="189" y="11"/>
                  </a:lnTo>
                  <a:lnTo>
                    <a:pt x="228" y="36"/>
                  </a:lnTo>
                  <a:lnTo>
                    <a:pt x="44" y="210"/>
                  </a:lnTo>
                  <a:lnTo>
                    <a:pt x="244" y="32"/>
                  </a:lnTo>
                  <a:lnTo>
                    <a:pt x="189" y="0"/>
                  </a:lnTo>
                  <a:lnTo>
                    <a:pt x="0" y="63"/>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7" name="Google Shape;1857;p33"/>
            <p:cNvSpPr/>
            <p:nvPr/>
          </p:nvSpPr>
          <p:spPr>
            <a:xfrm flipH="1">
              <a:off x="136" y="2577289"/>
              <a:ext cx="1853421" cy="465972"/>
            </a:xfrm>
            <a:custGeom>
              <a:avLst/>
              <a:gdLst/>
              <a:ahLst/>
              <a:cxnLst/>
              <a:rect l="l" t="t" r="r" b="b"/>
              <a:pathLst>
                <a:path w="1062" h="267" extrusionOk="0">
                  <a:moveTo>
                    <a:pt x="1062" y="236"/>
                  </a:moveTo>
                  <a:lnTo>
                    <a:pt x="1062" y="234"/>
                  </a:lnTo>
                  <a:lnTo>
                    <a:pt x="599" y="234"/>
                  </a:lnTo>
                  <a:lnTo>
                    <a:pt x="599" y="0"/>
                  </a:lnTo>
                  <a:lnTo>
                    <a:pt x="263" y="0"/>
                  </a:lnTo>
                  <a:lnTo>
                    <a:pt x="0" y="236"/>
                  </a:lnTo>
                  <a:lnTo>
                    <a:pt x="597" y="236"/>
                  </a:lnTo>
                  <a:lnTo>
                    <a:pt x="597" y="267"/>
                  </a:lnTo>
                  <a:lnTo>
                    <a:pt x="1062" y="267"/>
                  </a:lnTo>
                  <a:lnTo>
                    <a:pt x="1062" y="265"/>
                  </a:lnTo>
                  <a:lnTo>
                    <a:pt x="599" y="265"/>
                  </a:lnTo>
                  <a:lnTo>
                    <a:pt x="599" y="236"/>
                  </a:lnTo>
                  <a:lnTo>
                    <a:pt x="1062" y="236"/>
                  </a:lnTo>
                  <a:close/>
                  <a:moveTo>
                    <a:pt x="597" y="234"/>
                  </a:moveTo>
                  <a:lnTo>
                    <a:pt x="7" y="234"/>
                  </a:lnTo>
                  <a:lnTo>
                    <a:pt x="264" y="2"/>
                  </a:lnTo>
                  <a:lnTo>
                    <a:pt x="597" y="2"/>
                  </a:lnTo>
                  <a:lnTo>
                    <a:pt x="597" y="23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8" name="Google Shape;1858;p33"/>
            <p:cNvSpPr/>
            <p:nvPr/>
          </p:nvSpPr>
          <p:spPr>
            <a:xfrm flipH="1">
              <a:off x="872625" y="3041515"/>
              <a:ext cx="1284600" cy="69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11"/>
        <p:cNvGrpSpPr/>
        <p:nvPr/>
      </p:nvGrpSpPr>
      <p:grpSpPr>
        <a:xfrm>
          <a:off x="0" y="0"/>
          <a:ext cx="0" cy="0"/>
          <a:chOff x="0" y="0"/>
          <a:chExt cx="0" cy="0"/>
        </a:xfrm>
      </p:grpSpPr>
      <p:sp>
        <p:nvSpPr>
          <p:cNvPr id="2412" name="Google Shape;2412;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Public Transport Reliability</a:t>
            </a:r>
            <a:endParaRPr dirty="0"/>
          </a:p>
        </p:txBody>
      </p:sp>
      <p:graphicFrame>
        <p:nvGraphicFramePr>
          <p:cNvPr id="2413" name="Google Shape;2413;p41"/>
          <p:cNvGraphicFramePr/>
          <p:nvPr>
            <p:extLst>
              <p:ext uri="{D42A27DB-BD31-4B8C-83A1-F6EECF244321}">
                <p14:modId xmlns:p14="http://schemas.microsoft.com/office/powerpoint/2010/main" val="4028960419"/>
              </p:ext>
            </p:extLst>
          </p:nvPr>
        </p:nvGraphicFramePr>
        <p:xfrm>
          <a:off x="281940" y="1017724"/>
          <a:ext cx="8595359" cy="3914685"/>
        </p:xfrm>
        <a:graphic>
          <a:graphicData uri="http://schemas.openxmlformats.org/drawingml/2006/table">
            <a:tbl>
              <a:tblPr>
                <a:noFill/>
                <a:tableStyleId>{AF8300EF-6D59-4F88-A054-7639B1576F20}</a:tableStyleId>
              </a:tblPr>
              <a:tblGrid>
                <a:gridCol w="986143">
                  <a:extLst>
                    <a:ext uri="{9D8B030D-6E8A-4147-A177-3AD203B41FA5}">
                      <a16:colId xmlns:a16="http://schemas.microsoft.com/office/drawing/2014/main" val="20000"/>
                    </a:ext>
                  </a:extLst>
                </a:gridCol>
                <a:gridCol w="1561381">
                  <a:extLst>
                    <a:ext uri="{9D8B030D-6E8A-4147-A177-3AD203B41FA5}">
                      <a16:colId xmlns:a16="http://schemas.microsoft.com/office/drawing/2014/main" val="20001"/>
                    </a:ext>
                  </a:extLst>
                </a:gridCol>
                <a:gridCol w="1354347">
                  <a:extLst>
                    <a:ext uri="{9D8B030D-6E8A-4147-A177-3AD203B41FA5}">
                      <a16:colId xmlns:a16="http://schemas.microsoft.com/office/drawing/2014/main" val="20002"/>
                    </a:ext>
                  </a:extLst>
                </a:gridCol>
                <a:gridCol w="1302589">
                  <a:extLst>
                    <a:ext uri="{9D8B030D-6E8A-4147-A177-3AD203B41FA5}">
                      <a16:colId xmlns:a16="http://schemas.microsoft.com/office/drawing/2014/main" val="20003"/>
                    </a:ext>
                  </a:extLst>
                </a:gridCol>
                <a:gridCol w="1673525">
                  <a:extLst>
                    <a:ext uri="{9D8B030D-6E8A-4147-A177-3AD203B41FA5}">
                      <a16:colId xmlns:a16="http://schemas.microsoft.com/office/drawing/2014/main" val="295096471"/>
                    </a:ext>
                  </a:extLst>
                </a:gridCol>
                <a:gridCol w="1717374">
                  <a:extLst>
                    <a:ext uri="{9D8B030D-6E8A-4147-A177-3AD203B41FA5}">
                      <a16:colId xmlns:a16="http://schemas.microsoft.com/office/drawing/2014/main" val="532332086"/>
                    </a:ext>
                  </a:extLst>
                </a:gridCol>
              </a:tblGrid>
              <a:tr h="377703">
                <a:tc>
                  <a:txBody>
                    <a:bodyPr/>
                    <a:lstStyle/>
                    <a:p>
                      <a:pPr marL="0" lvl="0" indent="0" algn="ctr" rtl="0">
                        <a:spcBef>
                          <a:spcPts val="0"/>
                        </a:spcBef>
                        <a:spcAft>
                          <a:spcPts val="0"/>
                        </a:spcAft>
                        <a:buNone/>
                      </a:pPr>
                      <a:r>
                        <a:rPr lang="en-MY" sz="1200" b="0" dirty="0">
                          <a:solidFill>
                            <a:schemeClr val="accent6"/>
                          </a:solidFill>
                          <a:latin typeface="Sora ExtraBold" panose="020B0604020202020204" charset="0"/>
                          <a:ea typeface="Raleway"/>
                          <a:cs typeface="Sora ExtraBold" panose="020B0604020202020204" charset="0"/>
                          <a:sym typeface="Raleway"/>
                        </a:rPr>
                        <a:t>J. Articles</a:t>
                      </a:r>
                      <a:endParaRPr sz="1200" b="0" dirty="0">
                        <a:solidFill>
                          <a:schemeClr val="accent6"/>
                        </a:solidFill>
                        <a:latin typeface="Sora ExtraBold" panose="020B0604020202020204" charset="0"/>
                        <a:ea typeface="Raleway"/>
                        <a:cs typeface="Sora ExtraBold" panose="020B0604020202020204" charset="0"/>
                        <a:sym typeface="Raleway"/>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marR="0" lvl="0" indent="0" algn="ctr" rtl="0">
                        <a:lnSpc>
                          <a:spcPct val="100000"/>
                        </a:lnSpc>
                        <a:spcBef>
                          <a:spcPts val="0"/>
                        </a:spcBef>
                        <a:spcAft>
                          <a:spcPts val="0"/>
                        </a:spcAft>
                        <a:buNone/>
                      </a:pPr>
                      <a:r>
                        <a:rPr lang="en" sz="1200" dirty="0">
                          <a:solidFill>
                            <a:schemeClr val="dk2"/>
                          </a:solidFill>
                          <a:latin typeface="Sora ExtraBold"/>
                          <a:ea typeface="Sora ExtraBold"/>
                          <a:cs typeface="Sora ExtraBold"/>
                          <a:sym typeface="Sora ExtraBold"/>
                        </a:rPr>
                        <a:t>Focus</a:t>
                      </a:r>
                      <a:endParaRPr sz="1200" dirty="0">
                        <a:solidFill>
                          <a:schemeClr val="dk2"/>
                        </a:solidFill>
                        <a:latin typeface="Sora ExtraBold"/>
                        <a:ea typeface="Sora ExtraBold"/>
                        <a:cs typeface="Sora ExtraBold"/>
                        <a:sym typeface="Sora ExtraBold"/>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rtl="0">
                        <a:lnSpc>
                          <a:spcPct val="100000"/>
                        </a:lnSpc>
                        <a:spcBef>
                          <a:spcPts val="0"/>
                        </a:spcBef>
                        <a:spcAft>
                          <a:spcPts val="0"/>
                        </a:spcAft>
                        <a:buNone/>
                      </a:pPr>
                      <a:r>
                        <a:rPr lang="en" sz="1200" dirty="0">
                          <a:solidFill>
                            <a:schemeClr val="dk2"/>
                          </a:solidFill>
                          <a:latin typeface="Sora ExtraBold"/>
                          <a:ea typeface="Sora ExtraBold"/>
                          <a:cs typeface="Sora ExtraBold"/>
                          <a:sym typeface="Sora ExtraBold"/>
                        </a:rPr>
                        <a:t>Method</a:t>
                      </a:r>
                      <a:endParaRPr sz="1200" dirty="0">
                        <a:solidFill>
                          <a:schemeClr val="dk2"/>
                        </a:solidFill>
                        <a:latin typeface="Sora ExtraBold"/>
                        <a:ea typeface="Sora ExtraBold"/>
                        <a:cs typeface="Sora ExtraBold"/>
                        <a:sym typeface="Sora ExtraBold"/>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rtl="0">
                        <a:lnSpc>
                          <a:spcPct val="100000"/>
                        </a:lnSpc>
                        <a:spcBef>
                          <a:spcPts val="0"/>
                        </a:spcBef>
                        <a:spcAft>
                          <a:spcPts val="0"/>
                        </a:spcAft>
                        <a:buNone/>
                      </a:pPr>
                      <a:r>
                        <a:rPr lang="en" sz="1200" dirty="0">
                          <a:solidFill>
                            <a:schemeClr val="dk2"/>
                          </a:solidFill>
                          <a:latin typeface="Sora ExtraBold"/>
                          <a:ea typeface="Sora ExtraBold"/>
                          <a:cs typeface="Sora ExtraBold"/>
                          <a:sym typeface="Sora ExtraBold"/>
                        </a:rPr>
                        <a:t>Dataset</a:t>
                      </a:r>
                      <a:endParaRPr sz="1200" dirty="0">
                        <a:solidFill>
                          <a:schemeClr val="dk2"/>
                        </a:solidFill>
                        <a:latin typeface="Sora ExtraBold"/>
                        <a:ea typeface="Sora ExtraBold"/>
                        <a:cs typeface="Sora ExtraBold"/>
                        <a:sym typeface="Sora ExtraBold"/>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rtl="0">
                        <a:lnSpc>
                          <a:spcPct val="100000"/>
                        </a:lnSpc>
                        <a:spcBef>
                          <a:spcPts val="0"/>
                        </a:spcBef>
                        <a:spcAft>
                          <a:spcPts val="0"/>
                        </a:spcAft>
                        <a:buNone/>
                      </a:pPr>
                      <a:r>
                        <a:rPr lang="en-MY" sz="1200" dirty="0">
                          <a:solidFill>
                            <a:schemeClr val="dk2"/>
                          </a:solidFill>
                          <a:latin typeface="Sora ExtraBold"/>
                          <a:ea typeface="Sora ExtraBold"/>
                          <a:cs typeface="Sora ExtraBold"/>
                          <a:sym typeface="Sora ExtraBold"/>
                        </a:rPr>
                        <a:t>Strength</a:t>
                      </a:r>
                      <a:endParaRPr sz="1200" dirty="0">
                        <a:solidFill>
                          <a:schemeClr val="dk2"/>
                        </a:solidFill>
                        <a:latin typeface="Sora ExtraBold"/>
                        <a:ea typeface="Sora ExtraBold"/>
                        <a:cs typeface="Sora ExtraBold"/>
                        <a:sym typeface="Sora ExtraBold"/>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rtl="0">
                        <a:lnSpc>
                          <a:spcPct val="100000"/>
                        </a:lnSpc>
                        <a:spcBef>
                          <a:spcPts val="0"/>
                        </a:spcBef>
                        <a:spcAft>
                          <a:spcPts val="0"/>
                        </a:spcAft>
                        <a:buNone/>
                      </a:pPr>
                      <a:r>
                        <a:rPr lang="en-MY" sz="1200" dirty="0">
                          <a:solidFill>
                            <a:schemeClr val="dk2"/>
                          </a:solidFill>
                          <a:latin typeface="Sora ExtraBold"/>
                          <a:ea typeface="Sora ExtraBold"/>
                          <a:cs typeface="Sora ExtraBold"/>
                          <a:sym typeface="Sora ExtraBold"/>
                        </a:rPr>
                        <a:t>Weakness</a:t>
                      </a:r>
                      <a:endParaRPr sz="1200" dirty="0">
                        <a:solidFill>
                          <a:schemeClr val="dk2"/>
                        </a:solidFill>
                        <a:latin typeface="Sora ExtraBold"/>
                        <a:ea typeface="Sora ExtraBold"/>
                        <a:cs typeface="Sora ExtraBold"/>
                        <a:sym typeface="Sora ExtraBold"/>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955812">
                <a:tc>
                  <a:txBody>
                    <a:bodyPr/>
                    <a:lstStyle/>
                    <a:p>
                      <a:pPr marL="0" lvl="0" indent="0" algn="l" rtl="0">
                        <a:spcBef>
                          <a:spcPts val="0"/>
                        </a:spcBef>
                        <a:spcAft>
                          <a:spcPts val="0"/>
                        </a:spcAft>
                        <a:buNone/>
                      </a:pPr>
                      <a:r>
                        <a:rPr lang="en-MY" sz="1050" dirty="0">
                          <a:effectLst/>
                          <a:latin typeface="Hanken Grotesk" panose="020B0604020202020204" charset="0"/>
                        </a:rPr>
                        <a:t>Ibrahim et al. (2022)</a:t>
                      </a:r>
                      <a:endParaRPr sz="1050" b="1"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Investigate service quality factors influencing user satisfaction with LRT in Klang Valley.</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Factor analysis, correlation, and Artificial Neural Network (ANN).</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MY" sz="1050" dirty="0">
                          <a:effectLst/>
                          <a:latin typeface="Hanken Grotesk" panose="020B0604020202020204" charset="0"/>
                        </a:rPr>
                        <a:t>417 LRT riders in Klang Valley, Malaysia.</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Uses ANN for non-linear modeling; local Malaysian context.</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Focuses on satisfaction/perceptions, not operational ridership management.</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830979">
                <a:tc>
                  <a:txBody>
                    <a:bodyPr/>
                    <a:lstStyle/>
                    <a:p>
                      <a:pPr>
                        <a:buNone/>
                      </a:pPr>
                      <a:r>
                        <a:rPr lang="en-MY" sz="1050" dirty="0">
                          <a:effectLst/>
                          <a:latin typeface="Hanken Grotesk" panose="020B0604020202020204" charset="0"/>
                        </a:rPr>
                        <a:t>Mee &amp; Subramaniam (2022)</a:t>
                      </a:r>
                      <a:endParaRPr lang="en-MY" sz="1050" dirty="0">
                        <a:latin typeface="Hanken Grotesk"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buNone/>
                      </a:pPr>
                      <a:r>
                        <a:rPr lang="en-US" sz="1050" dirty="0">
                          <a:effectLst/>
                          <a:latin typeface="Hanken Grotesk" panose="020B0604020202020204" charset="0"/>
                        </a:rPr>
                        <a:t>Examine willingness to use public transport in KL and Manila.</a:t>
                      </a:r>
                      <a:endParaRPr lang="en-MY" sz="1050" dirty="0">
                        <a:latin typeface="Hanken Grotesk"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Purposive sampling survey; PLS-SEM analysis.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209 respondents from KL and Manila.</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Comparative city analysis; identifies key behavioral drivers.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Small sample size; focus on "willingness" rather than actual ridership data.</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900123">
                <a:tc>
                  <a:txBody>
                    <a:bodyPr/>
                    <a:lstStyle/>
                    <a:p>
                      <a:pPr marL="0" lvl="0" indent="0" algn="l" rtl="0">
                        <a:spcBef>
                          <a:spcPts val="0"/>
                        </a:spcBef>
                        <a:spcAft>
                          <a:spcPts val="0"/>
                        </a:spcAft>
                        <a:buNone/>
                      </a:pPr>
                      <a:r>
                        <a:rPr lang="en-MY" sz="1050" dirty="0">
                          <a:effectLst/>
                          <a:latin typeface="Hanken Grotesk" panose="020B0604020202020204" charset="0"/>
                        </a:rPr>
                        <a:t>Rezapour &amp; Ferraro (2021)</a:t>
                      </a:r>
                      <a:endParaRPr sz="1050" b="1"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Impact of rail delays and real-time info accuracy on passenger psychology.</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Survey-based; Factor Analysis and SEM.</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MY" sz="1050" dirty="0">
                          <a:effectLst/>
                          <a:latin typeface="Hanken Grotesk" panose="020B0604020202020204" charset="0"/>
                        </a:rPr>
                        <a:t>396 KTM rail passengers at Serdang station, Malaysia.</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Links psychological impact to information systems; local KTM context.</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Subjective measures; does not propose operational management strategies.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r h="800210">
                <a:tc>
                  <a:txBody>
                    <a:bodyPr/>
                    <a:lstStyle/>
                    <a:p>
                      <a:pPr marL="0" lvl="0" indent="0" algn="l" rtl="0">
                        <a:spcBef>
                          <a:spcPts val="0"/>
                        </a:spcBef>
                        <a:spcAft>
                          <a:spcPts val="0"/>
                        </a:spcAft>
                        <a:buNone/>
                      </a:pPr>
                      <a:r>
                        <a:rPr lang="en-MY" sz="1050" dirty="0" err="1">
                          <a:effectLst/>
                          <a:latin typeface="Hanken Grotesk" panose="020B0604020202020204" charset="0"/>
                        </a:rPr>
                        <a:t>Ubaidillah</a:t>
                      </a:r>
                      <a:r>
                        <a:rPr lang="en-MY" sz="1050" dirty="0">
                          <a:effectLst/>
                          <a:latin typeface="Hanken Grotesk" panose="020B0604020202020204" charset="0"/>
                        </a:rPr>
                        <a:t> &amp; Syafiq (2022)</a:t>
                      </a:r>
                      <a:endParaRPr sz="1050" b="1"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Impact of bus service quality on satisfaction in a developing city.</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MY" sz="1050" dirty="0">
                          <a:effectLst/>
                          <a:latin typeface="Hanken Grotesk" panose="020B0604020202020204" charset="0"/>
                        </a:rPr>
                        <a:t>SERVQUAL model; PLS-SEM analysis.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fi-FI" sz="1050" dirty="0">
                          <a:effectLst/>
                          <a:latin typeface="Hanken Grotesk" panose="020B0604020202020204" charset="0"/>
                        </a:rPr>
                        <a:t>300 bus users in Kota Samarahan, Sarawak, Malaysia.</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Focuses on a developing city context with high car ownership.</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a:effectLst/>
                          <a:latin typeface="Hanken Grotesk" panose="020B0604020202020204" charset="0"/>
                        </a:rPr>
                        <a:t>Relies on self-reported data; no integration of actual ridership metrics.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11">
          <a:extLst>
            <a:ext uri="{FF2B5EF4-FFF2-40B4-BE49-F238E27FC236}">
              <a16:creationId xmlns:a16="http://schemas.microsoft.com/office/drawing/2014/main" id="{B7FE770B-8741-0883-85F1-713BD75A1969}"/>
            </a:ext>
          </a:extLst>
        </p:cNvPr>
        <p:cNvGrpSpPr/>
        <p:nvPr/>
      </p:nvGrpSpPr>
      <p:grpSpPr>
        <a:xfrm>
          <a:off x="0" y="0"/>
          <a:ext cx="0" cy="0"/>
          <a:chOff x="0" y="0"/>
          <a:chExt cx="0" cy="0"/>
        </a:xfrm>
      </p:grpSpPr>
      <p:sp>
        <p:nvSpPr>
          <p:cNvPr id="2412" name="Google Shape;2412;p41">
            <a:extLst>
              <a:ext uri="{FF2B5EF4-FFF2-40B4-BE49-F238E27FC236}">
                <a16:creationId xmlns:a16="http://schemas.microsoft.com/office/drawing/2014/main" id="{BF214A61-B6D5-9BA3-4168-3AC0E51C8EBE}"/>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MY" dirty="0"/>
              <a:t>Sources of Transit Data</a:t>
            </a:r>
            <a:endParaRPr dirty="0"/>
          </a:p>
        </p:txBody>
      </p:sp>
      <p:graphicFrame>
        <p:nvGraphicFramePr>
          <p:cNvPr id="2413" name="Google Shape;2413;p41">
            <a:extLst>
              <a:ext uri="{FF2B5EF4-FFF2-40B4-BE49-F238E27FC236}">
                <a16:creationId xmlns:a16="http://schemas.microsoft.com/office/drawing/2014/main" id="{937CA2B9-2182-B850-EC8D-E271ACEE5FE3}"/>
              </a:ext>
            </a:extLst>
          </p:cNvPr>
          <p:cNvGraphicFramePr/>
          <p:nvPr>
            <p:extLst>
              <p:ext uri="{D42A27DB-BD31-4B8C-83A1-F6EECF244321}">
                <p14:modId xmlns:p14="http://schemas.microsoft.com/office/powerpoint/2010/main" val="2010168599"/>
              </p:ext>
            </p:extLst>
          </p:nvPr>
        </p:nvGraphicFramePr>
        <p:xfrm>
          <a:off x="281940" y="1017724"/>
          <a:ext cx="8595359" cy="3887547"/>
        </p:xfrm>
        <a:graphic>
          <a:graphicData uri="http://schemas.openxmlformats.org/drawingml/2006/table">
            <a:tbl>
              <a:tblPr>
                <a:noFill/>
                <a:tableStyleId>{AF8300EF-6D59-4F88-A054-7639B1576F20}</a:tableStyleId>
              </a:tblPr>
              <a:tblGrid>
                <a:gridCol w="986143">
                  <a:extLst>
                    <a:ext uri="{9D8B030D-6E8A-4147-A177-3AD203B41FA5}">
                      <a16:colId xmlns:a16="http://schemas.microsoft.com/office/drawing/2014/main" val="20000"/>
                    </a:ext>
                  </a:extLst>
                </a:gridCol>
                <a:gridCol w="1561381">
                  <a:extLst>
                    <a:ext uri="{9D8B030D-6E8A-4147-A177-3AD203B41FA5}">
                      <a16:colId xmlns:a16="http://schemas.microsoft.com/office/drawing/2014/main" val="20001"/>
                    </a:ext>
                  </a:extLst>
                </a:gridCol>
                <a:gridCol w="1354347">
                  <a:extLst>
                    <a:ext uri="{9D8B030D-6E8A-4147-A177-3AD203B41FA5}">
                      <a16:colId xmlns:a16="http://schemas.microsoft.com/office/drawing/2014/main" val="20002"/>
                    </a:ext>
                  </a:extLst>
                </a:gridCol>
                <a:gridCol w="1302589">
                  <a:extLst>
                    <a:ext uri="{9D8B030D-6E8A-4147-A177-3AD203B41FA5}">
                      <a16:colId xmlns:a16="http://schemas.microsoft.com/office/drawing/2014/main" val="20003"/>
                    </a:ext>
                  </a:extLst>
                </a:gridCol>
                <a:gridCol w="1673525">
                  <a:extLst>
                    <a:ext uri="{9D8B030D-6E8A-4147-A177-3AD203B41FA5}">
                      <a16:colId xmlns:a16="http://schemas.microsoft.com/office/drawing/2014/main" val="295096471"/>
                    </a:ext>
                  </a:extLst>
                </a:gridCol>
                <a:gridCol w="1717374">
                  <a:extLst>
                    <a:ext uri="{9D8B030D-6E8A-4147-A177-3AD203B41FA5}">
                      <a16:colId xmlns:a16="http://schemas.microsoft.com/office/drawing/2014/main" val="532332086"/>
                    </a:ext>
                  </a:extLst>
                </a:gridCol>
              </a:tblGrid>
              <a:tr h="377703">
                <a:tc>
                  <a:txBody>
                    <a:bodyPr/>
                    <a:lstStyle/>
                    <a:p>
                      <a:pPr marL="0" lvl="0" indent="0" algn="ctr" rtl="0">
                        <a:spcBef>
                          <a:spcPts val="0"/>
                        </a:spcBef>
                        <a:spcAft>
                          <a:spcPts val="0"/>
                        </a:spcAft>
                        <a:buNone/>
                      </a:pPr>
                      <a:r>
                        <a:rPr lang="en-MY" sz="1200" b="0" dirty="0">
                          <a:solidFill>
                            <a:schemeClr val="accent6"/>
                          </a:solidFill>
                          <a:latin typeface="Sora ExtraBold" panose="020B0604020202020204" charset="0"/>
                          <a:ea typeface="Raleway"/>
                          <a:cs typeface="Sora ExtraBold" panose="020B0604020202020204" charset="0"/>
                          <a:sym typeface="Raleway"/>
                        </a:rPr>
                        <a:t>J. Articles</a:t>
                      </a:r>
                      <a:endParaRPr sz="1200" b="0" dirty="0">
                        <a:solidFill>
                          <a:schemeClr val="accent6"/>
                        </a:solidFill>
                        <a:latin typeface="Sora ExtraBold" panose="020B0604020202020204" charset="0"/>
                        <a:ea typeface="Raleway"/>
                        <a:cs typeface="Sora ExtraBold" panose="020B0604020202020204" charset="0"/>
                        <a:sym typeface="Raleway"/>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marR="0" lvl="0" indent="0" algn="ctr" rtl="0">
                        <a:lnSpc>
                          <a:spcPct val="100000"/>
                        </a:lnSpc>
                        <a:spcBef>
                          <a:spcPts val="0"/>
                        </a:spcBef>
                        <a:spcAft>
                          <a:spcPts val="0"/>
                        </a:spcAft>
                        <a:buNone/>
                      </a:pPr>
                      <a:r>
                        <a:rPr lang="en" sz="1200" dirty="0">
                          <a:solidFill>
                            <a:schemeClr val="dk2"/>
                          </a:solidFill>
                          <a:latin typeface="Sora ExtraBold"/>
                          <a:ea typeface="Sora ExtraBold"/>
                          <a:cs typeface="Sora ExtraBold"/>
                          <a:sym typeface="Sora ExtraBold"/>
                        </a:rPr>
                        <a:t>Focus</a:t>
                      </a:r>
                      <a:endParaRPr sz="1200" dirty="0">
                        <a:solidFill>
                          <a:schemeClr val="dk2"/>
                        </a:solidFill>
                        <a:latin typeface="Sora ExtraBold"/>
                        <a:ea typeface="Sora ExtraBold"/>
                        <a:cs typeface="Sora ExtraBold"/>
                        <a:sym typeface="Sora ExtraBold"/>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rtl="0">
                        <a:lnSpc>
                          <a:spcPct val="100000"/>
                        </a:lnSpc>
                        <a:spcBef>
                          <a:spcPts val="0"/>
                        </a:spcBef>
                        <a:spcAft>
                          <a:spcPts val="0"/>
                        </a:spcAft>
                        <a:buNone/>
                      </a:pPr>
                      <a:r>
                        <a:rPr lang="en" sz="1200" dirty="0">
                          <a:solidFill>
                            <a:schemeClr val="dk2"/>
                          </a:solidFill>
                          <a:latin typeface="Sora ExtraBold"/>
                          <a:ea typeface="Sora ExtraBold"/>
                          <a:cs typeface="Sora ExtraBold"/>
                          <a:sym typeface="Sora ExtraBold"/>
                        </a:rPr>
                        <a:t>Method</a:t>
                      </a:r>
                      <a:endParaRPr sz="1200" dirty="0">
                        <a:solidFill>
                          <a:schemeClr val="dk2"/>
                        </a:solidFill>
                        <a:latin typeface="Sora ExtraBold"/>
                        <a:ea typeface="Sora ExtraBold"/>
                        <a:cs typeface="Sora ExtraBold"/>
                        <a:sym typeface="Sora ExtraBold"/>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rtl="0">
                        <a:lnSpc>
                          <a:spcPct val="100000"/>
                        </a:lnSpc>
                        <a:spcBef>
                          <a:spcPts val="0"/>
                        </a:spcBef>
                        <a:spcAft>
                          <a:spcPts val="0"/>
                        </a:spcAft>
                        <a:buNone/>
                      </a:pPr>
                      <a:r>
                        <a:rPr lang="en" sz="1200" dirty="0">
                          <a:solidFill>
                            <a:schemeClr val="dk2"/>
                          </a:solidFill>
                          <a:latin typeface="Sora ExtraBold"/>
                          <a:ea typeface="Sora ExtraBold"/>
                          <a:cs typeface="Sora ExtraBold"/>
                          <a:sym typeface="Sora ExtraBold"/>
                        </a:rPr>
                        <a:t>Dataset</a:t>
                      </a:r>
                      <a:endParaRPr sz="1200" dirty="0">
                        <a:solidFill>
                          <a:schemeClr val="dk2"/>
                        </a:solidFill>
                        <a:latin typeface="Sora ExtraBold"/>
                        <a:ea typeface="Sora ExtraBold"/>
                        <a:cs typeface="Sora ExtraBold"/>
                        <a:sym typeface="Sora ExtraBold"/>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rtl="0">
                        <a:lnSpc>
                          <a:spcPct val="100000"/>
                        </a:lnSpc>
                        <a:spcBef>
                          <a:spcPts val="0"/>
                        </a:spcBef>
                        <a:spcAft>
                          <a:spcPts val="0"/>
                        </a:spcAft>
                        <a:buNone/>
                      </a:pPr>
                      <a:r>
                        <a:rPr lang="en-MY" sz="1200" dirty="0">
                          <a:solidFill>
                            <a:schemeClr val="dk2"/>
                          </a:solidFill>
                          <a:latin typeface="Sora ExtraBold"/>
                          <a:ea typeface="Sora ExtraBold"/>
                          <a:cs typeface="Sora ExtraBold"/>
                          <a:sym typeface="Sora ExtraBold"/>
                        </a:rPr>
                        <a:t>Strength</a:t>
                      </a:r>
                      <a:endParaRPr sz="1200" dirty="0">
                        <a:solidFill>
                          <a:schemeClr val="dk2"/>
                        </a:solidFill>
                        <a:latin typeface="Sora ExtraBold"/>
                        <a:ea typeface="Sora ExtraBold"/>
                        <a:cs typeface="Sora ExtraBold"/>
                        <a:sym typeface="Sora ExtraBold"/>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rtl="0">
                        <a:lnSpc>
                          <a:spcPct val="100000"/>
                        </a:lnSpc>
                        <a:spcBef>
                          <a:spcPts val="0"/>
                        </a:spcBef>
                        <a:spcAft>
                          <a:spcPts val="0"/>
                        </a:spcAft>
                        <a:buNone/>
                      </a:pPr>
                      <a:r>
                        <a:rPr lang="en-MY" sz="1200" dirty="0">
                          <a:solidFill>
                            <a:schemeClr val="dk2"/>
                          </a:solidFill>
                          <a:latin typeface="Sora ExtraBold"/>
                          <a:ea typeface="Sora ExtraBold"/>
                          <a:cs typeface="Sora ExtraBold"/>
                          <a:sym typeface="Sora ExtraBold"/>
                        </a:rPr>
                        <a:t>Weakness</a:t>
                      </a:r>
                      <a:endParaRPr sz="1200" dirty="0">
                        <a:solidFill>
                          <a:schemeClr val="dk2"/>
                        </a:solidFill>
                        <a:latin typeface="Sora ExtraBold"/>
                        <a:ea typeface="Sora ExtraBold"/>
                        <a:cs typeface="Sora ExtraBold"/>
                        <a:sym typeface="Sora ExtraBold"/>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955812">
                <a:tc>
                  <a:txBody>
                    <a:bodyPr/>
                    <a:lstStyle/>
                    <a:p>
                      <a:pPr marL="0" lvl="0" indent="0" algn="l" rtl="0">
                        <a:spcBef>
                          <a:spcPts val="0"/>
                        </a:spcBef>
                        <a:spcAft>
                          <a:spcPts val="0"/>
                        </a:spcAft>
                        <a:buNone/>
                      </a:pPr>
                      <a:r>
                        <a:rPr lang="en-MY" sz="1050" dirty="0">
                          <a:effectLst/>
                          <a:latin typeface="Hanken Grotesk" panose="020B0604020202020204" charset="0"/>
                        </a:rPr>
                        <a:t>Keller et al. (2022)</a:t>
                      </a:r>
                      <a:endParaRPr sz="1050" b="1"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Potential of data science for sustainable public transport.</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Systematic review and expert interviews.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Global/Germany; Multi-source big data (AFC, APC, GPS).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Comprehensive taxonomy of data sources and use cases.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Generic framework; lacks specific application to the Malaysian context.</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830979">
                <a:tc>
                  <a:txBody>
                    <a:bodyPr/>
                    <a:lstStyle/>
                    <a:p>
                      <a:pPr marL="0" lvl="0" indent="0" algn="l" rtl="0">
                        <a:spcBef>
                          <a:spcPts val="0"/>
                        </a:spcBef>
                        <a:spcAft>
                          <a:spcPts val="0"/>
                        </a:spcAft>
                        <a:buNone/>
                      </a:pPr>
                      <a:r>
                        <a:rPr lang="en-MY" sz="1050" dirty="0">
                          <a:effectLst/>
                          <a:latin typeface="Hanken Grotesk" panose="020B0604020202020204" charset="0"/>
                        </a:rPr>
                        <a:t>Liu et al. (2025)</a:t>
                      </a:r>
                      <a:endParaRPr sz="1050" b="1"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Survey of vehicle trajectory data processing and analytics.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Systematic review of collection and processing methods.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Global (China, US, SE Asia); Taxi, bus, and truck trajectories.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Deep dive into trajectory collection and privacy-preserving methods.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Survey-based; no direct implementation for Malaysian transit.</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900123">
                <a:tc>
                  <a:txBody>
                    <a:bodyPr/>
                    <a:lstStyle/>
                    <a:p>
                      <a:pPr marL="0" lvl="0" indent="0" algn="l" rtl="0">
                        <a:spcBef>
                          <a:spcPts val="0"/>
                        </a:spcBef>
                        <a:spcAft>
                          <a:spcPts val="0"/>
                        </a:spcAft>
                        <a:buNone/>
                      </a:pPr>
                      <a:r>
                        <a:rPr lang="en-MY" sz="1050" dirty="0">
                          <a:effectLst/>
                          <a:latin typeface="Hanken Grotesk" panose="020B0604020202020204" charset="0"/>
                        </a:rPr>
                        <a:t>Lu et al. (2020)</a:t>
                      </a:r>
                      <a:endParaRPr sz="1050" b="1"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Review of big data applications in urban transit systems.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Literature review of 95 global cases.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Global multi-source transit data (AFC, AVL, APC, GTFS).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Synthesizes heterogeneous data sources and their management roles.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Does not provide an empirical model or Malaysian case study.</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r h="800210">
                <a:tc>
                  <a:txBody>
                    <a:bodyPr/>
                    <a:lstStyle/>
                    <a:p>
                      <a:pPr marL="0" lvl="0" indent="0" algn="l" rtl="0">
                        <a:spcBef>
                          <a:spcPts val="0"/>
                        </a:spcBef>
                        <a:spcAft>
                          <a:spcPts val="0"/>
                        </a:spcAft>
                        <a:buNone/>
                      </a:pPr>
                      <a:r>
                        <a:rPr lang="en-MY" sz="1050" dirty="0">
                          <a:effectLst/>
                          <a:latin typeface="Hanken Grotesk" panose="020B0604020202020204" charset="0"/>
                        </a:rPr>
                        <a:t>Tu et al. (2021)</a:t>
                      </a:r>
                      <a:endParaRPr sz="1050" b="1"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Review of transit data sources and their complementarity.</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MY" sz="1050" dirty="0">
                          <a:effectLst/>
                          <a:latin typeface="Hanken Grotesk" panose="020B0604020202020204" charset="0"/>
                        </a:rPr>
                        <a:t>Literature review; Information management framework.</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Global; AVL, AFC, APC, and exogenous data (weather).</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Highlights the value of data fusion (e.g., weather + transit).</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Conceptual; no direct implementation or Malaysian validation.</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285075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11">
          <a:extLst>
            <a:ext uri="{FF2B5EF4-FFF2-40B4-BE49-F238E27FC236}">
              <a16:creationId xmlns:a16="http://schemas.microsoft.com/office/drawing/2014/main" id="{BA1F7564-5F77-03B2-3D05-EB4545E4C803}"/>
            </a:ext>
          </a:extLst>
        </p:cNvPr>
        <p:cNvGrpSpPr/>
        <p:nvPr/>
      </p:nvGrpSpPr>
      <p:grpSpPr>
        <a:xfrm>
          <a:off x="0" y="0"/>
          <a:ext cx="0" cy="0"/>
          <a:chOff x="0" y="0"/>
          <a:chExt cx="0" cy="0"/>
        </a:xfrm>
      </p:grpSpPr>
      <p:sp>
        <p:nvSpPr>
          <p:cNvPr id="2412" name="Google Shape;2412;p41">
            <a:extLst>
              <a:ext uri="{FF2B5EF4-FFF2-40B4-BE49-F238E27FC236}">
                <a16:creationId xmlns:a16="http://schemas.microsoft.com/office/drawing/2014/main" id="{7B24CBF8-02CE-C96B-B44B-4FAB51205792}"/>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dirty="0"/>
              <a:t>Evolution from Traditional to DL Models</a:t>
            </a:r>
            <a:endParaRPr dirty="0"/>
          </a:p>
        </p:txBody>
      </p:sp>
      <p:graphicFrame>
        <p:nvGraphicFramePr>
          <p:cNvPr id="2413" name="Google Shape;2413;p41">
            <a:extLst>
              <a:ext uri="{FF2B5EF4-FFF2-40B4-BE49-F238E27FC236}">
                <a16:creationId xmlns:a16="http://schemas.microsoft.com/office/drawing/2014/main" id="{39CC3EBC-C29E-2CA2-008D-2C9EACF77C3E}"/>
              </a:ext>
            </a:extLst>
          </p:cNvPr>
          <p:cNvGraphicFramePr/>
          <p:nvPr>
            <p:extLst>
              <p:ext uri="{D42A27DB-BD31-4B8C-83A1-F6EECF244321}">
                <p14:modId xmlns:p14="http://schemas.microsoft.com/office/powerpoint/2010/main" val="2784888084"/>
              </p:ext>
            </p:extLst>
          </p:nvPr>
        </p:nvGraphicFramePr>
        <p:xfrm>
          <a:off x="281940" y="1017724"/>
          <a:ext cx="8595359" cy="3864827"/>
        </p:xfrm>
        <a:graphic>
          <a:graphicData uri="http://schemas.openxmlformats.org/drawingml/2006/table">
            <a:tbl>
              <a:tblPr>
                <a:noFill/>
                <a:tableStyleId>{AF8300EF-6D59-4F88-A054-7639B1576F20}</a:tableStyleId>
              </a:tblPr>
              <a:tblGrid>
                <a:gridCol w="986143">
                  <a:extLst>
                    <a:ext uri="{9D8B030D-6E8A-4147-A177-3AD203B41FA5}">
                      <a16:colId xmlns:a16="http://schemas.microsoft.com/office/drawing/2014/main" val="20000"/>
                    </a:ext>
                  </a:extLst>
                </a:gridCol>
                <a:gridCol w="1561381">
                  <a:extLst>
                    <a:ext uri="{9D8B030D-6E8A-4147-A177-3AD203B41FA5}">
                      <a16:colId xmlns:a16="http://schemas.microsoft.com/office/drawing/2014/main" val="20001"/>
                    </a:ext>
                  </a:extLst>
                </a:gridCol>
                <a:gridCol w="1354347">
                  <a:extLst>
                    <a:ext uri="{9D8B030D-6E8A-4147-A177-3AD203B41FA5}">
                      <a16:colId xmlns:a16="http://schemas.microsoft.com/office/drawing/2014/main" val="20002"/>
                    </a:ext>
                  </a:extLst>
                </a:gridCol>
                <a:gridCol w="1302589">
                  <a:extLst>
                    <a:ext uri="{9D8B030D-6E8A-4147-A177-3AD203B41FA5}">
                      <a16:colId xmlns:a16="http://schemas.microsoft.com/office/drawing/2014/main" val="20003"/>
                    </a:ext>
                  </a:extLst>
                </a:gridCol>
                <a:gridCol w="1673525">
                  <a:extLst>
                    <a:ext uri="{9D8B030D-6E8A-4147-A177-3AD203B41FA5}">
                      <a16:colId xmlns:a16="http://schemas.microsoft.com/office/drawing/2014/main" val="295096471"/>
                    </a:ext>
                  </a:extLst>
                </a:gridCol>
                <a:gridCol w="1717374">
                  <a:extLst>
                    <a:ext uri="{9D8B030D-6E8A-4147-A177-3AD203B41FA5}">
                      <a16:colId xmlns:a16="http://schemas.microsoft.com/office/drawing/2014/main" val="532332086"/>
                    </a:ext>
                  </a:extLst>
                </a:gridCol>
              </a:tblGrid>
              <a:tr h="377703">
                <a:tc>
                  <a:txBody>
                    <a:bodyPr/>
                    <a:lstStyle/>
                    <a:p>
                      <a:pPr marL="0" lvl="0" indent="0" algn="ctr" rtl="0">
                        <a:spcBef>
                          <a:spcPts val="0"/>
                        </a:spcBef>
                        <a:spcAft>
                          <a:spcPts val="0"/>
                        </a:spcAft>
                        <a:buNone/>
                      </a:pPr>
                      <a:r>
                        <a:rPr lang="en-MY" sz="1200" b="0" dirty="0">
                          <a:solidFill>
                            <a:schemeClr val="accent6"/>
                          </a:solidFill>
                          <a:latin typeface="Sora ExtraBold" panose="020B0604020202020204" charset="0"/>
                          <a:ea typeface="Raleway"/>
                          <a:cs typeface="Sora ExtraBold" panose="020B0604020202020204" charset="0"/>
                          <a:sym typeface="Raleway"/>
                        </a:rPr>
                        <a:t>J. Articles</a:t>
                      </a:r>
                      <a:endParaRPr sz="1200" b="0" dirty="0">
                        <a:solidFill>
                          <a:schemeClr val="accent6"/>
                        </a:solidFill>
                        <a:latin typeface="Sora ExtraBold" panose="020B0604020202020204" charset="0"/>
                        <a:ea typeface="Raleway"/>
                        <a:cs typeface="Sora ExtraBold" panose="020B0604020202020204" charset="0"/>
                        <a:sym typeface="Raleway"/>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marR="0" lvl="0" indent="0" algn="ctr" rtl="0">
                        <a:lnSpc>
                          <a:spcPct val="100000"/>
                        </a:lnSpc>
                        <a:spcBef>
                          <a:spcPts val="0"/>
                        </a:spcBef>
                        <a:spcAft>
                          <a:spcPts val="0"/>
                        </a:spcAft>
                        <a:buNone/>
                      </a:pPr>
                      <a:r>
                        <a:rPr lang="en" sz="1200" dirty="0">
                          <a:solidFill>
                            <a:schemeClr val="dk2"/>
                          </a:solidFill>
                          <a:latin typeface="Sora ExtraBold"/>
                          <a:ea typeface="Sora ExtraBold"/>
                          <a:cs typeface="Sora ExtraBold"/>
                          <a:sym typeface="Sora ExtraBold"/>
                        </a:rPr>
                        <a:t>Focus</a:t>
                      </a:r>
                      <a:endParaRPr sz="1200" dirty="0">
                        <a:solidFill>
                          <a:schemeClr val="dk2"/>
                        </a:solidFill>
                        <a:latin typeface="Sora ExtraBold"/>
                        <a:ea typeface="Sora ExtraBold"/>
                        <a:cs typeface="Sora ExtraBold"/>
                        <a:sym typeface="Sora ExtraBold"/>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rtl="0">
                        <a:lnSpc>
                          <a:spcPct val="100000"/>
                        </a:lnSpc>
                        <a:spcBef>
                          <a:spcPts val="0"/>
                        </a:spcBef>
                        <a:spcAft>
                          <a:spcPts val="0"/>
                        </a:spcAft>
                        <a:buNone/>
                      </a:pPr>
                      <a:r>
                        <a:rPr lang="en" sz="1200" dirty="0">
                          <a:solidFill>
                            <a:schemeClr val="dk2"/>
                          </a:solidFill>
                          <a:latin typeface="Sora ExtraBold"/>
                          <a:ea typeface="Sora ExtraBold"/>
                          <a:cs typeface="Sora ExtraBold"/>
                          <a:sym typeface="Sora ExtraBold"/>
                        </a:rPr>
                        <a:t>Method</a:t>
                      </a:r>
                      <a:endParaRPr sz="1200" dirty="0">
                        <a:solidFill>
                          <a:schemeClr val="dk2"/>
                        </a:solidFill>
                        <a:latin typeface="Sora ExtraBold"/>
                        <a:ea typeface="Sora ExtraBold"/>
                        <a:cs typeface="Sora ExtraBold"/>
                        <a:sym typeface="Sora ExtraBold"/>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rtl="0">
                        <a:lnSpc>
                          <a:spcPct val="100000"/>
                        </a:lnSpc>
                        <a:spcBef>
                          <a:spcPts val="0"/>
                        </a:spcBef>
                        <a:spcAft>
                          <a:spcPts val="0"/>
                        </a:spcAft>
                        <a:buNone/>
                      </a:pPr>
                      <a:r>
                        <a:rPr lang="en" sz="1200" dirty="0">
                          <a:solidFill>
                            <a:schemeClr val="dk2"/>
                          </a:solidFill>
                          <a:latin typeface="Sora ExtraBold"/>
                          <a:ea typeface="Sora ExtraBold"/>
                          <a:cs typeface="Sora ExtraBold"/>
                          <a:sym typeface="Sora ExtraBold"/>
                        </a:rPr>
                        <a:t>Dataset</a:t>
                      </a:r>
                      <a:endParaRPr sz="1200" dirty="0">
                        <a:solidFill>
                          <a:schemeClr val="dk2"/>
                        </a:solidFill>
                        <a:latin typeface="Sora ExtraBold"/>
                        <a:ea typeface="Sora ExtraBold"/>
                        <a:cs typeface="Sora ExtraBold"/>
                        <a:sym typeface="Sora ExtraBold"/>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rtl="0">
                        <a:lnSpc>
                          <a:spcPct val="100000"/>
                        </a:lnSpc>
                        <a:spcBef>
                          <a:spcPts val="0"/>
                        </a:spcBef>
                        <a:spcAft>
                          <a:spcPts val="0"/>
                        </a:spcAft>
                        <a:buNone/>
                      </a:pPr>
                      <a:r>
                        <a:rPr lang="en-MY" sz="1200" dirty="0">
                          <a:solidFill>
                            <a:schemeClr val="dk2"/>
                          </a:solidFill>
                          <a:latin typeface="Sora ExtraBold"/>
                          <a:ea typeface="Sora ExtraBold"/>
                          <a:cs typeface="Sora ExtraBold"/>
                          <a:sym typeface="Sora ExtraBold"/>
                        </a:rPr>
                        <a:t>Strength</a:t>
                      </a:r>
                      <a:endParaRPr sz="1200" dirty="0">
                        <a:solidFill>
                          <a:schemeClr val="dk2"/>
                        </a:solidFill>
                        <a:latin typeface="Sora ExtraBold"/>
                        <a:ea typeface="Sora ExtraBold"/>
                        <a:cs typeface="Sora ExtraBold"/>
                        <a:sym typeface="Sora ExtraBold"/>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rtl="0">
                        <a:lnSpc>
                          <a:spcPct val="100000"/>
                        </a:lnSpc>
                        <a:spcBef>
                          <a:spcPts val="0"/>
                        </a:spcBef>
                        <a:spcAft>
                          <a:spcPts val="0"/>
                        </a:spcAft>
                        <a:buNone/>
                      </a:pPr>
                      <a:r>
                        <a:rPr lang="en-MY" sz="1200" dirty="0">
                          <a:solidFill>
                            <a:schemeClr val="dk2"/>
                          </a:solidFill>
                          <a:latin typeface="Sora ExtraBold"/>
                          <a:ea typeface="Sora ExtraBold"/>
                          <a:cs typeface="Sora ExtraBold"/>
                          <a:sym typeface="Sora ExtraBold"/>
                        </a:rPr>
                        <a:t>Weakness</a:t>
                      </a:r>
                      <a:endParaRPr sz="1200" dirty="0">
                        <a:solidFill>
                          <a:schemeClr val="dk2"/>
                        </a:solidFill>
                        <a:latin typeface="Sora ExtraBold"/>
                        <a:ea typeface="Sora ExtraBold"/>
                        <a:cs typeface="Sora ExtraBold"/>
                        <a:sym typeface="Sora ExtraBold"/>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955812">
                <a:tc>
                  <a:txBody>
                    <a:bodyPr/>
                    <a:lstStyle/>
                    <a:p>
                      <a:pPr marL="0" lvl="0" indent="0" algn="l" rtl="0">
                        <a:spcBef>
                          <a:spcPts val="0"/>
                        </a:spcBef>
                        <a:spcAft>
                          <a:spcPts val="0"/>
                        </a:spcAft>
                        <a:buNone/>
                      </a:pPr>
                      <a:r>
                        <a:rPr lang="en-MY" sz="1050" dirty="0">
                          <a:effectLst/>
                          <a:latin typeface="Hanken Grotesk" panose="020B0604020202020204" charset="0"/>
                        </a:rPr>
                        <a:t>Jiang et al. (2021)</a:t>
                      </a:r>
                      <a:endParaRPr sz="1050" b="1"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Survey and benchmark of deep learning for traffic prediction.</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MY" sz="1050" dirty="0">
                          <a:effectLst/>
                          <a:latin typeface="Hanken Grotesk" panose="020B0604020202020204" charset="0"/>
                        </a:rPr>
                        <a:t>Survey and comparative experiments.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MY" sz="1050">
                          <a:effectLst/>
                          <a:latin typeface="Hanken Grotesk" panose="020B0604020202020204" charset="0"/>
                        </a:rPr>
                        <a:t>Global public traffic datasets (METR-LA, PEMS-BAY).</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Comprehensive taxonomy and experimental benchmarking.</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No direct application to public transit ridership or Malaysia.</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830979">
                <a:tc>
                  <a:txBody>
                    <a:bodyPr/>
                    <a:lstStyle/>
                    <a:p>
                      <a:pPr marL="0" lvl="0" indent="0" algn="l" rtl="0">
                        <a:spcBef>
                          <a:spcPts val="0"/>
                        </a:spcBef>
                        <a:spcAft>
                          <a:spcPts val="0"/>
                        </a:spcAft>
                        <a:buNone/>
                      </a:pPr>
                      <a:r>
                        <a:rPr lang="en-MY" sz="1050" dirty="0">
                          <a:effectLst/>
                          <a:latin typeface="Hanken Grotesk" panose="020B0604020202020204" charset="0"/>
                        </a:rPr>
                        <a:t>Sangeetha &amp; Kiros (2024)</a:t>
                      </a:r>
                      <a:endParaRPr sz="1050" b="1"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err="1">
                          <a:effectLst/>
                          <a:latin typeface="Hanken Grotesk" panose="020B0604020202020204" charset="0"/>
                        </a:rPr>
                        <a:t>GeoTemporal</a:t>
                      </a:r>
                      <a:r>
                        <a:rPr lang="en-US" sz="1050" dirty="0">
                          <a:effectLst/>
                          <a:latin typeface="Hanken Grotesk" panose="020B0604020202020204" charset="0"/>
                        </a:rPr>
                        <a:t> LSTM for predictive modeling of urban mobility.</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GT-LSTM combining Attention and LSTM.</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NYC Taxi, GTFS, and OSM data.</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Innovative fusion of spatial and temporal features with attention.</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High complexity; tested only on NYC data; not Malaysian-specific.</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900123">
                <a:tc>
                  <a:txBody>
                    <a:bodyPr/>
                    <a:lstStyle/>
                    <a:p>
                      <a:pPr marL="0" lvl="0" indent="0" algn="l" rtl="0">
                        <a:spcBef>
                          <a:spcPts val="0"/>
                        </a:spcBef>
                        <a:spcAft>
                          <a:spcPts val="0"/>
                        </a:spcAft>
                        <a:buNone/>
                      </a:pPr>
                      <a:r>
                        <a:rPr lang="en-MY" sz="1050" dirty="0" err="1">
                          <a:effectLst/>
                          <a:latin typeface="Hanken Grotesk" panose="020B0604020202020204" charset="0"/>
                        </a:rPr>
                        <a:t>Sobrie</a:t>
                      </a:r>
                      <a:r>
                        <a:rPr lang="en-MY" sz="1050" dirty="0">
                          <a:effectLst/>
                          <a:latin typeface="Hanken Grotesk" panose="020B0604020202020204" charset="0"/>
                        </a:rPr>
                        <a:t> et al. (2023)</a:t>
                      </a:r>
                      <a:endParaRPr sz="1050" b="1"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Real-time train delay prediction using deep learning.</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LSTM encoder-decoder with spatiotemporal features.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Belgian railway network; 3M+ signal passings/month.</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Large-scale real-world operationalization; captures network complexity.</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Belgium-specific; focus on delays rather than ridership volume.</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r h="800210">
                <a:tc>
                  <a:txBody>
                    <a:bodyPr/>
                    <a:lstStyle/>
                    <a:p>
                      <a:pPr marL="0" lvl="0" indent="0" algn="l" rtl="0">
                        <a:spcBef>
                          <a:spcPts val="0"/>
                        </a:spcBef>
                        <a:spcAft>
                          <a:spcPts val="0"/>
                        </a:spcAft>
                        <a:buNone/>
                      </a:pPr>
                      <a:r>
                        <a:rPr lang="en-MY" sz="1050" dirty="0">
                          <a:effectLst/>
                          <a:latin typeface="Hanken Grotesk" panose="020B0604020202020204" charset="0"/>
                        </a:rPr>
                        <a:t>Yin et al. (2021)</a:t>
                      </a:r>
                      <a:endParaRPr sz="1050" b="1"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Deep learning on traffic prediction: Methods and analysis.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Survey and taxonomy of deep learning models.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Global traffic datasets; Road network topology.</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Thorough analysis of </a:t>
                      </a:r>
                      <a:r>
                        <a:rPr lang="en-US" sz="1050" dirty="0" err="1">
                          <a:effectLst/>
                          <a:latin typeface="Hanken Grotesk" panose="020B0604020202020204" charset="0"/>
                        </a:rPr>
                        <a:t>spatio</a:t>
                      </a:r>
                      <a:r>
                        <a:rPr lang="en-US" sz="1050" dirty="0">
                          <a:effectLst/>
                          <a:latin typeface="Hanken Grotesk" panose="020B0604020202020204" charset="0"/>
                        </a:rPr>
                        <a:t>-temporal dependency modeling.</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Survey-based; lacks specific transit ridership management focus.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451358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11">
          <a:extLst>
            <a:ext uri="{FF2B5EF4-FFF2-40B4-BE49-F238E27FC236}">
              <a16:creationId xmlns:a16="http://schemas.microsoft.com/office/drawing/2014/main" id="{4C8AFB9E-AC72-D9FD-476A-4D9741F155F7}"/>
            </a:ext>
          </a:extLst>
        </p:cNvPr>
        <p:cNvGrpSpPr/>
        <p:nvPr/>
      </p:nvGrpSpPr>
      <p:grpSpPr>
        <a:xfrm>
          <a:off x="0" y="0"/>
          <a:ext cx="0" cy="0"/>
          <a:chOff x="0" y="0"/>
          <a:chExt cx="0" cy="0"/>
        </a:xfrm>
      </p:grpSpPr>
      <p:sp>
        <p:nvSpPr>
          <p:cNvPr id="2412" name="Google Shape;2412;p41">
            <a:extLst>
              <a:ext uri="{FF2B5EF4-FFF2-40B4-BE49-F238E27FC236}">
                <a16:creationId xmlns:a16="http://schemas.microsoft.com/office/drawing/2014/main" id="{56A32733-E4C6-A295-7601-13BB868E311F}"/>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dirty="0"/>
              <a:t>AI for Public Transport Systems</a:t>
            </a:r>
            <a:endParaRPr dirty="0"/>
          </a:p>
        </p:txBody>
      </p:sp>
      <p:graphicFrame>
        <p:nvGraphicFramePr>
          <p:cNvPr id="2413" name="Google Shape;2413;p41">
            <a:extLst>
              <a:ext uri="{FF2B5EF4-FFF2-40B4-BE49-F238E27FC236}">
                <a16:creationId xmlns:a16="http://schemas.microsoft.com/office/drawing/2014/main" id="{DAD0B23D-D074-33A6-347B-608145FC9A7A}"/>
              </a:ext>
            </a:extLst>
          </p:cNvPr>
          <p:cNvGraphicFramePr/>
          <p:nvPr>
            <p:extLst>
              <p:ext uri="{D42A27DB-BD31-4B8C-83A1-F6EECF244321}">
                <p14:modId xmlns:p14="http://schemas.microsoft.com/office/powerpoint/2010/main" val="3188438550"/>
              </p:ext>
            </p:extLst>
          </p:nvPr>
        </p:nvGraphicFramePr>
        <p:xfrm>
          <a:off x="281940" y="1017724"/>
          <a:ext cx="8595359" cy="3887547"/>
        </p:xfrm>
        <a:graphic>
          <a:graphicData uri="http://schemas.openxmlformats.org/drawingml/2006/table">
            <a:tbl>
              <a:tblPr>
                <a:noFill/>
                <a:tableStyleId>{AF8300EF-6D59-4F88-A054-7639B1576F20}</a:tableStyleId>
              </a:tblPr>
              <a:tblGrid>
                <a:gridCol w="986143">
                  <a:extLst>
                    <a:ext uri="{9D8B030D-6E8A-4147-A177-3AD203B41FA5}">
                      <a16:colId xmlns:a16="http://schemas.microsoft.com/office/drawing/2014/main" val="20000"/>
                    </a:ext>
                  </a:extLst>
                </a:gridCol>
                <a:gridCol w="1561381">
                  <a:extLst>
                    <a:ext uri="{9D8B030D-6E8A-4147-A177-3AD203B41FA5}">
                      <a16:colId xmlns:a16="http://schemas.microsoft.com/office/drawing/2014/main" val="20001"/>
                    </a:ext>
                  </a:extLst>
                </a:gridCol>
                <a:gridCol w="1354347">
                  <a:extLst>
                    <a:ext uri="{9D8B030D-6E8A-4147-A177-3AD203B41FA5}">
                      <a16:colId xmlns:a16="http://schemas.microsoft.com/office/drawing/2014/main" val="20002"/>
                    </a:ext>
                  </a:extLst>
                </a:gridCol>
                <a:gridCol w="1302589">
                  <a:extLst>
                    <a:ext uri="{9D8B030D-6E8A-4147-A177-3AD203B41FA5}">
                      <a16:colId xmlns:a16="http://schemas.microsoft.com/office/drawing/2014/main" val="20003"/>
                    </a:ext>
                  </a:extLst>
                </a:gridCol>
                <a:gridCol w="1673525">
                  <a:extLst>
                    <a:ext uri="{9D8B030D-6E8A-4147-A177-3AD203B41FA5}">
                      <a16:colId xmlns:a16="http://schemas.microsoft.com/office/drawing/2014/main" val="295096471"/>
                    </a:ext>
                  </a:extLst>
                </a:gridCol>
                <a:gridCol w="1717374">
                  <a:extLst>
                    <a:ext uri="{9D8B030D-6E8A-4147-A177-3AD203B41FA5}">
                      <a16:colId xmlns:a16="http://schemas.microsoft.com/office/drawing/2014/main" val="532332086"/>
                    </a:ext>
                  </a:extLst>
                </a:gridCol>
              </a:tblGrid>
              <a:tr h="377703">
                <a:tc>
                  <a:txBody>
                    <a:bodyPr/>
                    <a:lstStyle/>
                    <a:p>
                      <a:pPr marL="0" lvl="0" indent="0" algn="ctr" rtl="0">
                        <a:spcBef>
                          <a:spcPts val="0"/>
                        </a:spcBef>
                        <a:spcAft>
                          <a:spcPts val="0"/>
                        </a:spcAft>
                        <a:buNone/>
                      </a:pPr>
                      <a:r>
                        <a:rPr lang="en-MY" sz="1200" b="0" dirty="0">
                          <a:solidFill>
                            <a:schemeClr val="accent6"/>
                          </a:solidFill>
                          <a:latin typeface="Sora ExtraBold" panose="020B0604020202020204" charset="0"/>
                          <a:ea typeface="Raleway"/>
                          <a:cs typeface="Sora ExtraBold" panose="020B0604020202020204" charset="0"/>
                          <a:sym typeface="Raleway"/>
                        </a:rPr>
                        <a:t>J. Articles</a:t>
                      </a:r>
                      <a:endParaRPr sz="1200" b="0" dirty="0">
                        <a:solidFill>
                          <a:schemeClr val="accent6"/>
                        </a:solidFill>
                        <a:latin typeface="Sora ExtraBold" panose="020B0604020202020204" charset="0"/>
                        <a:ea typeface="Raleway"/>
                        <a:cs typeface="Sora ExtraBold" panose="020B0604020202020204" charset="0"/>
                        <a:sym typeface="Raleway"/>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marR="0" lvl="0" indent="0" algn="ctr" rtl="0">
                        <a:lnSpc>
                          <a:spcPct val="100000"/>
                        </a:lnSpc>
                        <a:spcBef>
                          <a:spcPts val="0"/>
                        </a:spcBef>
                        <a:spcAft>
                          <a:spcPts val="0"/>
                        </a:spcAft>
                        <a:buNone/>
                      </a:pPr>
                      <a:r>
                        <a:rPr lang="en" sz="1200" dirty="0">
                          <a:solidFill>
                            <a:schemeClr val="dk2"/>
                          </a:solidFill>
                          <a:latin typeface="Sora ExtraBold"/>
                          <a:ea typeface="Sora ExtraBold"/>
                          <a:cs typeface="Sora ExtraBold"/>
                          <a:sym typeface="Sora ExtraBold"/>
                        </a:rPr>
                        <a:t>Focus</a:t>
                      </a:r>
                      <a:endParaRPr sz="1200" dirty="0">
                        <a:solidFill>
                          <a:schemeClr val="dk2"/>
                        </a:solidFill>
                        <a:latin typeface="Sora ExtraBold"/>
                        <a:ea typeface="Sora ExtraBold"/>
                        <a:cs typeface="Sora ExtraBold"/>
                        <a:sym typeface="Sora ExtraBold"/>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rtl="0">
                        <a:lnSpc>
                          <a:spcPct val="100000"/>
                        </a:lnSpc>
                        <a:spcBef>
                          <a:spcPts val="0"/>
                        </a:spcBef>
                        <a:spcAft>
                          <a:spcPts val="0"/>
                        </a:spcAft>
                        <a:buNone/>
                      </a:pPr>
                      <a:r>
                        <a:rPr lang="en" sz="1200" dirty="0">
                          <a:solidFill>
                            <a:schemeClr val="dk2"/>
                          </a:solidFill>
                          <a:latin typeface="Sora ExtraBold"/>
                          <a:ea typeface="Sora ExtraBold"/>
                          <a:cs typeface="Sora ExtraBold"/>
                          <a:sym typeface="Sora ExtraBold"/>
                        </a:rPr>
                        <a:t>Method</a:t>
                      </a:r>
                      <a:endParaRPr sz="1200" dirty="0">
                        <a:solidFill>
                          <a:schemeClr val="dk2"/>
                        </a:solidFill>
                        <a:latin typeface="Sora ExtraBold"/>
                        <a:ea typeface="Sora ExtraBold"/>
                        <a:cs typeface="Sora ExtraBold"/>
                        <a:sym typeface="Sora ExtraBold"/>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rtl="0">
                        <a:lnSpc>
                          <a:spcPct val="100000"/>
                        </a:lnSpc>
                        <a:spcBef>
                          <a:spcPts val="0"/>
                        </a:spcBef>
                        <a:spcAft>
                          <a:spcPts val="0"/>
                        </a:spcAft>
                        <a:buNone/>
                      </a:pPr>
                      <a:r>
                        <a:rPr lang="en" sz="1200" dirty="0">
                          <a:solidFill>
                            <a:schemeClr val="dk2"/>
                          </a:solidFill>
                          <a:latin typeface="Sora ExtraBold"/>
                          <a:ea typeface="Sora ExtraBold"/>
                          <a:cs typeface="Sora ExtraBold"/>
                          <a:sym typeface="Sora ExtraBold"/>
                        </a:rPr>
                        <a:t>Dataset</a:t>
                      </a:r>
                      <a:endParaRPr sz="1200" dirty="0">
                        <a:solidFill>
                          <a:schemeClr val="dk2"/>
                        </a:solidFill>
                        <a:latin typeface="Sora ExtraBold"/>
                        <a:ea typeface="Sora ExtraBold"/>
                        <a:cs typeface="Sora ExtraBold"/>
                        <a:sym typeface="Sora ExtraBold"/>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rtl="0">
                        <a:lnSpc>
                          <a:spcPct val="100000"/>
                        </a:lnSpc>
                        <a:spcBef>
                          <a:spcPts val="0"/>
                        </a:spcBef>
                        <a:spcAft>
                          <a:spcPts val="0"/>
                        </a:spcAft>
                        <a:buNone/>
                      </a:pPr>
                      <a:r>
                        <a:rPr lang="en-MY" sz="1200" dirty="0">
                          <a:solidFill>
                            <a:schemeClr val="dk2"/>
                          </a:solidFill>
                          <a:latin typeface="Sora ExtraBold"/>
                          <a:ea typeface="Sora ExtraBold"/>
                          <a:cs typeface="Sora ExtraBold"/>
                          <a:sym typeface="Sora ExtraBold"/>
                        </a:rPr>
                        <a:t>Strength</a:t>
                      </a:r>
                      <a:endParaRPr sz="1200" dirty="0">
                        <a:solidFill>
                          <a:schemeClr val="dk2"/>
                        </a:solidFill>
                        <a:latin typeface="Sora ExtraBold"/>
                        <a:ea typeface="Sora ExtraBold"/>
                        <a:cs typeface="Sora ExtraBold"/>
                        <a:sym typeface="Sora ExtraBold"/>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rtl="0">
                        <a:lnSpc>
                          <a:spcPct val="100000"/>
                        </a:lnSpc>
                        <a:spcBef>
                          <a:spcPts val="0"/>
                        </a:spcBef>
                        <a:spcAft>
                          <a:spcPts val="0"/>
                        </a:spcAft>
                        <a:buNone/>
                      </a:pPr>
                      <a:r>
                        <a:rPr lang="en-MY" sz="1200" dirty="0">
                          <a:solidFill>
                            <a:schemeClr val="dk2"/>
                          </a:solidFill>
                          <a:latin typeface="Sora ExtraBold"/>
                          <a:ea typeface="Sora ExtraBold"/>
                          <a:cs typeface="Sora ExtraBold"/>
                          <a:sym typeface="Sora ExtraBold"/>
                        </a:rPr>
                        <a:t>Weakness</a:t>
                      </a:r>
                      <a:endParaRPr sz="1200" dirty="0">
                        <a:solidFill>
                          <a:schemeClr val="dk2"/>
                        </a:solidFill>
                        <a:latin typeface="Sora ExtraBold"/>
                        <a:ea typeface="Sora ExtraBold"/>
                        <a:cs typeface="Sora ExtraBold"/>
                        <a:sym typeface="Sora ExtraBold"/>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955812">
                <a:tc>
                  <a:txBody>
                    <a:bodyPr/>
                    <a:lstStyle/>
                    <a:p>
                      <a:pPr marL="0" lvl="0" indent="0" algn="l" rtl="0">
                        <a:spcBef>
                          <a:spcPts val="0"/>
                        </a:spcBef>
                        <a:spcAft>
                          <a:spcPts val="0"/>
                        </a:spcAft>
                        <a:buNone/>
                      </a:pPr>
                      <a:r>
                        <a:rPr lang="en-MY" sz="1050" dirty="0">
                          <a:effectLst/>
                          <a:latin typeface="Hanken Grotesk" panose="020B0604020202020204" charset="0"/>
                        </a:rPr>
                        <a:t>Gheorghe &amp; </a:t>
                      </a:r>
                      <a:r>
                        <a:rPr lang="en-MY" sz="1050" dirty="0" err="1">
                          <a:effectLst/>
                          <a:latin typeface="Hanken Grotesk" panose="020B0604020202020204" charset="0"/>
                        </a:rPr>
                        <a:t>Șoica</a:t>
                      </a:r>
                      <a:r>
                        <a:rPr lang="en-MY" sz="1050" dirty="0">
                          <a:effectLst/>
                          <a:latin typeface="Hanken Grotesk" panose="020B0604020202020204" charset="0"/>
                        </a:rPr>
                        <a:t> (2025)</a:t>
                      </a:r>
                      <a:endParaRPr sz="1050" b="1"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Review of AI, IoT, and predictive analytics in traffic control.</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MY" sz="1050" dirty="0">
                          <a:effectLst/>
                          <a:latin typeface="Hanken Grotesk" panose="020B0604020202020204" charset="0"/>
                        </a:rPr>
                        <a:t>Systematic literature review (2020-2024).</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Global; Smart city traffic management systems.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Up-to-date synthesis of adaptive traffic control technologies.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No empirical validation or data from Malaysia’s transit network.</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830979">
                <a:tc>
                  <a:txBody>
                    <a:bodyPr/>
                    <a:lstStyle/>
                    <a:p>
                      <a:pPr marL="0" lvl="0" indent="0" algn="l" rtl="0">
                        <a:spcBef>
                          <a:spcPts val="0"/>
                        </a:spcBef>
                        <a:spcAft>
                          <a:spcPts val="0"/>
                        </a:spcAft>
                        <a:buNone/>
                      </a:pPr>
                      <a:r>
                        <a:rPr lang="en-MY" sz="1050" dirty="0" err="1">
                          <a:effectLst/>
                          <a:latin typeface="Hanken Grotesk" panose="020B0604020202020204" charset="0"/>
                        </a:rPr>
                        <a:t>Jevinger</a:t>
                      </a:r>
                      <a:r>
                        <a:rPr lang="en-MY" sz="1050" dirty="0">
                          <a:effectLst/>
                          <a:latin typeface="Hanken Grotesk" panose="020B0604020202020204" charset="0"/>
                        </a:rPr>
                        <a:t> &amp; Persson (2024)</a:t>
                      </a:r>
                      <a:endParaRPr sz="1050" b="1"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AI for improving public transport: A mapping study.</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Systematic mapping study of 111 primary studies.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Global; Bus, train, and multimodal systems.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Up-to-date synthesis of adaptive traffic control technologies.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Lacks localized solutions or models for the Malaysian context.</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900123">
                <a:tc>
                  <a:txBody>
                    <a:bodyPr/>
                    <a:lstStyle/>
                    <a:p>
                      <a:pPr marL="0" lvl="0" indent="0" algn="l" rtl="0">
                        <a:spcBef>
                          <a:spcPts val="0"/>
                        </a:spcBef>
                        <a:spcAft>
                          <a:spcPts val="0"/>
                        </a:spcAft>
                        <a:buNone/>
                      </a:pPr>
                      <a:r>
                        <a:rPr lang="en-MY" sz="1050" dirty="0">
                          <a:effectLst/>
                          <a:latin typeface="Hanken Grotesk" panose="020B0604020202020204" charset="0"/>
                        </a:rPr>
                        <a:t>John &amp; Amrita (2025)</a:t>
                      </a:r>
                      <a:endParaRPr sz="1050" b="1"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AI for smart cities: A comprehensive review across six pillars.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MY" sz="1050" dirty="0">
                          <a:effectLst/>
                          <a:latin typeface="Hanken Grotesk" panose="020B0604020202020204" charset="0"/>
                        </a:rPr>
                        <a:t>Bibliometric and thematic analysis.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pt-BR" sz="1050" dirty="0">
                          <a:effectLst/>
                          <a:latin typeface="Hanken Grotesk" panose="020B0604020202020204" charset="0"/>
                        </a:rPr>
                        <a:t>Global (Singapore, Estonia, Amsterdam, etc.).</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Multi-domain analysis including ethical and governance issues.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Conceptual; no targeted analysis for Malaysian ridership.</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r h="800210">
                <a:tc>
                  <a:txBody>
                    <a:bodyPr/>
                    <a:lstStyle/>
                    <a:p>
                      <a:pPr marL="0" lvl="0" indent="0" algn="l" rtl="0">
                        <a:spcBef>
                          <a:spcPts val="0"/>
                        </a:spcBef>
                        <a:spcAft>
                          <a:spcPts val="0"/>
                        </a:spcAft>
                        <a:buNone/>
                      </a:pPr>
                      <a:r>
                        <a:rPr lang="en-MY" sz="1050" dirty="0">
                          <a:effectLst/>
                          <a:latin typeface="Hanken Grotesk" panose="020B0604020202020204" charset="0"/>
                        </a:rPr>
                        <a:t>Son &amp; Kim (2025)</a:t>
                      </a:r>
                      <a:endParaRPr sz="1050" b="1"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Leveraging advanced technologies for transportation planning.</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Systematic review using Sentence-BERT NLP.</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Global (Urban, Rural, and Simulated contexts).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Innovative use of NLP for semantic analysis of research trends.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effectLst/>
                          <a:latin typeface="Hanken Grotesk" panose="020B0604020202020204" charset="0"/>
                        </a:rPr>
                        <a:t>No primary data or application to Malaysia's transit network.</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277911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94">
          <a:extLst>
            <a:ext uri="{FF2B5EF4-FFF2-40B4-BE49-F238E27FC236}">
              <a16:creationId xmlns:a16="http://schemas.microsoft.com/office/drawing/2014/main" id="{1C2F1180-26BC-40FC-52C4-5C324C1EC408}"/>
            </a:ext>
          </a:extLst>
        </p:cNvPr>
        <p:cNvGrpSpPr/>
        <p:nvPr/>
      </p:nvGrpSpPr>
      <p:grpSpPr>
        <a:xfrm>
          <a:off x="0" y="0"/>
          <a:ext cx="0" cy="0"/>
          <a:chOff x="0" y="0"/>
          <a:chExt cx="0" cy="0"/>
        </a:xfrm>
      </p:grpSpPr>
      <p:sp>
        <p:nvSpPr>
          <p:cNvPr id="1795" name="Google Shape;1795;p33">
            <a:extLst>
              <a:ext uri="{FF2B5EF4-FFF2-40B4-BE49-F238E27FC236}">
                <a16:creationId xmlns:a16="http://schemas.microsoft.com/office/drawing/2014/main" id="{DE37E879-82AC-A360-71B3-27B7F25D29E3}"/>
              </a:ext>
            </a:extLst>
          </p:cNvPr>
          <p:cNvSpPr txBox="1">
            <a:spLocks noGrp="1"/>
          </p:cNvSpPr>
          <p:nvPr>
            <p:ph type="title"/>
          </p:nvPr>
        </p:nvSpPr>
        <p:spPr>
          <a:xfrm>
            <a:off x="1463040" y="1831775"/>
            <a:ext cx="6217920" cy="661800"/>
          </a:xfrm>
          <a:prstGeom prst="rect">
            <a:avLst/>
          </a:prstGeom>
        </p:spPr>
        <p:txBody>
          <a:bodyPr spcFirstLastPara="1" wrap="square" lIns="91425" tIns="91425" rIns="91425" bIns="91425" anchor="b" anchorCtr="0">
            <a:noAutofit/>
          </a:bodyPr>
          <a:lstStyle/>
          <a:p>
            <a:pPr lvl="0"/>
            <a:r>
              <a:rPr lang="en-MY" dirty="0"/>
              <a:t>Gapping the Problem</a:t>
            </a:r>
          </a:p>
        </p:txBody>
      </p:sp>
      <p:sp>
        <p:nvSpPr>
          <p:cNvPr id="1796" name="Google Shape;1796;p33">
            <a:extLst>
              <a:ext uri="{FF2B5EF4-FFF2-40B4-BE49-F238E27FC236}">
                <a16:creationId xmlns:a16="http://schemas.microsoft.com/office/drawing/2014/main" id="{CFC0BFD0-5792-2DBA-FB3E-D50ABDE1D83C}"/>
              </a:ext>
            </a:extLst>
          </p:cNvPr>
          <p:cNvSpPr txBox="1">
            <a:spLocks noGrp="1"/>
          </p:cNvSpPr>
          <p:nvPr>
            <p:ph type="title" idx="2"/>
          </p:nvPr>
        </p:nvSpPr>
        <p:spPr>
          <a:xfrm>
            <a:off x="4027050" y="1168175"/>
            <a:ext cx="1089900" cy="66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02</a:t>
            </a:r>
            <a:endParaRPr dirty="0"/>
          </a:p>
        </p:txBody>
      </p:sp>
      <p:cxnSp>
        <p:nvCxnSpPr>
          <p:cNvPr id="1797" name="Google Shape;1797;p33">
            <a:extLst>
              <a:ext uri="{FF2B5EF4-FFF2-40B4-BE49-F238E27FC236}">
                <a16:creationId xmlns:a16="http://schemas.microsoft.com/office/drawing/2014/main" id="{FD956DCF-4F7C-B888-3FB1-857863912584}"/>
              </a:ext>
            </a:extLst>
          </p:cNvPr>
          <p:cNvCxnSpPr>
            <a:endCxn id="1796" idx="0"/>
          </p:cNvCxnSpPr>
          <p:nvPr/>
        </p:nvCxnSpPr>
        <p:spPr>
          <a:xfrm>
            <a:off x="4572000" y="-105325"/>
            <a:ext cx="0" cy="1273500"/>
          </a:xfrm>
          <a:prstGeom prst="straightConnector1">
            <a:avLst/>
          </a:prstGeom>
          <a:noFill/>
          <a:ln w="9525" cap="flat" cmpd="sng">
            <a:solidFill>
              <a:schemeClr val="dk1"/>
            </a:solidFill>
            <a:prstDash val="solid"/>
            <a:round/>
            <a:headEnd type="none" w="med" len="med"/>
            <a:tailEnd type="diamond" w="med" len="med"/>
          </a:ln>
        </p:spPr>
      </p:cxnSp>
      <p:grpSp>
        <p:nvGrpSpPr>
          <p:cNvPr id="1798" name="Google Shape;1798;p33">
            <a:extLst>
              <a:ext uri="{FF2B5EF4-FFF2-40B4-BE49-F238E27FC236}">
                <a16:creationId xmlns:a16="http://schemas.microsoft.com/office/drawing/2014/main" id="{9CACC557-A897-D0D7-F1F4-10628E005084}"/>
              </a:ext>
            </a:extLst>
          </p:cNvPr>
          <p:cNvGrpSpPr/>
          <p:nvPr/>
        </p:nvGrpSpPr>
        <p:grpSpPr>
          <a:xfrm>
            <a:off x="6155878" y="3623594"/>
            <a:ext cx="771265" cy="984895"/>
            <a:chOff x="5958353" y="3536019"/>
            <a:chExt cx="771265" cy="984895"/>
          </a:xfrm>
        </p:grpSpPr>
        <p:grpSp>
          <p:nvGrpSpPr>
            <p:cNvPr id="1799" name="Google Shape;1799;p33">
              <a:extLst>
                <a:ext uri="{FF2B5EF4-FFF2-40B4-BE49-F238E27FC236}">
                  <a16:creationId xmlns:a16="http://schemas.microsoft.com/office/drawing/2014/main" id="{A029654A-5708-EE2C-2CDC-9DA0CFD5D34F}"/>
                </a:ext>
              </a:extLst>
            </p:cNvPr>
            <p:cNvGrpSpPr/>
            <p:nvPr/>
          </p:nvGrpSpPr>
          <p:grpSpPr>
            <a:xfrm>
              <a:off x="6466976" y="3536019"/>
              <a:ext cx="262642" cy="905380"/>
              <a:chOff x="1539875" y="3257551"/>
              <a:chExt cx="511176" cy="1762125"/>
            </a:xfrm>
          </p:grpSpPr>
          <p:sp>
            <p:nvSpPr>
              <p:cNvPr id="1800" name="Google Shape;1800;p33">
                <a:extLst>
                  <a:ext uri="{FF2B5EF4-FFF2-40B4-BE49-F238E27FC236}">
                    <a16:creationId xmlns:a16="http://schemas.microsoft.com/office/drawing/2014/main" id="{052DC20A-4756-A04B-6CBA-58AB30711814}"/>
                  </a:ext>
                </a:extLst>
              </p:cNvPr>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1" name="Google Shape;1801;p33">
                <a:extLst>
                  <a:ext uri="{FF2B5EF4-FFF2-40B4-BE49-F238E27FC236}">
                    <a16:creationId xmlns:a16="http://schemas.microsoft.com/office/drawing/2014/main" id="{5808774B-5AD5-ECEC-203F-F5E5012BDE61}"/>
                  </a:ext>
                </a:extLst>
              </p:cNvPr>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2" name="Google Shape;1802;p33">
                <a:extLst>
                  <a:ext uri="{FF2B5EF4-FFF2-40B4-BE49-F238E27FC236}">
                    <a16:creationId xmlns:a16="http://schemas.microsoft.com/office/drawing/2014/main" id="{D99B08D6-7BED-84F7-EBF5-2BCD3B23E4D1}"/>
                  </a:ext>
                </a:extLst>
              </p:cNvPr>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3" name="Google Shape;1803;p33">
                <a:extLst>
                  <a:ext uri="{FF2B5EF4-FFF2-40B4-BE49-F238E27FC236}">
                    <a16:creationId xmlns:a16="http://schemas.microsoft.com/office/drawing/2014/main" id="{FD7DA8A4-A266-FCBB-B5F7-14369018DBF4}"/>
                  </a:ext>
                </a:extLst>
              </p:cNvPr>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4" name="Google Shape;1804;p33">
                <a:extLst>
                  <a:ext uri="{FF2B5EF4-FFF2-40B4-BE49-F238E27FC236}">
                    <a16:creationId xmlns:a16="http://schemas.microsoft.com/office/drawing/2014/main" id="{405A4B85-AA1B-E6AC-332B-0710212C9EDE}"/>
                  </a:ext>
                </a:extLst>
              </p:cNvPr>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5" name="Google Shape;1805;p33">
                <a:extLst>
                  <a:ext uri="{FF2B5EF4-FFF2-40B4-BE49-F238E27FC236}">
                    <a16:creationId xmlns:a16="http://schemas.microsoft.com/office/drawing/2014/main" id="{A5B5E0FD-E80E-4628-767D-E65D3D2B6F8B}"/>
                  </a:ext>
                </a:extLst>
              </p:cNvPr>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06" name="Google Shape;1806;p33">
              <a:extLst>
                <a:ext uri="{FF2B5EF4-FFF2-40B4-BE49-F238E27FC236}">
                  <a16:creationId xmlns:a16="http://schemas.microsoft.com/office/drawing/2014/main" id="{45573B71-735A-96F4-1372-15AB561B55D1}"/>
                </a:ext>
              </a:extLst>
            </p:cNvPr>
            <p:cNvGrpSpPr/>
            <p:nvPr/>
          </p:nvGrpSpPr>
          <p:grpSpPr>
            <a:xfrm>
              <a:off x="6221460" y="3978354"/>
              <a:ext cx="142363" cy="490752"/>
              <a:chOff x="1539875" y="3257551"/>
              <a:chExt cx="511176" cy="1762125"/>
            </a:xfrm>
          </p:grpSpPr>
          <p:sp>
            <p:nvSpPr>
              <p:cNvPr id="1807" name="Google Shape;1807;p33">
                <a:extLst>
                  <a:ext uri="{FF2B5EF4-FFF2-40B4-BE49-F238E27FC236}">
                    <a16:creationId xmlns:a16="http://schemas.microsoft.com/office/drawing/2014/main" id="{9C83A725-D303-0C10-8788-1AC99F2B0A6E}"/>
                  </a:ext>
                </a:extLst>
              </p:cNvPr>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8" name="Google Shape;1808;p33">
                <a:extLst>
                  <a:ext uri="{FF2B5EF4-FFF2-40B4-BE49-F238E27FC236}">
                    <a16:creationId xmlns:a16="http://schemas.microsoft.com/office/drawing/2014/main" id="{E0B6214E-D007-83D5-0774-23144829A199}"/>
                  </a:ext>
                </a:extLst>
              </p:cNvPr>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9" name="Google Shape;1809;p33">
                <a:extLst>
                  <a:ext uri="{FF2B5EF4-FFF2-40B4-BE49-F238E27FC236}">
                    <a16:creationId xmlns:a16="http://schemas.microsoft.com/office/drawing/2014/main" id="{FA9B4EBE-B7F4-1720-956C-98827DE6C07D}"/>
                  </a:ext>
                </a:extLst>
              </p:cNvPr>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0" name="Google Shape;1810;p33">
                <a:extLst>
                  <a:ext uri="{FF2B5EF4-FFF2-40B4-BE49-F238E27FC236}">
                    <a16:creationId xmlns:a16="http://schemas.microsoft.com/office/drawing/2014/main" id="{6AFE45D0-7AF8-4E71-39F6-8A3444AE6EE7}"/>
                  </a:ext>
                </a:extLst>
              </p:cNvPr>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1" name="Google Shape;1811;p33">
                <a:extLst>
                  <a:ext uri="{FF2B5EF4-FFF2-40B4-BE49-F238E27FC236}">
                    <a16:creationId xmlns:a16="http://schemas.microsoft.com/office/drawing/2014/main" id="{F26142A2-F808-4082-E6A0-1752DE93762E}"/>
                  </a:ext>
                </a:extLst>
              </p:cNvPr>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2" name="Google Shape;1812;p33">
                <a:extLst>
                  <a:ext uri="{FF2B5EF4-FFF2-40B4-BE49-F238E27FC236}">
                    <a16:creationId xmlns:a16="http://schemas.microsoft.com/office/drawing/2014/main" id="{FBDDB40C-13A8-0701-8821-5EEFAB764ECB}"/>
                  </a:ext>
                </a:extLst>
              </p:cNvPr>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13" name="Google Shape;1813;p33">
              <a:extLst>
                <a:ext uri="{FF2B5EF4-FFF2-40B4-BE49-F238E27FC236}">
                  <a16:creationId xmlns:a16="http://schemas.microsoft.com/office/drawing/2014/main" id="{C872416F-071A-22B0-D89A-F280C3D256DA}"/>
                </a:ext>
              </a:extLst>
            </p:cNvPr>
            <p:cNvGrpSpPr/>
            <p:nvPr/>
          </p:nvGrpSpPr>
          <p:grpSpPr>
            <a:xfrm flipH="1">
              <a:off x="5958353" y="3926549"/>
              <a:ext cx="172369" cy="594365"/>
              <a:chOff x="1539875" y="3257551"/>
              <a:chExt cx="511176" cy="1762125"/>
            </a:xfrm>
          </p:grpSpPr>
          <p:sp>
            <p:nvSpPr>
              <p:cNvPr id="1814" name="Google Shape;1814;p33">
                <a:extLst>
                  <a:ext uri="{FF2B5EF4-FFF2-40B4-BE49-F238E27FC236}">
                    <a16:creationId xmlns:a16="http://schemas.microsoft.com/office/drawing/2014/main" id="{256028D5-0E0C-16F1-67AE-E90157E7BC0A}"/>
                  </a:ext>
                </a:extLst>
              </p:cNvPr>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5" name="Google Shape;1815;p33">
                <a:extLst>
                  <a:ext uri="{FF2B5EF4-FFF2-40B4-BE49-F238E27FC236}">
                    <a16:creationId xmlns:a16="http://schemas.microsoft.com/office/drawing/2014/main" id="{8F680CE8-3E15-BEBF-9EFB-824DC957C97A}"/>
                  </a:ext>
                </a:extLst>
              </p:cNvPr>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6" name="Google Shape;1816;p33">
                <a:extLst>
                  <a:ext uri="{FF2B5EF4-FFF2-40B4-BE49-F238E27FC236}">
                    <a16:creationId xmlns:a16="http://schemas.microsoft.com/office/drawing/2014/main" id="{A6D57BAE-37B9-E34F-469D-2B460B0C5A61}"/>
                  </a:ext>
                </a:extLst>
              </p:cNvPr>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7" name="Google Shape;1817;p33">
                <a:extLst>
                  <a:ext uri="{FF2B5EF4-FFF2-40B4-BE49-F238E27FC236}">
                    <a16:creationId xmlns:a16="http://schemas.microsoft.com/office/drawing/2014/main" id="{BDF80469-8712-44B7-99E3-7454CC94A6DA}"/>
                  </a:ext>
                </a:extLst>
              </p:cNvPr>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8" name="Google Shape;1818;p33">
                <a:extLst>
                  <a:ext uri="{FF2B5EF4-FFF2-40B4-BE49-F238E27FC236}">
                    <a16:creationId xmlns:a16="http://schemas.microsoft.com/office/drawing/2014/main" id="{403DE366-A499-433E-B06E-6D37FC82BCA9}"/>
                  </a:ext>
                </a:extLst>
              </p:cNvPr>
              <p:cNvSpPr/>
              <p:nvPr/>
            </p:nvSpPr>
            <p:spPr>
              <a:xfrm>
                <a:off x="1801813" y="3711460"/>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9" name="Google Shape;1819;p33">
                <a:extLst>
                  <a:ext uri="{FF2B5EF4-FFF2-40B4-BE49-F238E27FC236}">
                    <a16:creationId xmlns:a16="http://schemas.microsoft.com/office/drawing/2014/main" id="{9E72EF42-A078-81B6-E4C4-EF734829042D}"/>
                  </a:ext>
                </a:extLst>
              </p:cNvPr>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820" name="Google Shape;1820;p33">
            <a:extLst>
              <a:ext uri="{FF2B5EF4-FFF2-40B4-BE49-F238E27FC236}">
                <a16:creationId xmlns:a16="http://schemas.microsoft.com/office/drawing/2014/main" id="{47B72992-B434-9689-8DD4-C7AD1FB1F7DE}"/>
              </a:ext>
            </a:extLst>
          </p:cNvPr>
          <p:cNvGrpSpPr/>
          <p:nvPr/>
        </p:nvGrpSpPr>
        <p:grpSpPr>
          <a:xfrm>
            <a:off x="-47199" y="3215348"/>
            <a:ext cx="2776112" cy="1418574"/>
            <a:chOff x="-46" y="2299799"/>
            <a:chExt cx="3480146" cy="1778330"/>
          </a:xfrm>
        </p:grpSpPr>
        <p:sp>
          <p:nvSpPr>
            <p:cNvPr id="1821" name="Google Shape;1821;p33">
              <a:extLst>
                <a:ext uri="{FF2B5EF4-FFF2-40B4-BE49-F238E27FC236}">
                  <a16:creationId xmlns:a16="http://schemas.microsoft.com/office/drawing/2014/main" id="{07EFC86F-4AE0-9A30-8120-C879F99AE20B}"/>
                </a:ext>
              </a:extLst>
            </p:cNvPr>
            <p:cNvSpPr/>
            <p:nvPr/>
          </p:nvSpPr>
          <p:spPr>
            <a:xfrm flipH="1">
              <a:off x="138" y="2416729"/>
              <a:ext cx="3479961" cy="1476449"/>
            </a:xfrm>
            <a:custGeom>
              <a:avLst/>
              <a:gdLst/>
              <a:ahLst/>
              <a:cxnLst/>
              <a:rect l="l" t="t" r="r" b="b"/>
              <a:pathLst>
                <a:path w="2432" h="1031" extrusionOk="0">
                  <a:moveTo>
                    <a:pt x="2432" y="0"/>
                  </a:moveTo>
                  <a:cubicBezTo>
                    <a:pt x="1493" y="0"/>
                    <a:pt x="1493" y="0"/>
                    <a:pt x="1493" y="0"/>
                  </a:cubicBezTo>
                  <a:cubicBezTo>
                    <a:pt x="1493" y="18"/>
                    <a:pt x="1493" y="18"/>
                    <a:pt x="1493" y="18"/>
                  </a:cubicBezTo>
                  <a:cubicBezTo>
                    <a:pt x="1493" y="18"/>
                    <a:pt x="1262" y="18"/>
                    <a:pt x="1104" y="127"/>
                  </a:cubicBezTo>
                  <a:cubicBezTo>
                    <a:pt x="1079" y="146"/>
                    <a:pt x="1079" y="146"/>
                    <a:pt x="1079" y="146"/>
                  </a:cubicBezTo>
                  <a:cubicBezTo>
                    <a:pt x="1325" y="87"/>
                    <a:pt x="1325" y="87"/>
                    <a:pt x="1325" y="87"/>
                  </a:cubicBezTo>
                  <a:cubicBezTo>
                    <a:pt x="1376" y="109"/>
                    <a:pt x="1376" y="109"/>
                    <a:pt x="1376" y="109"/>
                  </a:cubicBezTo>
                  <a:cubicBezTo>
                    <a:pt x="1132" y="326"/>
                    <a:pt x="1132" y="326"/>
                    <a:pt x="1132" y="326"/>
                  </a:cubicBezTo>
                  <a:cubicBezTo>
                    <a:pt x="1132" y="326"/>
                    <a:pt x="637" y="428"/>
                    <a:pt x="384" y="565"/>
                  </a:cubicBezTo>
                  <a:cubicBezTo>
                    <a:pt x="384" y="565"/>
                    <a:pt x="0" y="819"/>
                    <a:pt x="34" y="875"/>
                  </a:cubicBezTo>
                  <a:cubicBezTo>
                    <a:pt x="67" y="931"/>
                    <a:pt x="284" y="1031"/>
                    <a:pt x="284" y="1031"/>
                  </a:cubicBezTo>
                  <a:cubicBezTo>
                    <a:pt x="1117" y="1031"/>
                    <a:pt x="1117" y="1031"/>
                    <a:pt x="1117" y="1031"/>
                  </a:cubicBezTo>
                  <a:cubicBezTo>
                    <a:pt x="1197" y="948"/>
                    <a:pt x="1197" y="948"/>
                    <a:pt x="1197" y="948"/>
                  </a:cubicBezTo>
                  <a:cubicBezTo>
                    <a:pt x="2432" y="948"/>
                    <a:pt x="2432" y="948"/>
                    <a:pt x="2432" y="948"/>
                  </a:cubicBezTo>
                  <a:cubicBezTo>
                    <a:pt x="2432" y="0"/>
                    <a:pt x="2432" y="0"/>
                    <a:pt x="2432" y="0"/>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2" name="Google Shape;1822;p33">
              <a:extLst>
                <a:ext uri="{FF2B5EF4-FFF2-40B4-BE49-F238E27FC236}">
                  <a16:creationId xmlns:a16="http://schemas.microsoft.com/office/drawing/2014/main" id="{1B930070-81E8-652C-9B05-39E11CB4797B}"/>
                </a:ext>
              </a:extLst>
            </p:cNvPr>
            <p:cNvSpPr/>
            <p:nvPr/>
          </p:nvSpPr>
          <p:spPr>
            <a:xfrm flipH="1">
              <a:off x="137" y="3589512"/>
              <a:ext cx="3434586" cy="303667"/>
            </a:xfrm>
            <a:custGeom>
              <a:avLst/>
              <a:gdLst/>
              <a:ahLst/>
              <a:cxnLst/>
              <a:rect l="l" t="t" r="r" b="b"/>
              <a:pathLst>
                <a:path w="2400" h="212" extrusionOk="0">
                  <a:moveTo>
                    <a:pt x="1165" y="129"/>
                  </a:moveTo>
                  <a:cubicBezTo>
                    <a:pt x="2400" y="129"/>
                    <a:pt x="2400" y="129"/>
                    <a:pt x="2400" y="129"/>
                  </a:cubicBezTo>
                  <a:cubicBezTo>
                    <a:pt x="2400" y="0"/>
                    <a:pt x="2400" y="0"/>
                    <a:pt x="2400" y="0"/>
                  </a:cubicBezTo>
                  <a:cubicBezTo>
                    <a:pt x="1222" y="0"/>
                    <a:pt x="1222" y="0"/>
                    <a:pt x="1222" y="0"/>
                  </a:cubicBezTo>
                  <a:cubicBezTo>
                    <a:pt x="903" y="121"/>
                    <a:pt x="903" y="121"/>
                    <a:pt x="903" y="121"/>
                  </a:cubicBezTo>
                  <a:cubicBezTo>
                    <a:pt x="903" y="121"/>
                    <a:pt x="552" y="121"/>
                    <a:pt x="305" y="121"/>
                  </a:cubicBezTo>
                  <a:cubicBezTo>
                    <a:pt x="58" y="121"/>
                    <a:pt x="3" y="48"/>
                    <a:pt x="3" y="48"/>
                  </a:cubicBezTo>
                  <a:cubicBezTo>
                    <a:pt x="3" y="48"/>
                    <a:pt x="2" y="48"/>
                    <a:pt x="0" y="50"/>
                  </a:cubicBezTo>
                  <a:cubicBezTo>
                    <a:pt x="0" y="52"/>
                    <a:pt x="0" y="54"/>
                    <a:pt x="2" y="56"/>
                  </a:cubicBezTo>
                  <a:cubicBezTo>
                    <a:pt x="35" y="112"/>
                    <a:pt x="252" y="212"/>
                    <a:pt x="252" y="212"/>
                  </a:cubicBezTo>
                  <a:cubicBezTo>
                    <a:pt x="1085" y="212"/>
                    <a:pt x="1085" y="212"/>
                    <a:pt x="1085" y="212"/>
                  </a:cubicBezTo>
                  <a:lnTo>
                    <a:pt x="1165" y="129"/>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3" name="Google Shape;1823;p33">
              <a:extLst>
                <a:ext uri="{FF2B5EF4-FFF2-40B4-BE49-F238E27FC236}">
                  <a16:creationId xmlns:a16="http://schemas.microsoft.com/office/drawing/2014/main" id="{2C7D3DFD-3CBE-41AD-35CB-BDF8AC3A22D7}"/>
                </a:ext>
              </a:extLst>
            </p:cNvPr>
            <p:cNvSpPr/>
            <p:nvPr/>
          </p:nvSpPr>
          <p:spPr>
            <a:xfrm flipH="1">
              <a:off x="135" y="3774504"/>
              <a:ext cx="1834224" cy="280980"/>
            </a:xfrm>
            <a:custGeom>
              <a:avLst/>
              <a:gdLst/>
              <a:ahLst/>
              <a:cxnLst/>
              <a:rect l="l" t="t" r="r" b="b"/>
              <a:pathLst>
                <a:path w="1051" h="161" extrusionOk="0">
                  <a:moveTo>
                    <a:pt x="30" y="161"/>
                  </a:moveTo>
                  <a:lnTo>
                    <a:pt x="1051" y="161"/>
                  </a:lnTo>
                  <a:lnTo>
                    <a:pt x="1051" y="0"/>
                  </a:lnTo>
                  <a:lnTo>
                    <a:pt x="93" y="0"/>
                  </a:lnTo>
                  <a:lnTo>
                    <a:pt x="0" y="90"/>
                  </a:lnTo>
                  <a:lnTo>
                    <a:pt x="30" y="161"/>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4" name="Google Shape;1824;p33">
              <a:extLst>
                <a:ext uri="{FF2B5EF4-FFF2-40B4-BE49-F238E27FC236}">
                  <a16:creationId xmlns:a16="http://schemas.microsoft.com/office/drawing/2014/main" id="{51AF5CD7-1DBC-2316-A69F-C8825D549EA6}"/>
                </a:ext>
              </a:extLst>
            </p:cNvPr>
            <p:cNvSpPr/>
            <p:nvPr/>
          </p:nvSpPr>
          <p:spPr>
            <a:xfrm flipH="1">
              <a:off x="1450398" y="3783230"/>
              <a:ext cx="2967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5" name="Google Shape;1825;p33">
              <a:extLst>
                <a:ext uri="{FF2B5EF4-FFF2-40B4-BE49-F238E27FC236}">
                  <a16:creationId xmlns:a16="http://schemas.microsoft.com/office/drawing/2014/main" id="{16BFCCC9-FFED-7D2F-E146-492C54B9044F}"/>
                </a:ext>
              </a:extLst>
            </p:cNvPr>
            <p:cNvSpPr/>
            <p:nvPr/>
          </p:nvSpPr>
          <p:spPr>
            <a:xfrm flipH="1">
              <a:off x="1474865" y="3805918"/>
              <a:ext cx="2478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6" name="Google Shape;1826;p33">
              <a:extLst>
                <a:ext uri="{FF2B5EF4-FFF2-40B4-BE49-F238E27FC236}">
                  <a16:creationId xmlns:a16="http://schemas.microsoft.com/office/drawing/2014/main" id="{D9F807C5-F600-53FD-F2AC-4A013058C53E}"/>
                </a:ext>
              </a:extLst>
            </p:cNvPr>
            <p:cNvSpPr/>
            <p:nvPr/>
          </p:nvSpPr>
          <p:spPr>
            <a:xfrm flipH="1">
              <a:off x="1487061"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09" y="21"/>
                    <a:pt x="135" y="46"/>
                    <a:pt x="135" y="78"/>
                  </a:cubicBezTo>
                  <a:cubicBezTo>
                    <a:pt x="135" y="109"/>
                    <a:pt x="109"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7" name="Google Shape;1827;p33">
              <a:extLst>
                <a:ext uri="{FF2B5EF4-FFF2-40B4-BE49-F238E27FC236}">
                  <a16:creationId xmlns:a16="http://schemas.microsoft.com/office/drawing/2014/main" id="{B39DBCBD-A3BE-9D99-9429-BA9240B909AE}"/>
                </a:ext>
              </a:extLst>
            </p:cNvPr>
            <p:cNvSpPr/>
            <p:nvPr/>
          </p:nvSpPr>
          <p:spPr>
            <a:xfrm flipH="1">
              <a:off x="1141440"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8" name="Google Shape;1828;p33">
              <a:extLst>
                <a:ext uri="{FF2B5EF4-FFF2-40B4-BE49-F238E27FC236}">
                  <a16:creationId xmlns:a16="http://schemas.microsoft.com/office/drawing/2014/main" id="{B6B85396-7DDD-7AE2-F128-20E1D7FCFF89}"/>
                </a:ext>
              </a:extLst>
            </p:cNvPr>
            <p:cNvSpPr/>
            <p:nvPr/>
          </p:nvSpPr>
          <p:spPr>
            <a:xfrm flipH="1">
              <a:off x="1165907"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9" name="Google Shape;1829;p33">
              <a:extLst>
                <a:ext uri="{FF2B5EF4-FFF2-40B4-BE49-F238E27FC236}">
                  <a16:creationId xmlns:a16="http://schemas.microsoft.com/office/drawing/2014/main" id="{E9F89AB1-35E0-52E5-A679-A1DFB865480A}"/>
                </a:ext>
              </a:extLst>
            </p:cNvPr>
            <p:cNvSpPr/>
            <p:nvPr/>
          </p:nvSpPr>
          <p:spPr>
            <a:xfrm flipH="1">
              <a:off x="1179903"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09" y="21"/>
                    <a:pt x="135" y="46"/>
                    <a:pt x="135" y="78"/>
                  </a:cubicBezTo>
                  <a:cubicBezTo>
                    <a:pt x="135" y="109"/>
                    <a:pt x="109"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0" name="Google Shape;1830;p33">
              <a:extLst>
                <a:ext uri="{FF2B5EF4-FFF2-40B4-BE49-F238E27FC236}">
                  <a16:creationId xmlns:a16="http://schemas.microsoft.com/office/drawing/2014/main" id="{4DA9F41B-9A7B-C12D-49BF-5F5F3224435E}"/>
                </a:ext>
              </a:extLst>
            </p:cNvPr>
            <p:cNvSpPr/>
            <p:nvPr/>
          </p:nvSpPr>
          <p:spPr>
            <a:xfrm flipH="1">
              <a:off x="307226"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1" name="Google Shape;1831;p33">
              <a:extLst>
                <a:ext uri="{FF2B5EF4-FFF2-40B4-BE49-F238E27FC236}">
                  <a16:creationId xmlns:a16="http://schemas.microsoft.com/office/drawing/2014/main" id="{22BAFAD0-AE8D-F50F-BED6-986E260A38D6}"/>
                </a:ext>
              </a:extLst>
            </p:cNvPr>
            <p:cNvSpPr/>
            <p:nvPr/>
          </p:nvSpPr>
          <p:spPr>
            <a:xfrm flipH="1">
              <a:off x="331693"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2" name="Google Shape;1832;p33">
              <a:extLst>
                <a:ext uri="{FF2B5EF4-FFF2-40B4-BE49-F238E27FC236}">
                  <a16:creationId xmlns:a16="http://schemas.microsoft.com/office/drawing/2014/main" id="{0AEB65D6-E954-B82F-C119-699D45BF993C}"/>
                </a:ext>
              </a:extLst>
            </p:cNvPr>
            <p:cNvSpPr/>
            <p:nvPr/>
          </p:nvSpPr>
          <p:spPr>
            <a:xfrm flipH="1">
              <a:off x="345689"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10" y="21"/>
                    <a:pt x="135" y="46"/>
                    <a:pt x="135" y="78"/>
                  </a:cubicBezTo>
                  <a:cubicBezTo>
                    <a:pt x="135" y="109"/>
                    <a:pt x="110"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3" name="Google Shape;1833;p33">
              <a:extLst>
                <a:ext uri="{FF2B5EF4-FFF2-40B4-BE49-F238E27FC236}">
                  <a16:creationId xmlns:a16="http://schemas.microsoft.com/office/drawing/2014/main" id="{2B448FA9-1FB0-740B-684A-65C452E707BB}"/>
                </a:ext>
              </a:extLst>
            </p:cNvPr>
            <p:cNvSpPr/>
            <p:nvPr/>
          </p:nvSpPr>
          <p:spPr>
            <a:xfrm flipH="1">
              <a:off x="68"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4" name="Google Shape;1834;p33">
              <a:extLst>
                <a:ext uri="{FF2B5EF4-FFF2-40B4-BE49-F238E27FC236}">
                  <a16:creationId xmlns:a16="http://schemas.microsoft.com/office/drawing/2014/main" id="{F4FFBE1D-D399-B54C-F48B-0B48FFEF4B9D}"/>
                </a:ext>
              </a:extLst>
            </p:cNvPr>
            <p:cNvSpPr/>
            <p:nvPr/>
          </p:nvSpPr>
          <p:spPr>
            <a:xfrm flipH="1">
              <a:off x="24535"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5" name="Google Shape;1835;p33">
              <a:extLst>
                <a:ext uri="{FF2B5EF4-FFF2-40B4-BE49-F238E27FC236}">
                  <a16:creationId xmlns:a16="http://schemas.microsoft.com/office/drawing/2014/main" id="{8965AE50-B24A-883F-FAFC-6A3B8D50004D}"/>
                </a:ext>
              </a:extLst>
            </p:cNvPr>
            <p:cNvSpPr/>
            <p:nvPr/>
          </p:nvSpPr>
          <p:spPr>
            <a:xfrm flipH="1">
              <a:off x="36785"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10" y="21"/>
                    <a:pt x="135" y="46"/>
                    <a:pt x="135" y="78"/>
                  </a:cubicBezTo>
                  <a:cubicBezTo>
                    <a:pt x="135" y="109"/>
                    <a:pt x="110"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6" name="Google Shape;1836;p33">
              <a:extLst>
                <a:ext uri="{FF2B5EF4-FFF2-40B4-BE49-F238E27FC236}">
                  <a16:creationId xmlns:a16="http://schemas.microsoft.com/office/drawing/2014/main" id="{F549D683-AA51-8651-599F-48BE3D657731}"/>
                </a:ext>
              </a:extLst>
            </p:cNvPr>
            <p:cNvSpPr/>
            <p:nvPr/>
          </p:nvSpPr>
          <p:spPr>
            <a:xfrm flipH="1">
              <a:off x="115321" y="3893179"/>
              <a:ext cx="1518339" cy="172777"/>
            </a:xfrm>
            <a:custGeom>
              <a:avLst/>
              <a:gdLst/>
              <a:ahLst/>
              <a:cxnLst/>
              <a:rect l="l" t="t" r="r" b="b"/>
              <a:pathLst>
                <a:path w="1061" h="121" extrusionOk="0">
                  <a:moveTo>
                    <a:pt x="714" y="14"/>
                  </a:moveTo>
                  <a:cubicBezTo>
                    <a:pt x="702" y="0"/>
                    <a:pt x="702" y="0"/>
                    <a:pt x="702" y="0"/>
                  </a:cubicBezTo>
                  <a:cubicBezTo>
                    <a:pt x="359" y="0"/>
                    <a:pt x="359" y="0"/>
                    <a:pt x="359" y="0"/>
                  </a:cubicBezTo>
                  <a:cubicBezTo>
                    <a:pt x="347" y="14"/>
                    <a:pt x="347" y="14"/>
                    <a:pt x="347" y="14"/>
                  </a:cubicBezTo>
                  <a:cubicBezTo>
                    <a:pt x="21" y="14"/>
                    <a:pt x="21" y="14"/>
                    <a:pt x="21" y="14"/>
                  </a:cubicBezTo>
                  <a:cubicBezTo>
                    <a:pt x="16" y="14"/>
                    <a:pt x="11" y="16"/>
                    <a:pt x="7" y="19"/>
                  </a:cubicBezTo>
                  <a:cubicBezTo>
                    <a:pt x="3" y="23"/>
                    <a:pt x="0" y="28"/>
                    <a:pt x="0" y="35"/>
                  </a:cubicBezTo>
                  <a:cubicBezTo>
                    <a:pt x="0" y="39"/>
                    <a:pt x="1" y="43"/>
                    <a:pt x="3" y="46"/>
                  </a:cubicBezTo>
                  <a:cubicBezTo>
                    <a:pt x="7" y="52"/>
                    <a:pt x="13" y="56"/>
                    <a:pt x="21" y="56"/>
                  </a:cubicBezTo>
                  <a:cubicBezTo>
                    <a:pt x="222" y="56"/>
                    <a:pt x="222" y="56"/>
                    <a:pt x="222" y="56"/>
                  </a:cubicBezTo>
                  <a:cubicBezTo>
                    <a:pt x="292" y="121"/>
                    <a:pt x="292" y="121"/>
                    <a:pt x="292" y="121"/>
                  </a:cubicBezTo>
                  <a:cubicBezTo>
                    <a:pt x="769" y="121"/>
                    <a:pt x="769" y="121"/>
                    <a:pt x="769" y="121"/>
                  </a:cubicBezTo>
                  <a:cubicBezTo>
                    <a:pt x="839" y="56"/>
                    <a:pt x="839" y="56"/>
                    <a:pt x="839" y="56"/>
                  </a:cubicBezTo>
                  <a:cubicBezTo>
                    <a:pt x="1040" y="56"/>
                    <a:pt x="1040" y="56"/>
                    <a:pt x="1040" y="56"/>
                  </a:cubicBezTo>
                  <a:cubicBezTo>
                    <a:pt x="1047" y="56"/>
                    <a:pt x="1053" y="53"/>
                    <a:pt x="1057" y="48"/>
                  </a:cubicBezTo>
                  <a:cubicBezTo>
                    <a:pt x="1059" y="45"/>
                    <a:pt x="1061" y="40"/>
                    <a:pt x="1061" y="35"/>
                  </a:cubicBezTo>
                  <a:cubicBezTo>
                    <a:pt x="1061" y="30"/>
                    <a:pt x="1060" y="26"/>
                    <a:pt x="1057" y="23"/>
                  </a:cubicBezTo>
                  <a:cubicBezTo>
                    <a:pt x="1054" y="17"/>
                    <a:pt x="1047" y="14"/>
                    <a:pt x="1040" y="14"/>
                  </a:cubicBezTo>
                  <a:lnTo>
                    <a:pt x="714" y="1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7" name="Google Shape;1837;p33">
              <a:extLst>
                <a:ext uri="{FF2B5EF4-FFF2-40B4-BE49-F238E27FC236}">
                  <a16:creationId xmlns:a16="http://schemas.microsoft.com/office/drawing/2014/main" id="{6D3F5264-0BD7-5AEB-0BA7-A072512A90E6}"/>
                </a:ext>
              </a:extLst>
            </p:cNvPr>
            <p:cNvSpPr/>
            <p:nvPr/>
          </p:nvSpPr>
          <p:spPr>
            <a:xfrm flipH="1">
              <a:off x="1457296"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8" name="Google Shape;1838;p33">
              <a:extLst>
                <a:ext uri="{FF2B5EF4-FFF2-40B4-BE49-F238E27FC236}">
                  <a16:creationId xmlns:a16="http://schemas.microsoft.com/office/drawing/2014/main" id="{A56C664D-9DBF-786D-25E0-024E26283720}"/>
                </a:ext>
              </a:extLst>
            </p:cNvPr>
            <p:cNvSpPr/>
            <p:nvPr/>
          </p:nvSpPr>
          <p:spPr>
            <a:xfrm flipH="1">
              <a:off x="1340367"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9" name="Google Shape;1839;p33">
              <a:extLst>
                <a:ext uri="{FF2B5EF4-FFF2-40B4-BE49-F238E27FC236}">
                  <a16:creationId xmlns:a16="http://schemas.microsoft.com/office/drawing/2014/main" id="{3ADE4859-79D6-1AD9-F549-BAB467FA9C5A}"/>
                </a:ext>
              </a:extLst>
            </p:cNvPr>
            <p:cNvSpPr/>
            <p:nvPr/>
          </p:nvSpPr>
          <p:spPr>
            <a:xfrm flipH="1">
              <a:off x="1291607" y="3758797"/>
              <a:ext cx="324600" cy="43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0" name="Google Shape;1840;p33">
              <a:extLst>
                <a:ext uri="{FF2B5EF4-FFF2-40B4-BE49-F238E27FC236}">
                  <a16:creationId xmlns:a16="http://schemas.microsoft.com/office/drawing/2014/main" id="{13A3EC0F-823D-A843-8DFA-039C10DF9927}"/>
                </a:ext>
              </a:extLst>
            </p:cNvPr>
            <p:cNvSpPr/>
            <p:nvPr/>
          </p:nvSpPr>
          <p:spPr>
            <a:xfrm flipH="1">
              <a:off x="312679" y="3758797"/>
              <a:ext cx="1098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1" name="Google Shape;1841;p33">
              <a:extLst>
                <a:ext uri="{FF2B5EF4-FFF2-40B4-BE49-F238E27FC236}">
                  <a16:creationId xmlns:a16="http://schemas.microsoft.com/office/drawing/2014/main" id="{4B7168D3-F73C-A1CC-A858-DF19C1ADDEC8}"/>
                </a:ext>
              </a:extLst>
            </p:cNvPr>
            <p:cNvSpPr/>
            <p:nvPr/>
          </p:nvSpPr>
          <p:spPr>
            <a:xfrm flipH="1">
              <a:off x="195504"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2" name="Google Shape;1842;p33">
              <a:extLst>
                <a:ext uri="{FF2B5EF4-FFF2-40B4-BE49-F238E27FC236}">
                  <a16:creationId xmlns:a16="http://schemas.microsoft.com/office/drawing/2014/main" id="{6C5DA9CF-93C3-B831-E14A-132E80E2F428}"/>
                </a:ext>
              </a:extLst>
            </p:cNvPr>
            <p:cNvSpPr/>
            <p:nvPr/>
          </p:nvSpPr>
          <p:spPr>
            <a:xfrm flipH="1">
              <a:off x="146745" y="3758797"/>
              <a:ext cx="324600" cy="43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3" name="Google Shape;1843;p33">
              <a:extLst>
                <a:ext uri="{FF2B5EF4-FFF2-40B4-BE49-F238E27FC236}">
                  <a16:creationId xmlns:a16="http://schemas.microsoft.com/office/drawing/2014/main" id="{D8F95F45-2AE6-61FF-B3D8-13E76FA68AA2}"/>
                </a:ext>
              </a:extLst>
            </p:cNvPr>
            <p:cNvSpPr/>
            <p:nvPr/>
          </p:nvSpPr>
          <p:spPr>
            <a:xfrm flipH="1">
              <a:off x="-46" y="2416729"/>
              <a:ext cx="1344000" cy="261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4" name="Google Shape;1844;p33">
              <a:extLst>
                <a:ext uri="{FF2B5EF4-FFF2-40B4-BE49-F238E27FC236}">
                  <a16:creationId xmlns:a16="http://schemas.microsoft.com/office/drawing/2014/main" id="{DEAF667D-3217-66F8-A0A9-1E68A8C1A2F4}"/>
                </a:ext>
              </a:extLst>
            </p:cNvPr>
            <p:cNvSpPr/>
            <p:nvPr/>
          </p:nvSpPr>
          <p:spPr>
            <a:xfrm flipH="1">
              <a:off x="490383" y="2299799"/>
              <a:ext cx="769800" cy="768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5" name="Google Shape;1845;p33">
              <a:extLst>
                <a:ext uri="{FF2B5EF4-FFF2-40B4-BE49-F238E27FC236}">
                  <a16:creationId xmlns:a16="http://schemas.microsoft.com/office/drawing/2014/main" id="{A1AC36E6-E762-BC9A-C9E7-EF38110E2BE5}"/>
                </a:ext>
              </a:extLst>
            </p:cNvPr>
            <p:cNvSpPr/>
            <p:nvPr/>
          </p:nvSpPr>
          <p:spPr>
            <a:xfrm flipH="1">
              <a:off x="572808" y="2376589"/>
              <a:ext cx="642000" cy="402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6" name="Google Shape;1846;p33">
              <a:extLst>
                <a:ext uri="{FF2B5EF4-FFF2-40B4-BE49-F238E27FC236}">
                  <a16:creationId xmlns:a16="http://schemas.microsoft.com/office/drawing/2014/main" id="{CD415114-1EFE-234E-37DC-649E2982D320}"/>
                </a:ext>
              </a:extLst>
            </p:cNvPr>
            <p:cNvSpPr/>
            <p:nvPr/>
          </p:nvSpPr>
          <p:spPr>
            <a:xfrm flipH="1">
              <a:off x="530681" y="3956006"/>
              <a:ext cx="685871" cy="66318"/>
            </a:xfrm>
            <a:custGeom>
              <a:avLst/>
              <a:gdLst/>
              <a:ahLst/>
              <a:cxnLst/>
              <a:rect l="l" t="t" r="r" b="b"/>
              <a:pathLst>
                <a:path w="393" h="38" extrusionOk="0">
                  <a:moveTo>
                    <a:pt x="0" y="0"/>
                  </a:moveTo>
                  <a:lnTo>
                    <a:pt x="34" y="38"/>
                  </a:lnTo>
                  <a:lnTo>
                    <a:pt x="359" y="38"/>
                  </a:lnTo>
                  <a:lnTo>
                    <a:pt x="393"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7" name="Google Shape;1847;p33">
              <a:extLst>
                <a:ext uri="{FF2B5EF4-FFF2-40B4-BE49-F238E27FC236}">
                  <a16:creationId xmlns:a16="http://schemas.microsoft.com/office/drawing/2014/main" id="{8E8B45BB-9A48-4E36-1E1D-5BA0F2AE58FD}"/>
                </a:ext>
              </a:extLst>
            </p:cNvPr>
            <p:cNvSpPr/>
            <p:nvPr/>
          </p:nvSpPr>
          <p:spPr>
            <a:xfrm flipH="1">
              <a:off x="131" y="3713421"/>
              <a:ext cx="3328134" cy="342062"/>
            </a:xfrm>
            <a:custGeom>
              <a:avLst/>
              <a:gdLst/>
              <a:ahLst/>
              <a:cxnLst/>
              <a:rect l="l" t="t" r="r" b="b"/>
              <a:pathLst>
                <a:path w="2326" h="239" extrusionOk="0">
                  <a:moveTo>
                    <a:pt x="1081" y="239"/>
                  </a:moveTo>
                  <a:cubicBezTo>
                    <a:pt x="1044" y="152"/>
                    <a:pt x="1044" y="152"/>
                    <a:pt x="1044" y="152"/>
                  </a:cubicBezTo>
                  <a:cubicBezTo>
                    <a:pt x="1158" y="42"/>
                    <a:pt x="1158" y="42"/>
                    <a:pt x="1158" y="42"/>
                  </a:cubicBezTo>
                  <a:cubicBezTo>
                    <a:pt x="2326" y="42"/>
                    <a:pt x="2326" y="42"/>
                    <a:pt x="2326" y="42"/>
                  </a:cubicBezTo>
                  <a:cubicBezTo>
                    <a:pt x="2326" y="0"/>
                    <a:pt x="2326" y="0"/>
                    <a:pt x="2326" y="0"/>
                  </a:cubicBezTo>
                  <a:cubicBezTo>
                    <a:pt x="1010" y="0"/>
                    <a:pt x="1010" y="0"/>
                    <a:pt x="1010" y="0"/>
                  </a:cubicBezTo>
                  <a:cubicBezTo>
                    <a:pt x="880" y="125"/>
                    <a:pt x="880" y="125"/>
                    <a:pt x="880" y="125"/>
                  </a:cubicBezTo>
                  <a:cubicBezTo>
                    <a:pt x="178" y="125"/>
                    <a:pt x="178" y="125"/>
                    <a:pt x="178" y="125"/>
                  </a:cubicBezTo>
                  <a:cubicBezTo>
                    <a:pt x="178" y="125"/>
                    <a:pt x="88" y="239"/>
                    <a:pt x="0" y="239"/>
                  </a:cubicBezTo>
                  <a:lnTo>
                    <a:pt x="1081" y="239"/>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8" name="Google Shape;1848;p33">
              <a:extLst>
                <a:ext uri="{FF2B5EF4-FFF2-40B4-BE49-F238E27FC236}">
                  <a16:creationId xmlns:a16="http://schemas.microsoft.com/office/drawing/2014/main" id="{385C6B14-C4BF-CA9D-1398-0C52F3E7A581}"/>
                </a:ext>
              </a:extLst>
            </p:cNvPr>
            <p:cNvSpPr/>
            <p:nvPr/>
          </p:nvSpPr>
          <p:spPr>
            <a:xfrm flipH="1">
              <a:off x="135" y="3210800"/>
              <a:ext cx="2947672" cy="530545"/>
            </a:xfrm>
            <a:custGeom>
              <a:avLst/>
              <a:gdLst/>
              <a:ahLst/>
              <a:cxnLst/>
              <a:rect l="l" t="t" r="r" b="b"/>
              <a:pathLst>
                <a:path w="1689" h="304" extrusionOk="0">
                  <a:moveTo>
                    <a:pt x="1689" y="184"/>
                  </a:moveTo>
                  <a:lnTo>
                    <a:pt x="709" y="184"/>
                  </a:lnTo>
                  <a:lnTo>
                    <a:pt x="453" y="304"/>
                  </a:lnTo>
                  <a:lnTo>
                    <a:pt x="0" y="304"/>
                  </a:lnTo>
                  <a:lnTo>
                    <a:pt x="447" y="288"/>
                  </a:lnTo>
                  <a:lnTo>
                    <a:pt x="960" y="0"/>
                  </a:lnTo>
                  <a:lnTo>
                    <a:pt x="1689" y="0"/>
                  </a:lnTo>
                  <a:lnTo>
                    <a:pt x="1689" y="184"/>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9" name="Google Shape;1849;p33">
              <a:extLst>
                <a:ext uri="{FF2B5EF4-FFF2-40B4-BE49-F238E27FC236}">
                  <a16:creationId xmlns:a16="http://schemas.microsoft.com/office/drawing/2014/main" id="{4A8BA116-BF97-0174-9C52-3EB4C536472B}"/>
                </a:ext>
              </a:extLst>
            </p:cNvPr>
            <p:cNvSpPr/>
            <p:nvPr/>
          </p:nvSpPr>
          <p:spPr>
            <a:xfrm flipH="1">
              <a:off x="2129398" y="3497015"/>
              <a:ext cx="694500" cy="4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0" name="Google Shape;1850;p33">
              <a:extLst>
                <a:ext uri="{FF2B5EF4-FFF2-40B4-BE49-F238E27FC236}">
                  <a16:creationId xmlns:a16="http://schemas.microsoft.com/office/drawing/2014/main" id="{A72B1644-8E00-9FBF-B473-2A3720383FF0}"/>
                </a:ext>
              </a:extLst>
            </p:cNvPr>
            <p:cNvSpPr/>
            <p:nvPr/>
          </p:nvSpPr>
          <p:spPr>
            <a:xfrm flipH="1">
              <a:off x="135" y="2554600"/>
              <a:ext cx="769641" cy="394418"/>
            </a:xfrm>
            <a:custGeom>
              <a:avLst/>
              <a:gdLst/>
              <a:ahLst/>
              <a:cxnLst/>
              <a:rect l="l" t="t" r="r" b="b"/>
              <a:pathLst>
                <a:path w="538" h="276" extrusionOk="0">
                  <a:moveTo>
                    <a:pt x="46" y="0"/>
                  </a:moveTo>
                  <a:cubicBezTo>
                    <a:pt x="538" y="0"/>
                    <a:pt x="538" y="0"/>
                    <a:pt x="538" y="0"/>
                  </a:cubicBezTo>
                  <a:cubicBezTo>
                    <a:pt x="538" y="276"/>
                    <a:pt x="538" y="276"/>
                    <a:pt x="538" y="276"/>
                  </a:cubicBezTo>
                  <a:cubicBezTo>
                    <a:pt x="46" y="276"/>
                    <a:pt x="46" y="276"/>
                    <a:pt x="46" y="276"/>
                  </a:cubicBezTo>
                  <a:cubicBezTo>
                    <a:pt x="34" y="276"/>
                    <a:pt x="24" y="272"/>
                    <a:pt x="16" y="265"/>
                  </a:cubicBezTo>
                  <a:cubicBezTo>
                    <a:pt x="6" y="256"/>
                    <a:pt x="0" y="244"/>
                    <a:pt x="0" y="230"/>
                  </a:cubicBezTo>
                  <a:cubicBezTo>
                    <a:pt x="0" y="46"/>
                    <a:pt x="0" y="46"/>
                    <a:pt x="0" y="46"/>
                  </a:cubicBezTo>
                  <a:cubicBezTo>
                    <a:pt x="0" y="32"/>
                    <a:pt x="6" y="20"/>
                    <a:pt x="15" y="12"/>
                  </a:cubicBezTo>
                  <a:cubicBezTo>
                    <a:pt x="23" y="5"/>
                    <a:pt x="34" y="0"/>
                    <a:pt x="46"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1" name="Google Shape;1851;p33">
              <a:extLst>
                <a:ext uri="{FF2B5EF4-FFF2-40B4-BE49-F238E27FC236}">
                  <a16:creationId xmlns:a16="http://schemas.microsoft.com/office/drawing/2014/main" id="{0E6E4FCC-BB0D-D185-5418-7011698F320E}"/>
                </a:ext>
              </a:extLst>
            </p:cNvPr>
            <p:cNvSpPr/>
            <p:nvPr/>
          </p:nvSpPr>
          <p:spPr>
            <a:xfrm flipH="1">
              <a:off x="135" y="2554600"/>
              <a:ext cx="769641" cy="83770"/>
            </a:xfrm>
            <a:custGeom>
              <a:avLst/>
              <a:gdLst/>
              <a:ahLst/>
              <a:cxnLst/>
              <a:rect l="l" t="t" r="r" b="b"/>
              <a:pathLst>
                <a:path w="538" h="59" extrusionOk="0">
                  <a:moveTo>
                    <a:pt x="46" y="0"/>
                  </a:moveTo>
                  <a:cubicBezTo>
                    <a:pt x="34" y="0"/>
                    <a:pt x="23" y="5"/>
                    <a:pt x="15" y="12"/>
                  </a:cubicBezTo>
                  <a:cubicBezTo>
                    <a:pt x="6" y="20"/>
                    <a:pt x="0" y="32"/>
                    <a:pt x="0" y="46"/>
                  </a:cubicBezTo>
                  <a:cubicBezTo>
                    <a:pt x="0" y="59"/>
                    <a:pt x="0" y="59"/>
                    <a:pt x="0" y="59"/>
                  </a:cubicBezTo>
                  <a:cubicBezTo>
                    <a:pt x="0" y="46"/>
                    <a:pt x="6" y="34"/>
                    <a:pt x="15" y="25"/>
                  </a:cubicBezTo>
                  <a:cubicBezTo>
                    <a:pt x="23" y="18"/>
                    <a:pt x="34" y="14"/>
                    <a:pt x="46" y="14"/>
                  </a:cubicBezTo>
                  <a:cubicBezTo>
                    <a:pt x="538" y="14"/>
                    <a:pt x="538" y="14"/>
                    <a:pt x="538" y="14"/>
                  </a:cubicBezTo>
                  <a:cubicBezTo>
                    <a:pt x="538" y="0"/>
                    <a:pt x="538" y="0"/>
                    <a:pt x="538" y="0"/>
                  </a:cubicBezTo>
                  <a:lnTo>
                    <a:pt x="46"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2" name="Google Shape;1852;p33">
              <a:extLst>
                <a:ext uri="{FF2B5EF4-FFF2-40B4-BE49-F238E27FC236}">
                  <a16:creationId xmlns:a16="http://schemas.microsoft.com/office/drawing/2014/main" id="{60E0F8AD-0698-ABFD-1AB5-03B72F3A539E}"/>
                </a:ext>
              </a:extLst>
            </p:cNvPr>
            <p:cNvSpPr/>
            <p:nvPr/>
          </p:nvSpPr>
          <p:spPr>
            <a:xfrm flipH="1">
              <a:off x="1511496" y="2540639"/>
              <a:ext cx="1486923" cy="731244"/>
            </a:xfrm>
            <a:custGeom>
              <a:avLst/>
              <a:gdLst/>
              <a:ahLst/>
              <a:cxnLst/>
              <a:rect l="l" t="t" r="r" b="b"/>
              <a:pathLst>
                <a:path w="1039" h="510" extrusionOk="0">
                  <a:moveTo>
                    <a:pt x="988" y="0"/>
                  </a:moveTo>
                  <a:cubicBezTo>
                    <a:pt x="742" y="59"/>
                    <a:pt x="742" y="59"/>
                    <a:pt x="742" y="59"/>
                  </a:cubicBezTo>
                  <a:cubicBezTo>
                    <a:pt x="415" y="213"/>
                    <a:pt x="11" y="503"/>
                    <a:pt x="0" y="510"/>
                  </a:cubicBezTo>
                  <a:cubicBezTo>
                    <a:pt x="28" y="491"/>
                    <a:pt x="47" y="479"/>
                    <a:pt x="47" y="478"/>
                  </a:cubicBezTo>
                  <a:cubicBezTo>
                    <a:pt x="47" y="478"/>
                    <a:pt x="47" y="478"/>
                    <a:pt x="47" y="478"/>
                  </a:cubicBezTo>
                  <a:cubicBezTo>
                    <a:pt x="300" y="341"/>
                    <a:pt x="795" y="239"/>
                    <a:pt x="795" y="239"/>
                  </a:cubicBezTo>
                  <a:cubicBezTo>
                    <a:pt x="1039" y="22"/>
                    <a:pt x="1039" y="22"/>
                    <a:pt x="1039" y="22"/>
                  </a:cubicBezTo>
                  <a:cubicBezTo>
                    <a:pt x="988" y="0"/>
                    <a:pt x="988" y="0"/>
                    <a:pt x="988" y="0"/>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3" name="Google Shape;1853;p33">
              <a:extLst>
                <a:ext uri="{FF2B5EF4-FFF2-40B4-BE49-F238E27FC236}">
                  <a16:creationId xmlns:a16="http://schemas.microsoft.com/office/drawing/2014/main" id="{D4A99B63-5704-67B8-1DFC-F84FB092282D}"/>
                </a:ext>
              </a:extLst>
            </p:cNvPr>
            <p:cNvSpPr/>
            <p:nvPr/>
          </p:nvSpPr>
          <p:spPr>
            <a:xfrm flipH="1">
              <a:off x="2930355" y="3224762"/>
              <a:ext cx="68064" cy="48866"/>
            </a:xfrm>
            <a:custGeom>
              <a:avLst/>
              <a:gdLst/>
              <a:ahLst/>
              <a:cxnLst/>
              <a:rect l="l" t="t" r="r" b="b"/>
              <a:pathLst>
                <a:path w="47" h="33" extrusionOk="0">
                  <a:moveTo>
                    <a:pt x="47" y="0"/>
                  </a:moveTo>
                  <a:cubicBezTo>
                    <a:pt x="47" y="1"/>
                    <a:pt x="28" y="13"/>
                    <a:pt x="0" y="32"/>
                  </a:cubicBezTo>
                  <a:cubicBezTo>
                    <a:pt x="0" y="33"/>
                    <a:pt x="0" y="33"/>
                    <a:pt x="0" y="33"/>
                  </a:cubicBezTo>
                  <a:cubicBezTo>
                    <a:pt x="28" y="13"/>
                    <a:pt x="47" y="1"/>
                    <a:pt x="47" y="0"/>
                  </a:cubicBezTo>
                </a:path>
              </a:pathLst>
            </a:custGeom>
            <a:solidFill>
              <a:srgbClr val="2FCBE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4" name="Google Shape;1854;p33">
              <a:extLst>
                <a:ext uri="{FF2B5EF4-FFF2-40B4-BE49-F238E27FC236}">
                  <a16:creationId xmlns:a16="http://schemas.microsoft.com/office/drawing/2014/main" id="{FCB11360-2AAA-1F95-196C-C66C6B0E9916}"/>
                </a:ext>
              </a:extLst>
            </p:cNvPr>
            <p:cNvSpPr/>
            <p:nvPr/>
          </p:nvSpPr>
          <p:spPr>
            <a:xfrm flipH="1">
              <a:off x="1511494" y="2516206"/>
              <a:ext cx="425833" cy="109949"/>
            </a:xfrm>
            <a:custGeom>
              <a:avLst/>
              <a:gdLst/>
              <a:ahLst/>
              <a:cxnLst/>
              <a:rect l="l" t="t" r="r" b="b"/>
              <a:pathLst>
                <a:path w="244" h="63" extrusionOk="0">
                  <a:moveTo>
                    <a:pt x="189" y="0"/>
                  </a:moveTo>
                  <a:lnTo>
                    <a:pt x="0" y="63"/>
                  </a:lnTo>
                  <a:lnTo>
                    <a:pt x="202" y="14"/>
                  </a:lnTo>
                  <a:lnTo>
                    <a:pt x="244" y="32"/>
                  </a:lnTo>
                  <a:lnTo>
                    <a:pt x="189"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5" name="Google Shape;1855;p33">
              <a:extLst>
                <a:ext uri="{FF2B5EF4-FFF2-40B4-BE49-F238E27FC236}">
                  <a16:creationId xmlns:a16="http://schemas.microsoft.com/office/drawing/2014/main" id="{248B98FD-3533-2059-98FF-5C7D7C5437C6}"/>
                </a:ext>
              </a:extLst>
            </p:cNvPr>
            <p:cNvSpPr/>
            <p:nvPr/>
          </p:nvSpPr>
          <p:spPr>
            <a:xfrm flipH="1">
              <a:off x="1511494" y="2516206"/>
              <a:ext cx="425833" cy="109949"/>
            </a:xfrm>
            <a:custGeom>
              <a:avLst/>
              <a:gdLst/>
              <a:ahLst/>
              <a:cxnLst/>
              <a:rect l="l" t="t" r="r" b="b"/>
              <a:pathLst>
                <a:path w="244" h="63" extrusionOk="0">
                  <a:moveTo>
                    <a:pt x="189" y="0"/>
                  </a:moveTo>
                  <a:lnTo>
                    <a:pt x="0" y="63"/>
                  </a:lnTo>
                  <a:lnTo>
                    <a:pt x="202" y="14"/>
                  </a:lnTo>
                  <a:lnTo>
                    <a:pt x="244" y="32"/>
                  </a:lnTo>
                  <a:lnTo>
                    <a:pt x="189" y="0"/>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6" name="Google Shape;1856;p33">
              <a:extLst>
                <a:ext uri="{FF2B5EF4-FFF2-40B4-BE49-F238E27FC236}">
                  <a16:creationId xmlns:a16="http://schemas.microsoft.com/office/drawing/2014/main" id="{9CFCEB24-F668-0FF5-A3DE-212DFC5BE776}"/>
                </a:ext>
              </a:extLst>
            </p:cNvPr>
            <p:cNvSpPr/>
            <p:nvPr/>
          </p:nvSpPr>
          <p:spPr>
            <a:xfrm flipH="1">
              <a:off x="1511494" y="2512656"/>
              <a:ext cx="425833" cy="366495"/>
            </a:xfrm>
            <a:custGeom>
              <a:avLst/>
              <a:gdLst/>
              <a:ahLst/>
              <a:cxnLst/>
              <a:rect l="l" t="t" r="r" b="b"/>
              <a:pathLst>
                <a:path w="244" h="210" extrusionOk="0">
                  <a:moveTo>
                    <a:pt x="0" y="63"/>
                  </a:moveTo>
                  <a:lnTo>
                    <a:pt x="189" y="11"/>
                  </a:lnTo>
                  <a:lnTo>
                    <a:pt x="228" y="36"/>
                  </a:lnTo>
                  <a:lnTo>
                    <a:pt x="44" y="210"/>
                  </a:lnTo>
                  <a:lnTo>
                    <a:pt x="244" y="32"/>
                  </a:lnTo>
                  <a:lnTo>
                    <a:pt x="189" y="0"/>
                  </a:lnTo>
                  <a:lnTo>
                    <a:pt x="0" y="63"/>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7" name="Google Shape;1857;p33">
              <a:extLst>
                <a:ext uri="{FF2B5EF4-FFF2-40B4-BE49-F238E27FC236}">
                  <a16:creationId xmlns:a16="http://schemas.microsoft.com/office/drawing/2014/main" id="{3290C966-3322-104D-53CC-D5452271FB9D}"/>
                </a:ext>
              </a:extLst>
            </p:cNvPr>
            <p:cNvSpPr/>
            <p:nvPr/>
          </p:nvSpPr>
          <p:spPr>
            <a:xfrm flipH="1">
              <a:off x="136" y="2577289"/>
              <a:ext cx="1853421" cy="465972"/>
            </a:xfrm>
            <a:custGeom>
              <a:avLst/>
              <a:gdLst/>
              <a:ahLst/>
              <a:cxnLst/>
              <a:rect l="l" t="t" r="r" b="b"/>
              <a:pathLst>
                <a:path w="1062" h="267" extrusionOk="0">
                  <a:moveTo>
                    <a:pt x="1062" y="236"/>
                  </a:moveTo>
                  <a:lnTo>
                    <a:pt x="1062" y="234"/>
                  </a:lnTo>
                  <a:lnTo>
                    <a:pt x="599" y="234"/>
                  </a:lnTo>
                  <a:lnTo>
                    <a:pt x="599" y="0"/>
                  </a:lnTo>
                  <a:lnTo>
                    <a:pt x="263" y="0"/>
                  </a:lnTo>
                  <a:lnTo>
                    <a:pt x="0" y="236"/>
                  </a:lnTo>
                  <a:lnTo>
                    <a:pt x="597" y="236"/>
                  </a:lnTo>
                  <a:lnTo>
                    <a:pt x="597" y="267"/>
                  </a:lnTo>
                  <a:lnTo>
                    <a:pt x="1062" y="267"/>
                  </a:lnTo>
                  <a:lnTo>
                    <a:pt x="1062" y="265"/>
                  </a:lnTo>
                  <a:lnTo>
                    <a:pt x="599" y="265"/>
                  </a:lnTo>
                  <a:lnTo>
                    <a:pt x="599" y="236"/>
                  </a:lnTo>
                  <a:lnTo>
                    <a:pt x="1062" y="236"/>
                  </a:lnTo>
                  <a:close/>
                  <a:moveTo>
                    <a:pt x="597" y="234"/>
                  </a:moveTo>
                  <a:lnTo>
                    <a:pt x="7" y="234"/>
                  </a:lnTo>
                  <a:lnTo>
                    <a:pt x="264" y="2"/>
                  </a:lnTo>
                  <a:lnTo>
                    <a:pt x="597" y="2"/>
                  </a:lnTo>
                  <a:lnTo>
                    <a:pt x="597" y="23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8" name="Google Shape;1858;p33">
              <a:extLst>
                <a:ext uri="{FF2B5EF4-FFF2-40B4-BE49-F238E27FC236}">
                  <a16:creationId xmlns:a16="http://schemas.microsoft.com/office/drawing/2014/main" id="{163F0737-2C92-DB6A-2AE3-A267FAF74F7C}"/>
                </a:ext>
              </a:extLst>
            </p:cNvPr>
            <p:cNvSpPr/>
            <p:nvPr/>
          </p:nvSpPr>
          <p:spPr>
            <a:xfrm flipH="1">
              <a:off x="872625" y="3041515"/>
              <a:ext cx="1284600" cy="69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42857199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10"/>
        <p:cNvGrpSpPr/>
        <p:nvPr/>
      </p:nvGrpSpPr>
      <p:grpSpPr>
        <a:xfrm>
          <a:off x="0" y="0"/>
          <a:ext cx="0" cy="0"/>
          <a:chOff x="0" y="0"/>
          <a:chExt cx="0" cy="0"/>
        </a:xfrm>
      </p:grpSpPr>
      <p:sp>
        <p:nvSpPr>
          <p:cNvPr id="2211" name="Google Shape;2211;p38"/>
          <p:cNvSpPr txBox="1">
            <a:spLocks noGrp="1"/>
          </p:cNvSpPr>
          <p:nvPr>
            <p:ph type="title"/>
          </p:nvPr>
        </p:nvSpPr>
        <p:spPr>
          <a:xfrm>
            <a:off x="1919699" y="590025"/>
            <a:ext cx="7017267" cy="636900"/>
          </a:xfrm>
          <a:prstGeom prst="rect">
            <a:avLst/>
          </a:prstGeom>
        </p:spPr>
        <p:txBody>
          <a:bodyPr spcFirstLastPara="1" wrap="square" lIns="91425" tIns="91425" rIns="91425" bIns="91425" anchor="b" anchorCtr="0">
            <a:noAutofit/>
          </a:bodyPr>
          <a:lstStyle/>
          <a:p>
            <a:r>
              <a:rPr lang="en-US" sz="2400" dirty="0"/>
              <a:t>Lack of Direct Ridership Forecasting</a:t>
            </a:r>
            <a:endParaRPr lang="en-MY" sz="1800" dirty="0">
              <a:effectLst/>
            </a:endParaRPr>
          </a:p>
        </p:txBody>
      </p:sp>
      <p:sp>
        <p:nvSpPr>
          <p:cNvPr id="2215" name="Google Shape;2215;p38"/>
          <p:cNvSpPr txBox="1">
            <a:spLocks noGrp="1"/>
          </p:cNvSpPr>
          <p:nvPr>
            <p:ph type="title" idx="2"/>
          </p:nvPr>
        </p:nvSpPr>
        <p:spPr>
          <a:xfrm>
            <a:off x="2492023" y="1720284"/>
            <a:ext cx="6177523" cy="636900"/>
          </a:xfrm>
          <a:prstGeom prst="rect">
            <a:avLst/>
          </a:prstGeom>
        </p:spPr>
        <p:txBody>
          <a:bodyPr spcFirstLastPara="1" wrap="square" lIns="91425" tIns="91425" rIns="91425" bIns="91425" anchor="b" anchorCtr="0">
            <a:noAutofit/>
          </a:bodyPr>
          <a:lstStyle/>
          <a:p>
            <a:pPr marL="0" lvl="0" indent="0"/>
            <a:r>
              <a:rPr lang="en-MY" sz="2400" dirty="0"/>
              <a:t>Methodological Lag &amp; Geographical Under-representation in Malaysia</a:t>
            </a:r>
            <a:endParaRPr lang="en-US" sz="2400" dirty="0"/>
          </a:p>
        </p:txBody>
      </p:sp>
      <p:sp>
        <p:nvSpPr>
          <p:cNvPr id="2216" name="Google Shape;2216;p38"/>
          <p:cNvSpPr txBox="1">
            <a:spLocks noGrp="1"/>
          </p:cNvSpPr>
          <p:nvPr>
            <p:ph type="title" idx="4"/>
          </p:nvPr>
        </p:nvSpPr>
        <p:spPr>
          <a:xfrm>
            <a:off x="3064347" y="2573525"/>
            <a:ext cx="5777727" cy="636900"/>
          </a:xfrm>
          <a:prstGeom prst="rect">
            <a:avLst/>
          </a:prstGeom>
        </p:spPr>
        <p:txBody>
          <a:bodyPr spcFirstLastPara="1" wrap="square" lIns="91425" tIns="91425" rIns="91425" bIns="91425" anchor="b" anchorCtr="0">
            <a:noAutofit/>
          </a:bodyPr>
          <a:lstStyle/>
          <a:p>
            <a:pPr marL="0" lvl="0" indent="0"/>
            <a:r>
              <a:rPr lang="en-MY" sz="2400" dirty="0"/>
              <a:t>Limited Multi-Source Data Fusion</a:t>
            </a:r>
          </a:p>
        </p:txBody>
      </p:sp>
      <p:cxnSp>
        <p:nvCxnSpPr>
          <p:cNvPr id="2217" name="Google Shape;2217;p38"/>
          <p:cNvCxnSpPr>
            <a:cxnSpLocks/>
          </p:cNvCxnSpPr>
          <p:nvPr/>
        </p:nvCxnSpPr>
        <p:spPr>
          <a:xfrm>
            <a:off x="-231900" y="908475"/>
            <a:ext cx="1948557" cy="0"/>
          </a:xfrm>
          <a:prstGeom prst="straightConnector1">
            <a:avLst/>
          </a:prstGeom>
          <a:noFill/>
          <a:ln w="9525" cap="flat" cmpd="sng">
            <a:solidFill>
              <a:schemeClr val="dk1"/>
            </a:solidFill>
            <a:prstDash val="solid"/>
            <a:round/>
            <a:headEnd type="none" w="med" len="med"/>
            <a:tailEnd type="diamond" w="med" len="med"/>
          </a:ln>
        </p:spPr>
      </p:cxnSp>
      <p:cxnSp>
        <p:nvCxnSpPr>
          <p:cNvPr id="2218" name="Google Shape;2218;p38"/>
          <p:cNvCxnSpPr>
            <a:cxnSpLocks/>
          </p:cNvCxnSpPr>
          <p:nvPr/>
        </p:nvCxnSpPr>
        <p:spPr>
          <a:xfrm>
            <a:off x="-113476" y="1891275"/>
            <a:ext cx="2295959" cy="0"/>
          </a:xfrm>
          <a:prstGeom prst="straightConnector1">
            <a:avLst/>
          </a:prstGeom>
          <a:noFill/>
          <a:ln w="9525" cap="flat" cmpd="sng">
            <a:solidFill>
              <a:schemeClr val="dk1"/>
            </a:solidFill>
            <a:prstDash val="solid"/>
            <a:round/>
            <a:headEnd type="none" w="med" len="med"/>
            <a:tailEnd type="diamond" w="med" len="med"/>
          </a:ln>
        </p:spPr>
      </p:cxnSp>
      <p:cxnSp>
        <p:nvCxnSpPr>
          <p:cNvPr id="2219" name="Google Shape;2219;p38"/>
          <p:cNvCxnSpPr>
            <a:cxnSpLocks/>
          </p:cNvCxnSpPr>
          <p:nvPr/>
        </p:nvCxnSpPr>
        <p:spPr>
          <a:xfrm>
            <a:off x="-1352" y="2891975"/>
            <a:ext cx="2770431" cy="0"/>
          </a:xfrm>
          <a:prstGeom prst="straightConnector1">
            <a:avLst/>
          </a:prstGeom>
          <a:noFill/>
          <a:ln w="9525" cap="flat" cmpd="sng">
            <a:solidFill>
              <a:schemeClr val="dk1"/>
            </a:solidFill>
            <a:prstDash val="solid"/>
            <a:round/>
            <a:headEnd type="none" w="med" len="med"/>
            <a:tailEnd type="diamond" w="med" len="med"/>
          </a:ln>
        </p:spPr>
      </p:cxnSp>
      <p:grpSp>
        <p:nvGrpSpPr>
          <p:cNvPr id="2220" name="Google Shape;2220;p38"/>
          <p:cNvGrpSpPr/>
          <p:nvPr/>
        </p:nvGrpSpPr>
        <p:grpSpPr>
          <a:xfrm>
            <a:off x="5183306" y="3954530"/>
            <a:ext cx="2936882" cy="783834"/>
            <a:chOff x="5219406" y="3885445"/>
            <a:chExt cx="2936882" cy="783834"/>
          </a:xfrm>
        </p:grpSpPr>
        <p:grpSp>
          <p:nvGrpSpPr>
            <p:cNvPr id="2221" name="Google Shape;2221;p38"/>
            <p:cNvGrpSpPr/>
            <p:nvPr/>
          </p:nvGrpSpPr>
          <p:grpSpPr>
            <a:xfrm>
              <a:off x="5219406" y="4100236"/>
              <a:ext cx="207620" cy="568826"/>
              <a:chOff x="6178550" y="415926"/>
              <a:chExt cx="774700" cy="2122487"/>
            </a:xfrm>
          </p:grpSpPr>
          <p:sp>
            <p:nvSpPr>
              <p:cNvPr id="2222" name="Google Shape;2222;p38"/>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3" name="Google Shape;2223;p38"/>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4" name="Google Shape;2224;p38"/>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5" name="Google Shape;2225;p38"/>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6" name="Google Shape;2226;p38"/>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7" name="Google Shape;2227;p38"/>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8" name="Google Shape;2228;p38"/>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9" name="Google Shape;2229;p38"/>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230" name="Google Shape;2230;p38"/>
            <p:cNvGrpSpPr/>
            <p:nvPr/>
          </p:nvGrpSpPr>
          <p:grpSpPr>
            <a:xfrm>
              <a:off x="5588181" y="4223891"/>
              <a:ext cx="162532" cy="445298"/>
              <a:chOff x="6178550" y="415926"/>
              <a:chExt cx="774700" cy="2122487"/>
            </a:xfrm>
          </p:grpSpPr>
          <p:sp>
            <p:nvSpPr>
              <p:cNvPr id="2231" name="Google Shape;2231;p38"/>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2" name="Google Shape;2232;p38"/>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3" name="Google Shape;2233;p38"/>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4" name="Google Shape;2234;p38"/>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5" name="Google Shape;2235;p38"/>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6" name="Google Shape;2236;p38"/>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7" name="Google Shape;2237;p38"/>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8" name="Google Shape;2238;p38"/>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239" name="Google Shape;2239;p38"/>
            <p:cNvGrpSpPr/>
            <p:nvPr/>
          </p:nvGrpSpPr>
          <p:grpSpPr>
            <a:xfrm>
              <a:off x="5908144" y="3885445"/>
              <a:ext cx="286097" cy="783834"/>
              <a:chOff x="6178550" y="415926"/>
              <a:chExt cx="774700" cy="2122487"/>
            </a:xfrm>
          </p:grpSpPr>
          <p:sp>
            <p:nvSpPr>
              <p:cNvPr id="2240" name="Google Shape;2240;p38"/>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41" name="Google Shape;2241;p38"/>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42" name="Google Shape;2242;p38"/>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43" name="Google Shape;2243;p38"/>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44" name="Google Shape;2244;p38"/>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45" name="Google Shape;2245;p38"/>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46" name="Google Shape;2246;p38"/>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47" name="Google Shape;2247;p38"/>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248" name="Google Shape;2248;p38"/>
            <p:cNvGrpSpPr/>
            <p:nvPr/>
          </p:nvGrpSpPr>
          <p:grpSpPr>
            <a:xfrm>
              <a:off x="6318344" y="3885445"/>
              <a:ext cx="286097" cy="783834"/>
              <a:chOff x="6178550" y="415926"/>
              <a:chExt cx="774700" cy="2122487"/>
            </a:xfrm>
          </p:grpSpPr>
          <p:sp>
            <p:nvSpPr>
              <p:cNvPr id="2249" name="Google Shape;2249;p38"/>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50" name="Google Shape;2250;p38"/>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51" name="Google Shape;2251;p38"/>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52" name="Google Shape;2252;p38"/>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53" name="Google Shape;2253;p38"/>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54" name="Google Shape;2254;p38"/>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55" name="Google Shape;2255;p38"/>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56" name="Google Shape;2256;p38"/>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257" name="Google Shape;2257;p38"/>
            <p:cNvGrpSpPr/>
            <p:nvPr/>
          </p:nvGrpSpPr>
          <p:grpSpPr>
            <a:xfrm>
              <a:off x="7722606" y="4223891"/>
              <a:ext cx="162532" cy="445298"/>
              <a:chOff x="6178550" y="415926"/>
              <a:chExt cx="774700" cy="2122487"/>
            </a:xfrm>
          </p:grpSpPr>
          <p:sp>
            <p:nvSpPr>
              <p:cNvPr id="2258" name="Google Shape;2258;p38"/>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59" name="Google Shape;2259;p38"/>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60" name="Google Shape;2260;p38"/>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61" name="Google Shape;2261;p38"/>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62" name="Google Shape;2262;p38"/>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63" name="Google Shape;2263;p38"/>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64" name="Google Shape;2264;p38"/>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65" name="Google Shape;2265;p38"/>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266" name="Google Shape;2266;p38"/>
            <p:cNvGrpSpPr/>
            <p:nvPr/>
          </p:nvGrpSpPr>
          <p:grpSpPr>
            <a:xfrm>
              <a:off x="7993756" y="4223891"/>
              <a:ext cx="162532" cy="445298"/>
              <a:chOff x="6178550" y="415926"/>
              <a:chExt cx="774700" cy="2122487"/>
            </a:xfrm>
          </p:grpSpPr>
          <p:sp>
            <p:nvSpPr>
              <p:cNvPr id="2267" name="Google Shape;2267;p38"/>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68" name="Google Shape;2268;p38"/>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69" name="Google Shape;2269;p38"/>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70" name="Google Shape;2270;p38"/>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71" name="Google Shape;2271;p38"/>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72" name="Google Shape;2272;p38"/>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73" name="Google Shape;2273;p38"/>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74" name="Google Shape;2274;p38"/>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2275" name="Google Shape;2275;p38"/>
          <p:cNvSpPr/>
          <p:nvPr/>
        </p:nvSpPr>
        <p:spPr>
          <a:xfrm flipH="1">
            <a:off x="-738951" y="3384242"/>
            <a:ext cx="1454049" cy="218028"/>
          </a:xfrm>
          <a:custGeom>
            <a:avLst/>
            <a:gdLst/>
            <a:ahLst/>
            <a:cxnLst/>
            <a:rect l="l" t="t" r="r" b="b"/>
            <a:pathLst>
              <a:path w="1653" h="249" extrusionOk="0">
                <a:moveTo>
                  <a:pt x="1653" y="249"/>
                </a:moveTo>
                <a:cubicBezTo>
                  <a:pt x="1606" y="213"/>
                  <a:pt x="1553" y="193"/>
                  <a:pt x="1498" y="193"/>
                </a:cubicBezTo>
                <a:cubicBezTo>
                  <a:pt x="1487" y="193"/>
                  <a:pt x="1477" y="193"/>
                  <a:pt x="1467" y="195"/>
                </a:cubicBezTo>
                <a:cubicBezTo>
                  <a:pt x="1440" y="166"/>
                  <a:pt x="1410" y="144"/>
                  <a:pt x="1379" y="128"/>
                </a:cubicBezTo>
                <a:cubicBezTo>
                  <a:pt x="1351" y="205"/>
                  <a:pt x="1351" y="205"/>
                  <a:pt x="1351" y="205"/>
                </a:cubicBezTo>
                <a:cubicBezTo>
                  <a:pt x="1364" y="121"/>
                  <a:pt x="1364" y="121"/>
                  <a:pt x="1364" y="121"/>
                </a:cubicBezTo>
                <a:cubicBezTo>
                  <a:pt x="1353" y="116"/>
                  <a:pt x="1342" y="112"/>
                  <a:pt x="1331" y="109"/>
                </a:cubicBezTo>
                <a:cubicBezTo>
                  <a:pt x="1331" y="175"/>
                  <a:pt x="1331" y="175"/>
                  <a:pt x="1331" y="175"/>
                </a:cubicBezTo>
                <a:cubicBezTo>
                  <a:pt x="1315" y="105"/>
                  <a:pt x="1315" y="105"/>
                  <a:pt x="1315" y="105"/>
                </a:cubicBezTo>
                <a:cubicBezTo>
                  <a:pt x="1300" y="102"/>
                  <a:pt x="1285" y="101"/>
                  <a:pt x="1270" y="101"/>
                </a:cubicBezTo>
                <a:cubicBezTo>
                  <a:pt x="1242" y="101"/>
                  <a:pt x="1215" y="106"/>
                  <a:pt x="1189" y="116"/>
                </a:cubicBezTo>
                <a:cubicBezTo>
                  <a:pt x="1178" y="96"/>
                  <a:pt x="1166" y="78"/>
                  <a:pt x="1154" y="63"/>
                </a:cubicBezTo>
                <a:cubicBezTo>
                  <a:pt x="1132" y="115"/>
                  <a:pt x="1132" y="115"/>
                  <a:pt x="1132" y="115"/>
                </a:cubicBezTo>
                <a:cubicBezTo>
                  <a:pt x="1147" y="65"/>
                  <a:pt x="1147" y="65"/>
                  <a:pt x="1147" y="65"/>
                </a:cubicBezTo>
                <a:cubicBezTo>
                  <a:pt x="1105" y="134"/>
                  <a:pt x="1105" y="134"/>
                  <a:pt x="1105" y="134"/>
                </a:cubicBezTo>
                <a:cubicBezTo>
                  <a:pt x="1140" y="46"/>
                  <a:pt x="1140" y="46"/>
                  <a:pt x="1140" y="46"/>
                </a:cubicBezTo>
                <a:cubicBezTo>
                  <a:pt x="1127" y="32"/>
                  <a:pt x="1113" y="21"/>
                  <a:pt x="1098" y="13"/>
                </a:cubicBezTo>
                <a:cubicBezTo>
                  <a:pt x="1076" y="71"/>
                  <a:pt x="1076" y="71"/>
                  <a:pt x="1076" y="71"/>
                </a:cubicBezTo>
                <a:cubicBezTo>
                  <a:pt x="1089" y="9"/>
                  <a:pt x="1089" y="9"/>
                  <a:pt x="1089" y="9"/>
                </a:cubicBezTo>
                <a:cubicBezTo>
                  <a:pt x="1086" y="7"/>
                  <a:pt x="1083" y="6"/>
                  <a:pt x="1080" y="5"/>
                </a:cubicBezTo>
                <a:cubicBezTo>
                  <a:pt x="1076" y="40"/>
                  <a:pt x="1076" y="40"/>
                  <a:pt x="1076" y="40"/>
                </a:cubicBezTo>
                <a:cubicBezTo>
                  <a:pt x="1076" y="4"/>
                  <a:pt x="1076" y="4"/>
                  <a:pt x="1076" y="4"/>
                </a:cubicBezTo>
                <a:cubicBezTo>
                  <a:pt x="1067" y="1"/>
                  <a:pt x="1058" y="0"/>
                  <a:pt x="1049" y="0"/>
                </a:cubicBezTo>
                <a:cubicBezTo>
                  <a:pt x="1023" y="0"/>
                  <a:pt x="999" y="10"/>
                  <a:pt x="976" y="29"/>
                </a:cubicBezTo>
                <a:cubicBezTo>
                  <a:pt x="988" y="138"/>
                  <a:pt x="988" y="138"/>
                  <a:pt x="988" y="138"/>
                </a:cubicBezTo>
                <a:cubicBezTo>
                  <a:pt x="970" y="34"/>
                  <a:pt x="970" y="34"/>
                  <a:pt x="970" y="34"/>
                </a:cubicBezTo>
                <a:cubicBezTo>
                  <a:pt x="967" y="37"/>
                  <a:pt x="964" y="40"/>
                  <a:pt x="961" y="43"/>
                </a:cubicBezTo>
                <a:cubicBezTo>
                  <a:pt x="972" y="91"/>
                  <a:pt x="972" y="91"/>
                  <a:pt x="972" y="91"/>
                </a:cubicBezTo>
                <a:cubicBezTo>
                  <a:pt x="957" y="60"/>
                  <a:pt x="957" y="60"/>
                  <a:pt x="957" y="60"/>
                </a:cubicBezTo>
                <a:cubicBezTo>
                  <a:pt x="970" y="146"/>
                  <a:pt x="970" y="146"/>
                  <a:pt x="970" y="146"/>
                </a:cubicBezTo>
                <a:cubicBezTo>
                  <a:pt x="941" y="65"/>
                  <a:pt x="941" y="65"/>
                  <a:pt x="941" y="65"/>
                </a:cubicBezTo>
                <a:cubicBezTo>
                  <a:pt x="929" y="81"/>
                  <a:pt x="918" y="99"/>
                  <a:pt x="908" y="118"/>
                </a:cubicBezTo>
                <a:cubicBezTo>
                  <a:pt x="946" y="171"/>
                  <a:pt x="946" y="171"/>
                  <a:pt x="946" y="171"/>
                </a:cubicBezTo>
                <a:cubicBezTo>
                  <a:pt x="901" y="132"/>
                  <a:pt x="901" y="132"/>
                  <a:pt x="901" y="132"/>
                </a:cubicBezTo>
                <a:cubicBezTo>
                  <a:pt x="896" y="141"/>
                  <a:pt x="892" y="150"/>
                  <a:pt x="888" y="160"/>
                </a:cubicBezTo>
                <a:cubicBezTo>
                  <a:pt x="873" y="157"/>
                  <a:pt x="858" y="155"/>
                  <a:pt x="842" y="155"/>
                </a:cubicBezTo>
                <a:cubicBezTo>
                  <a:pt x="814" y="155"/>
                  <a:pt x="786" y="161"/>
                  <a:pt x="760" y="171"/>
                </a:cubicBezTo>
                <a:cubicBezTo>
                  <a:pt x="757" y="166"/>
                  <a:pt x="754" y="162"/>
                  <a:pt x="752" y="158"/>
                </a:cubicBezTo>
                <a:cubicBezTo>
                  <a:pt x="706" y="188"/>
                  <a:pt x="706" y="188"/>
                  <a:pt x="706" y="188"/>
                </a:cubicBezTo>
                <a:cubicBezTo>
                  <a:pt x="745" y="147"/>
                  <a:pt x="745" y="147"/>
                  <a:pt x="745" y="147"/>
                </a:cubicBezTo>
                <a:cubicBezTo>
                  <a:pt x="734" y="132"/>
                  <a:pt x="723" y="118"/>
                  <a:pt x="711" y="106"/>
                </a:cubicBezTo>
                <a:cubicBezTo>
                  <a:pt x="682" y="168"/>
                  <a:pt x="682" y="168"/>
                  <a:pt x="682" y="168"/>
                </a:cubicBezTo>
                <a:cubicBezTo>
                  <a:pt x="696" y="102"/>
                  <a:pt x="696" y="102"/>
                  <a:pt x="696" y="102"/>
                </a:cubicBezTo>
                <a:cubicBezTo>
                  <a:pt x="680" y="125"/>
                  <a:pt x="680" y="125"/>
                  <a:pt x="680" y="125"/>
                </a:cubicBezTo>
                <a:cubicBezTo>
                  <a:pt x="692" y="88"/>
                  <a:pt x="692" y="88"/>
                  <a:pt x="692" y="88"/>
                </a:cubicBezTo>
                <a:cubicBezTo>
                  <a:pt x="689" y="86"/>
                  <a:pt x="686" y="83"/>
                  <a:pt x="682" y="81"/>
                </a:cubicBezTo>
                <a:cubicBezTo>
                  <a:pt x="665" y="162"/>
                  <a:pt x="665" y="162"/>
                  <a:pt x="665" y="162"/>
                </a:cubicBezTo>
                <a:cubicBezTo>
                  <a:pt x="676" y="77"/>
                  <a:pt x="676" y="77"/>
                  <a:pt x="676" y="77"/>
                </a:cubicBezTo>
                <a:cubicBezTo>
                  <a:pt x="653" y="62"/>
                  <a:pt x="629" y="54"/>
                  <a:pt x="604" y="54"/>
                </a:cubicBezTo>
                <a:cubicBezTo>
                  <a:pt x="595" y="54"/>
                  <a:pt x="585" y="56"/>
                  <a:pt x="577" y="58"/>
                </a:cubicBezTo>
                <a:cubicBezTo>
                  <a:pt x="577" y="86"/>
                  <a:pt x="577" y="86"/>
                  <a:pt x="577" y="86"/>
                </a:cubicBezTo>
                <a:cubicBezTo>
                  <a:pt x="572" y="59"/>
                  <a:pt x="572" y="59"/>
                  <a:pt x="572" y="59"/>
                </a:cubicBezTo>
                <a:cubicBezTo>
                  <a:pt x="569" y="59"/>
                  <a:pt x="566" y="60"/>
                  <a:pt x="563" y="61"/>
                </a:cubicBezTo>
                <a:cubicBezTo>
                  <a:pt x="577" y="110"/>
                  <a:pt x="577" y="110"/>
                  <a:pt x="577" y="110"/>
                </a:cubicBezTo>
                <a:cubicBezTo>
                  <a:pt x="554" y="65"/>
                  <a:pt x="554" y="65"/>
                  <a:pt x="554" y="65"/>
                </a:cubicBezTo>
                <a:cubicBezTo>
                  <a:pt x="540" y="71"/>
                  <a:pt x="526" y="79"/>
                  <a:pt x="513" y="90"/>
                </a:cubicBezTo>
                <a:cubicBezTo>
                  <a:pt x="548" y="159"/>
                  <a:pt x="548" y="159"/>
                  <a:pt x="548" y="159"/>
                </a:cubicBezTo>
                <a:cubicBezTo>
                  <a:pt x="506" y="106"/>
                  <a:pt x="506" y="106"/>
                  <a:pt x="506" y="106"/>
                </a:cubicBezTo>
                <a:cubicBezTo>
                  <a:pt x="521" y="144"/>
                  <a:pt x="521" y="144"/>
                  <a:pt x="521" y="144"/>
                </a:cubicBezTo>
                <a:cubicBezTo>
                  <a:pt x="498" y="104"/>
                  <a:pt x="498" y="104"/>
                  <a:pt x="498" y="104"/>
                </a:cubicBezTo>
                <a:cubicBezTo>
                  <a:pt x="486" y="115"/>
                  <a:pt x="475" y="129"/>
                  <a:pt x="464" y="145"/>
                </a:cubicBezTo>
                <a:cubicBezTo>
                  <a:pt x="438" y="137"/>
                  <a:pt x="410" y="133"/>
                  <a:pt x="382" y="133"/>
                </a:cubicBezTo>
                <a:cubicBezTo>
                  <a:pt x="367" y="133"/>
                  <a:pt x="352" y="134"/>
                  <a:pt x="338" y="137"/>
                </a:cubicBezTo>
                <a:cubicBezTo>
                  <a:pt x="321" y="191"/>
                  <a:pt x="321" y="191"/>
                  <a:pt x="321" y="191"/>
                </a:cubicBezTo>
                <a:cubicBezTo>
                  <a:pt x="321" y="140"/>
                  <a:pt x="321" y="140"/>
                  <a:pt x="321" y="140"/>
                </a:cubicBezTo>
                <a:cubicBezTo>
                  <a:pt x="310" y="142"/>
                  <a:pt x="299" y="145"/>
                  <a:pt x="289" y="149"/>
                </a:cubicBezTo>
                <a:cubicBezTo>
                  <a:pt x="301" y="215"/>
                  <a:pt x="301" y="215"/>
                  <a:pt x="301" y="215"/>
                </a:cubicBezTo>
                <a:cubicBezTo>
                  <a:pt x="274" y="154"/>
                  <a:pt x="274" y="154"/>
                  <a:pt x="274" y="154"/>
                </a:cubicBezTo>
                <a:cubicBezTo>
                  <a:pt x="242" y="167"/>
                  <a:pt x="213" y="184"/>
                  <a:pt x="186" y="207"/>
                </a:cubicBezTo>
                <a:cubicBezTo>
                  <a:pt x="175" y="206"/>
                  <a:pt x="165" y="205"/>
                  <a:pt x="155" y="205"/>
                </a:cubicBezTo>
                <a:cubicBezTo>
                  <a:pt x="99" y="205"/>
                  <a:pt x="47" y="221"/>
                  <a:pt x="0" y="249"/>
                </a:cubicBezTo>
                <a:lnTo>
                  <a:pt x="1653" y="249"/>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2342;p39">
            <a:extLst>
              <a:ext uri="{FF2B5EF4-FFF2-40B4-BE49-F238E27FC236}">
                <a16:creationId xmlns:a16="http://schemas.microsoft.com/office/drawing/2014/main" id="{518FC7C9-191A-7137-3D0A-CCC2F136D8F9}"/>
              </a:ext>
            </a:extLst>
          </p:cNvPr>
          <p:cNvSpPr txBox="1">
            <a:spLocks noGrp="1"/>
          </p:cNvSpPr>
          <p:nvPr>
            <p:ph type="subTitle" idx="1"/>
          </p:nvPr>
        </p:nvSpPr>
        <p:spPr>
          <a:xfrm>
            <a:off x="137505" y="131096"/>
            <a:ext cx="4395000" cy="4245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dirty="0"/>
              <a:t>Research gaps are identified as below:</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79"/>
        <p:cNvGrpSpPr/>
        <p:nvPr/>
      </p:nvGrpSpPr>
      <p:grpSpPr>
        <a:xfrm>
          <a:off x="0" y="0"/>
          <a:ext cx="0" cy="0"/>
          <a:chOff x="0" y="0"/>
          <a:chExt cx="0" cy="0"/>
        </a:xfrm>
      </p:grpSpPr>
      <p:grpSp>
        <p:nvGrpSpPr>
          <p:cNvPr id="2280" name="Google Shape;2280;p39"/>
          <p:cNvGrpSpPr/>
          <p:nvPr/>
        </p:nvGrpSpPr>
        <p:grpSpPr>
          <a:xfrm>
            <a:off x="-1825649" y="3143212"/>
            <a:ext cx="6203950" cy="565150"/>
            <a:chOff x="1168401" y="2498362"/>
            <a:chExt cx="6203950" cy="565150"/>
          </a:xfrm>
        </p:grpSpPr>
        <p:sp>
          <p:nvSpPr>
            <p:cNvPr id="2281" name="Google Shape;2281;p39"/>
            <p:cNvSpPr/>
            <p:nvPr/>
          </p:nvSpPr>
          <p:spPr>
            <a:xfrm>
              <a:off x="3708401" y="2534875"/>
              <a:ext cx="127000" cy="528637"/>
            </a:xfrm>
            <a:custGeom>
              <a:avLst/>
              <a:gdLst/>
              <a:ahLst/>
              <a:cxnLst/>
              <a:rect l="l" t="t" r="r" b="b"/>
              <a:pathLst>
                <a:path w="69" h="289" extrusionOk="0">
                  <a:moveTo>
                    <a:pt x="69" y="268"/>
                  </a:moveTo>
                  <a:cubicBezTo>
                    <a:pt x="69" y="279"/>
                    <a:pt x="60" y="289"/>
                    <a:pt x="48" y="289"/>
                  </a:cubicBezTo>
                  <a:cubicBezTo>
                    <a:pt x="21" y="289"/>
                    <a:pt x="21" y="289"/>
                    <a:pt x="21" y="289"/>
                  </a:cubicBezTo>
                  <a:cubicBezTo>
                    <a:pt x="10" y="289"/>
                    <a:pt x="0" y="279"/>
                    <a:pt x="0" y="268"/>
                  </a:cubicBezTo>
                  <a:cubicBezTo>
                    <a:pt x="0" y="21"/>
                    <a:pt x="0" y="21"/>
                    <a:pt x="0" y="21"/>
                  </a:cubicBezTo>
                  <a:cubicBezTo>
                    <a:pt x="0" y="9"/>
                    <a:pt x="10" y="0"/>
                    <a:pt x="21" y="0"/>
                  </a:cubicBezTo>
                  <a:cubicBezTo>
                    <a:pt x="48" y="0"/>
                    <a:pt x="48" y="0"/>
                    <a:pt x="48" y="0"/>
                  </a:cubicBezTo>
                  <a:cubicBezTo>
                    <a:pt x="60" y="0"/>
                    <a:pt x="69" y="9"/>
                    <a:pt x="69" y="21"/>
                  </a:cubicBezTo>
                  <a:cubicBezTo>
                    <a:pt x="69" y="268"/>
                    <a:pt x="69" y="268"/>
                    <a:pt x="69" y="268"/>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82" name="Google Shape;2282;p39"/>
            <p:cNvSpPr/>
            <p:nvPr/>
          </p:nvSpPr>
          <p:spPr>
            <a:xfrm>
              <a:off x="1168401" y="2534875"/>
              <a:ext cx="80963" cy="528637"/>
            </a:xfrm>
            <a:custGeom>
              <a:avLst/>
              <a:gdLst/>
              <a:ahLst/>
              <a:cxnLst/>
              <a:rect l="l" t="t" r="r" b="b"/>
              <a:pathLst>
                <a:path w="44" h="289" extrusionOk="0">
                  <a:moveTo>
                    <a:pt x="23" y="0"/>
                  </a:moveTo>
                  <a:cubicBezTo>
                    <a:pt x="0" y="0"/>
                    <a:pt x="0" y="0"/>
                    <a:pt x="0" y="0"/>
                  </a:cubicBezTo>
                  <a:cubicBezTo>
                    <a:pt x="0" y="289"/>
                    <a:pt x="0" y="289"/>
                    <a:pt x="0" y="289"/>
                  </a:cubicBezTo>
                  <a:cubicBezTo>
                    <a:pt x="23" y="289"/>
                    <a:pt x="23" y="289"/>
                    <a:pt x="23" y="289"/>
                  </a:cubicBezTo>
                  <a:cubicBezTo>
                    <a:pt x="34" y="289"/>
                    <a:pt x="44" y="279"/>
                    <a:pt x="44" y="268"/>
                  </a:cubicBezTo>
                  <a:cubicBezTo>
                    <a:pt x="44" y="21"/>
                    <a:pt x="44" y="21"/>
                    <a:pt x="44" y="21"/>
                  </a:cubicBezTo>
                  <a:cubicBezTo>
                    <a:pt x="44" y="9"/>
                    <a:pt x="34" y="0"/>
                    <a:pt x="23" y="0"/>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83" name="Google Shape;2283;p39"/>
            <p:cNvSpPr/>
            <p:nvPr/>
          </p:nvSpPr>
          <p:spPr>
            <a:xfrm>
              <a:off x="1208088" y="2498362"/>
              <a:ext cx="2532063" cy="565150"/>
            </a:xfrm>
            <a:custGeom>
              <a:avLst/>
              <a:gdLst/>
              <a:ahLst/>
              <a:cxnLst/>
              <a:rect l="l" t="t" r="r" b="b"/>
              <a:pathLst>
                <a:path w="1384" h="309" extrusionOk="0">
                  <a:moveTo>
                    <a:pt x="1366" y="0"/>
                  </a:moveTo>
                  <a:cubicBezTo>
                    <a:pt x="17" y="0"/>
                    <a:pt x="17" y="0"/>
                    <a:pt x="17" y="0"/>
                  </a:cubicBezTo>
                  <a:cubicBezTo>
                    <a:pt x="8" y="0"/>
                    <a:pt x="0" y="8"/>
                    <a:pt x="0" y="17"/>
                  </a:cubicBezTo>
                  <a:cubicBezTo>
                    <a:pt x="0" y="291"/>
                    <a:pt x="0" y="291"/>
                    <a:pt x="0" y="291"/>
                  </a:cubicBezTo>
                  <a:cubicBezTo>
                    <a:pt x="0" y="301"/>
                    <a:pt x="8" y="309"/>
                    <a:pt x="17" y="309"/>
                  </a:cubicBezTo>
                  <a:cubicBezTo>
                    <a:pt x="1366" y="309"/>
                    <a:pt x="1366" y="309"/>
                    <a:pt x="1366" y="309"/>
                  </a:cubicBezTo>
                  <a:cubicBezTo>
                    <a:pt x="1376" y="309"/>
                    <a:pt x="1384" y="301"/>
                    <a:pt x="1384" y="291"/>
                  </a:cubicBezTo>
                  <a:cubicBezTo>
                    <a:pt x="1384" y="17"/>
                    <a:pt x="1384" y="17"/>
                    <a:pt x="1384" y="17"/>
                  </a:cubicBezTo>
                  <a:cubicBezTo>
                    <a:pt x="1384" y="8"/>
                    <a:pt x="1376" y="0"/>
                    <a:pt x="1366" y="0"/>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84" name="Google Shape;2284;p39"/>
            <p:cNvSpPr/>
            <p:nvPr/>
          </p:nvSpPr>
          <p:spPr>
            <a:xfrm>
              <a:off x="1787526" y="2990487"/>
              <a:ext cx="1371600" cy="73025"/>
            </a:xfrm>
            <a:custGeom>
              <a:avLst/>
              <a:gdLst/>
              <a:ahLst/>
              <a:cxnLst/>
              <a:rect l="l" t="t" r="r" b="b"/>
              <a:pathLst>
                <a:path w="750" h="40" extrusionOk="0">
                  <a:moveTo>
                    <a:pt x="750" y="40"/>
                  </a:moveTo>
                  <a:cubicBezTo>
                    <a:pt x="750" y="20"/>
                    <a:pt x="750" y="20"/>
                    <a:pt x="750" y="20"/>
                  </a:cubicBezTo>
                  <a:cubicBezTo>
                    <a:pt x="750" y="9"/>
                    <a:pt x="740" y="0"/>
                    <a:pt x="729" y="0"/>
                  </a:cubicBezTo>
                  <a:cubicBezTo>
                    <a:pt x="20" y="0"/>
                    <a:pt x="20" y="0"/>
                    <a:pt x="20" y="0"/>
                  </a:cubicBezTo>
                  <a:cubicBezTo>
                    <a:pt x="9" y="0"/>
                    <a:pt x="0" y="9"/>
                    <a:pt x="0" y="20"/>
                  </a:cubicBezTo>
                  <a:cubicBezTo>
                    <a:pt x="0" y="40"/>
                    <a:pt x="0" y="40"/>
                    <a:pt x="0" y="40"/>
                  </a:cubicBezTo>
                  <a:lnTo>
                    <a:pt x="750" y="4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85" name="Google Shape;2285;p39"/>
            <p:cNvSpPr/>
            <p:nvPr/>
          </p:nvSpPr>
          <p:spPr>
            <a:xfrm>
              <a:off x="1208088" y="2814275"/>
              <a:ext cx="2532063" cy="68262"/>
            </a:xfrm>
            <a:custGeom>
              <a:avLst/>
              <a:gdLst/>
              <a:ahLst/>
              <a:cxnLst/>
              <a:rect l="l" t="t" r="r" b="b"/>
              <a:pathLst>
                <a:path w="1384" h="37" extrusionOk="0">
                  <a:moveTo>
                    <a:pt x="1384" y="37"/>
                  </a:moveTo>
                  <a:cubicBezTo>
                    <a:pt x="1384" y="0"/>
                    <a:pt x="1384" y="0"/>
                    <a:pt x="1384" y="0"/>
                  </a:cubicBezTo>
                  <a:cubicBezTo>
                    <a:pt x="1377" y="0"/>
                    <a:pt x="1370" y="0"/>
                    <a:pt x="1363" y="0"/>
                  </a:cubicBezTo>
                  <a:cubicBezTo>
                    <a:pt x="0" y="0"/>
                    <a:pt x="0" y="0"/>
                    <a:pt x="0" y="0"/>
                  </a:cubicBezTo>
                  <a:cubicBezTo>
                    <a:pt x="0" y="37"/>
                    <a:pt x="0" y="37"/>
                    <a:pt x="0" y="37"/>
                  </a:cubicBezTo>
                  <a:cubicBezTo>
                    <a:pt x="1363" y="37"/>
                    <a:pt x="1363" y="37"/>
                    <a:pt x="1363" y="37"/>
                  </a:cubicBezTo>
                  <a:cubicBezTo>
                    <a:pt x="1370" y="37"/>
                    <a:pt x="1377" y="37"/>
                    <a:pt x="1384" y="37"/>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86" name="Google Shape;2286;p39"/>
            <p:cNvSpPr/>
            <p:nvPr/>
          </p:nvSpPr>
          <p:spPr>
            <a:xfrm>
              <a:off x="1208088" y="2969962"/>
              <a:ext cx="2532000" cy="33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87" name="Google Shape;2287;p39"/>
            <p:cNvSpPr/>
            <p:nvPr/>
          </p:nvSpPr>
          <p:spPr>
            <a:xfrm>
              <a:off x="3368676" y="2530112"/>
              <a:ext cx="196850" cy="427037"/>
            </a:xfrm>
            <a:custGeom>
              <a:avLst/>
              <a:gdLst/>
              <a:ahLst/>
              <a:cxnLst/>
              <a:rect l="l" t="t" r="r" b="b"/>
              <a:pathLst>
                <a:path w="108" h="234" extrusionOk="0">
                  <a:moveTo>
                    <a:pt x="108" y="193"/>
                  </a:moveTo>
                  <a:cubicBezTo>
                    <a:pt x="106" y="193"/>
                    <a:pt x="106" y="193"/>
                    <a:pt x="106" y="193"/>
                  </a:cubicBezTo>
                  <a:cubicBezTo>
                    <a:pt x="106" y="221"/>
                    <a:pt x="106" y="221"/>
                    <a:pt x="106" y="221"/>
                  </a:cubicBezTo>
                  <a:cubicBezTo>
                    <a:pt x="106" y="227"/>
                    <a:pt x="101" y="232"/>
                    <a:pt x="95" y="232"/>
                  </a:cubicBezTo>
                  <a:cubicBezTo>
                    <a:pt x="13" y="232"/>
                    <a:pt x="13" y="232"/>
                    <a:pt x="13" y="232"/>
                  </a:cubicBezTo>
                  <a:cubicBezTo>
                    <a:pt x="7" y="232"/>
                    <a:pt x="2" y="227"/>
                    <a:pt x="2" y="221"/>
                  </a:cubicBezTo>
                  <a:cubicBezTo>
                    <a:pt x="2" y="193"/>
                    <a:pt x="2" y="193"/>
                    <a:pt x="2" y="193"/>
                  </a:cubicBezTo>
                  <a:cubicBezTo>
                    <a:pt x="0" y="193"/>
                    <a:pt x="0" y="193"/>
                    <a:pt x="0" y="193"/>
                  </a:cubicBezTo>
                  <a:cubicBezTo>
                    <a:pt x="0" y="221"/>
                    <a:pt x="0" y="221"/>
                    <a:pt x="0" y="221"/>
                  </a:cubicBezTo>
                  <a:cubicBezTo>
                    <a:pt x="0" y="228"/>
                    <a:pt x="6" y="234"/>
                    <a:pt x="13" y="234"/>
                  </a:cubicBezTo>
                  <a:cubicBezTo>
                    <a:pt x="95" y="234"/>
                    <a:pt x="95" y="234"/>
                    <a:pt x="95" y="234"/>
                  </a:cubicBezTo>
                  <a:cubicBezTo>
                    <a:pt x="103" y="234"/>
                    <a:pt x="108" y="228"/>
                    <a:pt x="108" y="221"/>
                  </a:cubicBezTo>
                  <a:cubicBezTo>
                    <a:pt x="108" y="193"/>
                    <a:pt x="108" y="193"/>
                    <a:pt x="108" y="193"/>
                  </a:cubicBezTo>
                  <a:moveTo>
                    <a:pt x="95" y="0"/>
                  </a:moveTo>
                  <a:cubicBezTo>
                    <a:pt x="13" y="0"/>
                    <a:pt x="13" y="0"/>
                    <a:pt x="13" y="0"/>
                  </a:cubicBezTo>
                  <a:cubicBezTo>
                    <a:pt x="6" y="0"/>
                    <a:pt x="0" y="6"/>
                    <a:pt x="0" y="13"/>
                  </a:cubicBezTo>
                  <a:cubicBezTo>
                    <a:pt x="0" y="156"/>
                    <a:pt x="0" y="156"/>
                    <a:pt x="0" y="156"/>
                  </a:cubicBezTo>
                  <a:cubicBezTo>
                    <a:pt x="2" y="156"/>
                    <a:pt x="2" y="156"/>
                    <a:pt x="2" y="156"/>
                  </a:cubicBezTo>
                  <a:cubicBezTo>
                    <a:pt x="2" y="13"/>
                    <a:pt x="2" y="13"/>
                    <a:pt x="2" y="13"/>
                  </a:cubicBezTo>
                  <a:cubicBezTo>
                    <a:pt x="2" y="7"/>
                    <a:pt x="7" y="2"/>
                    <a:pt x="13" y="2"/>
                  </a:cubicBezTo>
                  <a:cubicBezTo>
                    <a:pt x="95" y="2"/>
                    <a:pt x="95" y="2"/>
                    <a:pt x="95" y="2"/>
                  </a:cubicBezTo>
                  <a:cubicBezTo>
                    <a:pt x="101" y="2"/>
                    <a:pt x="106" y="7"/>
                    <a:pt x="106" y="13"/>
                  </a:cubicBezTo>
                  <a:cubicBezTo>
                    <a:pt x="106" y="156"/>
                    <a:pt x="106" y="156"/>
                    <a:pt x="106" y="156"/>
                  </a:cubicBezTo>
                  <a:cubicBezTo>
                    <a:pt x="108" y="156"/>
                    <a:pt x="108" y="156"/>
                    <a:pt x="108" y="156"/>
                  </a:cubicBezTo>
                  <a:cubicBezTo>
                    <a:pt x="108" y="13"/>
                    <a:pt x="108" y="13"/>
                    <a:pt x="108" y="13"/>
                  </a:cubicBezTo>
                  <a:cubicBezTo>
                    <a:pt x="108" y="6"/>
                    <a:pt x="103" y="0"/>
                    <a:pt x="95" y="0"/>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88" name="Google Shape;2288;p39"/>
            <p:cNvSpPr/>
            <p:nvPr/>
          </p:nvSpPr>
          <p:spPr>
            <a:xfrm>
              <a:off x="3368676" y="2814275"/>
              <a:ext cx="196850" cy="68262"/>
            </a:xfrm>
            <a:custGeom>
              <a:avLst/>
              <a:gdLst/>
              <a:ahLst/>
              <a:cxnLst/>
              <a:rect l="l" t="t" r="r" b="b"/>
              <a:pathLst>
                <a:path w="124" h="43" extrusionOk="0">
                  <a:moveTo>
                    <a:pt x="2" y="0"/>
                  </a:moveTo>
                  <a:lnTo>
                    <a:pt x="0" y="0"/>
                  </a:lnTo>
                  <a:lnTo>
                    <a:pt x="0" y="43"/>
                  </a:lnTo>
                  <a:lnTo>
                    <a:pt x="2" y="43"/>
                  </a:lnTo>
                  <a:lnTo>
                    <a:pt x="2" y="0"/>
                  </a:lnTo>
                  <a:close/>
                  <a:moveTo>
                    <a:pt x="124" y="0"/>
                  </a:moveTo>
                  <a:lnTo>
                    <a:pt x="122" y="0"/>
                  </a:lnTo>
                  <a:lnTo>
                    <a:pt x="122" y="43"/>
                  </a:lnTo>
                  <a:lnTo>
                    <a:pt x="124" y="43"/>
                  </a:lnTo>
                  <a:lnTo>
                    <a:pt x="124" y="0"/>
                  </a:lnTo>
                  <a:close/>
                </a:path>
              </a:pathLst>
            </a:custGeom>
            <a:solidFill>
              <a:srgbClr val="BC45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89" name="Google Shape;2289;p39"/>
            <p:cNvSpPr/>
            <p:nvPr/>
          </p:nvSpPr>
          <p:spPr>
            <a:xfrm>
              <a:off x="1379538" y="2530112"/>
              <a:ext cx="196850" cy="427037"/>
            </a:xfrm>
            <a:custGeom>
              <a:avLst/>
              <a:gdLst/>
              <a:ahLst/>
              <a:cxnLst/>
              <a:rect l="l" t="t" r="r" b="b"/>
              <a:pathLst>
                <a:path w="108" h="234" extrusionOk="0">
                  <a:moveTo>
                    <a:pt x="108" y="193"/>
                  </a:moveTo>
                  <a:cubicBezTo>
                    <a:pt x="106" y="193"/>
                    <a:pt x="106" y="193"/>
                    <a:pt x="106" y="193"/>
                  </a:cubicBezTo>
                  <a:cubicBezTo>
                    <a:pt x="106" y="221"/>
                    <a:pt x="106" y="221"/>
                    <a:pt x="106" y="221"/>
                  </a:cubicBezTo>
                  <a:cubicBezTo>
                    <a:pt x="106" y="227"/>
                    <a:pt x="101" y="232"/>
                    <a:pt x="95" y="232"/>
                  </a:cubicBezTo>
                  <a:cubicBezTo>
                    <a:pt x="13" y="232"/>
                    <a:pt x="13" y="232"/>
                    <a:pt x="13" y="232"/>
                  </a:cubicBezTo>
                  <a:cubicBezTo>
                    <a:pt x="7" y="232"/>
                    <a:pt x="2" y="227"/>
                    <a:pt x="2" y="221"/>
                  </a:cubicBezTo>
                  <a:cubicBezTo>
                    <a:pt x="2" y="193"/>
                    <a:pt x="2" y="193"/>
                    <a:pt x="2" y="193"/>
                  </a:cubicBezTo>
                  <a:cubicBezTo>
                    <a:pt x="0" y="193"/>
                    <a:pt x="0" y="193"/>
                    <a:pt x="0" y="193"/>
                  </a:cubicBezTo>
                  <a:cubicBezTo>
                    <a:pt x="0" y="221"/>
                    <a:pt x="0" y="221"/>
                    <a:pt x="0" y="221"/>
                  </a:cubicBezTo>
                  <a:cubicBezTo>
                    <a:pt x="0" y="228"/>
                    <a:pt x="6" y="234"/>
                    <a:pt x="13" y="234"/>
                  </a:cubicBezTo>
                  <a:cubicBezTo>
                    <a:pt x="95" y="234"/>
                    <a:pt x="95" y="234"/>
                    <a:pt x="95" y="234"/>
                  </a:cubicBezTo>
                  <a:cubicBezTo>
                    <a:pt x="103" y="234"/>
                    <a:pt x="108" y="228"/>
                    <a:pt x="108" y="221"/>
                  </a:cubicBezTo>
                  <a:cubicBezTo>
                    <a:pt x="108" y="193"/>
                    <a:pt x="108" y="193"/>
                    <a:pt x="108" y="193"/>
                  </a:cubicBezTo>
                  <a:moveTo>
                    <a:pt x="95" y="0"/>
                  </a:moveTo>
                  <a:cubicBezTo>
                    <a:pt x="13" y="0"/>
                    <a:pt x="13" y="0"/>
                    <a:pt x="13" y="0"/>
                  </a:cubicBezTo>
                  <a:cubicBezTo>
                    <a:pt x="6" y="0"/>
                    <a:pt x="0" y="6"/>
                    <a:pt x="0" y="13"/>
                  </a:cubicBezTo>
                  <a:cubicBezTo>
                    <a:pt x="0" y="156"/>
                    <a:pt x="0" y="156"/>
                    <a:pt x="0" y="156"/>
                  </a:cubicBezTo>
                  <a:cubicBezTo>
                    <a:pt x="2" y="156"/>
                    <a:pt x="2" y="156"/>
                    <a:pt x="2" y="156"/>
                  </a:cubicBezTo>
                  <a:cubicBezTo>
                    <a:pt x="2" y="13"/>
                    <a:pt x="2" y="13"/>
                    <a:pt x="2" y="13"/>
                  </a:cubicBezTo>
                  <a:cubicBezTo>
                    <a:pt x="2" y="7"/>
                    <a:pt x="7" y="2"/>
                    <a:pt x="13" y="2"/>
                  </a:cubicBezTo>
                  <a:cubicBezTo>
                    <a:pt x="95" y="2"/>
                    <a:pt x="95" y="2"/>
                    <a:pt x="95" y="2"/>
                  </a:cubicBezTo>
                  <a:cubicBezTo>
                    <a:pt x="101" y="2"/>
                    <a:pt x="106" y="7"/>
                    <a:pt x="106" y="13"/>
                  </a:cubicBezTo>
                  <a:cubicBezTo>
                    <a:pt x="106" y="156"/>
                    <a:pt x="106" y="156"/>
                    <a:pt x="106" y="156"/>
                  </a:cubicBezTo>
                  <a:cubicBezTo>
                    <a:pt x="108" y="156"/>
                    <a:pt x="108" y="156"/>
                    <a:pt x="108" y="156"/>
                  </a:cubicBezTo>
                  <a:cubicBezTo>
                    <a:pt x="108" y="13"/>
                    <a:pt x="108" y="13"/>
                    <a:pt x="108" y="13"/>
                  </a:cubicBezTo>
                  <a:cubicBezTo>
                    <a:pt x="108" y="6"/>
                    <a:pt x="103" y="0"/>
                    <a:pt x="95" y="0"/>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0" name="Google Shape;2290;p39"/>
            <p:cNvSpPr/>
            <p:nvPr/>
          </p:nvSpPr>
          <p:spPr>
            <a:xfrm>
              <a:off x="1379538" y="2814275"/>
              <a:ext cx="196850" cy="68262"/>
            </a:xfrm>
            <a:custGeom>
              <a:avLst/>
              <a:gdLst/>
              <a:ahLst/>
              <a:cxnLst/>
              <a:rect l="l" t="t" r="r" b="b"/>
              <a:pathLst>
                <a:path w="124" h="43" extrusionOk="0">
                  <a:moveTo>
                    <a:pt x="2" y="0"/>
                  </a:moveTo>
                  <a:lnTo>
                    <a:pt x="0" y="0"/>
                  </a:lnTo>
                  <a:lnTo>
                    <a:pt x="0" y="43"/>
                  </a:lnTo>
                  <a:lnTo>
                    <a:pt x="2" y="43"/>
                  </a:lnTo>
                  <a:lnTo>
                    <a:pt x="2" y="0"/>
                  </a:lnTo>
                  <a:close/>
                  <a:moveTo>
                    <a:pt x="124" y="0"/>
                  </a:moveTo>
                  <a:lnTo>
                    <a:pt x="122" y="0"/>
                  </a:lnTo>
                  <a:lnTo>
                    <a:pt x="122" y="43"/>
                  </a:lnTo>
                  <a:lnTo>
                    <a:pt x="124" y="43"/>
                  </a:lnTo>
                  <a:lnTo>
                    <a:pt x="124" y="0"/>
                  </a:lnTo>
                  <a:close/>
                </a:path>
              </a:pathLst>
            </a:custGeom>
            <a:solidFill>
              <a:srgbClr val="BC45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1" name="Google Shape;2291;p39"/>
            <p:cNvSpPr/>
            <p:nvPr/>
          </p:nvSpPr>
          <p:spPr>
            <a:xfrm>
              <a:off x="3416301" y="2606312"/>
              <a:ext cx="101600" cy="177800"/>
            </a:xfrm>
            <a:custGeom>
              <a:avLst/>
              <a:gdLst/>
              <a:ahLst/>
              <a:cxnLst/>
              <a:rect l="l" t="t" r="r" b="b"/>
              <a:pathLst>
                <a:path w="56" h="97" extrusionOk="0">
                  <a:moveTo>
                    <a:pt x="56" y="71"/>
                  </a:moveTo>
                  <a:cubicBezTo>
                    <a:pt x="56" y="86"/>
                    <a:pt x="45" y="97"/>
                    <a:pt x="31" y="97"/>
                  </a:cubicBezTo>
                  <a:cubicBezTo>
                    <a:pt x="26" y="97"/>
                    <a:pt x="26" y="97"/>
                    <a:pt x="26" y="97"/>
                  </a:cubicBezTo>
                  <a:cubicBezTo>
                    <a:pt x="12" y="97"/>
                    <a:pt x="0" y="86"/>
                    <a:pt x="0" y="71"/>
                  </a:cubicBezTo>
                  <a:cubicBezTo>
                    <a:pt x="0" y="25"/>
                    <a:pt x="0" y="25"/>
                    <a:pt x="0" y="25"/>
                  </a:cubicBezTo>
                  <a:cubicBezTo>
                    <a:pt x="0" y="11"/>
                    <a:pt x="12" y="0"/>
                    <a:pt x="26" y="0"/>
                  </a:cubicBezTo>
                  <a:cubicBezTo>
                    <a:pt x="31" y="0"/>
                    <a:pt x="31" y="0"/>
                    <a:pt x="31" y="0"/>
                  </a:cubicBezTo>
                  <a:cubicBezTo>
                    <a:pt x="45" y="0"/>
                    <a:pt x="56" y="11"/>
                    <a:pt x="56" y="25"/>
                  </a:cubicBezTo>
                  <a:lnTo>
                    <a:pt x="56" y="7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2" name="Google Shape;2292;p39"/>
            <p:cNvSpPr/>
            <p:nvPr/>
          </p:nvSpPr>
          <p:spPr>
            <a:xfrm>
              <a:off x="1427163" y="2606312"/>
              <a:ext cx="101600" cy="177800"/>
            </a:xfrm>
            <a:custGeom>
              <a:avLst/>
              <a:gdLst/>
              <a:ahLst/>
              <a:cxnLst/>
              <a:rect l="l" t="t" r="r" b="b"/>
              <a:pathLst>
                <a:path w="56" h="97" extrusionOk="0">
                  <a:moveTo>
                    <a:pt x="56" y="71"/>
                  </a:moveTo>
                  <a:cubicBezTo>
                    <a:pt x="56" y="86"/>
                    <a:pt x="45" y="97"/>
                    <a:pt x="31" y="97"/>
                  </a:cubicBezTo>
                  <a:cubicBezTo>
                    <a:pt x="26" y="97"/>
                    <a:pt x="26" y="97"/>
                    <a:pt x="26" y="97"/>
                  </a:cubicBezTo>
                  <a:cubicBezTo>
                    <a:pt x="12" y="97"/>
                    <a:pt x="0" y="86"/>
                    <a:pt x="0" y="71"/>
                  </a:cubicBezTo>
                  <a:cubicBezTo>
                    <a:pt x="0" y="25"/>
                    <a:pt x="0" y="25"/>
                    <a:pt x="0" y="25"/>
                  </a:cubicBezTo>
                  <a:cubicBezTo>
                    <a:pt x="0" y="11"/>
                    <a:pt x="12" y="0"/>
                    <a:pt x="26" y="0"/>
                  </a:cubicBezTo>
                  <a:cubicBezTo>
                    <a:pt x="31" y="0"/>
                    <a:pt x="31" y="0"/>
                    <a:pt x="31" y="0"/>
                  </a:cubicBezTo>
                  <a:cubicBezTo>
                    <a:pt x="45" y="0"/>
                    <a:pt x="56" y="11"/>
                    <a:pt x="56" y="25"/>
                  </a:cubicBezTo>
                  <a:lnTo>
                    <a:pt x="56" y="7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3" name="Google Shape;2293;p39"/>
            <p:cNvSpPr/>
            <p:nvPr/>
          </p:nvSpPr>
          <p:spPr>
            <a:xfrm>
              <a:off x="1241426" y="2652350"/>
              <a:ext cx="111125" cy="6350"/>
            </a:xfrm>
            <a:custGeom>
              <a:avLst/>
              <a:gdLst/>
              <a:ahLst/>
              <a:cxnLst/>
              <a:rect l="l" t="t" r="r" b="b"/>
              <a:pathLst>
                <a:path w="60" h="4" extrusionOk="0">
                  <a:moveTo>
                    <a:pt x="60" y="2"/>
                  </a:moveTo>
                  <a:cubicBezTo>
                    <a:pt x="60" y="3"/>
                    <a:pt x="60" y="4"/>
                    <a:pt x="59" y="4"/>
                  </a:cubicBezTo>
                  <a:cubicBezTo>
                    <a:pt x="2" y="4"/>
                    <a:pt x="2" y="4"/>
                    <a:pt x="2" y="4"/>
                  </a:cubicBezTo>
                  <a:cubicBezTo>
                    <a:pt x="1" y="4"/>
                    <a:pt x="0" y="3"/>
                    <a:pt x="0" y="2"/>
                  </a:cubicBezTo>
                  <a:cubicBezTo>
                    <a:pt x="0" y="1"/>
                    <a:pt x="1" y="0"/>
                    <a:pt x="2" y="0"/>
                  </a:cubicBezTo>
                  <a:cubicBezTo>
                    <a:pt x="59" y="0"/>
                    <a:pt x="59" y="0"/>
                    <a:pt x="59" y="0"/>
                  </a:cubicBezTo>
                  <a:cubicBezTo>
                    <a:pt x="60" y="0"/>
                    <a:pt x="60" y="1"/>
                    <a:pt x="60"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4" name="Google Shape;2294;p39"/>
            <p:cNvSpPr/>
            <p:nvPr/>
          </p:nvSpPr>
          <p:spPr>
            <a:xfrm>
              <a:off x="1241426" y="2677750"/>
              <a:ext cx="111125" cy="7937"/>
            </a:xfrm>
            <a:custGeom>
              <a:avLst/>
              <a:gdLst/>
              <a:ahLst/>
              <a:cxnLst/>
              <a:rect l="l" t="t" r="r" b="b"/>
              <a:pathLst>
                <a:path w="60" h="4" extrusionOk="0">
                  <a:moveTo>
                    <a:pt x="60" y="2"/>
                  </a:moveTo>
                  <a:cubicBezTo>
                    <a:pt x="60" y="3"/>
                    <a:pt x="60" y="4"/>
                    <a:pt x="59" y="4"/>
                  </a:cubicBezTo>
                  <a:cubicBezTo>
                    <a:pt x="2" y="4"/>
                    <a:pt x="2" y="4"/>
                    <a:pt x="2" y="4"/>
                  </a:cubicBezTo>
                  <a:cubicBezTo>
                    <a:pt x="1" y="4"/>
                    <a:pt x="0" y="3"/>
                    <a:pt x="0" y="2"/>
                  </a:cubicBezTo>
                  <a:cubicBezTo>
                    <a:pt x="0" y="1"/>
                    <a:pt x="1" y="0"/>
                    <a:pt x="2" y="0"/>
                  </a:cubicBezTo>
                  <a:cubicBezTo>
                    <a:pt x="59" y="0"/>
                    <a:pt x="59" y="0"/>
                    <a:pt x="59" y="0"/>
                  </a:cubicBezTo>
                  <a:cubicBezTo>
                    <a:pt x="60" y="0"/>
                    <a:pt x="60" y="1"/>
                    <a:pt x="60"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5" name="Google Shape;2295;p39"/>
            <p:cNvSpPr/>
            <p:nvPr/>
          </p:nvSpPr>
          <p:spPr>
            <a:xfrm>
              <a:off x="1241426" y="2704737"/>
              <a:ext cx="111125" cy="6350"/>
            </a:xfrm>
            <a:custGeom>
              <a:avLst/>
              <a:gdLst/>
              <a:ahLst/>
              <a:cxnLst/>
              <a:rect l="l" t="t" r="r" b="b"/>
              <a:pathLst>
                <a:path w="60" h="3" extrusionOk="0">
                  <a:moveTo>
                    <a:pt x="60" y="1"/>
                  </a:moveTo>
                  <a:cubicBezTo>
                    <a:pt x="60" y="2"/>
                    <a:pt x="60" y="3"/>
                    <a:pt x="59" y="3"/>
                  </a:cubicBezTo>
                  <a:cubicBezTo>
                    <a:pt x="2" y="3"/>
                    <a:pt x="2" y="3"/>
                    <a:pt x="2" y="3"/>
                  </a:cubicBezTo>
                  <a:cubicBezTo>
                    <a:pt x="1" y="3"/>
                    <a:pt x="0" y="2"/>
                    <a:pt x="0" y="1"/>
                  </a:cubicBezTo>
                  <a:cubicBezTo>
                    <a:pt x="0" y="0"/>
                    <a:pt x="1" y="0"/>
                    <a:pt x="2" y="0"/>
                  </a:cubicBezTo>
                  <a:cubicBezTo>
                    <a:pt x="59" y="0"/>
                    <a:pt x="59" y="0"/>
                    <a:pt x="59" y="0"/>
                  </a:cubicBezTo>
                  <a:cubicBezTo>
                    <a:pt x="60" y="0"/>
                    <a:pt x="60" y="0"/>
                    <a:pt x="60" y="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6" name="Google Shape;2296;p39"/>
            <p:cNvSpPr/>
            <p:nvPr/>
          </p:nvSpPr>
          <p:spPr>
            <a:xfrm>
              <a:off x="1241426" y="2730137"/>
              <a:ext cx="111125" cy="6350"/>
            </a:xfrm>
            <a:custGeom>
              <a:avLst/>
              <a:gdLst/>
              <a:ahLst/>
              <a:cxnLst/>
              <a:rect l="l" t="t" r="r" b="b"/>
              <a:pathLst>
                <a:path w="60" h="3" extrusionOk="0">
                  <a:moveTo>
                    <a:pt x="60" y="2"/>
                  </a:moveTo>
                  <a:cubicBezTo>
                    <a:pt x="60" y="2"/>
                    <a:pt x="60" y="3"/>
                    <a:pt x="59" y="3"/>
                  </a:cubicBezTo>
                  <a:cubicBezTo>
                    <a:pt x="2" y="3"/>
                    <a:pt x="2" y="3"/>
                    <a:pt x="2" y="3"/>
                  </a:cubicBezTo>
                  <a:cubicBezTo>
                    <a:pt x="1" y="3"/>
                    <a:pt x="0" y="2"/>
                    <a:pt x="0" y="2"/>
                  </a:cubicBezTo>
                  <a:cubicBezTo>
                    <a:pt x="0" y="1"/>
                    <a:pt x="1" y="0"/>
                    <a:pt x="2" y="0"/>
                  </a:cubicBezTo>
                  <a:cubicBezTo>
                    <a:pt x="59" y="0"/>
                    <a:pt x="59" y="0"/>
                    <a:pt x="59" y="0"/>
                  </a:cubicBezTo>
                  <a:cubicBezTo>
                    <a:pt x="60" y="0"/>
                    <a:pt x="60" y="1"/>
                    <a:pt x="60"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7" name="Google Shape;2297;p39"/>
            <p:cNvSpPr/>
            <p:nvPr/>
          </p:nvSpPr>
          <p:spPr>
            <a:xfrm>
              <a:off x="1671638" y="2622187"/>
              <a:ext cx="1601788" cy="161925"/>
            </a:xfrm>
            <a:custGeom>
              <a:avLst/>
              <a:gdLst/>
              <a:ahLst/>
              <a:cxnLst/>
              <a:rect l="l" t="t" r="r" b="b"/>
              <a:pathLst>
                <a:path w="875" h="88" extrusionOk="0">
                  <a:moveTo>
                    <a:pt x="0" y="76"/>
                  </a:moveTo>
                  <a:cubicBezTo>
                    <a:pt x="0" y="83"/>
                    <a:pt x="6" y="88"/>
                    <a:pt x="12" y="88"/>
                  </a:cubicBezTo>
                  <a:cubicBezTo>
                    <a:pt x="863" y="88"/>
                    <a:pt x="863" y="88"/>
                    <a:pt x="863" y="88"/>
                  </a:cubicBezTo>
                  <a:cubicBezTo>
                    <a:pt x="870" y="88"/>
                    <a:pt x="875" y="83"/>
                    <a:pt x="875" y="76"/>
                  </a:cubicBezTo>
                  <a:cubicBezTo>
                    <a:pt x="875" y="12"/>
                    <a:pt x="875" y="12"/>
                    <a:pt x="875" y="12"/>
                  </a:cubicBezTo>
                  <a:cubicBezTo>
                    <a:pt x="875" y="5"/>
                    <a:pt x="870" y="0"/>
                    <a:pt x="863" y="0"/>
                  </a:cubicBezTo>
                  <a:cubicBezTo>
                    <a:pt x="12" y="0"/>
                    <a:pt x="12" y="0"/>
                    <a:pt x="12" y="0"/>
                  </a:cubicBezTo>
                  <a:cubicBezTo>
                    <a:pt x="6" y="0"/>
                    <a:pt x="0" y="5"/>
                    <a:pt x="0" y="12"/>
                  </a:cubicBezTo>
                  <a:cubicBezTo>
                    <a:pt x="0" y="76"/>
                    <a:pt x="0" y="76"/>
                    <a:pt x="0" y="76"/>
                  </a:cubicBezTo>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8" name="Google Shape;2298;p39"/>
            <p:cNvSpPr/>
            <p:nvPr/>
          </p:nvSpPr>
          <p:spPr>
            <a:xfrm>
              <a:off x="1892300" y="2622288"/>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9" name="Google Shape;2299;p39"/>
            <p:cNvSpPr/>
            <p:nvPr/>
          </p:nvSpPr>
          <p:spPr>
            <a:xfrm>
              <a:off x="1892300" y="2622288"/>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0" name="Google Shape;2300;p39"/>
            <p:cNvSpPr/>
            <p:nvPr/>
          </p:nvSpPr>
          <p:spPr>
            <a:xfrm>
              <a:off x="2122490" y="2622288"/>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1" name="Google Shape;2301;p39"/>
            <p:cNvSpPr/>
            <p:nvPr/>
          </p:nvSpPr>
          <p:spPr>
            <a:xfrm>
              <a:off x="2122490" y="2622288"/>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2" name="Google Shape;2302;p39"/>
            <p:cNvSpPr/>
            <p:nvPr/>
          </p:nvSpPr>
          <p:spPr>
            <a:xfrm>
              <a:off x="2351092" y="2622288"/>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3" name="Google Shape;2303;p39"/>
            <p:cNvSpPr/>
            <p:nvPr/>
          </p:nvSpPr>
          <p:spPr>
            <a:xfrm>
              <a:off x="2351092" y="2622288"/>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4" name="Google Shape;2304;p39"/>
            <p:cNvSpPr/>
            <p:nvPr/>
          </p:nvSpPr>
          <p:spPr>
            <a:xfrm>
              <a:off x="2581283" y="2622288"/>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5" name="Google Shape;2305;p39"/>
            <p:cNvSpPr/>
            <p:nvPr/>
          </p:nvSpPr>
          <p:spPr>
            <a:xfrm>
              <a:off x="2581283" y="2622288"/>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6" name="Google Shape;2306;p39"/>
            <p:cNvSpPr/>
            <p:nvPr/>
          </p:nvSpPr>
          <p:spPr>
            <a:xfrm>
              <a:off x="2811472" y="2622288"/>
              <a:ext cx="144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7" name="Google Shape;2307;p39"/>
            <p:cNvSpPr/>
            <p:nvPr/>
          </p:nvSpPr>
          <p:spPr>
            <a:xfrm>
              <a:off x="2811472" y="2622288"/>
              <a:ext cx="144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8" name="Google Shape;2308;p39"/>
            <p:cNvSpPr/>
            <p:nvPr/>
          </p:nvSpPr>
          <p:spPr>
            <a:xfrm>
              <a:off x="3043250" y="2622288"/>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9" name="Google Shape;2309;p39"/>
            <p:cNvSpPr/>
            <p:nvPr/>
          </p:nvSpPr>
          <p:spPr>
            <a:xfrm>
              <a:off x="3043250" y="2622288"/>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0" name="Google Shape;2310;p39"/>
            <p:cNvSpPr/>
            <p:nvPr/>
          </p:nvSpPr>
          <p:spPr>
            <a:xfrm>
              <a:off x="3587751" y="2630125"/>
              <a:ext cx="57300" cy="840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1" name="Google Shape;2311;p39"/>
            <p:cNvSpPr/>
            <p:nvPr/>
          </p:nvSpPr>
          <p:spPr>
            <a:xfrm>
              <a:off x="3789363" y="2498362"/>
              <a:ext cx="3582988" cy="565150"/>
            </a:xfrm>
            <a:custGeom>
              <a:avLst/>
              <a:gdLst/>
              <a:ahLst/>
              <a:cxnLst/>
              <a:rect l="l" t="t" r="r" b="b"/>
              <a:pathLst>
                <a:path w="1958" h="309" extrusionOk="0">
                  <a:moveTo>
                    <a:pt x="1801" y="309"/>
                  </a:moveTo>
                  <a:cubicBezTo>
                    <a:pt x="18" y="309"/>
                    <a:pt x="18" y="309"/>
                    <a:pt x="18" y="309"/>
                  </a:cubicBezTo>
                  <a:cubicBezTo>
                    <a:pt x="8" y="309"/>
                    <a:pt x="0" y="301"/>
                    <a:pt x="0" y="291"/>
                  </a:cubicBezTo>
                  <a:cubicBezTo>
                    <a:pt x="0" y="17"/>
                    <a:pt x="0" y="17"/>
                    <a:pt x="0" y="17"/>
                  </a:cubicBezTo>
                  <a:cubicBezTo>
                    <a:pt x="0" y="8"/>
                    <a:pt x="8" y="0"/>
                    <a:pt x="18" y="0"/>
                  </a:cubicBezTo>
                  <a:cubicBezTo>
                    <a:pt x="1376" y="0"/>
                    <a:pt x="1376" y="0"/>
                    <a:pt x="1376" y="0"/>
                  </a:cubicBezTo>
                  <a:cubicBezTo>
                    <a:pt x="1528" y="0"/>
                    <a:pt x="1706" y="45"/>
                    <a:pt x="1811" y="115"/>
                  </a:cubicBezTo>
                  <a:cubicBezTo>
                    <a:pt x="1916" y="184"/>
                    <a:pt x="1955" y="230"/>
                    <a:pt x="1955" y="240"/>
                  </a:cubicBezTo>
                  <a:cubicBezTo>
                    <a:pt x="1955" y="249"/>
                    <a:pt x="1958" y="264"/>
                    <a:pt x="1930" y="276"/>
                  </a:cubicBezTo>
                  <a:cubicBezTo>
                    <a:pt x="1903" y="288"/>
                    <a:pt x="1885" y="290"/>
                    <a:pt x="1885" y="290"/>
                  </a:cubicBezTo>
                  <a:cubicBezTo>
                    <a:pt x="1885" y="309"/>
                    <a:pt x="1885" y="309"/>
                    <a:pt x="1885" y="309"/>
                  </a:cubicBezTo>
                  <a:cubicBezTo>
                    <a:pt x="1801" y="309"/>
                    <a:pt x="1801" y="309"/>
                    <a:pt x="1801" y="309"/>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2" name="Google Shape;2312;p39"/>
            <p:cNvSpPr/>
            <p:nvPr/>
          </p:nvSpPr>
          <p:spPr>
            <a:xfrm>
              <a:off x="4368801" y="2990487"/>
              <a:ext cx="1373188" cy="73025"/>
            </a:xfrm>
            <a:custGeom>
              <a:avLst/>
              <a:gdLst/>
              <a:ahLst/>
              <a:cxnLst/>
              <a:rect l="l" t="t" r="r" b="b"/>
              <a:pathLst>
                <a:path w="750" h="40" extrusionOk="0">
                  <a:moveTo>
                    <a:pt x="750" y="40"/>
                  </a:moveTo>
                  <a:cubicBezTo>
                    <a:pt x="750" y="20"/>
                    <a:pt x="750" y="20"/>
                    <a:pt x="750" y="20"/>
                  </a:cubicBezTo>
                  <a:cubicBezTo>
                    <a:pt x="750" y="9"/>
                    <a:pt x="741" y="0"/>
                    <a:pt x="730" y="0"/>
                  </a:cubicBezTo>
                  <a:cubicBezTo>
                    <a:pt x="21" y="0"/>
                    <a:pt x="21" y="0"/>
                    <a:pt x="21" y="0"/>
                  </a:cubicBezTo>
                  <a:cubicBezTo>
                    <a:pt x="10" y="0"/>
                    <a:pt x="0" y="9"/>
                    <a:pt x="0" y="20"/>
                  </a:cubicBezTo>
                  <a:cubicBezTo>
                    <a:pt x="0" y="40"/>
                    <a:pt x="0" y="40"/>
                    <a:pt x="0" y="40"/>
                  </a:cubicBezTo>
                  <a:lnTo>
                    <a:pt x="750" y="4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3" name="Google Shape;2313;p39"/>
            <p:cNvSpPr/>
            <p:nvPr/>
          </p:nvSpPr>
          <p:spPr>
            <a:xfrm>
              <a:off x="3789363" y="2814275"/>
              <a:ext cx="3581398" cy="176212"/>
            </a:xfrm>
            <a:custGeom>
              <a:avLst/>
              <a:gdLst/>
              <a:ahLst/>
              <a:cxnLst/>
              <a:rect l="l" t="t" r="r" b="b"/>
              <a:pathLst>
                <a:path w="1957" h="96" extrusionOk="0">
                  <a:moveTo>
                    <a:pt x="0" y="0"/>
                  </a:moveTo>
                  <a:cubicBezTo>
                    <a:pt x="0" y="37"/>
                    <a:pt x="0" y="37"/>
                    <a:pt x="0" y="37"/>
                  </a:cubicBezTo>
                  <a:cubicBezTo>
                    <a:pt x="1363" y="37"/>
                    <a:pt x="1363" y="37"/>
                    <a:pt x="1363" y="37"/>
                  </a:cubicBezTo>
                  <a:cubicBezTo>
                    <a:pt x="1536" y="37"/>
                    <a:pt x="1714" y="37"/>
                    <a:pt x="1943" y="96"/>
                  </a:cubicBezTo>
                  <a:cubicBezTo>
                    <a:pt x="1957" y="86"/>
                    <a:pt x="1955" y="74"/>
                    <a:pt x="1955" y="67"/>
                  </a:cubicBezTo>
                  <a:cubicBezTo>
                    <a:pt x="1955" y="66"/>
                    <a:pt x="1955" y="64"/>
                    <a:pt x="1953" y="61"/>
                  </a:cubicBezTo>
                  <a:cubicBezTo>
                    <a:pt x="1719" y="0"/>
                    <a:pt x="1538" y="0"/>
                    <a:pt x="1363" y="0"/>
                  </a:cubicBezTo>
                  <a:cubicBezTo>
                    <a:pt x="0" y="0"/>
                    <a:pt x="0" y="0"/>
                    <a:pt x="0" y="0"/>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4" name="Google Shape;2314;p39"/>
            <p:cNvSpPr/>
            <p:nvPr/>
          </p:nvSpPr>
          <p:spPr>
            <a:xfrm>
              <a:off x="6218238" y="2626950"/>
              <a:ext cx="869950" cy="193675"/>
            </a:xfrm>
            <a:custGeom>
              <a:avLst/>
              <a:gdLst/>
              <a:ahLst/>
              <a:cxnLst/>
              <a:rect l="l" t="t" r="r" b="b"/>
              <a:pathLst>
                <a:path w="476" h="106" extrusionOk="0">
                  <a:moveTo>
                    <a:pt x="0" y="6"/>
                  </a:moveTo>
                  <a:cubicBezTo>
                    <a:pt x="0" y="79"/>
                    <a:pt x="0" y="79"/>
                    <a:pt x="0" y="79"/>
                  </a:cubicBezTo>
                  <a:cubicBezTo>
                    <a:pt x="0" y="79"/>
                    <a:pt x="194" y="79"/>
                    <a:pt x="260" y="79"/>
                  </a:cubicBezTo>
                  <a:cubicBezTo>
                    <a:pt x="326" y="79"/>
                    <a:pt x="476" y="106"/>
                    <a:pt x="476" y="101"/>
                  </a:cubicBezTo>
                  <a:cubicBezTo>
                    <a:pt x="475" y="97"/>
                    <a:pt x="362" y="36"/>
                    <a:pt x="265" y="16"/>
                  </a:cubicBezTo>
                  <a:cubicBezTo>
                    <a:pt x="189" y="0"/>
                    <a:pt x="42" y="6"/>
                    <a:pt x="0"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5" name="Google Shape;2315;p39"/>
            <p:cNvSpPr/>
            <p:nvPr/>
          </p:nvSpPr>
          <p:spPr>
            <a:xfrm>
              <a:off x="6799263" y="2572975"/>
              <a:ext cx="382588" cy="193675"/>
            </a:xfrm>
            <a:custGeom>
              <a:avLst/>
              <a:gdLst/>
              <a:ahLst/>
              <a:cxnLst/>
              <a:rect l="l" t="t" r="r" b="b"/>
              <a:pathLst>
                <a:path w="209" h="106" extrusionOk="0">
                  <a:moveTo>
                    <a:pt x="166" y="74"/>
                  </a:moveTo>
                  <a:cubicBezTo>
                    <a:pt x="121" y="44"/>
                    <a:pt x="63" y="19"/>
                    <a:pt x="0" y="0"/>
                  </a:cubicBezTo>
                  <a:cubicBezTo>
                    <a:pt x="7" y="13"/>
                    <a:pt x="23" y="36"/>
                    <a:pt x="52" y="51"/>
                  </a:cubicBezTo>
                  <a:cubicBezTo>
                    <a:pt x="93" y="71"/>
                    <a:pt x="145" y="97"/>
                    <a:pt x="159" y="102"/>
                  </a:cubicBezTo>
                  <a:cubicBezTo>
                    <a:pt x="168" y="106"/>
                    <a:pt x="193" y="105"/>
                    <a:pt x="209" y="104"/>
                  </a:cubicBezTo>
                  <a:cubicBezTo>
                    <a:pt x="196" y="94"/>
                    <a:pt x="182" y="84"/>
                    <a:pt x="166" y="74"/>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6" name="Google Shape;2316;p39"/>
            <p:cNvSpPr/>
            <p:nvPr/>
          </p:nvSpPr>
          <p:spPr>
            <a:xfrm>
              <a:off x="7240588" y="3028587"/>
              <a:ext cx="1588" cy="0"/>
            </a:xfrm>
            <a:custGeom>
              <a:avLst/>
              <a:gdLst/>
              <a:ahLst/>
              <a:cxnLst/>
              <a:rect l="l" t="t" r="r" b="b"/>
              <a:pathLst>
                <a:path w="1" h="120000" extrusionOk="0">
                  <a:moveTo>
                    <a:pt x="1" y="0"/>
                  </a:moveTo>
                  <a:cubicBezTo>
                    <a:pt x="1" y="0"/>
                    <a:pt x="1" y="0"/>
                    <a:pt x="0" y="0"/>
                  </a:cubicBezTo>
                  <a:cubicBezTo>
                    <a:pt x="1" y="0"/>
                    <a:pt x="1" y="0"/>
                    <a:pt x="1" y="0"/>
                  </a:cubicBezTo>
                  <a:cubicBezTo>
                    <a:pt x="1" y="0"/>
                    <a:pt x="1" y="0"/>
                    <a:pt x="1" y="0"/>
                  </a:cubicBezTo>
                </a:path>
              </a:pathLst>
            </a:custGeom>
            <a:solidFill>
              <a:srgbClr val="8C929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7" name="Google Shape;2317;p39"/>
            <p:cNvSpPr/>
            <p:nvPr/>
          </p:nvSpPr>
          <p:spPr>
            <a:xfrm>
              <a:off x="3789363" y="2969962"/>
              <a:ext cx="3452814" cy="71437"/>
            </a:xfrm>
            <a:custGeom>
              <a:avLst/>
              <a:gdLst/>
              <a:ahLst/>
              <a:cxnLst/>
              <a:rect l="l" t="t" r="r" b="b"/>
              <a:pathLst>
                <a:path w="1887" h="39" extrusionOk="0">
                  <a:moveTo>
                    <a:pt x="1815" y="0"/>
                  </a:moveTo>
                  <a:cubicBezTo>
                    <a:pt x="0" y="0"/>
                    <a:pt x="0" y="0"/>
                    <a:pt x="0" y="0"/>
                  </a:cubicBezTo>
                  <a:cubicBezTo>
                    <a:pt x="0" y="2"/>
                    <a:pt x="0" y="2"/>
                    <a:pt x="0" y="2"/>
                  </a:cubicBezTo>
                  <a:cubicBezTo>
                    <a:pt x="1815" y="2"/>
                    <a:pt x="1815" y="2"/>
                    <a:pt x="1815" y="2"/>
                  </a:cubicBezTo>
                  <a:cubicBezTo>
                    <a:pt x="1885" y="38"/>
                    <a:pt x="1885" y="38"/>
                    <a:pt x="1885" y="38"/>
                  </a:cubicBezTo>
                  <a:cubicBezTo>
                    <a:pt x="1885" y="39"/>
                    <a:pt x="1885" y="39"/>
                    <a:pt x="1885" y="39"/>
                  </a:cubicBezTo>
                  <a:cubicBezTo>
                    <a:pt x="1885" y="37"/>
                    <a:pt x="1885" y="37"/>
                    <a:pt x="1885" y="37"/>
                  </a:cubicBezTo>
                  <a:cubicBezTo>
                    <a:pt x="1885" y="37"/>
                    <a:pt x="1885" y="37"/>
                    <a:pt x="1885" y="37"/>
                  </a:cubicBezTo>
                  <a:cubicBezTo>
                    <a:pt x="1885" y="37"/>
                    <a:pt x="1886" y="37"/>
                    <a:pt x="1886" y="37"/>
                  </a:cubicBezTo>
                  <a:cubicBezTo>
                    <a:pt x="1887" y="37"/>
                    <a:pt x="1887" y="37"/>
                    <a:pt x="1887" y="37"/>
                  </a:cubicBezTo>
                  <a:cubicBezTo>
                    <a:pt x="1886" y="36"/>
                    <a:pt x="1886" y="36"/>
                    <a:pt x="1886" y="36"/>
                  </a:cubicBezTo>
                  <a:cubicBezTo>
                    <a:pt x="1815" y="0"/>
                    <a:pt x="1815" y="0"/>
                    <a:pt x="1815" y="0"/>
                  </a:cubicBezTo>
                  <a:cubicBezTo>
                    <a:pt x="1815" y="0"/>
                    <a:pt x="1815" y="0"/>
                    <a:pt x="1815" y="0"/>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8" name="Google Shape;2318;p39"/>
            <p:cNvSpPr/>
            <p:nvPr/>
          </p:nvSpPr>
          <p:spPr>
            <a:xfrm>
              <a:off x="5951538" y="2530112"/>
              <a:ext cx="198438" cy="427037"/>
            </a:xfrm>
            <a:custGeom>
              <a:avLst/>
              <a:gdLst/>
              <a:ahLst/>
              <a:cxnLst/>
              <a:rect l="l" t="t" r="r" b="b"/>
              <a:pathLst>
                <a:path w="108" h="234" extrusionOk="0">
                  <a:moveTo>
                    <a:pt x="108" y="193"/>
                  </a:moveTo>
                  <a:cubicBezTo>
                    <a:pt x="106" y="193"/>
                    <a:pt x="106" y="193"/>
                    <a:pt x="106" y="193"/>
                  </a:cubicBezTo>
                  <a:cubicBezTo>
                    <a:pt x="106" y="221"/>
                    <a:pt x="106" y="221"/>
                    <a:pt x="106" y="221"/>
                  </a:cubicBezTo>
                  <a:cubicBezTo>
                    <a:pt x="106" y="227"/>
                    <a:pt x="101" y="232"/>
                    <a:pt x="95" y="232"/>
                  </a:cubicBezTo>
                  <a:cubicBezTo>
                    <a:pt x="13" y="232"/>
                    <a:pt x="13" y="232"/>
                    <a:pt x="13" y="232"/>
                  </a:cubicBezTo>
                  <a:cubicBezTo>
                    <a:pt x="7" y="232"/>
                    <a:pt x="2" y="227"/>
                    <a:pt x="2" y="221"/>
                  </a:cubicBezTo>
                  <a:cubicBezTo>
                    <a:pt x="2" y="193"/>
                    <a:pt x="2" y="193"/>
                    <a:pt x="2" y="193"/>
                  </a:cubicBezTo>
                  <a:cubicBezTo>
                    <a:pt x="0" y="193"/>
                    <a:pt x="0" y="193"/>
                    <a:pt x="0" y="193"/>
                  </a:cubicBezTo>
                  <a:cubicBezTo>
                    <a:pt x="0" y="221"/>
                    <a:pt x="0" y="221"/>
                    <a:pt x="0" y="221"/>
                  </a:cubicBezTo>
                  <a:cubicBezTo>
                    <a:pt x="0" y="228"/>
                    <a:pt x="5" y="234"/>
                    <a:pt x="13" y="234"/>
                  </a:cubicBezTo>
                  <a:cubicBezTo>
                    <a:pt x="95" y="234"/>
                    <a:pt x="95" y="234"/>
                    <a:pt x="95" y="234"/>
                  </a:cubicBezTo>
                  <a:cubicBezTo>
                    <a:pt x="102" y="234"/>
                    <a:pt x="108" y="228"/>
                    <a:pt x="108" y="221"/>
                  </a:cubicBezTo>
                  <a:cubicBezTo>
                    <a:pt x="108" y="193"/>
                    <a:pt x="108" y="193"/>
                    <a:pt x="108" y="193"/>
                  </a:cubicBezTo>
                  <a:moveTo>
                    <a:pt x="95" y="0"/>
                  </a:moveTo>
                  <a:cubicBezTo>
                    <a:pt x="13" y="0"/>
                    <a:pt x="13" y="0"/>
                    <a:pt x="13" y="0"/>
                  </a:cubicBezTo>
                  <a:cubicBezTo>
                    <a:pt x="5" y="0"/>
                    <a:pt x="0" y="6"/>
                    <a:pt x="0" y="13"/>
                  </a:cubicBezTo>
                  <a:cubicBezTo>
                    <a:pt x="0" y="156"/>
                    <a:pt x="0" y="156"/>
                    <a:pt x="0" y="156"/>
                  </a:cubicBezTo>
                  <a:cubicBezTo>
                    <a:pt x="2" y="156"/>
                    <a:pt x="2" y="156"/>
                    <a:pt x="2" y="156"/>
                  </a:cubicBezTo>
                  <a:cubicBezTo>
                    <a:pt x="2" y="13"/>
                    <a:pt x="2" y="13"/>
                    <a:pt x="2" y="13"/>
                  </a:cubicBezTo>
                  <a:cubicBezTo>
                    <a:pt x="2" y="7"/>
                    <a:pt x="7" y="2"/>
                    <a:pt x="13" y="2"/>
                  </a:cubicBezTo>
                  <a:cubicBezTo>
                    <a:pt x="95" y="2"/>
                    <a:pt x="95" y="2"/>
                    <a:pt x="95" y="2"/>
                  </a:cubicBezTo>
                  <a:cubicBezTo>
                    <a:pt x="101" y="2"/>
                    <a:pt x="106" y="7"/>
                    <a:pt x="106" y="13"/>
                  </a:cubicBezTo>
                  <a:cubicBezTo>
                    <a:pt x="106" y="156"/>
                    <a:pt x="106" y="156"/>
                    <a:pt x="106" y="156"/>
                  </a:cubicBezTo>
                  <a:cubicBezTo>
                    <a:pt x="108" y="156"/>
                    <a:pt x="108" y="156"/>
                    <a:pt x="108" y="156"/>
                  </a:cubicBezTo>
                  <a:cubicBezTo>
                    <a:pt x="108" y="13"/>
                    <a:pt x="108" y="13"/>
                    <a:pt x="108" y="13"/>
                  </a:cubicBezTo>
                  <a:cubicBezTo>
                    <a:pt x="108" y="6"/>
                    <a:pt x="102" y="0"/>
                    <a:pt x="95" y="0"/>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9" name="Google Shape;2319;p39"/>
            <p:cNvSpPr/>
            <p:nvPr/>
          </p:nvSpPr>
          <p:spPr>
            <a:xfrm>
              <a:off x="5951538" y="2814275"/>
              <a:ext cx="198438" cy="68262"/>
            </a:xfrm>
            <a:custGeom>
              <a:avLst/>
              <a:gdLst/>
              <a:ahLst/>
              <a:cxnLst/>
              <a:rect l="l" t="t" r="r" b="b"/>
              <a:pathLst>
                <a:path w="125" h="43" extrusionOk="0">
                  <a:moveTo>
                    <a:pt x="3" y="0"/>
                  </a:moveTo>
                  <a:lnTo>
                    <a:pt x="0" y="0"/>
                  </a:lnTo>
                  <a:lnTo>
                    <a:pt x="0" y="43"/>
                  </a:lnTo>
                  <a:lnTo>
                    <a:pt x="3" y="43"/>
                  </a:lnTo>
                  <a:lnTo>
                    <a:pt x="3" y="0"/>
                  </a:lnTo>
                  <a:close/>
                  <a:moveTo>
                    <a:pt x="125" y="0"/>
                  </a:moveTo>
                  <a:lnTo>
                    <a:pt x="123" y="0"/>
                  </a:lnTo>
                  <a:lnTo>
                    <a:pt x="123" y="43"/>
                  </a:lnTo>
                  <a:lnTo>
                    <a:pt x="125" y="43"/>
                  </a:lnTo>
                  <a:lnTo>
                    <a:pt x="125" y="0"/>
                  </a:lnTo>
                  <a:close/>
                </a:path>
              </a:pathLst>
            </a:custGeom>
            <a:solidFill>
              <a:srgbClr val="BC45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0" name="Google Shape;2320;p39"/>
            <p:cNvSpPr/>
            <p:nvPr/>
          </p:nvSpPr>
          <p:spPr>
            <a:xfrm>
              <a:off x="3962401" y="2530112"/>
              <a:ext cx="198438" cy="427037"/>
            </a:xfrm>
            <a:custGeom>
              <a:avLst/>
              <a:gdLst/>
              <a:ahLst/>
              <a:cxnLst/>
              <a:rect l="l" t="t" r="r" b="b"/>
              <a:pathLst>
                <a:path w="108" h="234" extrusionOk="0">
                  <a:moveTo>
                    <a:pt x="108" y="193"/>
                  </a:moveTo>
                  <a:cubicBezTo>
                    <a:pt x="106" y="193"/>
                    <a:pt x="106" y="193"/>
                    <a:pt x="106" y="193"/>
                  </a:cubicBezTo>
                  <a:cubicBezTo>
                    <a:pt x="106" y="221"/>
                    <a:pt x="106" y="221"/>
                    <a:pt x="106" y="221"/>
                  </a:cubicBezTo>
                  <a:cubicBezTo>
                    <a:pt x="106" y="227"/>
                    <a:pt x="101" y="232"/>
                    <a:pt x="95" y="232"/>
                  </a:cubicBezTo>
                  <a:cubicBezTo>
                    <a:pt x="13" y="232"/>
                    <a:pt x="13" y="232"/>
                    <a:pt x="13" y="232"/>
                  </a:cubicBezTo>
                  <a:cubicBezTo>
                    <a:pt x="7" y="232"/>
                    <a:pt x="2" y="227"/>
                    <a:pt x="2" y="221"/>
                  </a:cubicBezTo>
                  <a:cubicBezTo>
                    <a:pt x="2" y="193"/>
                    <a:pt x="2" y="193"/>
                    <a:pt x="2" y="193"/>
                  </a:cubicBezTo>
                  <a:cubicBezTo>
                    <a:pt x="0" y="193"/>
                    <a:pt x="0" y="193"/>
                    <a:pt x="0" y="193"/>
                  </a:cubicBezTo>
                  <a:cubicBezTo>
                    <a:pt x="0" y="221"/>
                    <a:pt x="0" y="221"/>
                    <a:pt x="0" y="221"/>
                  </a:cubicBezTo>
                  <a:cubicBezTo>
                    <a:pt x="0" y="228"/>
                    <a:pt x="5" y="234"/>
                    <a:pt x="13" y="234"/>
                  </a:cubicBezTo>
                  <a:cubicBezTo>
                    <a:pt x="95" y="234"/>
                    <a:pt x="95" y="234"/>
                    <a:pt x="95" y="234"/>
                  </a:cubicBezTo>
                  <a:cubicBezTo>
                    <a:pt x="102" y="234"/>
                    <a:pt x="108" y="228"/>
                    <a:pt x="108" y="221"/>
                  </a:cubicBezTo>
                  <a:cubicBezTo>
                    <a:pt x="108" y="193"/>
                    <a:pt x="108" y="193"/>
                    <a:pt x="108" y="193"/>
                  </a:cubicBezTo>
                  <a:moveTo>
                    <a:pt x="95" y="0"/>
                  </a:moveTo>
                  <a:cubicBezTo>
                    <a:pt x="13" y="0"/>
                    <a:pt x="13" y="0"/>
                    <a:pt x="13" y="0"/>
                  </a:cubicBezTo>
                  <a:cubicBezTo>
                    <a:pt x="5" y="0"/>
                    <a:pt x="0" y="6"/>
                    <a:pt x="0" y="13"/>
                  </a:cubicBezTo>
                  <a:cubicBezTo>
                    <a:pt x="0" y="156"/>
                    <a:pt x="0" y="156"/>
                    <a:pt x="0" y="156"/>
                  </a:cubicBezTo>
                  <a:cubicBezTo>
                    <a:pt x="2" y="156"/>
                    <a:pt x="2" y="156"/>
                    <a:pt x="2" y="156"/>
                  </a:cubicBezTo>
                  <a:cubicBezTo>
                    <a:pt x="2" y="13"/>
                    <a:pt x="2" y="13"/>
                    <a:pt x="2" y="13"/>
                  </a:cubicBezTo>
                  <a:cubicBezTo>
                    <a:pt x="2" y="7"/>
                    <a:pt x="7" y="2"/>
                    <a:pt x="13" y="2"/>
                  </a:cubicBezTo>
                  <a:cubicBezTo>
                    <a:pt x="95" y="2"/>
                    <a:pt x="95" y="2"/>
                    <a:pt x="95" y="2"/>
                  </a:cubicBezTo>
                  <a:cubicBezTo>
                    <a:pt x="101" y="2"/>
                    <a:pt x="106" y="7"/>
                    <a:pt x="106" y="13"/>
                  </a:cubicBezTo>
                  <a:cubicBezTo>
                    <a:pt x="106" y="156"/>
                    <a:pt x="106" y="156"/>
                    <a:pt x="106" y="156"/>
                  </a:cubicBezTo>
                  <a:cubicBezTo>
                    <a:pt x="108" y="156"/>
                    <a:pt x="108" y="156"/>
                    <a:pt x="108" y="156"/>
                  </a:cubicBezTo>
                  <a:cubicBezTo>
                    <a:pt x="108" y="13"/>
                    <a:pt x="108" y="13"/>
                    <a:pt x="108" y="13"/>
                  </a:cubicBezTo>
                  <a:cubicBezTo>
                    <a:pt x="108" y="6"/>
                    <a:pt x="102" y="0"/>
                    <a:pt x="95" y="0"/>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1" name="Google Shape;2321;p39"/>
            <p:cNvSpPr/>
            <p:nvPr/>
          </p:nvSpPr>
          <p:spPr>
            <a:xfrm>
              <a:off x="3962400" y="2814275"/>
              <a:ext cx="198438" cy="68262"/>
            </a:xfrm>
            <a:custGeom>
              <a:avLst/>
              <a:gdLst/>
              <a:ahLst/>
              <a:cxnLst/>
              <a:rect l="l" t="t" r="r" b="b"/>
              <a:pathLst>
                <a:path w="125" h="43" extrusionOk="0">
                  <a:moveTo>
                    <a:pt x="3" y="0"/>
                  </a:moveTo>
                  <a:lnTo>
                    <a:pt x="0" y="0"/>
                  </a:lnTo>
                  <a:lnTo>
                    <a:pt x="0" y="43"/>
                  </a:lnTo>
                  <a:lnTo>
                    <a:pt x="3" y="43"/>
                  </a:lnTo>
                  <a:lnTo>
                    <a:pt x="3" y="0"/>
                  </a:lnTo>
                  <a:close/>
                  <a:moveTo>
                    <a:pt x="125" y="0"/>
                  </a:moveTo>
                  <a:lnTo>
                    <a:pt x="123" y="0"/>
                  </a:lnTo>
                  <a:lnTo>
                    <a:pt x="123" y="43"/>
                  </a:lnTo>
                  <a:lnTo>
                    <a:pt x="125" y="43"/>
                  </a:lnTo>
                  <a:lnTo>
                    <a:pt x="125" y="0"/>
                  </a:lnTo>
                  <a:close/>
                </a:path>
              </a:pathLst>
            </a:custGeom>
            <a:solidFill>
              <a:srgbClr val="BC45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2" name="Google Shape;2322;p39"/>
            <p:cNvSpPr/>
            <p:nvPr/>
          </p:nvSpPr>
          <p:spPr>
            <a:xfrm>
              <a:off x="5999163" y="2606313"/>
              <a:ext cx="103188" cy="177800"/>
            </a:xfrm>
            <a:custGeom>
              <a:avLst/>
              <a:gdLst/>
              <a:ahLst/>
              <a:cxnLst/>
              <a:rect l="l" t="t" r="r" b="b"/>
              <a:pathLst>
                <a:path w="56" h="97" extrusionOk="0">
                  <a:moveTo>
                    <a:pt x="56" y="71"/>
                  </a:moveTo>
                  <a:cubicBezTo>
                    <a:pt x="56" y="86"/>
                    <a:pt x="44" y="97"/>
                    <a:pt x="30" y="97"/>
                  </a:cubicBezTo>
                  <a:cubicBezTo>
                    <a:pt x="25" y="97"/>
                    <a:pt x="25" y="97"/>
                    <a:pt x="25" y="97"/>
                  </a:cubicBezTo>
                  <a:cubicBezTo>
                    <a:pt x="11" y="97"/>
                    <a:pt x="0" y="86"/>
                    <a:pt x="0" y="71"/>
                  </a:cubicBezTo>
                  <a:cubicBezTo>
                    <a:pt x="0" y="25"/>
                    <a:pt x="0" y="25"/>
                    <a:pt x="0" y="25"/>
                  </a:cubicBezTo>
                  <a:cubicBezTo>
                    <a:pt x="0" y="11"/>
                    <a:pt x="11" y="0"/>
                    <a:pt x="25" y="0"/>
                  </a:cubicBezTo>
                  <a:cubicBezTo>
                    <a:pt x="30" y="0"/>
                    <a:pt x="30" y="0"/>
                    <a:pt x="30" y="0"/>
                  </a:cubicBezTo>
                  <a:cubicBezTo>
                    <a:pt x="44" y="0"/>
                    <a:pt x="56" y="11"/>
                    <a:pt x="56" y="25"/>
                  </a:cubicBezTo>
                  <a:lnTo>
                    <a:pt x="56" y="7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3" name="Google Shape;2323;p39"/>
            <p:cNvSpPr/>
            <p:nvPr/>
          </p:nvSpPr>
          <p:spPr>
            <a:xfrm>
              <a:off x="4010025" y="2606313"/>
              <a:ext cx="103188" cy="177800"/>
            </a:xfrm>
            <a:custGeom>
              <a:avLst/>
              <a:gdLst/>
              <a:ahLst/>
              <a:cxnLst/>
              <a:rect l="l" t="t" r="r" b="b"/>
              <a:pathLst>
                <a:path w="56" h="97" extrusionOk="0">
                  <a:moveTo>
                    <a:pt x="56" y="71"/>
                  </a:moveTo>
                  <a:cubicBezTo>
                    <a:pt x="56" y="86"/>
                    <a:pt x="44" y="97"/>
                    <a:pt x="30" y="97"/>
                  </a:cubicBezTo>
                  <a:cubicBezTo>
                    <a:pt x="25" y="97"/>
                    <a:pt x="25" y="97"/>
                    <a:pt x="25" y="97"/>
                  </a:cubicBezTo>
                  <a:cubicBezTo>
                    <a:pt x="11" y="97"/>
                    <a:pt x="0" y="86"/>
                    <a:pt x="0" y="71"/>
                  </a:cubicBezTo>
                  <a:cubicBezTo>
                    <a:pt x="0" y="25"/>
                    <a:pt x="0" y="25"/>
                    <a:pt x="0" y="25"/>
                  </a:cubicBezTo>
                  <a:cubicBezTo>
                    <a:pt x="0" y="11"/>
                    <a:pt x="11" y="0"/>
                    <a:pt x="25" y="0"/>
                  </a:cubicBezTo>
                  <a:cubicBezTo>
                    <a:pt x="30" y="0"/>
                    <a:pt x="30" y="0"/>
                    <a:pt x="30" y="0"/>
                  </a:cubicBezTo>
                  <a:cubicBezTo>
                    <a:pt x="44" y="0"/>
                    <a:pt x="56" y="11"/>
                    <a:pt x="56" y="25"/>
                  </a:cubicBezTo>
                  <a:lnTo>
                    <a:pt x="56" y="7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4" name="Google Shape;2324;p39"/>
            <p:cNvSpPr/>
            <p:nvPr/>
          </p:nvSpPr>
          <p:spPr>
            <a:xfrm>
              <a:off x="3825875" y="2652350"/>
              <a:ext cx="109538" cy="6350"/>
            </a:xfrm>
            <a:custGeom>
              <a:avLst/>
              <a:gdLst/>
              <a:ahLst/>
              <a:cxnLst/>
              <a:rect l="l" t="t" r="r" b="b"/>
              <a:pathLst>
                <a:path w="60" h="4" extrusionOk="0">
                  <a:moveTo>
                    <a:pt x="60" y="2"/>
                  </a:moveTo>
                  <a:cubicBezTo>
                    <a:pt x="60" y="3"/>
                    <a:pt x="59" y="4"/>
                    <a:pt x="58" y="4"/>
                  </a:cubicBezTo>
                  <a:cubicBezTo>
                    <a:pt x="2" y="4"/>
                    <a:pt x="2" y="4"/>
                    <a:pt x="2" y="4"/>
                  </a:cubicBezTo>
                  <a:cubicBezTo>
                    <a:pt x="1" y="4"/>
                    <a:pt x="0" y="3"/>
                    <a:pt x="0" y="2"/>
                  </a:cubicBezTo>
                  <a:cubicBezTo>
                    <a:pt x="0" y="1"/>
                    <a:pt x="1" y="0"/>
                    <a:pt x="2" y="0"/>
                  </a:cubicBezTo>
                  <a:cubicBezTo>
                    <a:pt x="58" y="0"/>
                    <a:pt x="58" y="0"/>
                    <a:pt x="58" y="0"/>
                  </a:cubicBezTo>
                  <a:cubicBezTo>
                    <a:pt x="59" y="0"/>
                    <a:pt x="60" y="1"/>
                    <a:pt x="60"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5" name="Google Shape;2325;p39"/>
            <p:cNvSpPr/>
            <p:nvPr/>
          </p:nvSpPr>
          <p:spPr>
            <a:xfrm>
              <a:off x="3825875" y="2677750"/>
              <a:ext cx="109538" cy="7937"/>
            </a:xfrm>
            <a:custGeom>
              <a:avLst/>
              <a:gdLst/>
              <a:ahLst/>
              <a:cxnLst/>
              <a:rect l="l" t="t" r="r" b="b"/>
              <a:pathLst>
                <a:path w="60" h="4" extrusionOk="0">
                  <a:moveTo>
                    <a:pt x="60" y="2"/>
                  </a:moveTo>
                  <a:cubicBezTo>
                    <a:pt x="60" y="3"/>
                    <a:pt x="59" y="4"/>
                    <a:pt x="58" y="4"/>
                  </a:cubicBezTo>
                  <a:cubicBezTo>
                    <a:pt x="2" y="4"/>
                    <a:pt x="2" y="4"/>
                    <a:pt x="2" y="4"/>
                  </a:cubicBezTo>
                  <a:cubicBezTo>
                    <a:pt x="1" y="4"/>
                    <a:pt x="0" y="3"/>
                    <a:pt x="0" y="2"/>
                  </a:cubicBezTo>
                  <a:cubicBezTo>
                    <a:pt x="0" y="1"/>
                    <a:pt x="1" y="0"/>
                    <a:pt x="2" y="0"/>
                  </a:cubicBezTo>
                  <a:cubicBezTo>
                    <a:pt x="58" y="0"/>
                    <a:pt x="58" y="0"/>
                    <a:pt x="58" y="0"/>
                  </a:cubicBezTo>
                  <a:cubicBezTo>
                    <a:pt x="59" y="0"/>
                    <a:pt x="60" y="1"/>
                    <a:pt x="60"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6" name="Google Shape;2326;p39"/>
            <p:cNvSpPr/>
            <p:nvPr/>
          </p:nvSpPr>
          <p:spPr>
            <a:xfrm>
              <a:off x="3825875" y="2704738"/>
              <a:ext cx="109538" cy="6350"/>
            </a:xfrm>
            <a:custGeom>
              <a:avLst/>
              <a:gdLst/>
              <a:ahLst/>
              <a:cxnLst/>
              <a:rect l="l" t="t" r="r" b="b"/>
              <a:pathLst>
                <a:path w="60" h="3" extrusionOk="0">
                  <a:moveTo>
                    <a:pt x="60" y="1"/>
                  </a:moveTo>
                  <a:cubicBezTo>
                    <a:pt x="60" y="2"/>
                    <a:pt x="59" y="3"/>
                    <a:pt x="58" y="3"/>
                  </a:cubicBezTo>
                  <a:cubicBezTo>
                    <a:pt x="2" y="3"/>
                    <a:pt x="2" y="3"/>
                    <a:pt x="2" y="3"/>
                  </a:cubicBezTo>
                  <a:cubicBezTo>
                    <a:pt x="1" y="3"/>
                    <a:pt x="0" y="2"/>
                    <a:pt x="0" y="1"/>
                  </a:cubicBezTo>
                  <a:cubicBezTo>
                    <a:pt x="0" y="0"/>
                    <a:pt x="1" y="0"/>
                    <a:pt x="2" y="0"/>
                  </a:cubicBezTo>
                  <a:cubicBezTo>
                    <a:pt x="58" y="0"/>
                    <a:pt x="58" y="0"/>
                    <a:pt x="58" y="0"/>
                  </a:cubicBezTo>
                  <a:cubicBezTo>
                    <a:pt x="59" y="0"/>
                    <a:pt x="60" y="0"/>
                    <a:pt x="60" y="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7" name="Google Shape;2327;p39"/>
            <p:cNvSpPr/>
            <p:nvPr/>
          </p:nvSpPr>
          <p:spPr>
            <a:xfrm>
              <a:off x="3825875" y="2730138"/>
              <a:ext cx="109538" cy="6350"/>
            </a:xfrm>
            <a:custGeom>
              <a:avLst/>
              <a:gdLst/>
              <a:ahLst/>
              <a:cxnLst/>
              <a:rect l="l" t="t" r="r" b="b"/>
              <a:pathLst>
                <a:path w="60" h="3" extrusionOk="0">
                  <a:moveTo>
                    <a:pt x="60" y="2"/>
                  </a:moveTo>
                  <a:cubicBezTo>
                    <a:pt x="60" y="2"/>
                    <a:pt x="59" y="3"/>
                    <a:pt x="58" y="3"/>
                  </a:cubicBezTo>
                  <a:cubicBezTo>
                    <a:pt x="2" y="3"/>
                    <a:pt x="2" y="3"/>
                    <a:pt x="2" y="3"/>
                  </a:cubicBezTo>
                  <a:cubicBezTo>
                    <a:pt x="1" y="3"/>
                    <a:pt x="0" y="2"/>
                    <a:pt x="0" y="2"/>
                  </a:cubicBezTo>
                  <a:cubicBezTo>
                    <a:pt x="0" y="1"/>
                    <a:pt x="1" y="0"/>
                    <a:pt x="2" y="0"/>
                  </a:cubicBezTo>
                  <a:cubicBezTo>
                    <a:pt x="58" y="0"/>
                    <a:pt x="58" y="0"/>
                    <a:pt x="58" y="0"/>
                  </a:cubicBezTo>
                  <a:cubicBezTo>
                    <a:pt x="59" y="0"/>
                    <a:pt x="60" y="1"/>
                    <a:pt x="60"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8" name="Google Shape;2328;p39"/>
            <p:cNvSpPr/>
            <p:nvPr/>
          </p:nvSpPr>
          <p:spPr>
            <a:xfrm>
              <a:off x="4256088" y="2622188"/>
              <a:ext cx="1600200" cy="161925"/>
            </a:xfrm>
            <a:custGeom>
              <a:avLst/>
              <a:gdLst/>
              <a:ahLst/>
              <a:cxnLst/>
              <a:rect l="l" t="t" r="r" b="b"/>
              <a:pathLst>
                <a:path w="875" h="88" extrusionOk="0">
                  <a:moveTo>
                    <a:pt x="0" y="76"/>
                  </a:moveTo>
                  <a:cubicBezTo>
                    <a:pt x="0" y="83"/>
                    <a:pt x="5" y="88"/>
                    <a:pt x="12" y="88"/>
                  </a:cubicBezTo>
                  <a:cubicBezTo>
                    <a:pt x="863" y="88"/>
                    <a:pt x="863" y="88"/>
                    <a:pt x="863" y="88"/>
                  </a:cubicBezTo>
                  <a:cubicBezTo>
                    <a:pt x="869" y="88"/>
                    <a:pt x="875" y="83"/>
                    <a:pt x="875" y="76"/>
                  </a:cubicBezTo>
                  <a:cubicBezTo>
                    <a:pt x="875" y="12"/>
                    <a:pt x="875" y="12"/>
                    <a:pt x="875" y="12"/>
                  </a:cubicBezTo>
                  <a:cubicBezTo>
                    <a:pt x="875" y="5"/>
                    <a:pt x="869" y="0"/>
                    <a:pt x="863" y="0"/>
                  </a:cubicBezTo>
                  <a:cubicBezTo>
                    <a:pt x="12" y="0"/>
                    <a:pt x="12" y="0"/>
                    <a:pt x="12" y="0"/>
                  </a:cubicBezTo>
                  <a:cubicBezTo>
                    <a:pt x="5" y="0"/>
                    <a:pt x="0" y="5"/>
                    <a:pt x="0" y="12"/>
                  </a:cubicBezTo>
                  <a:cubicBezTo>
                    <a:pt x="0" y="76"/>
                    <a:pt x="0" y="76"/>
                    <a:pt x="0" y="76"/>
                  </a:cubicBezTo>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9" name="Google Shape;2329;p39"/>
            <p:cNvSpPr/>
            <p:nvPr/>
          </p:nvSpPr>
          <p:spPr>
            <a:xfrm>
              <a:off x="4473575"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0" name="Google Shape;2330;p39"/>
            <p:cNvSpPr/>
            <p:nvPr/>
          </p:nvSpPr>
          <p:spPr>
            <a:xfrm>
              <a:off x="4473575"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1" name="Google Shape;2331;p39"/>
            <p:cNvSpPr/>
            <p:nvPr/>
          </p:nvSpPr>
          <p:spPr>
            <a:xfrm>
              <a:off x="4703765"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2" name="Google Shape;2332;p39"/>
            <p:cNvSpPr/>
            <p:nvPr/>
          </p:nvSpPr>
          <p:spPr>
            <a:xfrm>
              <a:off x="4703765"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3" name="Google Shape;2333;p39"/>
            <p:cNvSpPr/>
            <p:nvPr/>
          </p:nvSpPr>
          <p:spPr>
            <a:xfrm>
              <a:off x="4935543"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4" name="Google Shape;2334;p39"/>
            <p:cNvSpPr/>
            <p:nvPr/>
          </p:nvSpPr>
          <p:spPr>
            <a:xfrm>
              <a:off x="4935543"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5" name="Google Shape;2335;p39"/>
            <p:cNvSpPr/>
            <p:nvPr/>
          </p:nvSpPr>
          <p:spPr>
            <a:xfrm>
              <a:off x="5165732"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6" name="Google Shape;2336;p39"/>
            <p:cNvSpPr/>
            <p:nvPr/>
          </p:nvSpPr>
          <p:spPr>
            <a:xfrm>
              <a:off x="5165732"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7" name="Google Shape;2337;p39"/>
            <p:cNvSpPr/>
            <p:nvPr/>
          </p:nvSpPr>
          <p:spPr>
            <a:xfrm>
              <a:off x="5394334"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8" name="Google Shape;2338;p39"/>
            <p:cNvSpPr/>
            <p:nvPr/>
          </p:nvSpPr>
          <p:spPr>
            <a:xfrm>
              <a:off x="5394334"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9" name="Google Shape;2339;p39"/>
            <p:cNvSpPr/>
            <p:nvPr/>
          </p:nvSpPr>
          <p:spPr>
            <a:xfrm>
              <a:off x="5624525"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40" name="Google Shape;2340;p39"/>
            <p:cNvSpPr/>
            <p:nvPr/>
          </p:nvSpPr>
          <p:spPr>
            <a:xfrm>
              <a:off x="5624525"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341" name="Google Shape;2341;p39"/>
          <p:cNvSpPr txBox="1">
            <a:spLocks noGrp="1"/>
          </p:cNvSpPr>
          <p:nvPr>
            <p:ph type="title"/>
          </p:nvPr>
        </p:nvSpPr>
        <p:spPr>
          <a:xfrm>
            <a:off x="1682151" y="310046"/>
            <a:ext cx="5779698" cy="56515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dirty="0"/>
              <a:t>Research Problem Statement</a:t>
            </a:r>
            <a:endParaRPr sz="2400" dirty="0"/>
          </a:p>
        </p:txBody>
      </p:sp>
      <p:sp>
        <p:nvSpPr>
          <p:cNvPr id="2342" name="Google Shape;2342;p39"/>
          <p:cNvSpPr txBox="1">
            <a:spLocks noGrp="1"/>
          </p:cNvSpPr>
          <p:nvPr>
            <p:ph type="subTitle" idx="1"/>
          </p:nvPr>
        </p:nvSpPr>
        <p:spPr>
          <a:xfrm>
            <a:off x="483079" y="843310"/>
            <a:ext cx="8177842" cy="1839506"/>
          </a:xfrm>
          <a:prstGeom prst="rect">
            <a:avLst/>
          </a:prstGeom>
        </p:spPr>
        <p:txBody>
          <a:bodyPr spcFirstLastPara="1" wrap="square" lIns="91425" tIns="91425" rIns="91425" bIns="91425" anchor="t" anchorCtr="0">
            <a:noAutofit/>
          </a:bodyPr>
          <a:lstStyle/>
          <a:p>
            <a:pPr marL="0" lvl="0" indent="0" algn="just">
              <a:lnSpc>
                <a:spcPct val="150000"/>
              </a:lnSpc>
            </a:pPr>
            <a:r>
              <a:rPr lang="en-US" sz="1800" dirty="0"/>
              <a:t>The current suboptimal reliability in Malaysia's public transit network stems from a </a:t>
            </a:r>
            <a:r>
              <a:rPr lang="en-US" sz="1800" b="1" dirty="0"/>
              <a:t>critical lack </a:t>
            </a:r>
            <a:r>
              <a:rPr lang="en-US" sz="1800" dirty="0"/>
              <a:t>of</a:t>
            </a:r>
            <a:r>
              <a:rPr lang="en-US" sz="1800" b="1" dirty="0"/>
              <a:t> direct ridership forecasting</a:t>
            </a:r>
            <a:r>
              <a:rPr lang="en-US" sz="1800" dirty="0"/>
              <a:t>, a </a:t>
            </a:r>
            <a:r>
              <a:rPr lang="en-US" sz="1800" b="1" dirty="0"/>
              <a:t>methodological lag </a:t>
            </a:r>
            <a:r>
              <a:rPr lang="en-US" sz="1800" dirty="0"/>
              <a:t>in</a:t>
            </a:r>
            <a:r>
              <a:rPr lang="en-US" sz="1800" b="1" dirty="0"/>
              <a:t> </a:t>
            </a:r>
            <a:r>
              <a:rPr lang="en-US" sz="1800" dirty="0"/>
              <a:t>applying</a:t>
            </a:r>
            <a:r>
              <a:rPr lang="en-US" sz="1800" b="1" dirty="0"/>
              <a:t> advanced deep learning techniques </a:t>
            </a:r>
            <a:r>
              <a:rPr lang="en-US" sz="1800" dirty="0"/>
              <a:t>across </a:t>
            </a:r>
            <a:r>
              <a:rPr lang="en-US" sz="1800" b="1" dirty="0"/>
              <a:t>diverse geographical contexts</a:t>
            </a:r>
            <a:r>
              <a:rPr lang="en-US" sz="1800" dirty="0"/>
              <a:t>, and </a:t>
            </a:r>
            <a:r>
              <a:rPr lang="en-US" sz="1800" b="1" dirty="0"/>
              <a:t>limited integration </a:t>
            </a:r>
            <a:r>
              <a:rPr lang="en-US" sz="1800" dirty="0"/>
              <a:t>of</a:t>
            </a:r>
            <a:r>
              <a:rPr lang="en-US" sz="1800" b="1" dirty="0"/>
              <a:t> multi-source data </a:t>
            </a:r>
            <a:r>
              <a:rPr lang="en-US" sz="1800" dirty="0"/>
              <a:t>for comprehensive spatiotemporal analysis.</a:t>
            </a:r>
            <a:endParaRPr sz="2400" dirty="0"/>
          </a:p>
        </p:txBody>
      </p:sp>
      <p:cxnSp>
        <p:nvCxnSpPr>
          <p:cNvPr id="2343" name="Google Shape;2343;p39"/>
          <p:cNvCxnSpPr>
            <a:cxnSpLocks/>
            <a:endCxn id="2341" idx="0"/>
          </p:cNvCxnSpPr>
          <p:nvPr/>
        </p:nvCxnSpPr>
        <p:spPr>
          <a:xfrm>
            <a:off x="4572000" y="-1163002"/>
            <a:ext cx="0" cy="1473048"/>
          </a:xfrm>
          <a:prstGeom prst="straightConnector1">
            <a:avLst/>
          </a:prstGeom>
          <a:noFill/>
          <a:ln w="9525" cap="flat" cmpd="sng">
            <a:solidFill>
              <a:schemeClr val="dk1"/>
            </a:solidFill>
            <a:prstDash val="solid"/>
            <a:round/>
            <a:headEnd type="none" w="med" len="med"/>
            <a:tailEnd type="diamond" w="med" len="med"/>
          </a:ln>
        </p:spPr>
      </p:cxnSp>
      <p:grpSp>
        <p:nvGrpSpPr>
          <p:cNvPr id="2344" name="Google Shape;2344;p39"/>
          <p:cNvGrpSpPr/>
          <p:nvPr/>
        </p:nvGrpSpPr>
        <p:grpSpPr>
          <a:xfrm>
            <a:off x="0" y="3593000"/>
            <a:ext cx="9186902" cy="1703200"/>
            <a:chOff x="0" y="3593000"/>
            <a:chExt cx="9186902" cy="1703200"/>
          </a:xfrm>
        </p:grpSpPr>
        <p:sp>
          <p:nvSpPr>
            <p:cNvPr id="2345" name="Google Shape;2345;p39"/>
            <p:cNvSpPr/>
            <p:nvPr/>
          </p:nvSpPr>
          <p:spPr>
            <a:xfrm>
              <a:off x="0" y="3593000"/>
              <a:ext cx="9186902" cy="1702900"/>
            </a:xfrm>
            <a:custGeom>
              <a:avLst/>
              <a:gdLst/>
              <a:ahLst/>
              <a:cxnLst/>
              <a:rect l="l" t="t" r="r" b="b"/>
              <a:pathLst>
                <a:path w="4160" h="775" extrusionOk="0">
                  <a:moveTo>
                    <a:pt x="1292" y="51"/>
                  </a:moveTo>
                  <a:cubicBezTo>
                    <a:pt x="1292" y="39"/>
                    <a:pt x="1292" y="39"/>
                    <a:pt x="1292" y="39"/>
                  </a:cubicBezTo>
                  <a:cubicBezTo>
                    <a:pt x="1283" y="39"/>
                    <a:pt x="1283" y="39"/>
                    <a:pt x="1283" y="39"/>
                  </a:cubicBezTo>
                  <a:cubicBezTo>
                    <a:pt x="1283" y="21"/>
                    <a:pt x="1283" y="21"/>
                    <a:pt x="1283" y="21"/>
                  </a:cubicBezTo>
                  <a:cubicBezTo>
                    <a:pt x="1283" y="9"/>
                    <a:pt x="1274" y="0"/>
                    <a:pt x="1262" y="0"/>
                  </a:cubicBezTo>
                  <a:cubicBezTo>
                    <a:pt x="1049" y="0"/>
                    <a:pt x="1049" y="0"/>
                    <a:pt x="1049" y="0"/>
                  </a:cubicBezTo>
                  <a:cubicBezTo>
                    <a:pt x="1038" y="0"/>
                    <a:pt x="1029" y="9"/>
                    <a:pt x="1029" y="21"/>
                  </a:cubicBezTo>
                  <a:cubicBezTo>
                    <a:pt x="1029" y="39"/>
                    <a:pt x="1029" y="39"/>
                    <a:pt x="1029" y="39"/>
                  </a:cubicBezTo>
                  <a:cubicBezTo>
                    <a:pt x="1020" y="39"/>
                    <a:pt x="1020" y="39"/>
                    <a:pt x="1020" y="39"/>
                  </a:cubicBezTo>
                  <a:cubicBezTo>
                    <a:pt x="1020" y="51"/>
                    <a:pt x="1020" y="51"/>
                    <a:pt x="1020" y="51"/>
                  </a:cubicBezTo>
                  <a:cubicBezTo>
                    <a:pt x="0" y="51"/>
                    <a:pt x="0" y="51"/>
                    <a:pt x="0" y="51"/>
                  </a:cubicBezTo>
                  <a:cubicBezTo>
                    <a:pt x="0" y="55"/>
                    <a:pt x="0" y="55"/>
                    <a:pt x="0" y="55"/>
                  </a:cubicBezTo>
                  <a:cubicBezTo>
                    <a:pt x="0" y="55"/>
                    <a:pt x="0" y="55"/>
                    <a:pt x="0" y="55"/>
                  </a:cubicBezTo>
                  <a:cubicBezTo>
                    <a:pt x="0" y="475"/>
                    <a:pt x="0" y="475"/>
                    <a:pt x="0" y="475"/>
                  </a:cubicBezTo>
                  <a:cubicBezTo>
                    <a:pt x="27" y="475"/>
                    <a:pt x="27" y="475"/>
                    <a:pt x="27" y="475"/>
                  </a:cubicBezTo>
                  <a:cubicBezTo>
                    <a:pt x="110" y="475"/>
                    <a:pt x="110" y="475"/>
                    <a:pt x="110" y="475"/>
                  </a:cubicBezTo>
                  <a:cubicBezTo>
                    <a:pt x="136" y="475"/>
                    <a:pt x="136" y="475"/>
                    <a:pt x="136" y="475"/>
                  </a:cubicBezTo>
                  <a:cubicBezTo>
                    <a:pt x="136" y="340"/>
                    <a:pt x="469" y="230"/>
                    <a:pt x="882" y="229"/>
                  </a:cubicBezTo>
                  <a:cubicBezTo>
                    <a:pt x="1301" y="230"/>
                    <a:pt x="1638" y="340"/>
                    <a:pt x="1638" y="475"/>
                  </a:cubicBezTo>
                  <a:cubicBezTo>
                    <a:pt x="1644" y="475"/>
                    <a:pt x="1644" y="475"/>
                    <a:pt x="1644" y="475"/>
                  </a:cubicBezTo>
                  <a:cubicBezTo>
                    <a:pt x="1759" y="475"/>
                    <a:pt x="1759" y="475"/>
                    <a:pt x="1759" y="475"/>
                  </a:cubicBezTo>
                  <a:cubicBezTo>
                    <a:pt x="1759" y="775"/>
                    <a:pt x="1759" y="775"/>
                    <a:pt x="1759" y="775"/>
                  </a:cubicBezTo>
                  <a:cubicBezTo>
                    <a:pt x="1763" y="775"/>
                    <a:pt x="1763" y="775"/>
                    <a:pt x="1763" y="775"/>
                  </a:cubicBezTo>
                  <a:cubicBezTo>
                    <a:pt x="2386" y="775"/>
                    <a:pt x="2386" y="775"/>
                    <a:pt x="2386" y="775"/>
                  </a:cubicBezTo>
                  <a:cubicBezTo>
                    <a:pt x="2390" y="775"/>
                    <a:pt x="2390" y="775"/>
                    <a:pt x="2390" y="775"/>
                  </a:cubicBezTo>
                  <a:cubicBezTo>
                    <a:pt x="2390" y="475"/>
                    <a:pt x="2390" y="475"/>
                    <a:pt x="2390" y="475"/>
                  </a:cubicBezTo>
                  <a:cubicBezTo>
                    <a:pt x="2505" y="475"/>
                    <a:pt x="2505" y="475"/>
                    <a:pt x="2505" y="475"/>
                  </a:cubicBezTo>
                  <a:cubicBezTo>
                    <a:pt x="2511" y="475"/>
                    <a:pt x="2511" y="475"/>
                    <a:pt x="2511" y="475"/>
                  </a:cubicBezTo>
                  <a:cubicBezTo>
                    <a:pt x="2511" y="340"/>
                    <a:pt x="2849" y="230"/>
                    <a:pt x="3267" y="229"/>
                  </a:cubicBezTo>
                  <a:cubicBezTo>
                    <a:pt x="3680" y="230"/>
                    <a:pt x="4014" y="340"/>
                    <a:pt x="4014" y="475"/>
                  </a:cubicBezTo>
                  <a:cubicBezTo>
                    <a:pt x="4039" y="475"/>
                    <a:pt x="4039" y="475"/>
                    <a:pt x="4039" y="475"/>
                  </a:cubicBezTo>
                  <a:cubicBezTo>
                    <a:pt x="4133" y="475"/>
                    <a:pt x="4133" y="475"/>
                    <a:pt x="4133" y="475"/>
                  </a:cubicBezTo>
                  <a:cubicBezTo>
                    <a:pt x="4160" y="475"/>
                    <a:pt x="4160" y="475"/>
                    <a:pt x="4160" y="475"/>
                  </a:cubicBezTo>
                  <a:cubicBezTo>
                    <a:pt x="4160" y="184"/>
                    <a:pt x="4160" y="184"/>
                    <a:pt x="4160" y="184"/>
                  </a:cubicBezTo>
                  <a:cubicBezTo>
                    <a:pt x="4160" y="175"/>
                    <a:pt x="4160" y="175"/>
                    <a:pt x="4160" y="175"/>
                  </a:cubicBezTo>
                  <a:cubicBezTo>
                    <a:pt x="4160" y="173"/>
                    <a:pt x="4160" y="173"/>
                    <a:pt x="4160" y="173"/>
                  </a:cubicBezTo>
                  <a:cubicBezTo>
                    <a:pt x="4160" y="137"/>
                    <a:pt x="4160" y="137"/>
                    <a:pt x="4160" y="137"/>
                  </a:cubicBezTo>
                  <a:cubicBezTo>
                    <a:pt x="4160" y="129"/>
                    <a:pt x="4160" y="129"/>
                    <a:pt x="4160" y="129"/>
                  </a:cubicBezTo>
                  <a:cubicBezTo>
                    <a:pt x="4160" y="121"/>
                    <a:pt x="4160" y="121"/>
                    <a:pt x="4160" y="121"/>
                  </a:cubicBezTo>
                  <a:cubicBezTo>
                    <a:pt x="4160" y="60"/>
                    <a:pt x="4160" y="60"/>
                    <a:pt x="4160" y="60"/>
                  </a:cubicBezTo>
                  <a:cubicBezTo>
                    <a:pt x="4160" y="55"/>
                    <a:pt x="4160" y="55"/>
                    <a:pt x="4160" y="55"/>
                  </a:cubicBezTo>
                  <a:cubicBezTo>
                    <a:pt x="4160" y="51"/>
                    <a:pt x="4160" y="51"/>
                    <a:pt x="4160" y="51"/>
                  </a:cubicBezTo>
                  <a:lnTo>
                    <a:pt x="1292" y="51"/>
                  </a:lnTo>
                  <a:close/>
                  <a:moveTo>
                    <a:pt x="1239" y="2"/>
                  </a:moveTo>
                  <a:cubicBezTo>
                    <a:pt x="1262" y="2"/>
                    <a:pt x="1262" y="2"/>
                    <a:pt x="1262" y="2"/>
                  </a:cubicBezTo>
                  <a:cubicBezTo>
                    <a:pt x="1272" y="2"/>
                    <a:pt x="1281" y="10"/>
                    <a:pt x="1281" y="21"/>
                  </a:cubicBezTo>
                  <a:cubicBezTo>
                    <a:pt x="1281" y="39"/>
                    <a:pt x="1281" y="39"/>
                    <a:pt x="1281" y="39"/>
                  </a:cubicBezTo>
                  <a:cubicBezTo>
                    <a:pt x="1239" y="39"/>
                    <a:pt x="1239" y="39"/>
                    <a:pt x="1239" y="39"/>
                  </a:cubicBezTo>
                  <a:lnTo>
                    <a:pt x="1239" y="2"/>
                  </a:lnTo>
                  <a:close/>
                  <a:moveTo>
                    <a:pt x="1197" y="2"/>
                  </a:moveTo>
                  <a:cubicBezTo>
                    <a:pt x="1237" y="2"/>
                    <a:pt x="1237" y="2"/>
                    <a:pt x="1237" y="2"/>
                  </a:cubicBezTo>
                  <a:cubicBezTo>
                    <a:pt x="1237" y="39"/>
                    <a:pt x="1237" y="39"/>
                    <a:pt x="1237" y="39"/>
                  </a:cubicBezTo>
                  <a:cubicBezTo>
                    <a:pt x="1197" y="39"/>
                    <a:pt x="1197" y="39"/>
                    <a:pt x="1197" y="39"/>
                  </a:cubicBezTo>
                  <a:lnTo>
                    <a:pt x="1197" y="2"/>
                  </a:lnTo>
                  <a:close/>
                  <a:moveTo>
                    <a:pt x="1155" y="2"/>
                  </a:moveTo>
                  <a:cubicBezTo>
                    <a:pt x="1196" y="2"/>
                    <a:pt x="1196" y="2"/>
                    <a:pt x="1196" y="2"/>
                  </a:cubicBezTo>
                  <a:cubicBezTo>
                    <a:pt x="1196" y="39"/>
                    <a:pt x="1196" y="39"/>
                    <a:pt x="1196" y="39"/>
                  </a:cubicBezTo>
                  <a:cubicBezTo>
                    <a:pt x="1155" y="39"/>
                    <a:pt x="1155" y="39"/>
                    <a:pt x="1155" y="39"/>
                  </a:cubicBezTo>
                  <a:lnTo>
                    <a:pt x="1155" y="2"/>
                  </a:lnTo>
                  <a:close/>
                  <a:moveTo>
                    <a:pt x="1117" y="2"/>
                  </a:moveTo>
                  <a:cubicBezTo>
                    <a:pt x="1153" y="2"/>
                    <a:pt x="1153" y="2"/>
                    <a:pt x="1153" y="2"/>
                  </a:cubicBezTo>
                  <a:cubicBezTo>
                    <a:pt x="1153" y="39"/>
                    <a:pt x="1153" y="39"/>
                    <a:pt x="1153" y="39"/>
                  </a:cubicBezTo>
                  <a:cubicBezTo>
                    <a:pt x="1117" y="39"/>
                    <a:pt x="1117" y="39"/>
                    <a:pt x="1117" y="39"/>
                  </a:cubicBezTo>
                  <a:lnTo>
                    <a:pt x="1117" y="2"/>
                  </a:lnTo>
                  <a:close/>
                  <a:moveTo>
                    <a:pt x="1075" y="2"/>
                  </a:moveTo>
                  <a:cubicBezTo>
                    <a:pt x="1115" y="2"/>
                    <a:pt x="1115" y="2"/>
                    <a:pt x="1115" y="2"/>
                  </a:cubicBezTo>
                  <a:cubicBezTo>
                    <a:pt x="1115" y="39"/>
                    <a:pt x="1115" y="39"/>
                    <a:pt x="1115" y="39"/>
                  </a:cubicBezTo>
                  <a:cubicBezTo>
                    <a:pt x="1075" y="39"/>
                    <a:pt x="1075" y="39"/>
                    <a:pt x="1075" y="39"/>
                  </a:cubicBezTo>
                  <a:lnTo>
                    <a:pt x="1075" y="2"/>
                  </a:lnTo>
                  <a:close/>
                  <a:moveTo>
                    <a:pt x="1031" y="21"/>
                  </a:moveTo>
                  <a:cubicBezTo>
                    <a:pt x="1031" y="10"/>
                    <a:pt x="1039" y="2"/>
                    <a:pt x="1049" y="2"/>
                  </a:cubicBezTo>
                  <a:cubicBezTo>
                    <a:pt x="1073" y="2"/>
                    <a:pt x="1073" y="2"/>
                    <a:pt x="1073" y="2"/>
                  </a:cubicBezTo>
                  <a:cubicBezTo>
                    <a:pt x="1073" y="39"/>
                    <a:pt x="1073" y="39"/>
                    <a:pt x="1073" y="39"/>
                  </a:cubicBezTo>
                  <a:cubicBezTo>
                    <a:pt x="1031" y="39"/>
                    <a:pt x="1031" y="39"/>
                    <a:pt x="1031" y="39"/>
                  </a:cubicBezTo>
                  <a:lnTo>
                    <a:pt x="1031" y="21"/>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46" name="Google Shape;2346;p39"/>
            <p:cNvSpPr/>
            <p:nvPr/>
          </p:nvSpPr>
          <p:spPr>
            <a:xfrm>
              <a:off x="0" y="4601525"/>
              <a:ext cx="297900" cy="6861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sp>
          <p:nvSpPr>
            <p:cNvPr id="2347" name="Google Shape;2347;p39"/>
            <p:cNvSpPr/>
            <p:nvPr/>
          </p:nvSpPr>
          <p:spPr>
            <a:xfrm>
              <a:off x="3867063" y="4630500"/>
              <a:ext cx="1431600" cy="6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grpSp>
          <p:nvGrpSpPr>
            <p:cNvPr id="2348" name="Google Shape;2348;p39"/>
            <p:cNvGrpSpPr/>
            <p:nvPr/>
          </p:nvGrpSpPr>
          <p:grpSpPr>
            <a:xfrm>
              <a:off x="109020" y="4065169"/>
              <a:ext cx="8197094" cy="1044961"/>
              <a:chOff x="69670" y="3912769"/>
              <a:chExt cx="8197094" cy="1044961"/>
            </a:xfrm>
          </p:grpSpPr>
          <p:sp>
            <p:nvSpPr>
              <p:cNvPr id="2349" name="Google Shape;2349;p39"/>
              <p:cNvSpPr/>
              <p:nvPr/>
            </p:nvSpPr>
            <p:spPr>
              <a:xfrm>
                <a:off x="3676701" y="3933410"/>
                <a:ext cx="105786" cy="46443"/>
              </a:xfrm>
              <a:custGeom>
                <a:avLst/>
                <a:gdLst/>
                <a:ahLst/>
                <a:cxnLst/>
                <a:rect l="l" t="t" r="r" b="b"/>
                <a:pathLst>
                  <a:path w="47" h="20" extrusionOk="0">
                    <a:moveTo>
                      <a:pt x="42" y="0"/>
                    </a:moveTo>
                    <a:cubicBezTo>
                      <a:pt x="5" y="0"/>
                      <a:pt x="5" y="0"/>
                      <a:pt x="5" y="0"/>
                    </a:cubicBezTo>
                    <a:cubicBezTo>
                      <a:pt x="2" y="0"/>
                      <a:pt x="0" y="2"/>
                      <a:pt x="0" y="5"/>
                    </a:cubicBezTo>
                    <a:cubicBezTo>
                      <a:pt x="0" y="16"/>
                      <a:pt x="0" y="16"/>
                      <a:pt x="0" y="16"/>
                    </a:cubicBezTo>
                    <a:cubicBezTo>
                      <a:pt x="0" y="18"/>
                      <a:pt x="2" y="20"/>
                      <a:pt x="5" y="20"/>
                    </a:cubicBezTo>
                    <a:cubicBezTo>
                      <a:pt x="42" y="20"/>
                      <a:pt x="42" y="20"/>
                      <a:pt x="42" y="20"/>
                    </a:cubicBezTo>
                    <a:cubicBezTo>
                      <a:pt x="45" y="20"/>
                      <a:pt x="47" y="18"/>
                      <a:pt x="47" y="16"/>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0" name="Google Shape;2350;p39"/>
              <p:cNvSpPr/>
              <p:nvPr/>
            </p:nvSpPr>
            <p:spPr>
              <a:xfrm>
                <a:off x="105792" y="3933410"/>
                <a:ext cx="103206" cy="46443"/>
              </a:xfrm>
              <a:custGeom>
                <a:avLst/>
                <a:gdLst/>
                <a:ahLst/>
                <a:cxnLst/>
                <a:rect l="l" t="t" r="r" b="b"/>
                <a:pathLst>
                  <a:path w="47" h="20" extrusionOk="0">
                    <a:moveTo>
                      <a:pt x="42" y="0"/>
                    </a:moveTo>
                    <a:cubicBezTo>
                      <a:pt x="5" y="0"/>
                      <a:pt x="5" y="0"/>
                      <a:pt x="5" y="0"/>
                    </a:cubicBezTo>
                    <a:cubicBezTo>
                      <a:pt x="2" y="0"/>
                      <a:pt x="0" y="2"/>
                      <a:pt x="0" y="5"/>
                    </a:cubicBezTo>
                    <a:cubicBezTo>
                      <a:pt x="0" y="16"/>
                      <a:pt x="0" y="16"/>
                      <a:pt x="0" y="16"/>
                    </a:cubicBezTo>
                    <a:cubicBezTo>
                      <a:pt x="0" y="18"/>
                      <a:pt x="2" y="20"/>
                      <a:pt x="5" y="20"/>
                    </a:cubicBezTo>
                    <a:cubicBezTo>
                      <a:pt x="42" y="20"/>
                      <a:pt x="42" y="20"/>
                      <a:pt x="42" y="20"/>
                    </a:cubicBezTo>
                    <a:cubicBezTo>
                      <a:pt x="45" y="20"/>
                      <a:pt x="47" y="18"/>
                      <a:pt x="47" y="16"/>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1" name="Google Shape;2351;p39"/>
              <p:cNvSpPr/>
              <p:nvPr/>
            </p:nvSpPr>
            <p:spPr>
              <a:xfrm>
                <a:off x="229639" y="4041776"/>
                <a:ext cx="103206" cy="43863"/>
              </a:xfrm>
              <a:custGeom>
                <a:avLst/>
                <a:gdLst/>
                <a:ahLst/>
                <a:cxnLst/>
                <a:rect l="l" t="t" r="r" b="b"/>
                <a:pathLst>
                  <a:path w="47" h="20" extrusionOk="0">
                    <a:moveTo>
                      <a:pt x="43" y="0"/>
                    </a:moveTo>
                    <a:cubicBezTo>
                      <a:pt x="5" y="0"/>
                      <a:pt x="5" y="0"/>
                      <a:pt x="5" y="0"/>
                    </a:cubicBezTo>
                    <a:cubicBezTo>
                      <a:pt x="2" y="0"/>
                      <a:pt x="0" y="2"/>
                      <a:pt x="0" y="5"/>
                    </a:cubicBezTo>
                    <a:cubicBezTo>
                      <a:pt x="0" y="16"/>
                      <a:pt x="0" y="16"/>
                      <a:pt x="0" y="16"/>
                    </a:cubicBezTo>
                    <a:cubicBezTo>
                      <a:pt x="0" y="18"/>
                      <a:pt x="2" y="20"/>
                      <a:pt x="5" y="20"/>
                    </a:cubicBezTo>
                    <a:cubicBezTo>
                      <a:pt x="43" y="20"/>
                      <a:pt x="43" y="20"/>
                      <a:pt x="43" y="20"/>
                    </a:cubicBezTo>
                    <a:cubicBezTo>
                      <a:pt x="45" y="20"/>
                      <a:pt x="47" y="18"/>
                      <a:pt x="47" y="16"/>
                    </a:cubicBezTo>
                    <a:cubicBezTo>
                      <a:pt x="47" y="5"/>
                      <a:pt x="47" y="5"/>
                      <a:pt x="47" y="5"/>
                    </a:cubicBezTo>
                    <a:cubicBezTo>
                      <a:pt x="47" y="2"/>
                      <a:pt x="45" y="0"/>
                      <a:pt x="43"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2" name="Google Shape;2352;p39"/>
              <p:cNvSpPr/>
              <p:nvPr/>
            </p:nvSpPr>
            <p:spPr>
              <a:xfrm>
                <a:off x="69670" y="4168204"/>
                <a:ext cx="103206" cy="43863"/>
              </a:xfrm>
              <a:custGeom>
                <a:avLst/>
                <a:gdLst/>
                <a:ahLst/>
                <a:cxnLst/>
                <a:rect l="l" t="t" r="r" b="b"/>
                <a:pathLst>
                  <a:path w="47" h="20" extrusionOk="0">
                    <a:moveTo>
                      <a:pt x="42" y="0"/>
                    </a:moveTo>
                    <a:cubicBezTo>
                      <a:pt x="5" y="0"/>
                      <a:pt x="5" y="0"/>
                      <a:pt x="5" y="0"/>
                    </a:cubicBezTo>
                    <a:cubicBezTo>
                      <a:pt x="2" y="0"/>
                      <a:pt x="0" y="2"/>
                      <a:pt x="0" y="5"/>
                    </a:cubicBezTo>
                    <a:cubicBezTo>
                      <a:pt x="0" y="16"/>
                      <a:pt x="0" y="16"/>
                      <a:pt x="0" y="16"/>
                    </a:cubicBezTo>
                    <a:cubicBezTo>
                      <a:pt x="0" y="18"/>
                      <a:pt x="2" y="20"/>
                      <a:pt x="5" y="20"/>
                    </a:cubicBezTo>
                    <a:cubicBezTo>
                      <a:pt x="42" y="20"/>
                      <a:pt x="42" y="20"/>
                      <a:pt x="42" y="20"/>
                    </a:cubicBezTo>
                    <a:cubicBezTo>
                      <a:pt x="45" y="20"/>
                      <a:pt x="47" y="18"/>
                      <a:pt x="47" y="16"/>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3" name="Google Shape;2353;p39"/>
              <p:cNvSpPr/>
              <p:nvPr/>
            </p:nvSpPr>
            <p:spPr>
              <a:xfrm>
                <a:off x="3914073" y="4018556"/>
                <a:ext cx="105786" cy="43863"/>
              </a:xfrm>
              <a:custGeom>
                <a:avLst/>
                <a:gdLst/>
                <a:ahLst/>
                <a:cxnLst/>
                <a:rect l="l" t="t" r="r" b="b"/>
                <a:pathLst>
                  <a:path w="47" h="20" extrusionOk="0">
                    <a:moveTo>
                      <a:pt x="47" y="15"/>
                    </a:moveTo>
                    <a:cubicBezTo>
                      <a:pt x="47" y="5"/>
                      <a:pt x="47" y="5"/>
                      <a:pt x="47" y="5"/>
                    </a:cubicBezTo>
                    <a:cubicBezTo>
                      <a:pt x="47" y="2"/>
                      <a:pt x="45" y="0"/>
                      <a:pt x="42" y="0"/>
                    </a:cubicBezTo>
                    <a:cubicBezTo>
                      <a:pt x="5" y="0"/>
                      <a:pt x="5" y="0"/>
                      <a:pt x="5" y="0"/>
                    </a:cubicBezTo>
                    <a:cubicBezTo>
                      <a:pt x="2" y="0"/>
                      <a:pt x="0" y="2"/>
                      <a:pt x="0" y="5"/>
                    </a:cubicBezTo>
                    <a:cubicBezTo>
                      <a:pt x="0" y="15"/>
                      <a:pt x="0" y="15"/>
                      <a:pt x="0" y="15"/>
                    </a:cubicBezTo>
                    <a:cubicBezTo>
                      <a:pt x="0" y="18"/>
                      <a:pt x="2" y="20"/>
                      <a:pt x="5" y="20"/>
                    </a:cubicBezTo>
                    <a:cubicBezTo>
                      <a:pt x="42" y="20"/>
                      <a:pt x="42" y="20"/>
                      <a:pt x="42" y="20"/>
                    </a:cubicBezTo>
                    <a:cubicBezTo>
                      <a:pt x="45" y="20"/>
                      <a:pt x="47" y="18"/>
                      <a:pt x="47" y="15"/>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4" name="Google Shape;2354;p39"/>
              <p:cNvSpPr/>
              <p:nvPr/>
            </p:nvSpPr>
            <p:spPr>
              <a:xfrm>
                <a:off x="3343864" y="4064998"/>
                <a:ext cx="103206" cy="46443"/>
              </a:xfrm>
              <a:custGeom>
                <a:avLst/>
                <a:gdLst/>
                <a:ahLst/>
                <a:cxnLst/>
                <a:rect l="l" t="t" r="r" b="b"/>
                <a:pathLst>
                  <a:path w="47" h="21" extrusionOk="0">
                    <a:moveTo>
                      <a:pt x="42" y="0"/>
                    </a:moveTo>
                    <a:cubicBezTo>
                      <a:pt x="4" y="0"/>
                      <a:pt x="4" y="0"/>
                      <a:pt x="4" y="0"/>
                    </a:cubicBezTo>
                    <a:cubicBezTo>
                      <a:pt x="2" y="0"/>
                      <a:pt x="0" y="2"/>
                      <a:pt x="0" y="5"/>
                    </a:cubicBezTo>
                    <a:cubicBezTo>
                      <a:pt x="0" y="16"/>
                      <a:pt x="0" y="16"/>
                      <a:pt x="0" y="16"/>
                    </a:cubicBezTo>
                    <a:cubicBezTo>
                      <a:pt x="0" y="18"/>
                      <a:pt x="2" y="21"/>
                      <a:pt x="4" y="21"/>
                    </a:cubicBezTo>
                    <a:cubicBezTo>
                      <a:pt x="42" y="21"/>
                      <a:pt x="42" y="21"/>
                      <a:pt x="42" y="21"/>
                    </a:cubicBezTo>
                    <a:cubicBezTo>
                      <a:pt x="44" y="21"/>
                      <a:pt x="47" y="18"/>
                      <a:pt x="47" y="16"/>
                    </a:cubicBezTo>
                    <a:cubicBezTo>
                      <a:pt x="47" y="5"/>
                      <a:pt x="47" y="5"/>
                      <a:pt x="47" y="5"/>
                    </a:cubicBezTo>
                    <a:cubicBezTo>
                      <a:pt x="47" y="2"/>
                      <a:pt x="44"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5" name="Google Shape;2355;p39"/>
              <p:cNvSpPr/>
              <p:nvPr/>
            </p:nvSpPr>
            <p:spPr>
              <a:xfrm>
                <a:off x="3952776" y="4591349"/>
                <a:ext cx="103206" cy="46443"/>
              </a:xfrm>
              <a:custGeom>
                <a:avLst/>
                <a:gdLst/>
                <a:ahLst/>
                <a:cxnLst/>
                <a:rect l="l" t="t" r="r" b="b"/>
                <a:pathLst>
                  <a:path w="47" h="21" extrusionOk="0">
                    <a:moveTo>
                      <a:pt x="42" y="0"/>
                    </a:moveTo>
                    <a:cubicBezTo>
                      <a:pt x="5" y="0"/>
                      <a:pt x="5" y="0"/>
                      <a:pt x="5" y="0"/>
                    </a:cubicBezTo>
                    <a:cubicBezTo>
                      <a:pt x="2" y="0"/>
                      <a:pt x="0" y="2"/>
                      <a:pt x="0" y="5"/>
                    </a:cubicBezTo>
                    <a:cubicBezTo>
                      <a:pt x="0" y="16"/>
                      <a:pt x="0" y="16"/>
                      <a:pt x="0" y="16"/>
                    </a:cubicBezTo>
                    <a:cubicBezTo>
                      <a:pt x="0" y="18"/>
                      <a:pt x="2" y="21"/>
                      <a:pt x="5" y="21"/>
                    </a:cubicBezTo>
                    <a:cubicBezTo>
                      <a:pt x="42" y="21"/>
                      <a:pt x="42" y="21"/>
                      <a:pt x="42" y="21"/>
                    </a:cubicBezTo>
                    <a:cubicBezTo>
                      <a:pt x="45" y="21"/>
                      <a:pt x="47" y="18"/>
                      <a:pt x="47" y="16"/>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6" name="Google Shape;2356;p39"/>
              <p:cNvSpPr/>
              <p:nvPr/>
            </p:nvSpPr>
            <p:spPr>
              <a:xfrm>
                <a:off x="3952776" y="4694554"/>
                <a:ext cx="103206" cy="43863"/>
              </a:xfrm>
              <a:custGeom>
                <a:avLst/>
                <a:gdLst/>
                <a:ahLst/>
                <a:cxnLst/>
                <a:rect l="l" t="t" r="r" b="b"/>
                <a:pathLst>
                  <a:path w="47" h="20" extrusionOk="0">
                    <a:moveTo>
                      <a:pt x="42" y="0"/>
                    </a:moveTo>
                    <a:cubicBezTo>
                      <a:pt x="5" y="0"/>
                      <a:pt x="5" y="0"/>
                      <a:pt x="5" y="0"/>
                    </a:cubicBezTo>
                    <a:cubicBezTo>
                      <a:pt x="2" y="0"/>
                      <a:pt x="0" y="2"/>
                      <a:pt x="0" y="5"/>
                    </a:cubicBezTo>
                    <a:cubicBezTo>
                      <a:pt x="0" y="15"/>
                      <a:pt x="0" y="15"/>
                      <a:pt x="0" y="15"/>
                    </a:cubicBezTo>
                    <a:cubicBezTo>
                      <a:pt x="0" y="18"/>
                      <a:pt x="2" y="20"/>
                      <a:pt x="5" y="20"/>
                    </a:cubicBezTo>
                    <a:cubicBezTo>
                      <a:pt x="42" y="20"/>
                      <a:pt x="42" y="20"/>
                      <a:pt x="42" y="20"/>
                    </a:cubicBezTo>
                    <a:cubicBezTo>
                      <a:pt x="45" y="20"/>
                      <a:pt x="47" y="18"/>
                      <a:pt x="47" y="15"/>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7" name="Google Shape;2357;p39"/>
              <p:cNvSpPr/>
              <p:nvPr/>
            </p:nvSpPr>
            <p:spPr>
              <a:xfrm>
                <a:off x="4112745" y="4648112"/>
                <a:ext cx="103206" cy="46443"/>
              </a:xfrm>
              <a:custGeom>
                <a:avLst/>
                <a:gdLst/>
                <a:ahLst/>
                <a:cxnLst/>
                <a:rect l="l" t="t" r="r" b="b"/>
                <a:pathLst>
                  <a:path w="47" h="21" extrusionOk="0">
                    <a:moveTo>
                      <a:pt x="42" y="0"/>
                    </a:moveTo>
                    <a:cubicBezTo>
                      <a:pt x="5" y="0"/>
                      <a:pt x="5" y="0"/>
                      <a:pt x="5" y="0"/>
                    </a:cubicBezTo>
                    <a:cubicBezTo>
                      <a:pt x="2" y="0"/>
                      <a:pt x="0" y="3"/>
                      <a:pt x="0" y="5"/>
                    </a:cubicBezTo>
                    <a:cubicBezTo>
                      <a:pt x="0" y="16"/>
                      <a:pt x="0" y="16"/>
                      <a:pt x="0" y="16"/>
                    </a:cubicBezTo>
                    <a:cubicBezTo>
                      <a:pt x="0" y="19"/>
                      <a:pt x="2" y="21"/>
                      <a:pt x="5" y="21"/>
                    </a:cubicBezTo>
                    <a:cubicBezTo>
                      <a:pt x="42" y="21"/>
                      <a:pt x="42" y="21"/>
                      <a:pt x="42" y="21"/>
                    </a:cubicBezTo>
                    <a:cubicBezTo>
                      <a:pt x="45" y="21"/>
                      <a:pt x="47" y="19"/>
                      <a:pt x="47" y="16"/>
                    </a:cubicBezTo>
                    <a:cubicBezTo>
                      <a:pt x="47" y="5"/>
                      <a:pt x="47" y="5"/>
                      <a:pt x="47" y="5"/>
                    </a:cubicBezTo>
                    <a:cubicBezTo>
                      <a:pt x="47" y="3"/>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8" name="Google Shape;2358;p39"/>
              <p:cNvSpPr/>
              <p:nvPr/>
            </p:nvSpPr>
            <p:spPr>
              <a:xfrm>
                <a:off x="5255744" y="3982434"/>
                <a:ext cx="105786" cy="43863"/>
              </a:xfrm>
              <a:custGeom>
                <a:avLst/>
                <a:gdLst/>
                <a:ahLst/>
                <a:cxnLst/>
                <a:rect l="l" t="t" r="r" b="b"/>
                <a:pathLst>
                  <a:path w="48" h="20" extrusionOk="0">
                    <a:moveTo>
                      <a:pt x="43" y="0"/>
                    </a:moveTo>
                    <a:cubicBezTo>
                      <a:pt x="5" y="0"/>
                      <a:pt x="5" y="0"/>
                      <a:pt x="5" y="0"/>
                    </a:cubicBezTo>
                    <a:cubicBezTo>
                      <a:pt x="3" y="0"/>
                      <a:pt x="0" y="2"/>
                      <a:pt x="0" y="4"/>
                    </a:cubicBezTo>
                    <a:cubicBezTo>
                      <a:pt x="0" y="15"/>
                      <a:pt x="0" y="15"/>
                      <a:pt x="0" y="15"/>
                    </a:cubicBezTo>
                    <a:cubicBezTo>
                      <a:pt x="0" y="18"/>
                      <a:pt x="3" y="20"/>
                      <a:pt x="5" y="20"/>
                    </a:cubicBezTo>
                    <a:cubicBezTo>
                      <a:pt x="43" y="20"/>
                      <a:pt x="43" y="20"/>
                      <a:pt x="43" y="20"/>
                    </a:cubicBezTo>
                    <a:cubicBezTo>
                      <a:pt x="45" y="20"/>
                      <a:pt x="48" y="18"/>
                      <a:pt x="48" y="15"/>
                    </a:cubicBezTo>
                    <a:cubicBezTo>
                      <a:pt x="48" y="4"/>
                      <a:pt x="48" y="4"/>
                      <a:pt x="48" y="4"/>
                    </a:cubicBezTo>
                    <a:cubicBezTo>
                      <a:pt x="48" y="2"/>
                      <a:pt x="45" y="0"/>
                      <a:pt x="43"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9" name="Google Shape;2359;p39"/>
              <p:cNvSpPr/>
              <p:nvPr/>
            </p:nvSpPr>
            <p:spPr>
              <a:xfrm>
                <a:off x="8163558" y="3912769"/>
                <a:ext cx="103206" cy="43863"/>
              </a:xfrm>
              <a:custGeom>
                <a:avLst/>
                <a:gdLst/>
                <a:ahLst/>
                <a:cxnLst/>
                <a:rect l="l" t="t" r="r" b="b"/>
                <a:pathLst>
                  <a:path w="47" h="20" extrusionOk="0">
                    <a:moveTo>
                      <a:pt x="42" y="0"/>
                    </a:moveTo>
                    <a:cubicBezTo>
                      <a:pt x="5" y="0"/>
                      <a:pt x="5" y="0"/>
                      <a:pt x="5" y="0"/>
                    </a:cubicBezTo>
                    <a:cubicBezTo>
                      <a:pt x="2" y="0"/>
                      <a:pt x="0" y="2"/>
                      <a:pt x="0" y="5"/>
                    </a:cubicBezTo>
                    <a:cubicBezTo>
                      <a:pt x="0" y="15"/>
                      <a:pt x="0" y="15"/>
                      <a:pt x="0" y="15"/>
                    </a:cubicBezTo>
                    <a:cubicBezTo>
                      <a:pt x="0" y="18"/>
                      <a:pt x="2" y="20"/>
                      <a:pt x="5" y="20"/>
                    </a:cubicBezTo>
                    <a:cubicBezTo>
                      <a:pt x="42" y="20"/>
                      <a:pt x="42" y="20"/>
                      <a:pt x="42" y="20"/>
                    </a:cubicBezTo>
                    <a:cubicBezTo>
                      <a:pt x="45" y="20"/>
                      <a:pt x="47" y="18"/>
                      <a:pt x="47" y="15"/>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0" name="Google Shape;2360;p39"/>
              <p:cNvSpPr/>
              <p:nvPr/>
            </p:nvSpPr>
            <p:spPr>
              <a:xfrm>
                <a:off x="4868724" y="4790019"/>
                <a:ext cx="103206" cy="43863"/>
              </a:xfrm>
              <a:custGeom>
                <a:avLst/>
                <a:gdLst/>
                <a:ahLst/>
                <a:cxnLst/>
                <a:rect l="l" t="t" r="r" b="b"/>
                <a:pathLst>
                  <a:path w="47" h="20" extrusionOk="0">
                    <a:moveTo>
                      <a:pt x="42" y="0"/>
                    </a:moveTo>
                    <a:cubicBezTo>
                      <a:pt x="5" y="0"/>
                      <a:pt x="5" y="0"/>
                      <a:pt x="5" y="0"/>
                    </a:cubicBezTo>
                    <a:cubicBezTo>
                      <a:pt x="2" y="0"/>
                      <a:pt x="0" y="2"/>
                      <a:pt x="0" y="5"/>
                    </a:cubicBezTo>
                    <a:cubicBezTo>
                      <a:pt x="0" y="15"/>
                      <a:pt x="0" y="15"/>
                      <a:pt x="0" y="15"/>
                    </a:cubicBezTo>
                    <a:cubicBezTo>
                      <a:pt x="0" y="18"/>
                      <a:pt x="2" y="20"/>
                      <a:pt x="5" y="20"/>
                    </a:cubicBezTo>
                    <a:cubicBezTo>
                      <a:pt x="42" y="20"/>
                      <a:pt x="42" y="20"/>
                      <a:pt x="42" y="20"/>
                    </a:cubicBezTo>
                    <a:cubicBezTo>
                      <a:pt x="45" y="20"/>
                      <a:pt x="47" y="18"/>
                      <a:pt x="47" y="15"/>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1" name="Google Shape;2361;p39"/>
              <p:cNvSpPr/>
              <p:nvPr/>
            </p:nvSpPr>
            <p:spPr>
              <a:xfrm>
                <a:off x="4572009" y="4578447"/>
                <a:ext cx="103206" cy="43863"/>
              </a:xfrm>
              <a:custGeom>
                <a:avLst/>
                <a:gdLst/>
                <a:ahLst/>
                <a:cxnLst/>
                <a:rect l="l" t="t" r="r" b="b"/>
                <a:pathLst>
                  <a:path w="47" h="20" extrusionOk="0">
                    <a:moveTo>
                      <a:pt x="42" y="0"/>
                    </a:moveTo>
                    <a:cubicBezTo>
                      <a:pt x="5" y="0"/>
                      <a:pt x="5" y="0"/>
                      <a:pt x="5" y="0"/>
                    </a:cubicBezTo>
                    <a:cubicBezTo>
                      <a:pt x="2" y="0"/>
                      <a:pt x="0" y="2"/>
                      <a:pt x="0" y="4"/>
                    </a:cubicBezTo>
                    <a:cubicBezTo>
                      <a:pt x="0" y="15"/>
                      <a:pt x="0" y="15"/>
                      <a:pt x="0" y="15"/>
                    </a:cubicBezTo>
                    <a:cubicBezTo>
                      <a:pt x="0" y="18"/>
                      <a:pt x="2" y="20"/>
                      <a:pt x="5" y="20"/>
                    </a:cubicBezTo>
                    <a:cubicBezTo>
                      <a:pt x="42" y="20"/>
                      <a:pt x="42" y="20"/>
                      <a:pt x="42" y="20"/>
                    </a:cubicBezTo>
                    <a:cubicBezTo>
                      <a:pt x="45" y="20"/>
                      <a:pt x="47" y="18"/>
                      <a:pt x="47" y="15"/>
                    </a:cubicBezTo>
                    <a:cubicBezTo>
                      <a:pt x="47" y="4"/>
                      <a:pt x="47" y="4"/>
                      <a:pt x="47" y="4"/>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2" name="Google Shape;2362;p39"/>
              <p:cNvSpPr/>
              <p:nvPr/>
            </p:nvSpPr>
            <p:spPr>
              <a:xfrm>
                <a:off x="4270132" y="4294631"/>
                <a:ext cx="103206" cy="43863"/>
              </a:xfrm>
              <a:custGeom>
                <a:avLst/>
                <a:gdLst/>
                <a:ahLst/>
                <a:cxnLst/>
                <a:rect l="l" t="t" r="r" b="b"/>
                <a:pathLst>
                  <a:path w="47" h="20" extrusionOk="0">
                    <a:moveTo>
                      <a:pt x="47" y="15"/>
                    </a:moveTo>
                    <a:cubicBezTo>
                      <a:pt x="47" y="5"/>
                      <a:pt x="47" y="5"/>
                      <a:pt x="47" y="5"/>
                    </a:cubicBezTo>
                    <a:cubicBezTo>
                      <a:pt x="47" y="2"/>
                      <a:pt x="45" y="0"/>
                      <a:pt x="42" y="0"/>
                    </a:cubicBezTo>
                    <a:cubicBezTo>
                      <a:pt x="5" y="0"/>
                      <a:pt x="5" y="0"/>
                      <a:pt x="5" y="0"/>
                    </a:cubicBezTo>
                    <a:cubicBezTo>
                      <a:pt x="2" y="0"/>
                      <a:pt x="0" y="2"/>
                      <a:pt x="0" y="5"/>
                    </a:cubicBezTo>
                    <a:cubicBezTo>
                      <a:pt x="0" y="15"/>
                      <a:pt x="0" y="15"/>
                      <a:pt x="0" y="15"/>
                    </a:cubicBezTo>
                    <a:cubicBezTo>
                      <a:pt x="0" y="18"/>
                      <a:pt x="2" y="20"/>
                      <a:pt x="5" y="20"/>
                    </a:cubicBezTo>
                    <a:cubicBezTo>
                      <a:pt x="42" y="20"/>
                      <a:pt x="42" y="20"/>
                      <a:pt x="42" y="20"/>
                    </a:cubicBezTo>
                    <a:cubicBezTo>
                      <a:pt x="45" y="20"/>
                      <a:pt x="47" y="18"/>
                      <a:pt x="47" y="15"/>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3" name="Google Shape;2363;p39"/>
              <p:cNvSpPr/>
              <p:nvPr/>
            </p:nvSpPr>
            <p:spPr>
              <a:xfrm>
                <a:off x="4711336" y="4694554"/>
                <a:ext cx="103206" cy="43863"/>
              </a:xfrm>
              <a:custGeom>
                <a:avLst/>
                <a:gdLst/>
                <a:ahLst/>
                <a:cxnLst/>
                <a:rect l="l" t="t" r="r" b="b"/>
                <a:pathLst>
                  <a:path w="47" h="20" extrusionOk="0">
                    <a:moveTo>
                      <a:pt x="42" y="0"/>
                    </a:moveTo>
                    <a:cubicBezTo>
                      <a:pt x="5" y="0"/>
                      <a:pt x="5" y="0"/>
                      <a:pt x="5" y="0"/>
                    </a:cubicBezTo>
                    <a:cubicBezTo>
                      <a:pt x="2" y="0"/>
                      <a:pt x="0" y="2"/>
                      <a:pt x="0" y="5"/>
                    </a:cubicBezTo>
                    <a:cubicBezTo>
                      <a:pt x="0" y="15"/>
                      <a:pt x="0" y="15"/>
                      <a:pt x="0" y="15"/>
                    </a:cubicBezTo>
                    <a:cubicBezTo>
                      <a:pt x="0" y="18"/>
                      <a:pt x="2" y="20"/>
                      <a:pt x="5" y="20"/>
                    </a:cubicBezTo>
                    <a:cubicBezTo>
                      <a:pt x="42" y="20"/>
                      <a:pt x="42" y="20"/>
                      <a:pt x="42" y="20"/>
                    </a:cubicBezTo>
                    <a:cubicBezTo>
                      <a:pt x="45" y="20"/>
                      <a:pt x="47" y="18"/>
                      <a:pt x="47" y="15"/>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4" name="Google Shape;2364;p39"/>
              <p:cNvSpPr/>
              <p:nvPr/>
            </p:nvSpPr>
            <p:spPr>
              <a:xfrm>
                <a:off x="4316574" y="4911287"/>
                <a:ext cx="103206" cy="46443"/>
              </a:xfrm>
              <a:custGeom>
                <a:avLst/>
                <a:gdLst/>
                <a:ahLst/>
                <a:cxnLst/>
                <a:rect l="l" t="t" r="r" b="b"/>
                <a:pathLst>
                  <a:path w="47" h="21" extrusionOk="0">
                    <a:moveTo>
                      <a:pt x="42" y="0"/>
                    </a:moveTo>
                    <a:cubicBezTo>
                      <a:pt x="4" y="0"/>
                      <a:pt x="4" y="0"/>
                      <a:pt x="4" y="0"/>
                    </a:cubicBezTo>
                    <a:cubicBezTo>
                      <a:pt x="2" y="0"/>
                      <a:pt x="0" y="3"/>
                      <a:pt x="0" y="5"/>
                    </a:cubicBezTo>
                    <a:cubicBezTo>
                      <a:pt x="0" y="16"/>
                      <a:pt x="0" y="16"/>
                      <a:pt x="0" y="16"/>
                    </a:cubicBezTo>
                    <a:cubicBezTo>
                      <a:pt x="0" y="19"/>
                      <a:pt x="2" y="21"/>
                      <a:pt x="4" y="21"/>
                    </a:cubicBezTo>
                    <a:cubicBezTo>
                      <a:pt x="42" y="21"/>
                      <a:pt x="42" y="21"/>
                      <a:pt x="42" y="21"/>
                    </a:cubicBezTo>
                    <a:cubicBezTo>
                      <a:pt x="45" y="21"/>
                      <a:pt x="47" y="19"/>
                      <a:pt x="47" y="16"/>
                    </a:cubicBezTo>
                    <a:cubicBezTo>
                      <a:pt x="47" y="5"/>
                      <a:pt x="47" y="5"/>
                      <a:pt x="47" y="5"/>
                    </a:cubicBezTo>
                    <a:cubicBezTo>
                      <a:pt x="47" y="3"/>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5" name="Google Shape;2365;p39"/>
              <p:cNvSpPr/>
              <p:nvPr/>
            </p:nvSpPr>
            <p:spPr>
              <a:xfrm>
                <a:off x="4572009" y="4831302"/>
                <a:ext cx="103206" cy="46443"/>
              </a:xfrm>
              <a:custGeom>
                <a:avLst/>
                <a:gdLst/>
                <a:ahLst/>
                <a:cxnLst/>
                <a:rect l="l" t="t" r="r" b="b"/>
                <a:pathLst>
                  <a:path w="47" h="21" extrusionOk="0">
                    <a:moveTo>
                      <a:pt x="42" y="0"/>
                    </a:moveTo>
                    <a:cubicBezTo>
                      <a:pt x="4" y="0"/>
                      <a:pt x="4" y="0"/>
                      <a:pt x="4" y="0"/>
                    </a:cubicBezTo>
                    <a:cubicBezTo>
                      <a:pt x="2" y="0"/>
                      <a:pt x="0" y="3"/>
                      <a:pt x="0" y="5"/>
                    </a:cubicBezTo>
                    <a:cubicBezTo>
                      <a:pt x="0" y="16"/>
                      <a:pt x="0" y="16"/>
                      <a:pt x="0" y="16"/>
                    </a:cubicBezTo>
                    <a:cubicBezTo>
                      <a:pt x="0" y="19"/>
                      <a:pt x="2" y="21"/>
                      <a:pt x="4" y="21"/>
                    </a:cubicBezTo>
                    <a:cubicBezTo>
                      <a:pt x="42" y="21"/>
                      <a:pt x="42" y="21"/>
                      <a:pt x="42" y="21"/>
                    </a:cubicBezTo>
                    <a:cubicBezTo>
                      <a:pt x="44" y="21"/>
                      <a:pt x="47" y="19"/>
                      <a:pt x="47" y="16"/>
                    </a:cubicBezTo>
                    <a:cubicBezTo>
                      <a:pt x="47" y="5"/>
                      <a:pt x="47" y="5"/>
                      <a:pt x="47" y="5"/>
                    </a:cubicBezTo>
                    <a:cubicBezTo>
                      <a:pt x="47" y="3"/>
                      <a:pt x="44"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6" name="Google Shape;2366;p39"/>
              <p:cNvSpPr/>
              <p:nvPr/>
            </p:nvSpPr>
            <p:spPr>
              <a:xfrm>
                <a:off x="4711336" y="4178525"/>
                <a:ext cx="103206" cy="43863"/>
              </a:xfrm>
              <a:custGeom>
                <a:avLst/>
                <a:gdLst/>
                <a:ahLst/>
                <a:cxnLst/>
                <a:rect l="l" t="t" r="r" b="b"/>
                <a:pathLst>
                  <a:path w="47" h="20" extrusionOk="0">
                    <a:moveTo>
                      <a:pt x="42" y="0"/>
                    </a:moveTo>
                    <a:cubicBezTo>
                      <a:pt x="5" y="0"/>
                      <a:pt x="5" y="0"/>
                      <a:pt x="5" y="0"/>
                    </a:cubicBezTo>
                    <a:cubicBezTo>
                      <a:pt x="2" y="0"/>
                      <a:pt x="0" y="2"/>
                      <a:pt x="0" y="5"/>
                    </a:cubicBezTo>
                    <a:cubicBezTo>
                      <a:pt x="0" y="15"/>
                      <a:pt x="0" y="15"/>
                      <a:pt x="0" y="15"/>
                    </a:cubicBezTo>
                    <a:cubicBezTo>
                      <a:pt x="0" y="18"/>
                      <a:pt x="2" y="20"/>
                      <a:pt x="5" y="20"/>
                    </a:cubicBezTo>
                    <a:cubicBezTo>
                      <a:pt x="42" y="20"/>
                      <a:pt x="42" y="20"/>
                      <a:pt x="42" y="20"/>
                    </a:cubicBezTo>
                    <a:cubicBezTo>
                      <a:pt x="45" y="20"/>
                      <a:pt x="47" y="18"/>
                      <a:pt x="47" y="15"/>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7" name="Google Shape;2367;p39"/>
              <p:cNvSpPr/>
              <p:nvPr/>
            </p:nvSpPr>
            <p:spPr>
              <a:xfrm>
                <a:off x="5000311" y="4178525"/>
                <a:ext cx="103206" cy="43863"/>
              </a:xfrm>
              <a:custGeom>
                <a:avLst/>
                <a:gdLst/>
                <a:ahLst/>
                <a:cxnLst/>
                <a:rect l="l" t="t" r="r" b="b"/>
                <a:pathLst>
                  <a:path w="47" h="20" extrusionOk="0">
                    <a:moveTo>
                      <a:pt x="42" y="0"/>
                    </a:moveTo>
                    <a:cubicBezTo>
                      <a:pt x="4" y="0"/>
                      <a:pt x="4" y="0"/>
                      <a:pt x="4" y="0"/>
                    </a:cubicBezTo>
                    <a:cubicBezTo>
                      <a:pt x="2" y="0"/>
                      <a:pt x="0" y="2"/>
                      <a:pt x="0" y="5"/>
                    </a:cubicBezTo>
                    <a:cubicBezTo>
                      <a:pt x="0" y="15"/>
                      <a:pt x="0" y="15"/>
                      <a:pt x="0" y="15"/>
                    </a:cubicBezTo>
                    <a:cubicBezTo>
                      <a:pt x="0" y="18"/>
                      <a:pt x="2" y="20"/>
                      <a:pt x="4" y="20"/>
                    </a:cubicBezTo>
                    <a:cubicBezTo>
                      <a:pt x="42" y="20"/>
                      <a:pt x="42" y="20"/>
                      <a:pt x="42" y="20"/>
                    </a:cubicBezTo>
                    <a:cubicBezTo>
                      <a:pt x="45" y="20"/>
                      <a:pt x="47" y="18"/>
                      <a:pt x="47" y="15"/>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8" name="Google Shape;2368;p39"/>
              <p:cNvSpPr/>
              <p:nvPr/>
            </p:nvSpPr>
            <p:spPr>
              <a:xfrm>
                <a:off x="5000311" y="4374616"/>
                <a:ext cx="103206" cy="43863"/>
              </a:xfrm>
              <a:custGeom>
                <a:avLst/>
                <a:gdLst/>
                <a:ahLst/>
                <a:cxnLst/>
                <a:rect l="l" t="t" r="r" b="b"/>
                <a:pathLst>
                  <a:path w="47" h="20" extrusionOk="0">
                    <a:moveTo>
                      <a:pt x="42" y="0"/>
                    </a:moveTo>
                    <a:cubicBezTo>
                      <a:pt x="4" y="0"/>
                      <a:pt x="4" y="0"/>
                      <a:pt x="4" y="0"/>
                    </a:cubicBezTo>
                    <a:cubicBezTo>
                      <a:pt x="2" y="0"/>
                      <a:pt x="0" y="2"/>
                      <a:pt x="0" y="5"/>
                    </a:cubicBezTo>
                    <a:cubicBezTo>
                      <a:pt x="0" y="15"/>
                      <a:pt x="0" y="15"/>
                      <a:pt x="0" y="15"/>
                    </a:cubicBezTo>
                    <a:cubicBezTo>
                      <a:pt x="0" y="18"/>
                      <a:pt x="2" y="20"/>
                      <a:pt x="4" y="20"/>
                    </a:cubicBezTo>
                    <a:cubicBezTo>
                      <a:pt x="42" y="20"/>
                      <a:pt x="42" y="20"/>
                      <a:pt x="42" y="20"/>
                    </a:cubicBezTo>
                    <a:cubicBezTo>
                      <a:pt x="45" y="20"/>
                      <a:pt x="47" y="18"/>
                      <a:pt x="47" y="15"/>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9" name="Google Shape;2369;p39"/>
              <p:cNvSpPr/>
              <p:nvPr/>
            </p:nvSpPr>
            <p:spPr>
              <a:xfrm>
                <a:off x="3795387" y="3933410"/>
                <a:ext cx="103206" cy="46443"/>
              </a:xfrm>
              <a:custGeom>
                <a:avLst/>
                <a:gdLst/>
                <a:ahLst/>
                <a:cxnLst/>
                <a:rect l="l" t="t" r="r" b="b"/>
                <a:pathLst>
                  <a:path w="47" h="20" extrusionOk="0">
                    <a:moveTo>
                      <a:pt x="42" y="0"/>
                    </a:moveTo>
                    <a:cubicBezTo>
                      <a:pt x="5" y="0"/>
                      <a:pt x="5" y="0"/>
                      <a:pt x="5" y="0"/>
                    </a:cubicBezTo>
                    <a:cubicBezTo>
                      <a:pt x="2" y="0"/>
                      <a:pt x="0" y="2"/>
                      <a:pt x="0" y="5"/>
                    </a:cubicBezTo>
                    <a:cubicBezTo>
                      <a:pt x="0" y="16"/>
                      <a:pt x="0" y="16"/>
                      <a:pt x="0" y="16"/>
                    </a:cubicBezTo>
                    <a:cubicBezTo>
                      <a:pt x="0" y="18"/>
                      <a:pt x="2" y="20"/>
                      <a:pt x="5" y="20"/>
                    </a:cubicBezTo>
                    <a:cubicBezTo>
                      <a:pt x="42" y="20"/>
                      <a:pt x="42" y="20"/>
                      <a:pt x="42" y="20"/>
                    </a:cubicBezTo>
                    <a:cubicBezTo>
                      <a:pt x="45" y="20"/>
                      <a:pt x="47" y="18"/>
                      <a:pt x="47" y="16"/>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370" name="Google Shape;2370;p39"/>
            <p:cNvSpPr/>
            <p:nvPr/>
          </p:nvSpPr>
          <p:spPr>
            <a:xfrm>
              <a:off x="8865900" y="4630500"/>
              <a:ext cx="321000" cy="6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grpSp>
      <p:grpSp>
        <p:nvGrpSpPr>
          <p:cNvPr id="2371" name="Google Shape;2371;p39"/>
          <p:cNvGrpSpPr/>
          <p:nvPr/>
        </p:nvGrpSpPr>
        <p:grpSpPr>
          <a:xfrm>
            <a:off x="7088110" y="2631244"/>
            <a:ext cx="1226485" cy="1077101"/>
            <a:chOff x="7410610" y="2637069"/>
            <a:chExt cx="1226485" cy="1077101"/>
          </a:xfrm>
        </p:grpSpPr>
        <p:grpSp>
          <p:nvGrpSpPr>
            <p:cNvPr id="2372" name="Google Shape;2372;p39"/>
            <p:cNvGrpSpPr/>
            <p:nvPr/>
          </p:nvGrpSpPr>
          <p:grpSpPr>
            <a:xfrm>
              <a:off x="8386635" y="3027970"/>
              <a:ext cx="250461" cy="686200"/>
              <a:chOff x="6178550" y="415926"/>
              <a:chExt cx="774700" cy="2122487"/>
            </a:xfrm>
          </p:grpSpPr>
          <p:sp>
            <p:nvSpPr>
              <p:cNvPr id="2373" name="Google Shape;2373;p39"/>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4" name="Google Shape;2374;p39"/>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5" name="Google Shape;2375;p39"/>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6" name="Google Shape;2376;p39"/>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7" name="Google Shape;2377;p39"/>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8" name="Google Shape;2378;p39"/>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9" name="Google Shape;2379;p39"/>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0" name="Google Shape;2380;p39"/>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381" name="Google Shape;2381;p39"/>
            <p:cNvGrpSpPr/>
            <p:nvPr/>
          </p:nvGrpSpPr>
          <p:grpSpPr>
            <a:xfrm>
              <a:off x="7898536" y="2637069"/>
              <a:ext cx="321036" cy="1076950"/>
              <a:chOff x="6178550" y="415926"/>
              <a:chExt cx="774700" cy="2122487"/>
            </a:xfrm>
          </p:grpSpPr>
          <p:sp>
            <p:nvSpPr>
              <p:cNvPr id="2382" name="Google Shape;2382;p39"/>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3" name="Google Shape;2383;p39"/>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4" name="Google Shape;2384;p39"/>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5" name="Google Shape;2385;p39"/>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6" name="Google Shape;2386;p39"/>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7" name="Google Shape;2387;p39"/>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8" name="Google Shape;2388;p39"/>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9" name="Google Shape;2389;p39"/>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390" name="Google Shape;2390;p39"/>
            <p:cNvGrpSpPr/>
            <p:nvPr/>
          </p:nvGrpSpPr>
          <p:grpSpPr>
            <a:xfrm>
              <a:off x="7410610" y="2834495"/>
              <a:ext cx="321036" cy="879559"/>
              <a:chOff x="6178550" y="415926"/>
              <a:chExt cx="774700" cy="2122487"/>
            </a:xfrm>
          </p:grpSpPr>
          <p:sp>
            <p:nvSpPr>
              <p:cNvPr id="2391" name="Google Shape;2391;p39"/>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2" name="Google Shape;2392;p39"/>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3" name="Google Shape;2393;p39"/>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4" name="Google Shape;2394;p39"/>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5" name="Google Shape;2395;p39"/>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6" name="Google Shape;2396;p39"/>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7" name="Google Shape;2397;p39"/>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8" name="Google Shape;2398;p39"/>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94">
          <a:extLst>
            <a:ext uri="{FF2B5EF4-FFF2-40B4-BE49-F238E27FC236}">
              <a16:creationId xmlns:a16="http://schemas.microsoft.com/office/drawing/2014/main" id="{369476BB-CFE1-F619-74CD-194F0253E46A}"/>
            </a:ext>
          </a:extLst>
        </p:cNvPr>
        <p:cNvGrpSpPr/>
        <p:nvPr/>
      </p:nvGrpSpPr>
      <p:grpSpPr>
        <a:xfrm>
          <a:off x="0" y="0"/>
          <a:ext cx="0" cy="0"/>
          <a:chOff x="0" y="0"/>
          <a:chExt cx="0" cy="0"/>
        </a:xfrm>
      </p:grpSpPr>
      <p:sp>
        <p:nvSpPr>
          <p:cNvPr id="1795" name="Google Shape;1795;p33">
            <a:extLst>
              <a:ext uri="{FF2B5EF4-FFF2-40B4-BE49-F238E27FC236}">
                <a16:creationId xmlns:a16="http://schemas.microsoft.com/office/drawing/2014/main" id="{471C20CE-D72C-C26A-6581-5A0DD58519B4}"/>
              </a:ext>
            </a:extLst>
          </p:cNvPr>
          <p:cNvSpPr txBox="1">
            <a:spLocks noGrp="1"/>
          </p:cNvSpPr>
          <p:nvPr>
            <p:ph type="title"/>
          </p:nvPr>
        </p:nvSpPr>
        <p:spPr>
          <a:xfrm>
            <a:off x="1463040" y="1831775"/>
            <a:ext cx="6217920" cy="661800"/>
          </a:xfrm>
          <a:prstGeom prst="rect">
            <a:avLst/>
          </a:prstGeom>
        </p:spPr>
        <p:txBody>
          <a:bodyPr spcFirstLastPara="1" wrap="square" lIns="91425" tIns="91425" rIns="91425" bIns="91425" anchor="b" anchorCtr="0">
            <a:noAutofit/>
          </a:bodyPr>
          <a:lstStyle/>
          <a:p>
            <a:r>
              <a:rPr lang="en-US" dirty="0"/>
              <a:t>Questioning Objectives</a:t>
            </a:r>
            <a:endParaRPr lang="en-MY" dirty="0">
              <a:effectLst/>
            </a:endParaRPr>
          </a:p>
        </p:txBody>
      </p:sp>
      <p:sp>
        <p:nvSpPr>
          <p:cNvPr id="1796" name="Google Shape;1796;p33">
            <a:extLst>
              <a:ext uri="{FF2B5EF4-FFF2-40B4-BE49-F238E27FC236}">
                <a16:creationId xmlns:a16="http://schemas.microsoft.com/office/drawing/2014/main" id="{26DD0449-0524-2BC3-ADA3-C8FCB910758F}"/>
              </a:ext>
            </a:extLst>
          </p:cNvPr>
          <p:cNvSpPr txBox="1">
            <a:spLocks noGrp="1"/>
          </p:cNvSpPr>
          <p:nvPr>
            <p:ph type="title" idx="2"/>
          </p:nvPr>
        </p:nvSpPr>
        <p:spPr>
          <a:xfrm>
            <a:off x="4027050" y="1168175"/>
            <a:ext cx="1089900" cy="66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03</a:t>
            </a:r>
            <a:endParaRPr dirty="0"/>
          </a:p>
        </p:txBody>
      </p:sp>
      <p:cxnSp>
        <p:nvCxnSpPr>
          <p:cNvPr id="1797" name="Google Shape;1797;p33">
            <a:extLst>
              <a:ext uri="{FF2B5EF4-FFF2-40B4-BE49-F238E27FC236}">
                <a16:creationId xmlns:a16="http://schemas.microsoft.com/office/drawing/2014/main" id="{D8751AC3-F10A-F32C-D2F4-0EA6060144FD}"/>
              </a:ext>
            </a:extLst>
          </p:cNvPr>
          <p:cNvCxnSpPr>
            <a:endCxn id="1796" idx="0"/>
          </p:cNvCxnSpPr>
          <p:nvPr/>
        </p:nvCxnSpPr>
        <p:spPr>
          <a:xfrm>
            <a:off x="4572000" y="-105325"/>
            <a:ext cx="0" cy="1273500"/>
          </a:xfrm>
          <a:prstGeom prst="straightConnector1">
            <a:avLst/>
          </a:prstGeom>
          <a:noFill/>
          <a:ln w="9525" cap="flat" cmpd="sng">
            <a:solidFill>
              <a:schemeClr val="dk1"/>
            </a:solidFill>
            <a:prstDash val="solid"/>
            <a:round/>
            <a:headEnd type="none" w="med" len="med"/>
            <a:tailEnd type="diamond" w="med" len="med"/>
          </a:ln>
        </p:spPr>
      </p:cxnSp>
      <p:grpSp>
        <p:nvGrpSpPr>
          <p:cNvPr id="1798" name="Google Shape;1798;p33">
            <a:extLst>
              <a:ext uri="{FF2B5EF4-FFF2-40B4-BE49-F238E27FC236}">
                <a16:creationId xmlns:a16="http://schemas.microsoft.com/office/drawing/2014/main" id="{7E9A7EAE-A5DF-47DB-7995-8913BF796A04}"/>
              </a:ext>
            </a:extLst>
          </p:cNvPr>
          <p:cNvGrpSpPr/>
          <p:nvPr/>
        </p:nvGrpSpPr>
        <p:grpSpPr>
          <a:xfrm>
            <a:off x="6155878" y="3623594"/>
            <a:ext cx="771265" cy="984895"/>
            <a:chOff x="5958353" y="3536019"/>
            <a:chExt cx="771265" cy="984895"/>
          </a:xfrm>
        </p:grpSpPr>
        <p:grpSp>
          <p:nvGrpSpPr>
            <p:cNvPr id="1799" name="Google Shape;1799;p33">
              <a:extLst>
                <a:ext uri="{FF2B5EF4-FFF2-40B4-BE49-F238E27FC236}">
                  <a16:creationId xmlns:a16="http://schemas.microsoft.com/office/drawing/2014/main" id="{8CD0BEAB-6B43-0E0F-DBD9-3CEB8623BA29}"/>
                </a:ext>
              </a:extLst>
            </p:cNvPr>
            <p:cNvGrpSpPr/>
            <p:nvPr/>
          </p:nvGrpSpPr>
          <p:grpSpPr>
            <a:xfrm>
              <a:off x="6466976" y="3536019"/>
              <a:ext cx="262642" cy="905380"/>
              <a:chOff x="1539875" y="3257551"/>
              <a:chExt cx="511176" cy="1762125"/>
            </a:xfrm>
          </p:grpSpPr>
          <p:sp>
            <p:nvSpPr>
              <p:cNvPr id="1800" name="Google Shape;1800;p33">
                <a:extLst>
                  <a:ext uri="{FF2B5EF4-FFF2-40B4-BE49-F238E27FC236}">
                    <a16:creationId xmlns:a16="http://schemas.microsoft.com/office/drawing/2014/main" id="{6034F052-A479-535F-887F-065014CF925E}"/>
                  </a:ext>
                </a:extLst>
              </p:cNvPr>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1" name="Google Shape;1801;p33">
                <a:extLst>
                  <a:ext uri="{FF2B5EF4-FFF2-40B4-BE49-F238E27FC236}">
                    <a16:creationId xmlns:a16="http://schemas.microsoft.com/office/drawing/2014/main" id="{DFD6F531-4738-6F57-6C7A-0DB2A10E0FE3}"/>
                  </a:ext>
                </a:extLst>
              </p:cNvPr>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2" name="Google Shape;1802;p33">
                <a:extLst>
                  <a:ext uri="{FF2B5EF4-FFF2-40B4-BE49-F238E27FC236}">
                    <a16:creationId xmlns:a16="http://schemas.microsoft.com/office/drawing/2014/main" id="{0F037522-4BCB-7786-05AA-013129A43A83}"/>
                  </a:ext>
                </a:extLst>
              </p:cNvPr>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3" name="Google Shape;1803;p33">
                <a:extLst>
                  <a:ext uri="{FF2B5EF4-FFF2-40B4-BE49-F238E27FC236}">
                    <a16:creationId xmlns:a16="http://schemas.microsoft.com/office/drawing/2014/main" id="{A82ACB2E-CE99-6DF5-0078-50525EEF8921}"/>
                  </a:ext>
                </a:extLst>
              </p:cNvPr>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4" name="Google Shape;1804;p33">
                <a:extLst>
                  <a:ext uri="{FF2B5EF4-FFF2-40B4-BE49-F238E27FC236}">
                    <a16:creationId xmlns:a16="http://schemas.microsoft.com/office/drawing/2014/main" id="{BD7B1A1A-B987-D554-131A-A4CE1CAD510E}"/>
                  </a:ext>
                </a:extLst>
              </p:cNvPr>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5" name="Google Shape;1805;p33">
                <a:extLst>
                  <a:ext uri="{FF2B5EF4-FFF2-40B4-BE49-F238E27FC236}">
                    <a16:creationId xmlns:a16="http://schemas.microsoft.com/office/drawing/2014/main" id="{2937E495-6183-0459-CB9E-EC927C127FF0}"/>
                  </a:ext>
                </a:extLst>
              </p:cNvPr>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06" name="Google Shape;1806;p33">
              <a:extLst>
                <a:ext uri="{FF2B5EF4-FFF2-40B4-BE49-F238E27FC236}">
                  <a16:creationId xmlns:a16="http://schemas.microsoft.com/office/drawing/2014/main" id="{A1A66246-6300-769D-CC93-41097725ABED}"/>
                </a:ext>
              </a:extLst>
            </p:cNvPr>
            <p:cNvGrpSpPr/>
            <p:nvPr/>
          </p:nvGrpSpPr>
          <p:grpSpPr>
            <a:xfrm>
              <a:off x="6221460" y="3978354"/>
              <a:ext cx="142363" cy="490752"/>
              <a:chOff x="1539875" y="3257551"/>
              <a:chExt cx="511176" cy="1762125"/>
            </a:xfrm>
          </p:grpSpPr>
          <p:sp>
            <p:nvSpPr>
              <p:cNvPr id="1807" name="Google Shape;1807;p33">
                <a:extLst>
                  <a:ext uri="{FF2B5EF4-FFF2-40B4-BE49-F238E27FC236}">
                    <a16:creationId xmlns:a16="http://schemas.microsoft.com/office/drawing/2014/main" id="{8BC05BE9-D478-BF94-1417-D1B38C16AA77}"/>
                  </a:ext>
                </a:extLst>
              </p:cNvPr>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8" name="Google Shape;1808;p33">
                <a:extLst>
                  <a:ext uri="{FF2B5EF4-FFF2-40B4-BE49-F238E27FC236}">
                    <a16:creationId xmlns:a16="http://schemas.microsoft.com/office/drawing/2014/main" id="{9EA0A20D-1A0E-A7D2-1AFC-570805D1CA43}"/>
                  </a:ext>
                </a:extLst>
              </p:cNvPr>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9" name="Google Shape;1809;p33">
                <a:extLst>
                  <a:ext uri="{FF2B5EF4-FFF2-40B4-BE49-F238E27FC236}">
                    <a16:creationId xmlns:a16="http://schemas.microsoft.com/office/drawing/2014/main" id="{71513FB8-145A-B07C-ADF5-710F49E29B1F}"/>
                  </a:ext>
                </a:extLst>
              </p:cNvPr>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0" name="Google Shape;1810;p33">
                <a:extLst>
                  <a:ext uri="{FF2B5EF4-FFF2-40B4-BE49-F238E27FC236}">
                    <a16:creationId xmlns:a16="http://schemas.microsoft.com/office/drawing/2014/main" id="{BA68082C-A658-5EE2-BC70-68F693B8E487}"/>
                  </a:ext>
                </a:extLst>
              </p:cNvPr>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1" name="Google Shape;1811;p33">
                <a:extLst>
                  <a:ext uri="{FF2B5EF4-FFF2-40B4-BE49-F238E27FC236}">
                    <a16:creationId xmlns:a16="http://schemas.microsoft.com/office/drawing/2014/main" id="{DDF12CB3-8DD8-1C74-C5BE-5C807BB38AA9}"/>
                  </a:ext>
                </a:extLst>
              </p:cNvPr>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2" name="Google Shape;1812;p33">
                <a:extLst>
                  <a:ext uri="{FF2B5EF4-FFF2-40B4-BE49-F238E27FC236}">
                    <a16:creationId xmlns:a16="http://schemas.microsoft.com/office/drawing/2014/main" id="{843FC1D2-0DE6-9DB9-9968-90B85B70E081}"/>
                  </a:ext>
                </a:extLst>
              </p:cNvPr>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13" name="Google Shape;1813;p33">
              <a:extLst>
                <a:ext uri="{FF2B5EF4-FFF2-40B4-BE49-F238E27FC236}">
                  <a16:creationId xmlns:a16="http://schemas.microsoft.com/office/drawing/2014/main" id="{B00767BC-A26C-6149-C91A-9FBB93C1D033}"/>
                </a:ext>
              </a:extLst>
            </p:cNvPr>
            <p:cNvGrpSpPr/>
            <p:nvPr/>
          </p:nvGrpSpPr>
          <p:grpSpPr>
            <a:xfrm flipH="1">
              <a:off x="5958353" y="3926549"/>
              <a:ext cx="172369" cy="594365"/>
              <a:chOff x="1539875" y="3257551"/>
              <a:chExt cx="511176" cy="1762125"/>
            </a:xfrm>
          </p:grpSpPr>
          <p:sp>
            <p:nvSpPr>
              <p:cNvPr id="1814" name="Google Shape;1814;p33">
                <a:extLst>
                  <a:ext uri="{FF2B5EF4-FFF2-40B4-BE49-F238E27FC236}">
                    <a16:creationId xmlns:a16="http://schemas.microsoft.com/office/drawing/2014/main" id="{23156E71-F4F2-17A0-788B-953D0D1457F3}"/>
                  </a:ext>
                </a:extLst>
              </p:cNvPr>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5" name="Google Shape;1815;p33">
                <a:extLst>
                  <a:ext uri="{FF2B5EF4-FFF2-40B4-BE49-F238E27FC236}">
                    <a16:creationId xmlns:a16="http://schemas.microsoft.com/office/drawing/2014/main" id="{C9058A76-AA22-67EE-CE88-3F0BCF392C8F}"/>
                  </a:ext>
                </a:extLst>
              </p:cNvPr>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6" name="Google Shape;1816;p33">
                <a:extLst>
                  <a:ext uri="{FF2B5EF4-FFF2-40B4-BE49-F238E27FC236}">
                    <a16:creationId xmlns:a16="http://schemas.microsoft.com/office/drawing/2014/main" id="{FB9E02D5-F362-6C44-CD15-140BD3A10B23}"/>
                  </a:ext>
                </a:extLst>
              </p:cNvPr>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7" name="Google Shape;1817;p33">
                <a:extLst>
                  <a:ext uri="{FF2B5EF4-FFF2-40B4-BE49-F238E27FC236}">
                    <a16:creationId xmlns:a16="http://schemas.microsoft.com/office/drawing/2014/main" id="{D8FC6564-CB3E-35CA-F974-25E7FAD4D01B}"/>
                  </a:ext>
                </a:extLst>
              </p:cNvPr>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8" name="Google Shape;1818;p33">
                <a:extLst>
                  <a:ext uri="{FF2B5EF4-FFF2-40B4-BE49-F238E27FC236}">
                    <a16:creationId xmlns:a16="http://schemas.microsoft.com/office/drawing/2014/main" id="{B2858403-22A1-4164-D70E-DC43577A51E6}"/>
                  </a:ext>
                </a:extLst>
              </p:cNvPr>
              <p:cNvSpPr/>
              <p:nvPr/>
            </p:nvSpPr>
            <p:spPr>
              <a:xfrm>
                <a:off x="1801813" y="3711460"/>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9" name="Google Shape;1819;p33">
                <a:extLst>
                  <a:ext uri="{FF2B5EF4-FFF2-40B4-BE49-F238E27FC236}">
                    <a16:creationId xmlns:a16="http://schemas.microsoft.com/office/drawing/2014/main" id="{C369A4DC-26F1-BB69-07D1-E004736402F0}"/>
                  </a:ext>
                </a:extLst>
              </p:cNvPr>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820" name="Google Shape;1820;p33">
            <a:extLst>
              <a:ext uri="{FF2B5EF4-FFF2-40B4-BE49-F238E27FC236}">
                <a16:creationId xmlns:a16="http://schemas.microsoft.com/office/drawing/2014/main" id="{35745636-50DE-430B-9C24-D1C9588DF083}"/>
              </a:ext>
            </a:extLst>
          </p:cNvPr>
          <p:cNvGrpSpPr/>
          <p:nvPr/>
        </p:nvGrpSpPr>
        <p:grpSpPr>
          <a:xfrm>
            <a:off x="-47199" y="3215348"/>
            <a:ext cx="2776112" cy="1418574"/>
            <a:chOff x="-46" y="2299799"/>
            <a:chExt cx="3480146" cy="1778330"/>
          </a:xfrm>
        </p:grpSpPr>
        <p:sp>
          <p:nvSpPr>
            <p:cNvPr id="1821" name="Google Shape;1821;p33">
              <a:extLst>
                <a:ext uri="{FF2B5EF4-FFF2-40B4-BE49-F238E27FC236}">
                  <a16:creationId xmlns:a16="http://schemas.microsoft.com/office/drawing/2014/main" id="{F55C9E84-E086-7C08-6D79-23903BCA6FED}"/>
                </a:ext>
              </a:extLst>
            </p:cNvPr>
            <p:cNvSpPr/>
            <p:nvPr/>
          </p:nvSpPr>
          <p:spPr>
            <a:xfrm flipH="1">
              <a:off x="138" y="2416729"/>
              <a:ext cx="3479961" cy="1476449"/>
            </a:xfrm>
            <a:custGeom>
              <a:avLst/>
              <a:gdLst/>
              <a:ahLst/>
              <a:cxnLst/>
              <a:rect l="l" t="t" r="r" b="b"/>
              <a:pathLst>
                <a:path w="2432" h="1031" extrusionOk="0">
                  <a:moveTo>
                    <a:pt x="2432" y="0"/>
                  </a:moveTo>
                  <a:cubicBezTo>
                    <a:pt x="1493" y="0"/>
                    <a:pt x="1493" y="0"/>
                    <a:pt x="1493" y="0"/>
                  </a:cubicBezTo>
                  <a:cubicBezTo>
                    <a:pt x="1493" y="18"/>
                    <a:pt x="1493" y="18"/>
                    <a:pt x="1493" y="18"/>
                  </a:cubicBezTo>
                  <a:cubicBezTo>
                    <a:pt x="1493" y="18"/>
                    <a:pt x="1262" y="18"/>
                    <a:pt x="1104" y="127"/>
                  </a:cubicBezTo>
                  <a:cubicBezTo>
                    <a:pt x="1079" y="146"/>
                    <a:pt x="1079" y="146"/>
                    <a:pt x="1079" y="146"/>
                  </a:cubicBezTo>
                  <a:cubicBezTo>
                    <a:pt x="1325" y="87"/>
                    <a:pt x="1325" y="87"/>
                    <a:pt x="1325" y="87"/>
                  </a:cubicBezTo>
                  <a:cubicBezTo>
                    <a:pt x="1376" y="109"/>
                    <a:pt x="1376" y="109"/>
                    <a:pt x="1376" y="109"/>
                  </a:cubicBezTo>
                  <a:cubicBezTo>
                    <a:pt x="1132" y="326"/>
                    <a:pt x="1132" y="326"/>
                    <a:pt x="1132" y="326"/>
                  </a:cubicBezTo>
                  <a:cubicBezTo>
                    <a:pt x="1132" y="326"/>
                    <a:pt x="637" y="428"/>
                    <a:pt x="384" y="565"/>
                  </a:cubicBezTo>
                  <a:cubicBezTo>
                    <a:pt x="384" y="565"/>
                    <a:pt x="0" y="819"/>
                    <a:pt x="34" y="875"/>
                  </a:cubicBezTo>
                  <a:cubicBezTo>
                    <a:pt x="67" y="931"/>
                    <a:pt x="284" y="1031"/>
                    <a:pt x="284" y="1031"/>
                  </a:cubicBezTo>
                  <a:cubicBezTo>
                    <a:pt x="1117" y="1031"/>
                    <a:pt x="1117" y="1031"/>
                    <a:pt x="1117" y="1031"/>
                  </a:cubicBezTo>
                  <a:cubicBezTo>
                    <a:pt x="1197" y="948"/>
                    <a:pt x="1197" y="948"/>
                    <a:pt x="1197" y="948"/>
                  </a:cubicBezTo>
                  <a:cubicBezTo>
                    <a:pt x="2432" y="948"/>
                    <a:pt x="2432" y="948"/>
                    <a:pt x="2432" y="948"/>
                  </a:cubicBezTo>
                  <a:cubicBezTo>
                    <a:pt x="2432" y="0"/>
                    <a:pt x="2432" y="0"/>
                    <a:pt x="2432" y="0"/>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2" name="Google Shape;1822;p33">
              <a:extLst>
                <a:ext uri="{FF2B5EF4-FFF2-40B4-BE49-F238E27FC236}">
                  <a16:creationId xmlns:a16="http://schemas.microsoft.com/office/drawing/2014/main" id="{D531316F-FEEC-FA23-AD52-E55F755DFF93}"/>
                </a:ext>
              </a:extLst>
            </p:cNvPr>
            <p:cNvSpPr/>
            <p:nvPr/>
          </p:nvSpPr>
          <p:spPr>
            <a:xfrm flipH="1">
              <a:off x="137" y="3589512"/>
              <a:ext cx="3434586" cy="303667"/>
            </a:xfrm>
            <a:custGeom>
              <a:avLst/>
              <a:gdLst/>
              <a:ahLst/>
              <a:cxnLst/>
              <a:rect l="l" t="t" r="r" b="b"/>
              <a:pathLst>
                <a:path w="2400" h="212" extrusionOk="0">
                  <a:moveTo>
                    <a:pt x="1165" y="129"/>
                  </a:moveTo>
                  <a:cubicBezTo>
                    <a:pt x="2400" y="129"/>
                    <a:pt x="2400" y="129"/>
                    <a:pt x="2400" y="129"/>
                  </a:cubicBezTo>
                  <a:cubicBezTo>
                    <a:pt x="2400" y="0"/>
                    <a:pt x="2400" y="0"/>
                    <a:pt x="2400" y="0"/>
                  </a:cubicBezTo>
                  <a:cubicBezTo>
                    <a:pt x="1222" y="0"/>
                    <a:pt x="1222" y="0"/>
                    <a:pt x="1222" y="0"/>
                  </a:cubicBezTo>
                  <a:cubicBezTo>
                    <a:pt x="903" y="121"/>
                    <a:pt x="903" y="121"/>
                    <a:pt x="903" y="121"/>
                  </a:cubicBezTo>
                  <a:cubicBezTo>
                    <a:pt x="903" y="121"/>
                    <a:pt x="552" y="121"/>
                    <a:pt x="305" y="121"/>
                  </a:cubicBezTo>
                  <a:cubicBezTo>
                    <a:pt x="58" y="121"/>
                    <a:pt x="3" y="48"/>
                    <a:pt x="3" y="48"/>
                  </a:cubicBezTo>
                  <a:cubicBezTo>
                    <a:pt x="3" y="48"/>
                    <a:pt x="2" y="48"/>
                    <a:pt x="0" y="50"/>
                  </a:cubicBezTo>
                  <a:cubicBezTo>
                    <a:pt x="0" y="52"/>
                    <a:pt x="0" y="54"/>
                    <a:pt x="2" y="56"/>
                  </a:cubicBezTo>
                  <a:cubicBezTo>
                    <a:pt x="35" y="112"/>
                    <a:pt x="252" y="212"/>
                    <a:pt x="252" y="212"/>
                  </a:cubicBezTo>
                  <a:cubicBezTo>
                    <a:pt x="1085" y="212"/>
                    <a:pt x="1085" y="212"/>
                    <a:pt x="1085" y="212"/>
                  </a:cubicBezTo>
                  <a:lnTo>
                    <a:pt x="1165" y="129"/>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3" name="Google Shape;1823;p33">
              <a:extLst>
                <a:ext uri="{FF2B5EF4-FFF2-40B4-BE49-F238E27FC236}">
                  <a16:creationId xmlns:a16="http://schemas.microsoft.com/office/drawing/2014/main" id="{A86F55F8-9DAD-E043-7B2C-3C9D62235C94}"/>
                </a:ext>
              </a:extLst>
            </p:cNvPr>
            <p:cNvSpPr/>
            <p:nvPr/>
          </p:nvSpPr>
          <p:spPr>
            <a:xfrm flipH="1">
              <a:off x="135" y="3774504"/>
              <a:ext cx="1834224" cy="280980"/>
            </a:xfrm>
            <a:custGeom>
              <a:avLst/>
              <a:gdLst/>
              <a:ahLst/>
              <a:cxnLst/>
              <a:rect l="l" t="t" r="r" b="b"/>
              <a:pathLst>
                <a:path w="1051" h="161" extrusionOk="0">
                  <a:moveTo>
                    <a:pt x="30" y="161"/>
                  </a:moveTo>
                  <a:lnTo>
                    <a:pt x="1051" y="161"/>
                  </a:lnTo>
                  <a:lnTo>
                    <a:pt x="1051" y="0"/>
                  </a:lnTo>
                  <a:lnTo>
                    <a:pt x="93" y="0"/>
                  </a:lnTo>
                  <a:lnTo>
                    <a:pt x="0" y="90"/>
                  </a:lnTo>
                  <a:lnTo>
                    <a:pt x="30" y="161"/>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4" name="Google Shape;1824;p33">
              <a:extLst>
                <a:ext uri="{FF2B5EF4-FFF2-40B4-BE49-F238E27FC236}">
                  <a16:creationId xmlns:a16="http://schemas.microsoft.com/office/drawing/2014/main" id="{3571BF8E-504F-AC8C-4651-A99F990E7B10}"/>
                </a:ext>
              </a:extLst>
            </p:cNvPr>
            <p:cNvSpPr/>
            <p:nvPr/>
          </p:nvSpPr>
          <p:spPr>
            <a:xfrm flipH="1">
              <a:off x="1450398" y="3783230"/>
              <a:ext cx="2967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5" name="Google Shape;1825;p33">
              <a:extLst>
                <a:ext uri="{FF2B5EF4-FFF2-40B4-BE49-F238E27FC236}">
                  <a16:creationId xmlns:a16="http://schemas.microsoft.com/office/drawing/2014/main" id="{D41830C7-02B1-EDA5-5299-7ECA71C75C43}"/>
                </a:ext>
              </a:extLst>
            </p:cNvPr>
            <p:cNvSpPr/>
            <p:nvPr/>
          </p:nvSpPr>
          <p:spPr>
            <a:xfrm flipH="1">
              <a:off x="1474865" y="3805918"/>
              <a:ext cx="2478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6" name="Google Shape;1826;p33">
              <a:extLst>
                <a:ext uri="{FF2B5EF4-FFF2-40B4-BE49-F238E27FC236}">
                  <a16:creationId xmlns:a16="http://schemas.microsoft.com/office/drawing/2014/main" id="{6E512C38-9B75-2763-AC72-387B3041F842}"/>
                </a:ext>
              </a:extLst>
            </p:cNvPr>
            <p:cNvSpPr/>
            <p:nvPr/>
          </p:nvSpPr>
          <p:spPr>
            <a:xfrm flipH="1">
              <a:off x="1487061"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09" y="21"/>
                    <a:pt x="135" y="46"/>
                    <a:pt x="135" y="78"/>
                  </a:cubicBezTo>
                  <a:cubicBezTo>
                    <a:pt x="135" y="109"/>
                    <a:pt x="109"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7" name="Google Shape;1827;p33">
              <a:extLst>
                <a:ext uri="{FF2B5EF4-FFF2-40B4-BE49-F238E27FC236}">
                  <a16:creationId xmlns:a16="http://schemas.microsoft.com/office/drawing/2014/main" id="{25A8A7CF-2361-E696-9FE5-FF26EAC4F01E}"/>
                </a:ext>
              </a:extLst>
            </p:cNvPr>
            <p:cNvSpPr/>
            <p:nvPr/>
          </p:nvSpPr>
          <p:spPr>
            <a:xfrm flipH="1">
              <a:off x="1141440"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8" name="Google Shape;1828;p33">
              <a:extLst>
                <a:ext uri="{FF2B5EF4-FFF2-40B4-BE49-F238E27FC236}">
                  <a16:creationId xmlns:a16="http://schemas.microsoft.com/office/drawing/2014/main" id="{88703C40-402C-2F07-8534-2F7D1FEDAEE6}"/>
                </a:ext>
              </a:extLst>
            </p:cNvPr>
            <p:cNvSpPr/>
            <p:nvPr/>
          </p:nvSpPr>
          <p:spPr>
            <a:xfrm flipH="1">
              <a:off x="1165907"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9" name="Google Shape;1829;p33">
              <a:extLst>
                <a:ext uri="{FF2B5EF4-FFF2-40B4-BE49-F238E27FC236}">
                  <a16:creationId xmlns:a16="http://schemas.microsoft.com/office/drawing/2014/main" id="{46F00DA3-79CA-57EA-1B28-E734653E063B}"/>
                </a:ext>
              </a:extLst>
            </p:cNvPr>
            <p:cNvSpPr/>
            <p:nvPr/>
          </p:nvSpPr>
          <p:spPr>
            <a:xfrm flipH="1">
              <a:off x="1179903"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09" y="21"/>
                    <a:pt x="135" y="46"/>
                    <a:pt x="135" y="78"/>
                  </a:cubicBezTo>
                  <a:cubicBezTo>
                    <a:pt x="135" y="109"/>
                    <a:pt x="109"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0" name="Google Shape;1830;p33">
              <a:extLst>
                <a:ext uri="{FF2B5EF4-FFF2-40B4-BE49-F238E27FC236}">
                  <a16:creationId xmlns:a16="http://schemas.microsoft.com/office/drawing/2014/main" id="{26052B7E-7007-4421-18B0-270972353A94}"/>
                </a:ext>
              </a:extLst>
            </p:cNvPr>
            <p:cNvSpPr/>
            <p:nvPr/>
          </p:nvSpPr>
          <p:spPr>
            <a:xfrm flipH="1">
              <a:off x="307226"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1" name="Google Shape;1831;p33">
              <a:extLst>
                <a:ext uri="{FF2B5EF4-FFF2-40B4-BE49-F238E27FC236}">
                  <a16:creationId xmlns:a16="http://schemas.microsoft.com/office/drawing/2014/main" id="{2A89F30C-294A-BB2E-E532-F8E561D0D76B}"/>
                </a:ext>
              </a:extLst>
            </p:cNvPr>
            <p:cNvSpPr/>
            <p:nvPr/>
          </p:nvSpPr>
          <p:spPr>
            <a:xfrm flipH="1">
              <a:off x="331693"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2" name="Google Shape;1832;p33">
              <a:extLst>
                <a:ext uri="{FF2B5EF4-FFF2-40B4-BE49-F238E27FC236}">
                  <a16:creationId xmlns:a16="http://schemas.microsoft.com/office/drawing/2014/main" id="{9083F244-27F0-89ED-B353-C778CFD8113E}"/>
                </a:ext>
              </a:extLst>
            </p:cNvPr>
            <p:cNvSpPr/>
            <p:nvPr/>
          </p:nvSpPr>
          <p:spPr>
            <a:xfrm flipH="1">
              <a:off x="345689"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10" y="21"/>
                    <a:pt x="135" y="46"/>
                    <a:pt x="135" y="78"/>
                  </a:cubicBezTo>
                  <a:cubicBezTo>
                    <a:pt x="135" y="109"/>
                    <a:pt x="110"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3" name="Google Shape;1833;p33">
              <a:extLst>
                <a:ext uri="{FF2B5EF4-FFF2-40B4-BE49-F238E27FC236}">
                  <a16:creationId xmlns:a16="http://schemas.microsoft.com/office/drawing/2014/main" id="{23BAFD45-46CB-4AFB-16AA-15205C57ED82}"/>
                </a:ext>
              </a:extLst>
            </p:cNvPr>
            <p:cNvSpPr/>
            <p:nvPr/>
          </p:nvSpPr>
          <p:spPr>
            <a:xfrm flipH="1">
              <a:off x="68"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4" name="Google Shape;1834;p33">
              <a:extLst>
                <a:ext uri="{FF2B5EF4-FFF2-40B4-BE49-F238E27FC236}">
                  <a16:creationId xmlns:a16="http://schemas.microsoft.com/office/drawing/2014/main" id="{8D3AC67D-0AB6-247D-44F6-C6CE874F7C46}"/>
                </a:ext>
              </a:extLst>
            </p:cNvPr>
            <p:cNvSpPr/>
            <p:nvPr/>
          </p:nvSpPr>
          <p:spPr>
            <a:xfrm flipH="1">
              <a:off x="24535"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5" name="Google Shape;1835;p33">
              <a:extLst>
                <a:ext uri="{FF2B5EF4-FFF2-40B4-BE49-F238E27FC236}">
                  <a16:creationId xmlns:a16="http://schemas.microsoft.com/office/drawing/2014/main" id="{6E5590A3-1EBD-91B4-B642-EC609B86618A}"/>
                </a:ext>
              </a:extLst>
            </p:cNvPr>
            <p:cNvSpPr/>
            <p:nvPr/>
          </p:nvSpPr>
          <p:spPr>
            <a:xfrm flipH="1">
              <a:off x="36785"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10" y="21"/>
                    <a:pt x="135" y="46"/>
                    <a:pt x="135" y="78"/>
                  </a:cubicBezTo>
                  <a:cubicBezTo>
                    <a:pt x="135" y="109"/>
                    <a:pt x="110"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6" name="Google Shape;1836;p33">
              <a:extLst>
                <a:ext uri="{FF2B5EF4-FFF2-40B4-BE49-F238E27FC236}">
                  <a16:creationId xmlns:a16="http://schemas.microsoft.com/office/drawing/2014/main" id="{180A3D3C-1FF7-602D-5B73-C76B76D4BA4B}"/>
                </a:ext>
              </a:extLst>
            </p:cNvPr>
            <p:cNvSpPr/>
            <p:nvPr/>
          </p:nvSpPr>
          <p:spPr>
            <a:xfrm flipH="1">
              <a:off x="115321" y="3893179"/>
              <a:ext cx="1518339" cy="172777"/>
            </a:xfrm>
            <a:custGeom>
              <a:avLst/>
              <a:gdLst/>
              <a:ahLst/>
              <a:cxnLst/>
              <a:rect l="l" t="t" r="r" b="b"/>
              <a:pathLst>
                <a:path w="1061" h="121" extrusionOk="0">
                  <a:moveTo>
                    <a:pt x="714" y="14"/>
                  </a:moveTo>
                  <a:cubicBezTo>
                    <a:pt x="702" y="0"/>
                    <a:pt x="702" y="0"/>
                    <a:pt x="702" y="0"/>
                  </a:cubicBezTo>
                  <a:cubicBezTo>
                    <a:pt x="359" y="0"/>
                    <a:pt x="359" y="0"/>
                    <a:pt x="359" y="0"/>
                  </a:cubicBezTo>
                  <a:cubicBezTo>
                    <a:pt x="347" y="14"/>
                    <a:pt x="347" y="14"/>
                    <a:pt x="347" y="14"/>
                  </a:cubicBezTo>
                  <a:cubicBezTo>
                    <a:pt x="21" y="14"/>
                    <a:pt x="21" y="14"/>
                    <a:pt x="21" y="14"/>
                  </a:cubicBezTo>
                  <a:cubicBezTo>
                    <a:pt x="16" y="14"/>
                    <a:pt x="11" y="16"/>
                    <a:pt x="7" y="19"/>
                  </a:cubicBezTo>
                  <a:cubicBezTo>
                    <a:pt x="3" y="23"/>
                    <a:pt x="0" y="28"/>
                    <a:pt x="0" y="35"/>
                  </a:cubicBezTo>
                  <a:cubicBezTo>
                    <a:pt x="0" y="39"/>
                    <a:pt x="1" y="43"/>
                    <a:pt x="3" y="46"/>
                  </a:cubicBezTo>
                  <a:cubicBezTo>
                    <a:pt x="7" y="52"/>
                    <a:pt x="13" y="56"/>
                    <a:pt x="21" y="56"/>
                  </a:cubicBezTo>
                  <a:cubicBezTo>
                    <a:pt x="222" y="56"/>
                    <a:pt x="222" y="56"/>
                    <a:pt x="222" y="56"/>
                  </a:cubicBezTo>
                  <a:cubicBezTo>
                    <a:pt x="292" y="121"/>
                    <a:pt x="292" y="121"/>
                    <a:pt x="292" y="121"/>
                  </a:cubicBezTo>
                  <a:cubicBezTo>
                    <a:pt x="769" y="121"/>
                    <a:pt x="769" y="121"/>
                    <a:pt x="769" y="121"/>
                  </a:cubicBezTo>
                  <a:cubicBezTo>
                    <a:pt x="839" y="56"/>
                    <a:pt x="839" y="56"/>
                    <a:pt x="839" y="56"/>
                  </a:cubicBezTo>
                  <a:cubicBezTo>
                    <a:pt x="1040" y="56"/>
                    <a:pt x="1040" y="56"/>
                    <a:pt x="1040" y="56"/>
                  </a:cubicBezTo>
                  <a:cubicBezTo>
                    <a:pt x="1047" y="56"/>
                    <a:pt x="1053" y="53"/>
                    <a:pt x="1057" y="48"/>
                  </a:cubicBezTo>
                  <a:cubicBezTo>
                    <a:pt x="1059" y="45"/>
                    <a:pt x="1061" y="40"/>
                    <a:pt x="1061" y="35"/>
                  </a:cubicBezTo>
                  <a:cubicBezTo>
                    <a:pt x="1061" y="30"/>
                    <a:pt x="1060" y="26"/>
                    <a:pt x="1057" y="23"/>
                  </a:cubicBezTo>
                  <a:cubicBezTo>
                    <a:pt x="1054" y="17"/>
                    <a:pt x="1047" y="14"/>
                    <a:pt x="1040" y="14"/>
                  </a:cubicBezTo>
                  <a:lnTo>
                    <a:pt x="714" y="1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7" name="Google Shape;1837;p33">
              <a:extLst>
                <a:ext uri="{FF2B5EF4-FFF2-40B4-BE49-F238E27FC236}">
                  <a16:creationId xmlns:a16="http://schemas.microsoft.com/office/drawing/2014/main" id="{090B1844-0C12-5AE6-2C76-3950A5E38809}"/>
                </a:ext>
              </a:extLst>
            </p:cNvPr>
            <p:cNvSpPr/>
            <p:nvPr/>
          </p:nvSpPr>
          <p:spPr>
            <a:xfrm flipH="1">
              <a:off x="1457296"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8" name="Google Shape;1838;p33">
              <a:extLst>
                <a:ext uri="{FF2B5EF4-FFF2-40B4-BE49-F238E27FC236}">
                  <a16:creationId xmlns:a16="http://schemas.microsoft.com/office/drawing/2014/main" id="{7C069B65-56A2-94BB-FD2D-51FA5A4AD9F5}"/>
                </a:ext>
              </a:extLst>
            </p:cNvPr>
            <p:cNvSpPr/>
            <p:nvPr/>
          </p:nvSpPr>
          <p:spPr>
            <a:xfrm flipH="1">
              <a:off x="1340367"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9" name="Google Shape;1839;p33">
              <a:extLst>
                <a:ext uri="{FF2B5EF4-FFF2-40B4-BE49-F238E27FC236}">
                  <a16:creationId xmlns:a16="http://schemas.microsoft.com/office/drawing/2014/main" id="{5DE08EDD-1CFF-FA17-6CD4-FA891E076973}"/>
                </a:ext>
              </a:extLst>
            </p:cNvPr>
            <p:cNvSpPr/>
            <p:nvPr/>
          </p:nvSpPr>
          <p:spPr>
            <a:xfrm flipH="1">
              <a:off x="1291607" y="3758797"/>
              <a:ext cx="324600" cy="43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0" name="Google Shape;1840;p33">
              <a:extLst>
                <a:ext uri="{FF2B5EF4-FFF2-40B4-BE49-F238E27FC236}">
                  <a16:creationId xmlns:a16="http://schemas.microsoft.com/office/drawing/2014/main" id="{15529FB7-E468-E1B2-F769-279549657059}"/>
                </a:ext>
              </a:extLst>
            </p:cNvPr>
            <p:cNvSpPr/>
            <p:nvPr/>
          </p:nvSpPr>
          <p:spPr>
            <a:xfrm flipH="1">
              <a:off x="312679" y="3758797"/>
              <a:ext cx="1098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1" name="Google Shape;1841;p33">
              <a:extLst>
                <a:ext uri="{FF2B5EF4-FFF2-40B4-BE49-F238E27FC236}">
                  <a16:creationId xmlns:a16="http://schemas.microsoft.com/office/drawing/2014/main" id="{DC4D9106-F7C4-7877-BF99-AA0A8B54DFB9}"/>
                </a:ext>
              </a:extLst>
            </p:cNvPr>
            <p:cNvSpPr/>
            <p:nvPr/>
          </p:nvSpPr>
          <p:spPr>
            <a:xfrm flipH="1">
              <a:off x="195504"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2" name="Google Shape;1842;p33">
              <a:extLst>
                <a:ext uri="{FF2B5EF4-FFF2-40B4-BE49-F238E27FC236}">
                  <a16:creationId xmlns:a16="http://schemas.microsoft.com/office/drawing/2014/main" id="{45C485DD-8344-08CE-7102-4E66E6EA3D94}"/>
                </a:ext>
              </a:extLst>
            </p:cNvPr>
            <p:cNvSpPr/>
            <p:nvPr/>
          </p:nvSpPr>
          <p:spPr>
            <a:xfrm flipH="1">
              <a:off x="146745" y="3758797"/>
              <a:ext cx="324600" cy="43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3" name="Google Shape;1843;p33">
              <a:extLst>
                <a:ext uri="{FF2B5EF4-FFF2-40B4-BE49-F238E27FC236}">
                  <a16:creationId xmlns:a16="http://schemas.microsoft.com/office/drawing/2014/main" id="{CD912568-0FD6-9040-417F-DDD227E7BD73}"/>
                </a:ext>
              </a:extLst>
            </p:cNvPr>
            <p:cNvSpPr/>
            <p:nvPr/>
          </p:nvSpPr>
          <p:spPr>
            <a:xfrm flipH="1">
              <a:off x="-46" y="2416729"/>
              <a:ext cx="1344000" cy="261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4" name="Google Shape;1844;p33">
              <a:extLst>
                <a:ext uri="{FF2B5EF4-FFF2-40B4-BE49-F238E27FC236}">
                  <a16:creationId xmlns:a16="http://schemas.microsoft.com/office/drawing/2014/main" id="{16A91EBB-61B8-7E57-449F-AD45D62F2B5A}"/>
                </a:ext>
              </a:extLst>
            </p:cNvPr>
            <p:cNvSpPr/>
            <p:nvPr/>
          </p:nvSpPr>
          <p:spPr>
            <a:xfrm flipH="1">
              <a:off x="490383" y="2299799"/>
              <a:ext cx="769800" cy="768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5" name="Google Shape;1845;p33">
              <a:extLst>
                <a:ext uri="{FF2B5EF4-FFF2-40B4-BE49-F238E27FC236}">
                  <a16:creationId xmlns:a16="http://schemas.microsoft.com/office/drawing/2014/main" id="{89247925-B0A7-C2BD-59A6-3565A80049E4}"/>
                </a:ext>
              </a:extLst>
            </p:cNvPr>
            <p:cNvSpPr/>
            <p:nvPr/>
          </p:nvSpPr>
          <p:spPr>
            <a:xfrm flipH="1">
              <a:off x="572808" y="2376589"/>
              <a:ext cx="642000" cy="402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6" name="Google Shape;1846;p33">
              <a:extLst>
                <a:ext uri="{FF2B5EF4-FFF2-40B4-BE49-F238E27FC236}">
                  <a16:creationId xmlns:a16="http://schemas.microsoft.com/office/drawing/2014/main" id="{0E4EA68C-8D3E-0008-03AA-CB7C2F118D26}"/>
                </a:ext>
              </a:extLst>
            </p:cNvPr>
            <p:cNvSpPr/>
            <p:nvPr/>
          </p:nvSpPr>
          <p:spPr>
            <a:xfrm flipH="1">
              <a:off x="530681" y="3956006"/>
              <a:ext cx="685871" cy="66318"/>
            </a:xfrm>
            <a:custGeom>
              <a:avLst/>
              <a:gdLst/>
              <a:ahLst/>
              <a:cxnLst/>
              <a:rect l="l" t="t" r="r" b="b"/>
              <a:pathLst>
                <a:path w="393" h="38" extrusionOk="0">
                  <a:moveTo>
                    <a:pt x="0" y="0"/>
                  </a:moveTo>
                  <a:lnTo>
                    <a:pt x="34" y="38"/>
                  </a:lnTo>
                  <a:lnTo>
                    <a:pt x="359" y="38"/>
                  </a:lnTo>
                  <a:lnTo>
                    <a:pt x="393"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7" name="Google Shape;1847;p33">
              <a:extLst>
                <a:ext uri="{FF2B5EF4-FFF2-40B4-BE49-F238E27FC236}">
                  <a16:creationId xmlns:a16="http://schemas.microsoft.com/office/drawing/2014/main" id="{17CD7509-FD8B-81CA-5EBC-2A286EB6EB2C}"/>
                </a:ext>
              </a:extLst>
            </p:cNvPr>
            <p:cNvSpPr/>
            <p:nvPr/>
          </p:nvSpPr>
          <p:spPr>
            <a:xfrm flipH="1">
              <a:off x="131" y="3713421"/>
              <a:ext cx="3328134" cy="342062"/>
            </a:xfrm>
            <a:custGeom>
              <a:avLst/>
              <a:gdLst/>
              <a:ahLst/>
              <a:cxnLst/>
              <a:rect l="l" t="t" r="r" b="b"/>
              <a:pathLst>
                <a:path w="2326" h="239" extrusionOk="0">
                  <a:moveTo>
                    <a:pt x="1081" y="239"/>
                  </a:moveTo>
                  <a:cubicBezTo>
                    <a:pt x="1044" y="152"/>
                    <a:pt x="1044" y="152"/>
                    <a:pt x="1044" y="152"/>
                  </a:cubicBezTo>
                  <a:cubicBezTo>
                    <a:pt x="1158" y="42"/>
                    <a:pt x="1158" y="42"/>
                    <a:pt x="1158" y="42"/>
                  </a:cubicBezTo>
                  <a:cubicBezTo>
                    <a:pt x="2326" y="42"/>
                    <a:pt x="2326" y="42"/>
                    <a:pt x="2326" y="42"/>
                  </a:cubicBezTo>
                  <a:cubicBezTo>
                    <a:pt x="2326" y="0"/>
                    <a:pt x="2326" y="0"/>
                    <a:pt x="2326" y="0"/>
                  </a:cubicBezTo>
                  <a:cubicBezTo>
                    <a:pt x="1010" y="0"/>
                    <a:pt x="1010" y="0"/>
                    <a:pt x="1010" y="0"/>
                  </a:cubicBezTo>
                  <a:cubicBezTo>
                    <a:pt x="880" y="125"/>
                    <a:pt x="880" y="125"/>
                    <a:pt x="880" y="125"/>
                  </a:cubicBezTo>
                  <a:cubicBezTo>
                    <a:pt x="178" y="125"/>
                    <a:pt x="178" y="125"/>
                    <a:pt x="178" y="125"/>
                  </a:cubicBezTo>
                  <a:cubicBezTo>
                    <a:pt x="178" y="125"/>
                    <a:pt x="88" y="239"/>
                    <a:pt x="0" y="239"/>
                  </a:cubicBezTo>
                  <a:lnTo>
                    <a:pt x="1081" y="239"/>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8" name="Google Shape;1848;p33">
              <a:extLst>
                <a:ext uri="{FF2B5EF4-FFF2-40B4-BE49-F238E27FC236}">
                  <a16:creationId xmlns:a16="http://schemas.microsoft.com/office/drawing/2014/main" id="{CAA30EFE-C4A7-8710-1E56-B3CE97126087}"/>
                </a:ext>
              </a:extLst>
            </p:cNvPr>
            <p:cNvSpPr/>
            <p:nvPr/>
          </p:nvSpPr>
          <p:spPr>
            <a:xfrm flipH="1">
              <a:off x="135" y="3210800"/>
              <a:ext cx="2947672" cy="530545"/>
            </a:xfrm>
            <a:custGeom>
              <a:avLst/>
              <a:gdLst/>
              <a:ahLst/>
              <a:cxnLst/>
              <a:rect l="l" t="t" r="r" b="b"/>
              <a:pathLst>
                <a:path w="1689" h="304" extrusionOk="0">
                  <a:moveTo>
                    <a:pt x="1689" y="184"/>
                  </a:moveTo>
                  <a:lnTo>
                    <a:pt x="709" y="184"/>
                  </a:lnTo>
                  <a:lnTo>
                    <a:pt x="453" y="304"/>
                  </a:lnTo>
                  <a:lnTo>
                    <a:pt x="0" y="304"/>
                  </a:lnTo>
                  <a:lnTo>
                    <a:pt x="447" y="288"/>
                  </a:lnTo>
                  <a:lnTo>
                    <a:pt x="960" y="0"/>
                  </a:lnTo>
                  <a:lnTo>
                    <a:pt x="1689" y="0"/>
                  </a:lnTo>
                  <a:lnTo>
                    <a:pt x="1689" y="184"/>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9" name="Google Shape;1849;p33">
              <a:extLst>
                <a:ext uri="{FF2B5EF4-FFF2-40B4-BE49-F238E27FC236}">
                  <a16:creationId xmlns:a16="http://schemas.microsoft.com/office/drawing/2014/main" id="{99155B6D-6193-B48A-0579-EFECBCB86F18}"/>
                </a:ext>
              </a:extLst>
            </p:cNvPr>
            <p:cNvSpPr/>
            <p:nvPr/>
          </p:nvSpPr>
          <p:spPr>
            <a:xfrm flipH="1">
              <a:off x="2129398" y="3497015"/>
              <a:ext cx="694500" cy="4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0" name="Google Shape;1850;p33">
              <a:extLst>
                <a:ext uri="{FF2B5EF4-FFF2-40B4-BE49-F238E27FC236}">
                  <a16:creationId xmlns:a16="http://schemas.microsoft.com/office/drawing/2014/main" id="{F03E7E19-D3FC-9D63-B4B3-904E4D76370C}"/>
                </a:ext>
              </a:extLst>
            </p:cNvPr>
            <p:cNvSpPr/>
            <p:nvPr/>
          </p:nvSpPr>
          <p:spPr>
            <a:xfrm flipH="1">
              <a:off x="135" y="2554600"/>
              <a:ext cx="769641" cy="394418"/>
            </a:xfrm>
            <a:custGeom>
              <a:avLst/>
              <a:gdLst/>
              <a:ahLst/>
              <a:cxnLst/>
              <a:rect l="l" t="t" r="r" b="b"/>
              <a:pathLst>
                <a:path w="538" h="276" extrusionOk="0">
                  <a:moveTo>
                    <a:pt x="46" y="0"/>
                  </a:moveTo>
                  <a:cubicBezTo>
                    <a:pt x="538" y="0"/>
                    <a:pt x="538" y="0"/>
                    <a:pt x="538" y="0"/>
                  </a:cubicBezTo>
                  <a:cubicBezTo>
                    <a:pt x="538" y="276"/>
                    <a:pt x="538" y="276"/>
                    <a:pt x="538" y="276"/>
                  </a:cubicBezTo>
                  <a:cubicBezTo>
                    <a:pt x="46" y="276"/>
                    <a:pt x="46" y="276"/>
                    <a:pt x="46" y="276"/>
                  </a:cubicBezTo>
                  <a:cubicBezTo>
                    <a:pt x="34" y="276"/>
                    <a:pt x="24" y="272"/>
                    <a:pt x="16" y="265"/>
                  </a:cubicBezTo>
                  <a:cubicBezTo>
                    <a:pt x="6" y="256"/>
                    <a:pt x="0" y="244"/>
                    <a:pt x="0" y="230"/>
                  </a:cubicBezTo>
                  <a:cubicBezTo>
                    <a:pt x="0" y="46"/>
                    <a:pt x="0" y="46"/>
                    <a:pt x="0" y="46"/>
                  </a:cubicBezTo>
                  <a:cubicBezTo>
                    <a:pt x="0" y="32"/>
                    <a:pt x="6" y="20"/>
                    <a:pt x="15" y="12"/>
                  </a:cubicBezTo>
                  <a:cubicBezTo>
                    <a:pt x="23" y="5"/>
                    <a:pt x="34" y="0"/>
                    <a:pt x="46"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1" name="Google Shape;1851;p33">
              <a:extLst>
                <a:ext uri="{FF2B5EF4-FFF2-40B4-BE49-F238E27FC236}">
                  <a16:creationId xmlns:a16="http://schemas.microsoft.com/office/drawing/2014/main" id="{D7218834-8C3A-5357-BB6F-785A16F79933}"/>
                </a:ext>
              </a:extLst>
            </p:cNvPr>
            <p:cNvSpPr/>
            <p:nvPr/>
          </p:nvSpPr>
          <p:spPr>
            <a:xfrm flipH="1">
              <a:off x="135" y="2554600"/>
              <a:ext cx="769641" cy="83770"/>
            </a:xfrm>
            <a:custGeom>
              <a:avLst/>
              <a:gdLst/>
              <a:ahLst/>
              <a:cxnLst/>
              <a:rect l="l" t="t" r="r" b="b"/>
              <a:pathLst>
                <a:path w="538" h="59" extrusionOk="0">
                  <a:moveTo>
                    <a:pt x="46" y="0"/>
                  </a:moveTo>
                  <a:cubicBezTo>
                    <a:pt x="34" y="0"/>
                    <a:pt x="23" y="5"/>
                    <a:pt x="15" y="12"/>
                  </a:cubicBezTo>
                  <a:cubicBezTo>
                    <a:pt x="6" y="20"/>
                    <a:pt x="0" y="32"/>
                    <a:pt x="0" y="46"/>
                  </a:cubicBezTo>
                  <a:cubicBezTo>
                    <a:pt x="0" y="59"/>
                    <a:pt x="0" y="59"/>
                    <a:pt x="0" y="59"/>
                  </a:cubicBezTo>
                  <a:cubicBezTo>
                    <a:pt x="0" y="46"/>
                    <a:pt x="6" y="34"/>
                    <a:pt x="15" y="25"/>
                  </a:cubicBezTo>
                  <a:cubicBezTo>
                    <a:pt x="23" y="18"/>
                    <a:pt x="34" y="14"/>
                    <a:pt x="46" y="14"/>
                  </a:cubicBezTo>
                  <a:cubicBezTo>
                    <a:pt x="538" y="14"/>
                    <a:pt x="538" y="14"/>
                    <a:pt x="538" y="14"/>
                  </a:cubicBezTo>
                  <a:cubicBezTo>
                    <a:pt x="538" y="0"/>
                    <a:pt x="538" y="0"/>
                    <a:pt x="538" y="0"/>
                  </a:cubicBezTo>
                  <a:lnTo>
                    <a:pt x="46"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2" name="Google Shape;1852;p33">
              <a:extLst>
                <a:ext uri="{FF2B5EF4-FFF2-40B4-BE49-F238E27FC236}">
                  <a16:creationId xmlns:a16="http://schemas.microsoft.com/office/drawing/2014/main" id="{FA938B31-1143-2F0F-DAE7-A126350A98C3}"/>
                </a:ext>
              </a:extLst>
            </p:cNvPr>
            <p:cNvSpPr/>
            <p:nvPr/>
          </p:nvSpPr>
          <p:spPr>
            <a:xfrm flipH="1">
              <a:off x="1511496" y="2540639"/>
              <a:ext cx="1486923" cy="731244"/>
            </a:xfrm>
            <a:custGeom>
              <a:avLst/>
              <a:gdLst/>
              <a:ahLst/>
              <a:cxnLst/>
              <a:rect l="l" t="t" r="r" b="b"/>
              <a:pathLst>
                <a:path w="1039" h="510" extrusionOk="0">
                  <a:moveTo>
                    <a:pt x="988" y="0"/>
                  </a:moveTo>
                  <a:cubicBezTo>
                    <a:pt x="742" y="59"/>
                    <a:pt x="742" y="59"/>
                    <a:pt x="742" y="59"/>
                  </a:cubicBezTo>
                  <a:cubicBezTo>
                    <a:pt x="415" y="213"/>
                    <a:pt x="11" y="503"/>
                    <a:pt x="0" y="510"/>
                  </a:cubicBezTo>
                  <a:cubicBezTo>
                    <a:pt x="28" y="491"/>
                    <a:pt x="47" y="479"/>
                    <a:pt x="47" y="478"/>
                  </a:cubicBezTo>
                  <a:cubicBezTo>
                    <a:pt x="47" y="478"/>
                    <a:pt x="47" y="478"/>
                    <a:pt x="47" y="478"/>
                  </a:cubicBezTo>
                  <a:cubicBezTo>
                    <a:pt x="300" y="341"/>
                    <a:pt x="795" y="239"/>
                    <a:pt x="795" y="239"/>
                  </a:cubicBezTo>
                  <a:cubicBezTo>
                    <a:pt x="1039" y="22"/>
                    <a:pt x="1039" y="22"/>
                    <a:pt x="1039" y="22"/>
                  </a:cubicBezTo>
                  <a:cubicBezTo>
                    <a:pt x="988" y="0"/>
                    <a:pt x="988" y="0"/>
                    <a:pt x="988" y="0"/>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3" name="Google Shape;1853;p33">
              <a:extLst>
                <a:ext uri="{FF2B5EF4-FFF2-40B4-BE49-F238E27FC236}">
                  <a16:creationId xmlns:a16="http://schemas.microsoft.com/office/drawing/2014/main" id="{E054A46C-8AF4-E6C7-5F42-D0DD291A37B3}"/>
                </a:ext>
              </a:extLst>
            </p:cNvPr>
            <p:cNvSpPr/>
            <p:nvPr/>
          </p:nvSpPr>
          <p:spPr>
            <a:xfrm flipH="1">
              <a:off x="2930355" y="3224762"/>
              <a:ext cx="68064" cy="48866"/>
            </a:xfrm>
            <a:custGeom>
              <a:avLst/>
              <a:gdLst/>
              <a:ahLst/>
              <a:cxnLst/>
              <a:rect l="l" t="t" r="r" b="b"/>
              <a:pathLst>
                <a:path w="47" h="33" extrusionOk="0">
                  <a:moveTo>
                    <a:pt x="47" y="0"/>
                  </a:moveTo>
                  <a:cubicBezTo>
                    <a:pt x="47" y="1"/>
                    <a:pt x="28" y="13"/>
                    <a:pt x="0" y="32"/>
                  </a:cubicBezTo>
                  <a:cubicBezTo>
                    <a:pt x="0" y="33"/>
                    <a:pt x="0" y="33"/>
                    <a:pt x="0" y="33"/>
                  </a:cubicBezTo>
                  <a:cubicBezTo>
                    <a:pt x="28" y="13"/>
                    <a:pt x="47" y="1"/>
                    <a:pt x="47" y="0"/>
                  </a:cubicBezTo>
                </a:path>
              </a:pathLst>
            </a:custGeom>
            <a:solidFill>
              <a:srgbClr val="2FCBE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4" name="Google Shape;1854;p33">
              <a:extLst>
                <a:ext uri="{FF2B5EF4-FFF2-40B4-BE49-F238E27FC236}">
                  <a16:creationId xmlns:a16="http://schemas.microsoft.com/office/drawing/2014/main" id="{66913559-4404-7542-4F28-6E043C8E9FB8}"/>
                </a:ext>
              </a:extLst>
            </p:cNvPr>
            <p:cNvSpPr/>
            <p:nvPr/>
          </p:nvSpPr>
          <p:spPr>
            <a:xfrm flipH="1">
              <a:off x="1511494" y="2516206"/>
              <a:ext cx="425833" cy="109949"/>
            </a:xfrm>
            <a:custGeom>
              <a:avLst/>
              <a:gdLst/>
              <a:ahLst/>
              <a:cxnLst/>
              <a:rect l="l" t="t" r="r" b="b"/>
              <a:pathLst>
                <a:path w="244" h="63" extrusionOk="0">
                  <a:moveTo>
                    <a:pt x="189" y="0"/>
                  </a:moveTo>
                  <a:lnTo>
                    <a:pt x="0" y="63"/>
                  </a:lnTo>
                  <a:lnTo>
                    <a:pt x="202" y="14"/>
                  </a:lnTo>
                  <a:lnTo>
                    <a:pt x="244" y="32"/>
                  </a:lnTo>
                  <a:lnTo>
                    <a:pt x="189"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5" name="Google Shape;1855;p33">
              <a:extLst>
                <a:ext uri="{FF2B5EF4-FFF2-40B4-BE49-F238E27FC236}">
                  <a16:creationId xmlns:a16="http://schemas.microsoft.com/office/drawing/2014/main" id="{E88DFAA1-FB90-9B19-21DB-604C1EF9F34A}"/>
                </a:ext>
              </a:extLst>
            </p:cNvPr>
            <p:cNvSpPr/>
            <p:nvPr/>
          </p:nvSpPr>
          <p:spPr>
            <a:xfrm flipH="1">
              <a:off x="1511494" y="2516206"/>
              <a:ext cx="425833" cy="109949"/>
            </a:xfrm>
            <a:custGeom>
              <a:avLst/>
              <a:gdLst/>
              <a:ahLst/>
              <a:cxnLst/>
              <a:rect l="l" t="t" r="r" b="b"/>
              <a:pathLst>
                <a:path w="244" h="63" extrusionOk="0">
                  <a:moveTo>
                    <a:pt x="189" y="0"/>
                  </a:moveTo>
                  <a:lnTo>
                    <a:pt x="0" y="63"/>
                  </a:lnTo>
                  <a:lnTo>
                    <a:pt x="202" y="14"/>
                  </a:lnTo>
                  <a:lnTo>
                    <a:pt x="244" y="32"/>
                  </a:lnTo>
                  <a:lnTo>
                    <a:pt x="189" y="0"/>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6" name="Google Shape;1856;p33">
              <a:extLst>
                <a:ext uri="{FF2B5EF4-FFF2-40B4-BE49-F238E27FC236}">
                  <a16:creationId xmlns:a16="http://schemas.microsoft.com/office/drawing/2014/main" id="{02BC143F-AFBF-4EFE-96A2-4E859E369E97}"/>
                </a:ext>
              </a:extLst>
            </p:cNvPr>
            <p:cNvSpPr/>
            <p:nvPr/>
          </p:nvSpPr>
          <p:spPr>
            <a:xfrm flipH="1">
              <a:off x="1511494" y="2512656"/>
              <a:ext cx="425833" cy="366495"/>
            </a:xfrm>
            <a:custGeom>
              <a:avLst/>
              <a:gdLst/>
              <a:ahLst/>
              <a:cxnLst/>
              <a:rect l="l" t="t" r="r" b="b"/>
              <a:pathLst>
                <a:path w="244" h="210" extrusionOk="0">
                  <a:moveTo>
                    <a:pt x="0" y="63"/>
                  </a:moveTo>
                  <a:lnTo>
                    <a:pt x="189" y="11"/>
                  </a:lnTo>
                  <a:lnTo>
                    <a:pt x="228" y="36"/>
                  </a:lnTo>
                  <a:lnTo>
                    <a:pt x="44" y="210"/>
                  </a:lnTo>
                  <a:lnTo>
                    <a:pt x="244" y="32"/>
                  </a:lnTo>
                  <a:lnTo>
                    <a:pt x="189" y="0"/>
                  </a:lnTo>
                  <a:lnTo>
                    <a:pt x="0" y="63"/>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7" name="Google Shape;1857;p33">
              <a:extLst>
                <a:ext uri="{FF2B5EF4-FFF2-40B4-BE49-F238E27FC236}">
                  <a16:creationId xmlns:a16="http://schemas.microsoft.com/office/drawing/2014/main" id="{D6025E5C-6FE7-27AC-748D-86549DCA9D49}"/>
                </a:ext>
              </a:extLst>
            </p:cNvPr>
            <p:cNvSpPr/>
            <p:nvPr/>
          </p:nvSpPr>
          <p:spPr>
            <a:xfrm flipH="1">
              <a:off x="136" y="2577289"/>
              <a:ext cx="1853421" cy="465972"/>
            </a:xfrm>
            <a:custGeom>
              <a:avLst/>
              <a:gdLst/>
              <a:ahLst/>
              <a:cxnLst/>
              <a:rect l="l" t="t" r="r" b="b"/>
              <a:pathLst>
                <a:path w="1062" h="267" extrusionOk="0">
                  <a:moveTo>
                    <a:pt x="1062" y="236"/>
                  </a:moveTo>
                  <a:lnTo>
                    <a:pt x="1062" y="234"/>
                  </a:lnTo>
                  <a:lnTo>
                    <a:pt x="599" y="234"/>
                  </a:lnTo>
                  <a:lnTo>
                    <a:pt x="599" y="0"/>
                  </a:lnTo>
                  <a:lnTo>
                    <a:pt x="263" y="0"/>
                  </a:lnTo>
                  <a:lnTo>
                    <a:pt x="0" y="236"/>
                  </a:lnTo>
                  <a:lnTo>
                    <a:pt x="597" y="236"/>
                  </a:lnTo>
                  <a:lnTo>
                    <a:pt x="597" y="267"/>
                  </a:lnTo>
                  <a:lnTo>
                    <a:pt x="1062" y="267"/>
                  </a:lnTo>
                  <a:lnTo>
                    <a:pt x="1062" y="265"/>
                  </a:lnTo>
                  <a:lnTo>
                    <a:pt x="599" y="265"/>
                  </a:lnTo>
                  <a:lnTo>
                    <a:pt x="599" y="236"/>
                  </a:lnTo>
                  <a:lnTo>
                    <a:pt x="1062" y="236"/>
                  </a:lnTo>
                  <a:close/>
                  <a:moveTo>
                    <a:pt x="597" y="234"/>
                  </a:moveTo>
                  <a:lnTo>
                    <a:pt x="7" y="234"/>
                  </a:lnTo>
                  <a:lnTo>
                    <a:pt x="264" y="2"/>
                  </a:lnTo>
                  <a:lnTo>
                    <a:pt x="597" y="2"/>
                  </a:lnTo>
                  <a:lnTo>
                    <a:pt x="597" y="23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8" name="Google Shape;1858;p33">
              <a:extLst>
                <a:ext uri="{FF2B5EF4-FFF2-40B4-BE49-F238E27FC236}">
                  <a16:creationId xmlns:a16="http://schemas.microsoft.com/office/drawing/2014/main" id="{4BE07715-EFED-1196-D071-7D1F3E99E4C4}"/>
                </a:ext>
              </a:extLst>
            </p:cNvPr>
            <p:cNvSpPr/>
            <p:nvPr/>
          </p:nvSpPr>
          <p:spPr>
            <a:xfrm flipH="1">
              <a:off x="872625" y="3041515"/>
              <a:ext cx="1284600" cy="69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3787149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62"/>
        <p:cNvGrpSpPr/>
        <p:nvPr/>
      </p:nvGrpSpPr>
      <p:grpSpPr>
        <a:xfrm>
          <a:off x="0" y="0"/>
          <a:ext cx="0" cy="0"/>
          <a:chOff x="0" y="0"/>
          <a:chExt cx="0" cy="0"/>
        </a:xfrm>
      </p:grpSpPr>
      <p:sp>
        <p:nvSpPr>
          <p:cNvPr id="1863" name="Google Shape;1863;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MY" dirty="0"/>
              <a:t>Research Questions &amp; Objectives</a:t>
            </a:r>
          </a:p>
        </p:txBody>
      </p:sp>
      <p:grpSp>
        <p:nvGrpSpPr>
          <p:cNvPr id="1868" name="Google Shape;1868;p34"/>
          <p:cNvGrpSpPr/>
          <p:nvPr/>
        </p:nvGrpSpPr>
        <p:grpSpPr>
          <a:xfrm>
            <a:off x="1211335" y="548019"/>
            <a:ext cx="366700" cy="366711"/>
            <a:chOff x="544525" y="1625614"/>
            <a:chExt cx="366700" cy="366711"/>
          </a:xfrm>
        </p:grpSpPr>
        <p:sp>
          <p:nvSpPr>
            <p:cNvPr id="1869" name="Google Shape;1869;p34"/>
            <p:cNvSpPr/>
            <p:nvPr/>
          </p:nvSpPr>
          <p:spPr>
            <a:xfrm>
              <a:off x="544525" y="1625614"/>
              <a:ext cx="366700" cy="193817"/>
            </a:xfrm>
            <a:custGeom>
              <a:avLst/>
              <a:gdLst/>
              <a:ahLst/>
              <a:cxnLst/>
              <a:rect l="l" t="t" r="r" b="b"/>
              <a:pathLst>
                <a:path w="140" h="74" extrusionOk="0">
                  <a:moveTo>
                    <a:pt x="0" y="0"/>
                  </a:moveTo>
                  <a:cubicBezTo>
                    <a:pt x="0" y="70"/>
                    <a:pt x="0" y="70"/>
                    <a:pt x="0" y="70"/>
                  </a:cubicBezTo>
                  <a:cubicBezTo>
                    <a:pt x="70" y="74"/>
                    <a:pt x="70" y="74"/>
                    <a:pt x="70" y="74"/>
                  </a:cubicBezTo>
                  <a:cubicBezTo>
                    <a:pt x="140" y="70"/>
                    <a:pt x="140" y="70"/>
                    <a:pt x="140" y="70"/>
                  </a:cubicBezTo>
                  <a:cubicBezTo>
                    <a:pt x="140" y="0"/>
                    <a:pt x="140" y="0"/>
                    <a:pt x="140" y="0"/>
                  </a:cubicBezTo>
                  <a:cubicBezTo>
                    <a:pt x="136" y="0"/>
                    <a:pt x="4" y="0"/>
                    <a:pt x="0" y="0"/>
                  </a:cubicBez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0" name="Google Shape;1870;p34"/>
            <p:cNvSpPr/>
            <p:nvPr/>
          </p:nvSpPr>
          <p:spPr>
            <a:xfrm>
              <a:off x="544525" y="1809520"/>
              <a:ext cx="366700" cy="182805"/>
            </a:xfrm>
            <a:custGeom>
              <a:avLst/>
              <a:gdLst/>
              <a:ahLst/>
              <a:cxnLst/>
              <a:rect l="l" t="t" r="r" b="b"/>
              <a:pathLst>
                <a:path w="140" h="70" extrusionOk="0">
                  <a:moveTo>
                    <a:pt x="0" y="0"/>
                  </a:moveTo>
                  <a:cubicBezTo>
                    <a:pt x="0" y="70"/>
                    <a:pt x="0" y="70"/>
                    <a:pt x="0" y="70"/>
                  </a:cubicBezTo>
                  <a:cubicBezTo>
                    <a:pt x="140" y="70"/>
                    <a:pt x="140" y="70"/>
                    <a:pt x="140" y="70"/>
                  </a:cubicBezTo>
                  <a:cubicBezTo>
                    <a:pt x="140" y="0"/>
                    <a:pt x="140" y="0"/>
                    <a:pt x="140" y="0"/>
                  </a:cubicBezTo>
                  <a:cubicBezTo>
                    <a:pt x="140" y="0"/>
                    <a:pt x="6" y="0"/>
                    <a:pt x="0" y="0"/>
                  </a:cubicBez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1" name="Google Shape;1871;p34"/>
            <p:cNvSpPr/>
            <p:nvPr/>
          </p:nvSpPr>
          <p:spPr>
            <a:xfrm>
              <a:off x="597383" y="1680676"/>
              <a:ext cx="258783" cy="138756"/>
            </a:xfrm>
            <a:custGeom>
              <a:avLst/>
              <a:gdLst/>
              <a:ahLst/>
              <a:cxnLst/>
              <a:rect l="l" t="t" r="r" b="b"/>
              <a:pathLst>
                <a:path w="235" h="126" extrusionOk="0">
                  <a:moveTo>
                    <a:pt x="119" y="86"/>
                  </a:moveTo>
                  <a:lnTo>
                    <a:pt x="235" y="86"/>
                  </a:lnTo>
                  <a:lnTo>
                    <a:pt x="235" y="48"/>
                  </a:lnTo>
                  <a:lnTo>
                    <a:pt x="119" y="48"/>
                  </a:lnTo>
                  <a:lnTo>
                    <a:pt x="156" y="0"/>
                  </a:lnTo>
                  <a:lnTo>
                    <a:pt x="109" y="0"/>
                  </a:lnTo>
                  <a:lnTo>
                    <a:pt x="69" y="48"/>
                  </a:lnTo>
                  <a:lnTo>
                    <a:pt x="0" y="48"/>
                  </a:lnTo>
                  <a:lnTo>
                    <a:pt x="0" y="86"/>
                  </a:lnTo>
                  <a:lnTo>
                    <a:pt x="69" y="86"/>
                  </a:lnTo>
                  <a:lnTo>
                    <a:pt x="92" y="117"/>
                  </a:lnTo>
                  <a:lnTo>
                    <a:pt x="119" y="126"/>
                  </a:lnTo>
                  <a:lnTo>
                    <a:pt x="142" y="117"/>
                  </a:lnTo>
                  <a:lnTo>
                    <a:pt x="119" y="86"/>
                  </a:ln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2" name="Google Shape;1872;p34"/>
            <p:cNvSpPr/>
            <p:nvPr/>
          </p:nvSpPr>
          <p:spPr>
            <a:xfrm>
              <a:off x="597383" y="1809520"/>
              <a:ext cx="258783" cy="127744"/>
            </a:xfrm>
            <a:custGeom>
              <a:avLst/>
              <a:gdLst/>
              <a:ahLst/>
              <a:cxnLst/>
              <a:rect l="l" t="t" r="r" b="b"/>
              <a:pathLst>
                <a:path w="235" h="116" extrusionOk="0">
                  <a:moveTo>
                    <a:pt x="0" y="28"/>
                  </a:moveTo>
                  <a:lnTo>
                    <a:pt x="0" y="69"/>
                  </a:lnTo>
                  <a:lnTo>
                    <a:pt x="119" y="69"/>
                  </a:lnTo>
                  <a:lnTo>
                    <a:pt x="78" y="116"/>
                  </a:lnTo>
                  <a:lnTo>
                    <a:pt x="128" y="116"/>
                  </a:lnTo>
                  <a:lnTo>
                    <a:pt x="166" y="69"/>
                  </a:lnTo>
                  <a:lnTo>
                    <a:pt x="235" y="69"/>
                  </a:lnTo>
                  <a:lnTo>
                    <a:pt x="235" y="28"/>
                  </a:lnTo>
                  <a:lnTo>
                    <a:pt x="166" y="28"/>
                  </a:lnTo>
                  <a:lnTo>
                    <a:pt x="142" y="0"/>
                  </a:lnTo>
                  <a:lnTo>
                    <a:pt x="92" y="0"/>
                  </a:lnTo>
                  <a:lnTo>
                    <a:pt x="119" y="28"/>
                  </a:lnTo>
                  <a:lnTo>
                    <a:pt x="0" y="28"/>
                  </a:ln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73" name="Google Shape;1873;p34"/>
          <p:cNvGrpSpPr/>
          <p:nvPr/>
        </p:nvGrpSpPr>
        <p:grpSpPr>
          <a:xfrm>
            <a:off x="7564063" y="546136"/>
            <a:ext cx="368602" cy="368594"/>
            <a:chOff x="1377206" y="2432887"/>
            <a:chExt cx="368602" cy="368594"/>
          </a:xfrm>
        </p:grpSpPr>
        <p:sp>
          <p:nvSpPr>
            <p:cNvPr id="1874" name="Google Shape;1874;p34"/>
            <p:cNvSpPr/>
            <p:nvPr/>
          </p:nvSpPr>
          <p:spPr>
            <a:xfrm>
              <a:off x="1443821" y="2479516"/>
              <a:ext cx="15543" cy="45519"/>
            </a:xfrm>
            <a:custGeom>
              <a:avLst/>
              <a:gdLst/>
              <a:ahLst/>
              <a:cxnLst/>
              <a:rect l="l" t="t" r="r" b="b"/>
              <a:pathLst>
                <a:path w="14" h="41" extrusionOk="0">
                  <a:moveTo>
                    <a:pt x="9" y="5"/>
                  </a:moveTo>
                  <a:lnTo>
                    <a:pt x="4" y="0"/>
                  </a:lnTo>
                  <a:lnTo>
                    <a:pt x="0" y="5"/>
                  </a:lnTo>
                  <a:lnTo>
                    <a:pt x="0" y="36"/>
                  </a:lnTo>
                  <a:lnTo>
                    <a:pt x="4" y="41"/>
                  </a:lnTo>
                  <a:lnTo>
                    <a:pt x="9" y="36"/>
                  </a:lnTo>
                  <a:lnTo>
                    <a:pt x="14" y="22"/>
                  </a:lnTo>
                  <a:lnTo>
                    <a:pt x="9" y="5"/>
                  </a:ln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5" name="Google Shape;1875;p34"/>
            <p:cNvSpPr/>
            <p:nvPr/>
          </p:nvSpPr>
          <p:spPr>
            <a:xfrm>
              <a:off x="1453814" y="2479516"/>
              <a:ext cx="11102" cy="45519"/>
            </a:xfrm>
            <a:custGeom>
              <a:avLst/>
              <a:gdLst/>
              <a:ahLst/>
              <a:cxnLst/>
              <a:rect l="l" t="t" r="r" b="b"/>
              <a:pathLst>
                <a:path w="4" h="17" extrusionOk="0">
                  <a:moveTo>
                    <a:pt x="0" y="15"/>
                  </a:moveTo>
                  <a:cubicBezTo>
                    <a:pt x="2" y="17"/>
                    <a:pt x="2" y="17"/>
                    <a:pt x="2" y="17"/>
                  </a:cubicBezTo>
                  <a:cubicBezTo>
                    <a:pt x="4" y="14"/>
                    <a:pt x="4" y="14"/>
                    <a:pt x="4" y="14"/>
                  </a:cubicBezTo>
                  <a:cubicBezTo>
                    <a:pt x="4" y="10"/>
                    <a:pt x="4" y="7"/>
                    <a:pt x="4" y="2"/>
                  </a:cubicBezTo>
                  <a:cubicBezTo>
                    <a:pt x="2" y="0"/>
                    <a:pt x="2" y="0"/>
                    <a:pt x="2" y="0"/>
                  </a:cubicBezTo>
                  <a:cubicBezTo>
                    <a:pt x="0" y="2"/>
                    <a:pt x="0" y="2"/>
                    <a:pt x="0" y="2"/>
                  </a:cubicBezTo>
                  <a:lnTo>
                    <a:pt x="0" y="15"/>
                  </a:ln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6" name="Google Shape;1876;p34"/>
            <p:cNvSpPr/>
            <p:nvPr/>
          </p:nvSpPr>
          <p:spPr>
            <a:xfrm>
              <a:off x="1551515" y="2485068"/>
              <a:ext cx="97702" cy="55511"/>
            </a:xfrm>
            <a:custGeom>
              <a:avLst/>
              <a:gdLst/>
              <a:ahLst/>
              <a:cxnLst/>
              <a:rect l="l" t="t" r="r" b="b"/>
              <a:pathLst>
                <a:path w="37" h="21" extrusionOk="0">
                  <a:moveTo>
                    <a:pt x="33" y="17"/>
                  </a:moveTo>
                  <a:cubicBezTo>
                    <a:pt x="37" y="9"/>
                    <a:pt x="37" y="9"/>
                    <a:pt x="37" y="9"/>
                  </a:cubicBezTo>
                  <a:cubicBezTo>
                    <a:pt x="33" y="0"/>
                    <a:pt x="33" y="0"/>
                    <a:pt x="33" y="0"/>
                  </a:cubicBezTo>
                  <a:cubicBezTo>
                    <a:pt x="28" y="0"/>
                    <a:pt x="22" y="0"/>
                    <a:pt x="18" y="0"/>
                  </a:cubicBezTo>
                  <a:cubicBezTo>
                    <a:pt x="8" y="0"/>
                    <a:pt x="1" y="8"/>
                    <a:pt x="0" y="17"/>
                  </a:cubicBezTo>
                  <a:cubicBezTo>
                    <a:pt x="16" y="21"/>
                    <a:pt x="16" y="21"/>
                    <a:pt x="16" y="21"/>
                  </a:cubicBezTo>
                  <a:lnTo>
                    <a:pt x="33" y="17"/>
                  </a:ln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7" name="Google Shape;1877;p34"/>
            <p:cNvSpPr/>
            <p:nvPr/>
          </p:nvSpPr>
          <p:spPr>
            <a:xfrm>
              <a:off x="1638114" y="2485068"/>
              <a:ext cx="87710" cy="55511"/>
            </a:xfrm>
            <a:custGeom>
              <a:avLst/>
              <a:gdLst/>
              <a:ahLst/>
              <a:cxnLst/>
              <a:rect l="l" t="t" r="r" b="b"/>
              <a:pathLst>
                <a:path w="33" h="21" extrusionOk="0">
                  <a:moveTo>
                    <a:pt x="33" y="17"/>
                  </a:moveTo>
                  <a:cubicBezTo>
                    <a:pt x="32" y="8"/>
                    <a:pt x="24" y="0"/>
                    <a:pt x="15" y="0"/>
                  </a:cubicBezTo>
                  <a:cubicBezTo>
                    <a:pt x="10" y="0"/>
                    <a:pt x="5" y="0"/>
                    <a:pt x="0" y="0"/>
                  </a:cubicBezTo>
                  <a:cubicBezTo>
                    <a:pt x="0" y="17"/>
                    <a:pt x="0" y="17"/>
                    <a:pt x="0" y="17"/>
                  </a:cubicBezTo>
                  <a:cubicBezTo>
                    <a:pt x="16" y="21"/>
                    <a:pt x="16" y="21"/>
                    <a:pt x="16" y="21"/>
                  </a:cubicBezTo>
                  <a:lnTo>
                    <a:pt x="33" y="17"/>
                  </a:ln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8" name="Google Shape;1878;p34"/>
            <p:cNvSpPr/>
            <p:nvPr/>
          </p:nvSpPr>
          <p:spPr>
            <a:xfrm>
              <a:off x="1582602" y="2703781"/>
              <a:ext cx="66615" cy="21095"/>
            </a:xfrm>
            <a:custGeom>
              <a:avLst/>
              <a:gdLst/>
              <a:ahLst/>
              <a:cxnLst/>
              <a:rect l="l" t="t" r="r" b="b"/>
              <a:pathLst>
                <a:path w="25" h="8" extrusionOk="0">
                  <a:moveTo>
                    <a:pt x="0" y="8"/>
                  </a:moveTo>
                  <a:cubicBezTo>
                    <a:pt x="21" y="8"/>
                    <a:pt x="21" y="8"/>
                    <a:pt x="21" y="8"/>
                  </a:cubicBezTo>
                  <a:cubicBezTo>
                    <a:pt x="25" y="4"/>
                    <a:pt x="25" y="4"/>
                    <a:pt x="25" y="4"/>
                  </a:cubicBezTo>
                  <a:cubicBezTo>
                    <a:pt x="21" y="0"/>
                    <a:pt x="21" y="0"/>
                    <a:pt x="21" y="0"/>
                  </a:cubicBezTo>
                  <a:cubicBezTo>
                    <a:pt x="20" y="0"/>
                    <a:pt x="4" y="0"/>
                    <a:pt x="3" y="0"/>
                  </a:cubicBezTo>
                  <a:cubicBezTo>
                    <a:pt x="0" y="4"/>
                    <a:pt x="0" y="4"/>
                    <a:pt x="0" y="4"/>
                  </a:cubicBezTo>
                  <a:lnTo>
                    <a:pt x="0" y="8"/>
                  </a:ln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9" name="Google Shape;1879;p34"/>
            <p:cNvSpPr/>
            <p:nvPr/>
          </p:nvSpPr>
          <p:spPr>
            <a:xfrm>
              <a:off x="1561507" y="2747080"/>
              <a:ext cx="87710" cy="23315"/>
            </a:xfrm>
            <a:custGeom>
              <a:avLst/>
              <a:gdLst/>
              <a:ahLst/>
              <a:cxnLst/>
              <a:rect l="l" t="t" r="r" b="b"/>
              <a:pathLst>
                <a:path w="33" h="9" extrusionOk="0">
                  <a:moveTo>
                    <a:pt x="1" y="9"/>
                  </a:moveTo>
                  <a:cubicBezTo>
                    <a:pt x="29" y="9"/>
                    <a:pt x="29" y="9"/>
                    <a:pt x="29" y="9"/>
                  </a:cubicBezTo>
                  <a:cubicBezTo>
                    <a:pt x="33" y="4"/>
                    <a:pt x="33" y="4"/>
                    <a:pt x="33" y="4"/>
                  </a:cubicBezTo>
                  <a:cubicBezTo>
                    <a:pt x="29" y="0"/>
                    <a:pt x="29" y="0"/>
                    <a:pt x="29" y="0"/>
                  </a:cubicBezTo>
                  <a:cubicBezTo>
                    <a:pt x="26" y="0"/>
                    <a:pt x="7" y="0"/>
                    <a:pt x="4" y="0"/>
                  </a:cubicBezTo>
                  <a:cubicBezTo>
                    <a:pt x="0" y="4"/>
                    <a:pt x="0" y="4"/>
                    <a:pt x="0" y="4"/>
                  </a:cubicBezTo>
                  <a:lnTo>
                    <a:pt x="1" y="9"/>
                  </a:ln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0" name="Google Shape;1880;p34"/>
            <p:cNvSpPr/>
            <p:nvPr/>
          </p:nvSpPr>
          <p:spPr>
            <a:xfrm>
              <a:off x="1638114" y="2703781"/>
              <a:ext cx="55512" cy="21095"/>
            </a:xfrm>
            <a:custGeom>
              <a:avLst/>
              <a:gdLst/>
              <a:ahLst/>
              <a:cxnLst/>
              <a:rect l="l" t="t" r="r" b="b"/>
              <a:pathLst>
                <a:path w="21" h="8" extrusionOk="0">
                  <a:moveTo>
                    <a:pt x="21" y="8"/>
                  </a:moveTo>
                  <a:cubicBezTo>
                    <a:pt x="20" y="4"/>
                    <a:pt x="20" y="4"/>
                    <a:pt x="20" y="4"/>
                  </a:cubicBezTo>
                  <a:cubicBezTo>
                    <a:pt x="17" y="0"/>
                    <a:pt x="17" y="0"/>
                    <a:pt x="17" y="0"/>
                  </a:cubicBezTo>
                  <a:cubicBezTo>
                    <a:pt x="16" y="0"/>
                    <a:pt x="1" y="0"/>
                    <a:pt x="0" y="0"/>
                  </a:cubicBezTo>
                  <a:cubicBezTo>
                    <a:pt x="0" y="8"/>
                    <a:pt x="0" y="8"/>
                    <a:pt x="0" y="8"/>
                  </a:cubicBezTo>
                  <a:lnTo>
                    <a:pt x="21" y="8"/>
                  </a:ln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1" name="Google Shape;1881;p34"/>
            <p:cNvSpPr/>
            <p:nvPr/>
          </p:nvSpPr>
          <p:spPr>
            <a:xfrm>
              <a:off x="1638114" y="2747080"/>
              <a:ext cx="74387" cy="23315"/>
            </a:xfrm>
            <a:custGeom>
              <a:avLst/>
              <a:gdLst/>
              <a:ahLst/>
              <a:cxnLst/>
              <a:rect l="l" t="t" r="r" b="b"/>
              <a:pathLst>
                <a:path w="28" h="9" extrusionOk="0">
                  <a:moveTo>
                    <a:pt x="28" y="9"/>
                  </a:moveTo>
                  <a:cubicBezTo>
                    <a:pt x="28" y="4"/>
                    <a:pt x="28" y="4"/>
                    <a:pt x="28" y="4"/>
                  </a:cubicBezTo>
                  <a:cubicBezTo>
                    <a:pt x="24" y="0"/>
                    <a:pt x="24" y="0"/>
                    <a:pt x="24" y="0"/>
                  </a:cubicBezTo>
                  <a:cubicBezTo>
                    <a:pt x="21" y="0"/>
                    <a:pt x="3" y="0"/>
                    <a:pt x="0" y="0"/>
                  </a:cubicBezTo>
                  <a:cubicBezTo>
                    <a:pt x="0" y="9"/>
                    <a:pt x="0" y="9"/>
                    <a:pt x="0" y="9"/>
                  </a:cubicBezTo>
                  <a:lnTo>
                    <a:pt x="28" y="9"/>
                  </a:ln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2" name="Google Shape;1882;p34"/>
            <p:cNvSpPr/>
            <p:nvPr/>
          </p:nvSpPr>
          <p:spPr>
            <a:xfrm>
              <a:off x="1530420" y="2670475"/>
              <a:ext cx="71056" cy="131006"/>
            </a:xfrm>
            <a:custGeom>
              <a:avLst/>
              <a:gdLst/>
              <a:ahLst/>
              <a:cxnLst/>
              <a:rect l="l" t="t" r="r" b="b"/>
              <a:pathLst>
                <a:path w="27" h="50" extrusionOk="0">
                  <a:moveTo>
                    <a:pt x="0" y="47"/>
                  </a:moveTo>
                  <a:cubicBezTo>
                    <a:pt x="3" y="48"/>
                    <a:pt x="5" y="49"/>
                    <a:pt x="7" y="50"/>
                  </a:cubicBezTo>
                  <a:cubicBezTo>
                    <a:pt x="8" y="49"/>
                    <a:pt x="26" y="6"/>
                    <a:pt x="27" y="5"/>
                  </a:cubicBezTo>
                  <a:cubicBezTo>
                    <a:pt x="22" y="0"/>
                    <a:pt x="22" y="0"/>
                    <a:pt x="22" y="0"/>
                  </a:cubicBezTo>
                  <a:cubicBezTo>
                    <a:pt x="18" y="5"/>
                    <a:pt x="18" y="5"/>
                    <a:pt x="18" y="5"/>
                  </a:cubicBezTo>
                  <a:cubicBezTo>
                    <a:pt x="16" y="9"/>
                    <a:pt x="2" y="42"/>
                    <a:pt x="0" y="47"/>
                  </a:cubicBez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3" name="Google Shape;1883;p34"/>
            <p:cNvSpPr/>
            <p:nvPr/>
          </p:nvSpPr>
          <p:spPr>
            <a:xfrm>
              <a:off x="1674752" y="2670475"/>
              <a:ext cx="71056" cy="131006"/>
            </a:xfrm>
            <a:custGeom>
              <a:avLst/>
              <a:gdLst/>
              <a:ahLst/>
              <a:cxnLst/>
              <a:rect l="l" t="t" r="r" b="b"/>
              <a:pathLst>
                <a:path w="27" h="50" extrusionOk="0">
                  <a:moveTo>
                    <a:pt x="19" y="50"/>
                  </a:moveTo>
                  <a:cubicBezTo>
                    <a:pt x="22" y="49"/>
                    <a:pt x="24" y="48"/>
                    <a:pt x="27" y="47"/>
                  </a:cubicBezTo>
                  <a:cubicBezTo>
                    <a:pt x="25" y="42"/>
                    <a:pt x="11" y="10"/>
                    <a:pt x="9" y="5"/>
                  </a:cubicBezTo>
                  <a:cubicBezTo>
                    <a:pt x="4" y="0"/>
                    <a:pt x="4" y="0"/>
                    <a:pt x="4" y="0"/>
                  </a:cubicBezTo>
                  <a:cubicBezTo>
                    <a:pt x="0" y="5"/>
                    <a:pt x="0" y="5"/>
                    <a:pt x="0" y="5"/>
                  </a:cubicBezTo>
                  <a:cubicBezTo>
                    <a:pt x="0" y="6"/>
                    <a:pt x="19" y="49"/>
                    <a:pt x="19" y="50"/>
                  </a:cubicBez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4" name="Google Shape;1884;p34"/>
            <p:cNvSpPr/>
            <p:nvPr/>
          </p:nvSpPr>
          <p:spPr>
            <a:xfrm>
              <a:off x="1551515" y="2596090"/>
              <a:ext cx="97702" cy="74385"/>
            </a:xfrm>
            <a:custGeom>
              <a:avLst/>
              <a:gdLst/>
              <a:ahLst/>
              <a:cxnLst/>
              <a:rect l="l" t="t" r="r" b="b"/>
              <a:pathLst>
                <a:path w="88" h="67" extrusionOk="0">
                  <a:moveTo>
                    <a:pt x="78" y="9"/>
                  </a:moveTo>
                  <a:lnTo>
                    <a:pt x="38" y="0"/>
                  </a:lnTo>
                  <a:lnTo>
                    <a:pt x="0" y="9"/>
                  </a:lnTo>
                  <a:lnTo>
                    <a:pt x="0" y="57"/>
                  </a:lnTo>
                  <a:lnTo>
                    <a:pt x="38" y="67"/>
                  </a:lnTo>
                  <a:lnTo>
                    <a:pt x="78" y="57"/>
                  </a:lnTo>
                  <a:lnTo>
                    <a:pt x="88" y="33"/>
                  </a:lnTo>
                  <a:lnTo>
                    <a:pt x="78" y="9"/>
                  </a:ln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5" name="Google Shape;1885;p34"/>
            <p:cNvSpPr/>
            <p:nvPr/>
          </p:nvSpPr>
          <p:spPr>
            <a:xfrm>
              <a:off x="1638114" y="2596090"/>
              <a:ext cx="87710" cy="74385"/>
            </a:xfrm>
            <a:custGeom>
              <a:avLst/>
              <a:gdLst/>
              <a:ahLst/>
              <a:cxnLst/>
              <a:rect l="l" t="t" r="r" b="b"/>
              <a:pathLst>
                <a:path w="33" h="28" extrusionOk="0">
                  <a:moveTo>
                    <a:pt x="0" y="4"/>
                  </a:moveTo>
                  <a:cubicBezTo>
                    <a:pt x="0" y="24"/>
                    <a:pt x="0" y="24"/>
                    <a:pt x="0" y="24"/>
                  </a:cubicBezTo>
                  <a:cubicBezTo>
                    <a:pt x="16" y="28"/>
                    <a:pt x="16" y="28"/>
                    <a:pt x="16" y="28"/>
                  </a:cubicBezTo>
                  <a:cubicBezTo>
                    <a:pt x="33" y="24"/>
                    <a:pt x="33" y="24"/>
                    <a:pt x="33" y="24"/>
                  </a:cubicBezTo>
                  <a:cubicBezTo>
                    <a:pt x="33" y="19"/>
                    <a:pt x="33" y="7"/>
                    <a:pt x="33" y="4"/>
                  </a:cubicBezTo>
                  <a:cubicBezTo>
                    <a:pt x="16" y="0"/>
                    <a:pt x="16" y="0"/>
                    <a:pt x="16" y="0"/>
                  </a:cubicBezTo>
                  <a:lnTo>
                    <a:pt x="0" y="4"/>
                  </a:ln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6" name="Google Shape;1886;p34"/>
            <p:cNvSpPr/>
            <p:nvPr/>
          </p:nvSpPr>
          <p:spPr>
            <a:xfrm>
              <a:off x="1551515" y="2659372"/>
              <a:ext cx="97702" cy="21095"/>
            </a:xfrm>
            <a:custGeom>
              <a:avLst/>
              <a:gdLst/>
              <a:ahLst/>
              <a:cxnLst/>
              <a:rect l="l" t="t" r="r" b="b"/>
              <a:pathLst>
                <a:path w="37" h="8" extrusionOk="0">
                  <a:moveTo>
                    <a:pt x="0" y="0"/>
                  </a:moveTo>
                  <a:cubicBezTo>
                    <a:pt x="0" y="8"/>
                    <a:pt x="0" y="8"/>
                    <a:pt x="0" y="8"/>
                  </a:cubicBezTo>
                  <a:cubicBezTo>
                    <a:pt x="33" y="8"/>
                    <a:pt x="33" y="8"/>
                    <a:pt x="33" y="8"/>
                  </a:cubicBezTo>
                  <a:cubicBezTo>
                    <a:pt x="37" y="4"/>
                    <a:pt x="37" y="4"/>
                    <a:pt x="37" y="4"/>
                  </a:cubicBezTo>
                  <a:cubicBezTo>
                    <a:pt x="33" y="0"/>
                    <a:pt x="33" y="0"/>
                    <a:pt x="33" y="0"/>
                  </a:cubicBezTo>
                  <a:cubicBezTo>
                    <a:pt x="29" y="0"/>
                    <a:pt x="4" y="0"/>
                    <a:pt x="0" y="0"/>
                  </a:cubicBez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7" name="Google Shape;1887;p34"/>
            <p:cNvSpPr/>
            <p:nvPr/>
          </p:nvSpPr>
          <p:spPr>
            <a:xfrm>
              <a:off x="1638114" y="2659372"/>
              <a:ext cx="87710" cy="21095"/>
            </a:xfrm>
            <a:custGeom>
              <a:avLst/>
              <a:gdLst/>
              <a:ahLst/>
              <a:cxnLst/>
              <a:rect l="l" t="t" r="r" b="b"/>
              <a:pathLst>
                <a:path w="33" h="8" extrusionOk="0">
                  <a:moveTo>
                    <a:pt x="0" y="8"/>
                  </a:moveTo>
                  <a:cubicBezTo>
                    <a:pt x="33" y="8"/>
                    <a:pt x="33" y="8"/>
                    <a:pt x="33" y="8"/>
                  </a:cubicBezTo>
                  <a:cubicBezTo>
                    <a:pt x="33" y="6"/>
                    <a:pt x="33" y="3"/>
                    <a:pt x="33" y="0"/>
                  </a:cubicBezTo>
                  <a:cubicBezTo>
                    <a:pt x="29" y="0"/>
                    <a:pt x="4" y="0"/>
                    <a:pt x="0" y="0"/>
                  </a:cubicBezTo>
                  <a:lnTo>
                    <a:pt x="0" y="8"/>
                  </a:ln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8" name="Google Shape;1888;p34"/>
            <p:cNvSpPr/>
            <p:nvPr/>
          </p:nvSpPr>
          <p:spPr>
            <a:xfrm>
              <a:off x="1551515" y="2530587"/>
              <a:ext cx="97702" cy="75495"/>
            </a:xfrm>
            <a:custGeom>
              <a:avLst/>
              <a:gdLst/>
              <a:ahLst/>
              <a:cxnLst/>
              <a:rect l="l" t="t" r="r" b="b"/>
              <a:pathLst>
                <a:path w="37" h="29" extrusionOk="0">
                  <a:moveTo>
                    <a:pt x="33" y="29"/>
                  </a:moveTo>
                  <a:cubicBezTo>
                    <a:pt x="37" y="14"/>
                    <a:pt x="37" y="14"/>
                    <a:pt x="37" y="14"/>
                  </a:cubicBezTo>
                  <a:cubicBezTo>
                    <a:pt x="33" y="0"/>
                    <a:pt x="33" y="0"/>
                    <a:pt x="33" y="0"/>
                  </a:cubicBezTo>
                  <a:cubicBezTo>
                    <a:pt x="29" y="0"/>
                    <a:pt x="4" y="0"/>
                    <a:pt x="0" y="0"/>
                  </a:cubicBezTo>
                  <a:cubicBezTo>
                    <a:pt x="0" y="0"/>
                    <a:pt x="0" y="1"/>
                    <a:pt x="0" y="1"/>
                  </a:cubicBezTo>
                  <a:cubicBezTo>
                    <a:pt x="0" y="29"/>
                    <a:pt x="0" y="29"/>
                    <a:pt x="0" y="29"/>
                  </a:cubicBezTo>
                  <a:lnTo>
                    <a:pt x="33" y="29"/>
                  </a:ln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9" name="Google Shape;1889;p34"/>
            <p:cNvSpPr/>
            <p:nvPr/>
          </p:nvSpPr>
          <p:spPr>
            <a:xfrm>
              <a:off x="1638114" y="2530587"/>
              <a:ext cx="87710" cy="75495"/>
            </a:xfrm>
            <a:custGeom>
              <a:avLst/>
              <a:gdLst/>
              <a:ahLst/>
              <a:cxnLst/>
              <a:rect l="l" t="t" r="r" b="b"/>
              <a:pathLst>
                <a:path w="33" h="29" extrusionOk="0">
                  <a:moveTo>
                    <a:pt x="0" y="0"/>
                  </a:moveTo>
                  <a:cubicBezTo>
                    <a:pt x="0" y="29"/>
                    <a:pt x="0" y="29"/>
                    <a:pt x="0" y="29"/>
                  </a:cubicBezTo>
                  <a:cubicBezTo>
                    <a:pt x="33" y="29"/>
                    <a:pt x="33" y="29"/>
                    <a:pt x="33" y="29"/>
                  </a:cubicBezTo>
                  <a:cubicBezTo>
                    <a:pt x="33" y="24"/>
                    <a:pt x="33" y="9"/>
                    <a:pt x="33" y="1"/>
                  </a:cubicBezTo>
                  <a:cubicBezTo>
                    <a:pt x="33" y="1"/>
                    <a:pt x="33" y="0"/>
                    <a:pt x="33" y="0"/>
                  </a:cubicBezTo>
                  <a:cubicBezTo>
                    <a:pt x="28" y="0"/>
                    <a:pt x="4" y="0"/>
                    <a:pt x="0" y="0"/>
                  </a:cubicBez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0" name="Google Shape;1890;p34"/>
            <p:cNvSpPr/>
            <p:nvPr/>
          </p:nvSpPr>
          <p:spPr>
            <a:xfrm>
              <a:off x="1398301" y="2519484"/>
              <a:ext cx="66615" cy="195399"/>
            </a:xfrm>
            <a:custGeom>
              <a:avLst/>
              <a:gdLst/>
              <a:ahLst/>
              <a:cxnLst/>
              <a:rect l="l" t="t" r="r" b="b"/>
              <a:pathLst>
                <a:path w="25" h="74" extrusionOk="0">
                  <a:moveTo>
                    <a:pt x="0" y="0"/>
                  </a:moveTo>
                  <a:cubicBezTo>
                    <a:pt x="0" y="74"/>
                    <a:pt x="0" y="74"/>
                    <a:pt x="0" y="74"/>
                  </a:cubicBezTo>
                  <a:cubicBezTo>
                    <a:pt x="21" y="74"/>
                    <a:pt x="21" y="74"/>
                    <a:pt x="21" y="74"/>
                  </a:cubicBezTo>
                  <a:cubicBezTo>
                    <a:pt x="25" y="37"/>
                    <a:pt x="25" y="37"/>
                    <a:pt x="25" y="37"/>
                  </a:cubicBezTo>
                  <a:cubicBezTo>
                    <a:pt x="21" y="0"/>
                    <a:pt x="21" y="0"/>
                    <a:pt x="21" y="0"/>
                  </a:cubicBezTo>
                  <a:cubicBezTo>
                    <a:pt x="17" y="0"/>
                    <a:pt x="4" y="0"/>
                    <a:pt x="0" y="0"/>
                  </a:cubicBez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1" name="Google Shape;1891;p34"/>
            <p:cNvSpPr/>
            <p:nvPr/>
          </p:nvSpPr>
          <p:spPr>
            <a:xfrm>
              <a:off x="1453814" y="2519484"/>
              <a:ext cx="53292" cy="195399"/>
            </a:xfrm>
            <a:custGeom>
              <a:avLst/>
              <a:gdLst/>
              <a:ahLst/>
              <a:cxnLst/>
              <a:rect l="l" t="t" r="r" b="b"/>
              <a:pathLst>
                <a:path w="20" h="74" extrusionOk="0">
                  <a:moveTo>
                    <a:pt x="0" y="74"/>
                  </a:moveTo>
                  <a:cubicBezTo>
                    <a:pt x="20" y="74"/>
                    <a:pt x="20" y="74"/>
                    <a:pt x="20" y="74"/>
                  </a:cubicBezTo>
                  <a:cubicBezTo>
                    <a:pt x="20" y="0"/>
                    <a:pt x="20" y="0"/>
                    <a:pt x="20" y="0"/>
                  </a:cubicBezTo>
                  <a:cubicBezTo>
                    <a:pt x="18" y="0"/>
                    <a:pt x="2" y="0"/>
                    <a:pt x="0" y="0"/>
                  </a:cubicBezTo>
                  <a:lnTo>
                    <a:pt x="0" y="74"/>
                  </a:ln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2" name="Google Shape;1892;p34"/>
            <p:cNvSpPr/>
            <p:nvPr/>
          </p:nvSpPr>
          <p:spPr>
            <a:xfrm>
              <a:off x="1572610" y="2551681"/>
              <a:ext cx="55512" cy="31086"/>
            </a:xfrm>
            <a:custGeom>
              <a:avLst/>
              <a:gdLst/>
              <a:ahLst/>
              <a:cxnLst/>
              <a:rect l="l" t="t" r="r" b="b"/>
              <a:pathLst>
                <a:path w="21" h="12" extrusionOk="0">
                  <a:moveTo>
                    <a:pt x="21" y="0"/>
                  </a:moveTo>
                  <a:cubicBezTo>
                    <a:pt x="15" y="0"/>
                    <a:pt x="3" y="0"/>
                    <a:pt x="0" y="0"/>
                  </a:cubicBezTo>
                  <a:cubicBezTo>
                    <a:pt x="0" y="12"/>
                    <a:pt x="0" y="12"/>
                    <a:pt x="0" y="12"/>
                  </a:cubicBezTo>
                  <a:cubicBezTo>
                    <a:pt x="21" y="12"/>
                    <a:pt x="21" y="12"/>
                    <a:pt x="21" y="12"/>
                  </a:cubicBezTo>
                  <a:cubicBezTo>
                    <a:pt x="21" y="8"/>
                    <a:pt x="21" y="4"/>
                    <a:pt x="21" y="0"/>
                  </a:cubicBez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3" name="Google Shape;1893;p34"/>
            <p:cNvSpPr/>
            <p:nvPr/>
          </p:nvSpPr>
          <p:spPr>
            <a:xfrm>
              <a:off x="1649217" y="2551681"/>
              <a:ext cx="52182" cy="31086"/>
            </a:xfrm>
            <a:custGeom>
              <a:avLst/>
              <a:gdLst/>
              <a:ahLst/>
              <a:cxnLst/>
              <a:rect l="l" t="t" r="r" b="b"/>
              <a:pathLst>
                <a:path w="20" h="12" extrusionOk="0">
                  <a:moveTo>
                    <a:pt x="0" y="12"/>
                  </a:moveTo>
                  <a:cubicBezTo>
                    <a:pt x="20" y="12"/>
                    <a:pt x="20" y="12"/>
                    <a:pt x="20" y="12"/>
                  </a:cubicBezTo>
                  <a:cubicBezTo>
                    <a:pt x="20" y="8"/>
                    <a:pt x="20" y="4"/>
                    <a:pt x="20" y="0"/>
                  </a:cubicBezTo>
                  <a:cubicBezTo>
                    <a:pt x="15" y="0"/>
                    <a:pt x="3" y="0"/>
                    <a:pt x="0" y="0"/>
                  </a:cubicBezTo>
                  <a:lnTo>
                    <a:pt x="0" y="12"/>
                  </a:ln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4" name="Google Shape;1894;p34"/>
            <p:cNvSpPr/>
            <p:nvPr/>
          </p:nvSpPr>
          <p:spPr>
            <a:xfrm>
              <a:off x="1377206" y="2432887"/>
              <a:ext cx="87710" cy="52181"/>
            </a:xfrm>
            <a:custGeom>
              <a:avLst/>
              <a:gdLst/>
              <a:ahLst/>
              <a:cxnLst/>
              <a:rect l="l" t="t" r="r" b="b"/>
              <a:pathLst>
                <a:path w="33" h="20" extrusionOk="0">
                  <a:moveTo>
                    <a:pt x="29" y="0"/>
                  </a:moveTo>
                  <a:cubicBezTo>
                    <a:pt x="21" y="0"/>
                    <a:pt x="4" y="0"/>
                    <a:pt x="0" y="0"/>
                  </a:cubicBezTo>
                  <a:cubicBezTo>
                    <a:pt x="0" y="20"/>
                    <a:pt x="0" y="20"/>
                    <a:pt x="0" y="20"/>
                  </a:cubicBezTo>
                  <a:cubicBezTo>
                    <a:pt x="29" y="20"/>
                    <a:pt x="29" y="20"/>
                    <a:pt x="29" y="20"/>
                  </a:cubicBezTo>
                  <a:cubicBezTo>
                    <a:pt x="33" y="10"/>
                    <a:pt x="33" y="10"/>
                    <a:pt x="33" y="10"/>
                  </a:cubicBezTo>
                  <a:lnTo>
                    <a:pt x="29" y="0"/>
                  </a:ln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5" name="Google Shape;1895;p34"/>
            <p:cNvSpPr/>
            <p:nvPr/>
          </p:nvSpPr>
          <p:spPr>
            <a:xfrm>
              <a:off x="1453814" y="2432887"/>
              <a:ext cx="74387" cy="52181"/>
            </a:xfrm>
            <a:custGeom>
              <a:avLst/>
              <a:gdLst/>
              <a:ahLst/>
              <a:cxnLst/>
              <a:rect l="l" t="t" r="r" b="b"/>
              <a:pathLst>
                <a:path w="28" h="20" extrusionOk="0">
                  <a:moveTo>
                    <a:pt x="0" y="0"/>
                  </a:moveTo>
                  <a:cubicBezTo>
                    <a:pt x="0" y="20"/>
                    <a:pt x="0" y="20"/>
                    <a:pt x="0" y="20"/>
                  </a:cubicBezTo>
                  <a:cubicBezTo>
                    <a:pt x="28" y="20"/>
                    <a:pt x="28" y="20"/>
                    <a:pt x="28" y="20"/>
                  </a:cubicBezTo>
                  <a:cubicBezTo>
                    <a:pt x="28" y="16"/>
                    <a:pt x="28" y="4"/>
                    <a:pt x="28" y="0"/>
                  </a:cubicBezTo>
                  <a:cubicBezTo>
                    <a:pt x="21" y="0"/>
                    <a:pt x="4" y="0"/>
                    <a:pt x="0" y="0"/>
                  </a:cubicBez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6" name="Google Shape;1896;p34"/>
            <p:cNvSpPr/>
            <p:nvPr/>
          </p:nvSpPr>
          <p:spPr>
            <a:xfrm>
              <a:off x="1419396" y="2540579"/>
              <a:ext cx="45520" cy="153211"/>
            </a:xfrm>
            <a:custGeom>
              <a:avLst/>
              <a:gdLst/>
              <a:ahLst/>
              <a:cxnLst/>
              <a:rect l="l" t="t" r="r" b="b"/>
              <a:pathLst>
                <a:path w="41" h="138" extrusionOk="0">
                  <a:moveTo>
                    <a:pt x="0" y="0"/>
                  </a:moveTo>
                  <a:lnTo>
                    <a:pt x="0" y="138"/>
                  </a:lnTo>
                  <a:lnTo>
                    <a:pt x="31" y="138"/>
                  </a:lnTo>
                  <a:lnTo>
                    <a:pt x="41" y="69"/>
                  </a:lnTo>
                  <a:lnTo>
                    <a:pt x="31" y="0"/>
                  </a:lnTo>
                  <a:lnTo>
                    <a:pt x="0" y="0"/>
                  </a:ln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7" name="Google Shape;1897;p34"/>
            <p:cNvSpPr/>
            <p:nvPr/>
          </p:nvSpPr>
          <p:spPr>
            <a:xfrm>
              <a:off x="1453814" y="2540579"/>
              <a:ext cx="32100" cy="153300"/>
            </a:xfrm>
            <a:prstGeom prst="rect">
              <a:avLst/>
            </a:pr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8" name="Google Shape;1898;p34"/>
            <p:cNvSpPr/>
            <p:nvPr/>
          </p:nvSpPr>
          <p:spPr>
            <a:xfrm>
              <a:off x="1443821" y="2561673"/>
              <a:ext cx="15543" cy="21095"/>
            </a:xfrm>
            <a:custGeom>
              <a:avLst/>
              <a:gdLst/>
              <a:ahLst/>
              <a:cxnLst/>
              <a:rect l="l" t="t" r="r" b="b"/>
              <a:pathLst>
                <a:path w="14" h="19" extrusionOk="0">
                  <a:moveTo>
                    <a:pt x="9" y="19"/>
                  </a:moveTo>
                  <a:lnTo>
                    <a:pt x="0" y="19"/>
                  </a:lnTo>
                  <a:lnTo>
                    <a:pt x="0" y="0"/>
                  </a:lnTo>
                  <a:lnTo>
                    <a:pt x="9" y="0"/>
                  </a:lnTo>
                  <a:lnTo>
                    <a:pt x="14" y="10"/>
                  </a:lnTo>
                  <a:lnTo>
                    <a:pt x="9" y="19"/>
                  </a:ln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9" name="Google Shape;1899;p34"/>
            <p:cNvSpPr/>
            <p:nvPr/>
          </p:nvSpPr>
          <p:spPr>
            <a:xfrm>
              <a:off x="1443821" y="2606082"/>
              <a:ext cx="15543" cy="22204"/>
            </a:xfrm>
            <a:custGeom>
              <a:avLst/>
              <a:gdLst/>
              <a:ahLst/>
              <a:cxnLst/>
              <a:rect l="l" t="t" r="r" b="b"/>
              <a:pathLst>
                <a:path w="14" h="20" extrusionOk="0">
                  <a:moveTo>
                    <a:pt x="9" y="20"/>
                  </a:moveTo>
                  <a:lnTo>
                    <a:pt x="0" y="20"/>
                  </a:lnTo>
                  <a:lnTo>
                    <a:pt x="0" y="0"/>
                  </a:lnTo>
                  <a:lnTo>
                    <a:pt x="9" y="0"/>
                  </a:lnTo>
                  <a:lnTo>
                    <a:pt x="14" y="10"/>
                  </a:lnTo>
                  <a:lnTo>
                    <a:pt x="9" y="20"/>
                  </a:ln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0" name="Google Shape;1900;p34"/>
            <p:cNvSpPr/>
            <p:nvPr/>
          </p:nvSpPr>
          <p:spPr>
            <a:xfrm>
              <a:off x="1443821" y="2649381"/>
              <a:ext cx="15543" cy="21095"/>
            </a:xfrm>
            <a:custGeom>
              <a:avLst/>
              <a:gdLst/>
              <a:ahLst/>
              <a:cxnLst/>
              <a:rect l="l" t="t" r="r" b="b"/>
              <a:pathLst>
                <a:path w="14" h="19" extrusionOk="0">
                  <a:moveTo>
                    <a:pt x="9" y="19"/>
                  </a:moveTo>
                  <a:lnTo>
                    <a:pt x="0" y="19"/>
                  </a:lnTo>
                  <a:lnTo>
                    <a:pt x="0" y="0"/>
                  </a:lnTo>
                  <a:lnTo>
                    <a:pt x="9" y="0"/>
                  </a:lnTo>
                  <a:lnTo>
                    <a:pt x="14" y="9"/>
                  </a:lnTo>
                  <a:lnTo>
                    <a:pt x="9" y="19"/>
                  </a:ln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1" name="Google Shape;1901;p34"/>
            <p:cNvSpPr/>
            <p:nvPr/>
          </p:nvSpPr>
          <p:spPr>
            <a:xfrm>
              <a:off x="1453814" y="2649381"/>
              <a:ext cx="11100" cy="21300"/>
            </a:xfrm>
            <a:prstGeom prst="rect">
              <a:avLst/>
            </a:pr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2" name="Google Shape;1902;p34"/>
            <p:cNvSpPr/>
            <p:nvPr/>
          </p:nvSpPr>
          <p:spPr>
            <a:xfrm>
              <a:off x="1453814" y="2561673"/>
              <a:ext cx="11100" cy="21300"/>
            </a:xfrm>
            <a:prstGeom prst="rect">
              <a:avLst/>
            </a:pr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3" name="Google Shape;1903;p34"/>
            <p:cNvSpPr/>
            <p:nvPr/>
          </p:nvSpPr>
          <p:spPr>
            <a:xfrm>
              <a:off x="1453814" y="2606082"/>
              <a:ext cx="11100" cy="22200"/>
            </a:xfrm>
            <a:prstGeom prst="rect">
              <a:avLst/>
            </a:pr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aphicFrame>
        <p:nvGraphicFramePr>
          <p:cNvPr id="11" name="Table 10">
            <a:extLst>
              <a:ext uri="{FF2B5EF4-FFF2-40B4-BE49-F238E27FC236}">
                <a16:creationId xmlns:a16="http://schemas.microsoft.com/office/drawing/2014/main" id="{68C0F810-A573-A1DE-6482-8D94813F8E24}"/>
              </a:ext>
            </a:extLst>
          </p:cNvPr>
          <p:cNvGraphicFramePr>
            <a:graphicFrameLocks noGrp="1"/>
          </p:cNvGraphicFramePr>
          <p:nvPr>
            <p:extLst>
              <p:ext uri="{D42A27DB-BD31-4B8C-83A1-F6EECF244321}">
                <p14:modId xmlns:p14="http://schemas.microsoft.com/office/powerpoint/2010/main" val="3271228665"/>
              </p:ext>
            </p:extLst>
          </p:nvPr>
        </p:nvGraphicFramePr>
        <p:xfrm>
          <a:off x="319176" y="1072787"/>
          <a:ext cx="8540152" cy="3824803"/>
        </p:xfrm>
        <a:graphic>
          <a:graphicData uri="http://schemas.openxmlformats.org/drawingml/2006/table">
            <a:tbl>
              <a:tblPr firstRow="1" bandRow="1">
                <a:tableStyleId>{92F8C996-9A32-4F43-8522-F46CFDD1C4B2}</a:tableStyleId>
              </a:tblPr>
              <a:tblGrid>
                <a:gridCol w="4703928">
                  <a:extLst>
                    <a:ext uri="{9D8B030D-6E8A-4147-A177-3AD203B41FA5}">
                      <a16:colId xmlns:a16="http://schemas.microsoft.com/office/drawing/2014/main" val="1025685311"/>
                    </a:ext>
                  </a:extLst>
                </a:gridCol>
                <a:gridCol w="3836224">
                  <a:extLst>
                    <a:ext uri="{9D8B030D-6E8A-4147-A177-3AD203B41FA5}">
                      <a16:colId xmlns:a16="http://schemas.microsoft.com/office/drawing/2014/main" val="4255923614"/>
                    </a:ext>
                  </a:extLst>
                </a:gridCol>
              </a:tblGrid>
              <a:tr h="348579">
                <a:tc>
                  <a:txBody>
                    <a:bodyPr/>
                    <a:lstStyle/>
                    <a:p>
                      <a:pPr algn="ctr"/>
                      <a:r>
                        <a:rPr lang="en-US" b="1" dirty="0">
                          <a:solidFill>
                            <a:schemeClr val="accent6"/>
                          </a:solidFill>
                          <a:latin typeface="Sora ExtraBold" panose="020B0604020202020204" charset="0"/>
                          <a:cs typeface="Sora ExtraBold" panose="020B0604020202020204" charset="0"/>
                        </a:rPr>
                        <a:t>Research Questions</a:t>
                      </a:r>
                      <a:endParaRPr lang="en-MY" b="1" dirty="0">
                        <a:solidFill>
                          <a:schemeClr val="accent6"/>
                        </a:solidFill>
                        <a:latin typeface="Sora ExtraBold" panose="020B0604020202020204" charset="0"/>
                        <a:cs typeface="Sora ExtraBold" panose="020B0604020202020204" charset="0"/>
                      </a:endParaRPr>
                    </a:p>
                  </a:txBody>
                  <a:tcPr anchor="ctr">
                    <a:solidFill>
                      <a:schemeClr val="accent1"/>
                    </a:solidFill>
                  </a:tcPr>
                </a:tc>
                <a:tc>
                  <a:txBody>
                    <a:bodyPr/>
                    <a:lstStyle/>
                    <a:p>
                      <a:pPr algn="ctr"/>
                      <a:r>
                        <a:rPr lang="en-US" b="1" dirty="0">
                          <a:solidFill>
                            <a:schemeClr val="accent6"/>
                          </a:solidFill>
                          <a:latin typeface="Sora ExtraBold" panose="020B0604020202020204" charset="0"/>
                          <a:cs typeface="Sora ExtraBold" panose="020B0604020202020204" charset="0"/>
                        </a:rPr>
                        <a:t>Research Objectives</a:t>
                      </a:r>
                      <a:endParaRPr lang="en-MY" b="1" dirty="0">
                        <a:solidFill>
                          <a:schemeClr val="accent6"/>
                        </a:solidFill>
                        <a:latin typeface="Sora ExtraBold" panose="020B0604020202020204" charset="0"/>
                        <a:cs typeface="Sora ExtraBold" panose="020B0604020202020204" charset="0"/>
                      </a:endParaRPr>
                    </a:p>
                  </a:txBody>
                  <a:tcPr anchor="ctr">
                    <a:solidFill>
                      <a:schemeClr val="accent1"/>
                    </a:solidFill>
                  </a:tcPr>
                </a:tc>
                <a:extLst>
                  <a:ext uri="{0D108BD9-81ED-4DB2-BD59-A6C34878D82A}">
                    <a16:rowId xmlns:a16="http://schemas.microsoft.com/office/drawing/2014/main" val="2411689891"/>
                  </a:ext>
                </a:extLst>
              </a:tr>
              <a:tr h="1126394">
                <a:tc>
                  <a:txBody>
                    <a:bodyPr/>
                    <a:lstStyle/>
                    <a:p>
                      <a:pPr algn="l"/>
                      <a:r>
                        <a:rPr lang="en-US" sz="1400" b="0" i="0" u="none" strike="noStrike" cap="none" dirty="0">
                          <a:solidFill>
                            <a:srgbClr val="000000"/>
                          </a:solidFill>
                          <a:effectLst/>
                          <a:latin typeface="Hanken Grotesk" panose="020B0604020202020204" charset="0"/>
                          <a:ea typeface="Arial"/>
                          <a:cs typeface="Arial"/>
                          <a:sym typeface="Arial"/>
                        </a:rPr>
                        <a:t>What are the primary spatial and temporal factors that contribute to the unreliability of public transit services in Malaysia?</a:t>
                      </a:r>
                      <a:endParaRPr lang="en-MY" dirty="0">
                        <a:latin typeface="Hanken Grotesk" panose="020B0604020202020204" charset="0"/>
                      </a:endParaRPr>
                    </a:p>
                  </a:txBody>
                  <a:tcPr>
                    <a:solidFill>
                      <a:schemeClr val="accent4"/>
                    </a:solidFill>
                  </a:tcPr>
                </a:tc>
                <a:tc>
                  <a:txBody>
                    <a:bodyPr/>
                    <a:lstStyle/>
                    <a:p>
                      <a:pPr algn="l"/>
                      <a:r>
                        <a:rPr lang="en-US" sz="1400" b="0" i="0" u="none" strike="noStrike" cap="none" dirty="0">
                          <a:solidFill>
                            <a:srgbClr val="000000"/>
                          </a:solidFill>
                          <a:effectLst/>
                          <a:latin typeface="Hanken Grotesk" panose="020B0604020202020204" charset="0"/>
                          <a:ea typeface="Arial"/>
                          <a:cs typeface="Arial"/>
                          <a:sym typeface="Arial"/>
                        </a:rPr>
                        <a:t>To identify and categorize the primary spatial and temporal factors contributing to unreliability in Malaysia public transit systems through a systematic analysis of historical performance data.</a:t>
                      </a:r>
                      <a:endParaRPr lang="en-MY" dirty="0">
                        <a:latin typeface="Hanken Grotesk" panose="020B0604020202020204" charset="0"/>
                      </a:endParaRPr>
                    </a:p>
                  </a:txBody>
                  <a:tcPr>
                    <a:solidFill>
                      <a:schemeClr val="accent4"/>
                    </a:solidFill>
                  </a:tcPr>
                </a:tc>
                <a:extLst>
                  <a:ext uri="{0D108BD9-81ED-4DB2-BD59-A6C34878D82A}">
                    <a16:rowId xmlns:a16="http://schemas.microsoft.com/office/drawing/2014/main" val="2018952901"/>
                  </a:ext>
                </a:extLst>
              </a:tr>
              <a:tr h="946384">
                <a:tc>
                  <a:txBody>
                    <a:bodyPr/>
                    <a:lstStyle/>
                    <a:p>
                      <a:pPr algn="l"/>
                      <a:r>
                        <a:rPr lang="en-US" sz="1400" b="0" i="0" u="none" strike="noStrike" cap="none" dirty="0">
                          <a:solidFill>
                            <a:srgbClr val="000000"/>
                          </a:solidFill>
                          <a:effectLst/>
                          <a:latin typeface="Hanken Grotesk" panose="020B0604020202020204" charset="0"/>
                          <a:ea typeface="Arial"/>
                          <a:cs typeface="Arial"/>
                          <a:sym typeface="Arial"/>
                        </a:rPr>
                        <a:t>To what extent can a unified DL framework accurately predict future ridership trends by integrating GTFS data?</a:t>
                      </a:r>
                      <a:endParaRPr lang="en-MY" dirty="0">
                        <a:latin typeface="Hanken Grotesk" panose="020B0604020202020204" charset="0"/>
                      </a:endParaRPr>
                    </a:p>
                  </a:txBody>
                  <a:tcPr>
                    <a:solidFill>
                      <a:schemeClr val="accent4"/>
                    </a:solidFill>
                  </a:tcPr>
                </a:tc>
                <a:tc>
                  <a:txBody>
                    <a:bodyPr/>
                    <a:lstStyle/>
                    <a:p>
                      <a:pPr algn="l"/>
                      <a:r>
                        <a:rPr lang="en-US" dirty="0">
                          <a:effectLst/>
                          <a:latin typeface="Hanken Grotesk" panose="020B0604020202020204" charset="0"/>
                        </a:rPr>
                        <a:t>To develop and implement a unified deep learning framework that integrates GTFS data to estimate future ridership trends with an overall target predictive accuracy of 90%.</a:t>
                      </a:r>
                    </a:p>
                  </a:txBody>
                  <a:tcPr>
                    <a:solidFill>
                      <a:schemeClr val="accent4"/>
                    </a:solidFill>
                  </a:tcPr>
                </a:tc>
                <a:extLst>
                  <a:ext uri="{0D108BD9-81ED-4DB2-BD59-A6C34878D82A}">
                    <a16:rowId xmlns:a16="http://schemas.microsoft.com/office/drawing/2014/main" val="2259977482"/>
                  </a:ext>
                </a:extLst>
              </a:tr>
              <a:tr h="1333888">
                <a:tc>
                  <a:txBody>
                    <a:bodyPr/>
                    <a:lstStyle/>
                    <a:p>
                      <a:pPr algn="l"/>
                      <a:r>
                        <a:rPr lang="en-US" sz="1400" b="0" i="0" u="none" strike="noStrike" cap="none" dirty="0">
                          <a:solidFill>
                            <a:srgbClr val="000000"/>
                          </a:solidFill>
                          <a:effectLst/>
                          <a:latin typeface="Hanken Grotesk" panose="020B0604020202020204" charset="0"/>
                          <a:ea typeface="Arial"/>
                          <a:cs typeface="Arial"/>
                          <a:sym typeface="Arial"/>
                        </a:rPr>
                        <a:t>How do existing SOTA </a:t>
                      </a:r>
                      <a:r>
                        <a:rPr lang="en-US" sz="1400" b="0" i="0" u="none" strike="noStrike" cap="none" dirty="0" err="1">
                          <a:solidFill>
                            <a:srgbClr val="000000"/>
                          </a:solidFill>
                          <a:effectLst/>
                          <a:latin typeface="Hanken Grotesk" panose="020B0604020202020204" charset="0"/>
                          <a:ea typeface="Arial"/>
                          <a:cs typeface="Arial"/>
                          <a:sym typeface="Arial"/>
                        </a:rPr>
                        <a:t>spatio</a:t>
                      </a:r>
                      <a:r>
                        <a:rPr lang="en-US" sz="1400" b="0" i="0" u="none" strike="noStrike" cap="none" dirty="0">
                          <a:solidFill>
                            <a:srgbClr val="000000"/>
                          </a:solidFill>
                          <a:effectLst/>
                          <a:latin typeface="Hanken Grotesk" panose="020B0604020202020204" charset="0"/>
                          <a:ea typeface="Arial"/>
                          <a:cs typeface="Arial"/>
                          <a:sym typeface="Arial"/>
                        </a:rPr>
                        <a:t>-temporal architectures compared to baseline LSTM models in terms of combined score of mean absolute error (MAE), root mean square error (RMSE), mean absolute percentage error (MAPE), and coefficient of determination (</a:t>
                      </a:r>
                      <a:r>
                        <a:rPr lang="en-MY" sz="1400" b="0" i="0" u="none" strike="noStrike" cap="none" dirty="0">
                          <a:solidFill>
                            <a:srgbClr val="000000"/>
                          </a:solidFill>
                          <a:effectLst/>
                          <a:latin typeface="Hanken Grotesk" panose="020B0604020202020204" charset="0"/>
                          <a:ea typeface="Arial"/>
                          <a:cs typeface="Arial"/>
                          <a:sym typeface="Arial"/>
                        </a:rPr>
                        <a:t>R</a:t>
                      </a:r>
                      <a:r>
                        <a:rPr lang="en-MY" sz="1400" b="0" i="0" u="none" strike="noStrike" cap="none" baseline="30000" dirty="0">
                          <a:solidFill>
                            <a:srgbClr val="000000"/>
                          </a:solidFill>
                          <a:effectLst/>
                          <a:latin typeface="Hanken Grotesk" panose="020B0604020202020204" charset="0"/>
                          <a:ea typeface="Arial"/>
                          <a:cs typeface="Arial"/>
                          <a:sym typeface="Arial"/>
                        </a:rPr>
                        <a:t>2</a:t>
                      </a:r>
                      <a:r>
                        <a:rPr lang="en-US" sz="1400" b="0" i="0" u="none" strike="noStrike" cap="none" dirty="0">
                          <a:solidFill>
                            <a:srgbClr val="000000"/>
                          </a:solidFill>
                          <a:effectLst/>
                          <a:latin typeface="Hanken Grotesk" panose="020B0604020202020204" charset="0"/>
                          <a:ea typeface="Arial"/>
                          <a:cs typeface="Arial"/>
                          <a:sym typeface="Arial"/>
                        </a:rPr>
                        <a:t>) in predicting future ridership trends</a:t>
                      </a:r>
                      <a:r>
                        <a:rPr lang="en-MY" sz="1400" b="0" i="0" u="none" strike="noStrike" cap="none" dirty="0">
                          <a:solidFill>
                            <a:srgbClr val="000000"/>
                          </a:solidFill>
                          <a:effectLst/>
                          <a:latin typeface="Hanken Grotesk" panose="020B0604020202020204" charset="0"/>
                          <a:ea typeface="Arial"/>
                          <a:cs typeface="Arial"/>
                          <a:sym typeface="Arial"/>
                        </a:rPr>
                        <a:t>?</a:t>
                      </a:r>
                      <a:endParaRPr lang="en-MY" dirty="0">
                        <a:latin typeface="Hanken Grotesk" panose="020B0604020202020204" charset="0"/>
                      </a:endParaRPr>
                    </a:p>
                  </a:txBody>
                  <a:tcPr>
                    <a:solidFill>
                      <a:schemeClr val="accent4"/>
                    </a:solidFill>
                  </a:tcPr>
                </a:tc>
                <a:tc>
                  <a:txBody>
                    <a:bodyPr/>
                    <a:lstStyle/>
                    <a:p>
                      <a:pPr algn="l"/>
                      <a:r>
                        <a:rPr lang="en-US" sz="1400" b="0" i="0" u="none" strike="noStrike" cap="none" dirty="0">
                          <a:solidFill>
                            <a:srgbClr val="000000"/>
                          </a:solidFill>
                          <a:effectLst/>
                          <a:latin typeface="Hanken Grotesk" panose="020B0604020202020204" charset="0"/>
                          <a:ea typeface="Arial"/>
                          <a:cs typeface="Arial"/>
                          <a:sym typeface="Arial"/>
                        </a:rPr>
                        <a:t>To evaluate and benchmark the performance of </a:t>
                      </a:r>
                      <a:r>
                        <a:rPr lang="en-US" sz="1400" b="0" i="0" u="none" strike="noStrike" cap="none" dirty="0" err="1">
                          <a:solidFill>
                            <a:srgbClr val="000000"/>
                          </a:solidFill>
                          <a:effectLst/>
                          <a:latin typeface="Hanken Grotesk" panose="020B0604020202020204" charset="0"/>
                          <a:ea typeface="Arial"/>
                          <a:cs typeface="Arial"/>
                          <a:sym typeface="Arial"/>
                        </a:rPr>
                        <a:t>spatio</a:t>
                      </a:r>
                      <a:r>
                        <a:rPr lang="en-US" sz="1400" b="0" i="0" u="none" strike="noStrike" cap="none" dirty="0">
                          <a:solidFill>
                            <a:srgbClr val="000000"/>
                          </a:solidFill>
                          <a:effectLst/>
                          <a:latin typeface="Hanken Grotesk" panose="020B0604020202020204" charset="0"/>
                          <a:ea typeface="Arial"/>
                          <a:cs typeface="Arial"/>
                          <a:sym typeface="Arial"/>
                        </a:rPr>
                        <a:t>-temporal architectures against a baseline LSTM model using combined MAE, RMSE, MAPE, and </a:t>
                      </a:r>
                      <a:r>
                        <a:rPr lang="en-MY" sz="1400" b="0" i="0" u="none" strike="noStrike" cap="none" dirty="0">
                          <a:solidFill>
                            <a:srgbClr val="000000"/>
                          </a:solidFill>
                          <a:effectLst/>
                          <a:latin typeface="Hanken Grotesk" panose="020B0604020202020204" charset="0"/>
                          <a:ea typeface="Arial"/>
                          <a:cs typeface="Arial"/>
                          <a:sym typeface="Arial"/>
                        </a:rPr>
                        <a:t>R</a:t>
                      </a:r>
                      <a:r>
                        <a:rPr lang="en-MY" sz="1400" b="0" i="0" u="none" strike="noStrike" cap="none" baseline="30000" dirty="0">
                          <a:solidFill>
                            <a:srgbClr val="000000"/>
                          </a:solidFill>
                          <a:effectLst/>
                          <a:latin typeface="Hanken Grotesk" panose="020B0604020202020204" charset="0"/>
                          <a:ea typeface="Arial"/>
                          <a:cs typeface="Arial"/>
                          <a:sym typeface="Arial"/>
                        </a:rPr>
                        <a:t>2</a:t>
                      </a:r>
                      <a:r>
                        <a:rPr lang="en-US" sz="1400" b="0" i="0" u="none" strike="noStrike" cap="none" dirty="0">
                          <a:solidFill>
                            <a:srgbClr val="000000"/>
                          </a:solidFill>
                          <a:effectLst/>
                          <a:latin typeface="Hanken Grotesk" panose="020B0604020202020204" charset="0"/>
                          <a:ea typeface="Arial"/>
                          <a:cs typeface="Arial"/>
                          <a:sym typeface="Arial"/>
                        </a:rPr>
                        <a:t>.</a:t>
                      </a:r>
                      <a:endParaRPr lang="en-MY" dirty="0">
                        <a:latin typeface="Hanken Grotesk" panose="020B0604020202020204" charset="0"/>
                      </a:endParaRPr>
                    </a:p>
                  </a:txBody>
                  <a:tcPr>
                    <a:solidFill>
                      <a:schemeClr val="accent4"/>
                    </a:solidFill>
                  </a:tcPr>
                </a:tc>
                <a:extLst>
                  <a:ext uri="{0D108BD9-81ED-4DB2-BD59-A6C34878D82A}">
                    <a16:rowId xmlns:a16="http://schemas.microsoft.com/office/drawing/2014/main" val="340056433"/>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94">
          <a:extLst>
            <a:ext uri="{FF2B5EF4-FFF2-40B4-BE49-F238E27FC236}">
              <a16:creationId xmlns:a16="http://schemas.microsoft.com/office/drawing/2014/main" id="{57B25F5E-0F89-28E3-69E0-D04C6BAAB8A4}"/>
            </a:ext>
          </a:extLst>
        </p:cNvPr>
        <p:cNvGrpSpPr/>
        <p:nvPr/>
      </p:nvGrpSpPr>
      <p:grpSpPr>
        <a:xfrm>
          <a:off x="0" y="0"/>
          <a:ext cx="0" cy="0"/>
          <a:chOff x="0" y="0"/>
          <a:chExt cx="0" cy="0"/>
        </a:xfrm>
      </p:grpSpPr>
      <p:sp>
        <p:nvSpPr>
          <p:cNvPr id="1795" name="Google Shape;1795;p33">
            <a:extLst>
              <a:ext uri="{FF2B5EF4-FFF2-40B4-BE49-F238E27FC236}">
                <a16:creationId xmlns:a16="http://schemas.microsoft.com/office/drawing/2014/main" id="{BD8F7680-74C0-4368-F6A3-7D7D8B3E0C54}"/>
              </a:ext>
            </a:extLst>
          </p:cNvPr>
          <p:cNvSpPr txBox="1">
            <a:spLocks noGrp="1"/>
          </p:cNvSpPr>
          <p:nvPr>
            <p:ph type="title"/>
          </p:nvPr>
        </p:nvSpPr>
        <p:spPr>
          <a:xfrm>
            <a:off x="1463040" y="1831775"/>
            <a:ext cx="6217920" cy="661800"/>
          </a:xfrm>
          <a:prstGeom prst="rect">
            <a:avLst/>
          </a:prstGeom>
        </p:spPr>
        <p:txBody>
          <a:bodyPr spcFirstLastPara="1" wrap="square" lIns="91425" tIns="91425" rIns="91425" bIns="91425" anchor="b" anchorCtr="0">
            <a:noAutofit/>
          </a:bodyPr>
          <a:lstStyle/>
          <a:p>
            <a:r>
              <a:rPr lang="en-US" dirty="0"/>
              <a:t>Scoping Down</a:t>
            </a:r>
            <a:endParaRPr lang="en-MY" dirty="0">
              <a:effectLst/>
            </a:endParaRPr>
          </a:p>
        </p:txBody>
      </p:sp>
      <p:sp>
        <p:nvSpPr>
          <p:cNvPr id="1796" name="Google Shape;1796;p33">
            <a:extLst>
              <a:ext uri="{FF2B5EF4-FFF2-40B4-BE49-F238E27FC236}">
                <a16:creationId xmlns:a16="http://schemas.microsoft.com/office/drawing/2014/main" id="{6694FEB1-9D4B-6406-F2DB-BBE3172B17A4}"/>
              </a:ext>
            </a:extLst>
          </p:cNvPr>
          <p:cNvSpPr txBox="1">
            <a:spLocks noGrp="1"/>
          </p:cNvSpPr>
          <p:nvPr>
            <p:ph type="title" idx="2"/>
          </p:nvPr>
        </p:nvSpPr>
        <p:spPr>
          <a:xfrm>
            <a:off x="4027050" y="1168175"/>
            <a:ext cx="1089900" cy="66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04</a:t>
            </a:r>
            <a:endParaRPr dirty="0"/>
          </a:p>
        </p:txBody>
      </p:sp>
      <p:cxnSp>
        <p:nvCxnSpPr>
          <p:cNvPr id="1797" name="Google Shape;1797;p33">
            <a:extLst>
              <a:ext uri="{FF2B5EF4-FFF2-40B4-BE49-F238E27FC236}">
                <a16:creationId xmlns:a16="http://schemas.microsoft.com/office/drawing/2014/main" id="{6343D14A-AD09-F70C-4972-C1F47FFAF554}"/>
              </a:ext>
            </a:extLst>
          </p:cNvPr>
          <p:cNvCxnSpPr>
            <a:endCxn id="1796" idx="0"/>
          </p:cNvCxnSpPr>
          <p:nvPr/>
        </p:nvCxnSpPr>
        <p:spPr>
          <a:xfrm>
            <a:off x="4572000" y="-105325"/>
            <a:ext cx="0" cy="1273500"/>
          </a:xfrm>
          <a:prstGeom prst="straightConnector1">
            <a:avLst/>
          </a:prstGeom>
          <a:noFill/>
          <a:ln w="9525" cap="flat" cmpd="sng">
            <a:solidFill>
              <a:schemeClr val="dk1"/>
            </a:solidFill>
            <a:prstDash val="solid"/>
            <a:round/>
            <a:headEnd type="none" w="med" len="med"/>
            <a:tailEnd type="diamond" w="med" len="med"/>
          </a:ln>
        </p:spPr>
      </p:cxnSp>
      <p:grpSp>
        <p:nvGrpSpPr>
          <p:cNvPr id="1798" name="Google Shape;1798;p33">
            <a:extLst>
              <a:ext uri="{FF2B5EF4-FFF2-40B4-BE49-F238E27FC236}">
                <a16:creationId xmlns:a16="http://schemas.microsoft.com/office/drawing/2014/main" id="{95B82FCF-FC83-A565-F14C-85F72762C3E5}"/>
              </a:ext>
            </a:extLst>
          </p:cNvPr>
          <p:cNvGrpSpPr/>
          <p:nvPr/>
        </p:nvGrpSpPr>
        <p:grpSpPr>
          <a:xfrm>
            <a:off x="6155878" y="3623594"/>
            <a:ext cx="771265" cy="984895"/>
            <a:chOff x="5958353" y="3536019"/>
            <a:chExt cx="771265" cy="984895"/>
          </a:xfrm>
        </p:grpSpPr>
        <p:grpSp>
          <p:nvGrpSpPr>
            <p:cNvPr id="1799" name="Google Shape;1799;p33">
              <a:extLst>
                <a:ext uri="{FF2B5EF4-FFF2-40B4-BE49-F238E27FC236}">
                  <a16:creationId xmlns:a16="http://schemas.microsoft.com/office/drawing/2014/main" id="{D35D2682-D085-CC56-D642-95363A78CB32}"/>
                </a:ext>
              </a:extLst>
            </p:cNvPr>
            <p:cNvGrpSpPr/>
            <p:nvPr/>
          </p:nvGrpSpPr>
          <p:grpSpPr>
            <a:xfrm>
              <a:off x="6466976" y="3536019"/>
              <a:ext cx="262642" cy="905380"/>
              <a:chOff x="1539875" y="3257551"/>
              <a:chExt cx="511176" cy="1762125"/>
            </a:xfrm>
          </p:grpSpPr>
          <p:sp>
            <p:nvSpPr>
              <p:cNvPr id="1800" name="Google Shape;1800;p33">
                <a:extLst>
                  <a:ext uri="{FF2B5EF4-FFF2-40B4-BE49-F238E27FC236}">
                    <a16:creationId xmlns:a16="http://schemas.microsoft.com/office/drawing/2014/main" id="{856475B4-F9B6-D71C-8297-A078DC8C3836}"/>
                  </a:ext>
                </a:extLst>
              </p:cNvPr>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1" name="Google Shape;1801;p33">
                <a:extLst>
                  <a:ext uri="{FF2B5EF4-FFF2-40B4-BE49-F238E27FC236}">
                    <a16:creationId xmlns:a16="http://schemas.microsoft.com/office/drawing/2014/main" id="{8AC87BB9-7068-07B6-4453-1740394D9E22}"/>
                  </a:ext>
                </a:extLst>
              </p:cNvPr>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2" name="Google Shape;1802;p33">
                <a:extLst>
                  <a:ext uri="{FF2B5EF4-FFF2-40B4-BE49-F238E27FC236}">
                    <a16:creationId xmlns:a16="http://schemas.microsoft.com/office/drawing/2014/main" id="{7CEA3E98-EA04-6E53-2B11-81E8626CA40E}"/>
                  </a:ext>
                </a:extLst>
              </p:cNvPr>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3" name="Google Shape;1803;p33">
                <a:extLst>
                  <a:ext uri="{FF2B5EF4-FFF2-40B4-BE49-F238E27FC236}">
                    <a16:creationId xmlns:a16="http://schemas.microsoft.com/office/drawing/2014/main" id="{0B6E2292-C456-5614-AF03-5D8C972B56E1}"/>
                  </a:ext>
                </a:extLst>
              </p:cNvPr>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4" name="Google Shape;1804;p33">
                <a:extLst>
                  <a:ext uri="{FF2B5EF4-FFF2-40B4-BE49-F238E27FC236}">
                    <a16:creationId xmlns:a16="http://schemas.microsoft.com/office/drawing/2014/main" id="{C5F1EC95-96E0-F9D9-A022-96C591E17A12}"/>
                  </a:ext>
                </a:extLst>
              </p:cNvPr>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5" name="Google Shape;1805;p33">
                <a:extLst>
                  <a:ext uri="{FF2B5EF4-FFF2-40B4-BE49-F238E27FC236}">
                    <a16:creationId xmlns:a16="http://schemas.microsoft.com/office/drawing/2014/main" id="{AD964F23-A38C-2208-02FC-DA36FB266BFD}"/>
                  </a:ext>
                </a:extLst>
              </p:cNvPr>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06" name="Google Shape;1806;p33">
              <a:extLst>
                <a:ext uri="{FF2B5EF4-FFF2-40B4-BE49-F238E27FC236}">
                  <a16:creationId xmlns:a16="http://schemas.microsoft.com/office/drawing/2014/main" id="{D93F81B4-D48E-C931-6DAE-C92DDF62D890}"/>
                </a:ext>
              </a:extLst>
            </p:cNvPr>
            <p:cNvGrpSpPr/>
            <p:nvPr/>
          </p:nvGrpSpPr>
          <p:grpSpPr>
            <a:xfrm>
              <a:off x="6221460" y="3978354"/>
              <a:ext cx="142363" cy="490752"/>
              <a:chOff x="1539875" y="3257551"/>
              <a:chExt cx="511176" cy="1762125"/>
            </a:xfrm>
          </p:grpSpPr>
          <p:sp>
            <p:nvSpPr>
              <p:cNvPr id="1807" name="Google Shape;1807;p33">
                <a:extLst>
                  <a:ext uri="{FF2B5EF4-FFF2-40B4-BE49-F238E27FC236}">
                    <a16:creationId xmlns:a16="http://schemas.microsoft.com/office/drawing/2014/main" id="{829E6232-51D8-299B-1A6D-814D1E7C3B7C}"/>
                  </a:ext>
                </a:extLst>
              </p:cNvPr>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8" name="Google Shape;1808;p33">
                <a:extLst>
                  <a:ext uri="{FF2B5EF4-FFF2-40B4-BE49-F238E27FC236}">
                    <a16:creationId xmlns:a16="http://schemas.microsoft.com/office/drawing/2014/main" id="{07203D2D-3AE4-F65F-4ACF-97904BE92398}"/>
                  </a:ext>
                </a:extLst>
              </p:cNvPr>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9" name="Google Shape;1809;p33">
                <a:extLst>
                  <a:ext uri="{FF2B5EF4-FFF2-40B4-BE49-F238E27FC236}">
                    <a16:creationId xmlns:a16="http://schemas.microsoft.com/office/drawing/2014/main" id="{18F5114E-CB2B-3285-4F34-D50D46E3BA53}"/>
                  </a:ext>
                </a:extLst>
              </p:cNvPr>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0" name="Google Shape;1810;p33">
                <a:extLst>
                  <a:ext uri="{FF2B5EF4-FFF2-40B4-BE49-F238E27FC236}">
                    <a16:creationId xmlns:a16="http://schemas.microsoft.com/office/drawing/2014/main" id="{F4BCBFC3-E9A2-DCDC-10CD-13F0C3BAA659}"/>
                  </a:ext>
                </a:extLst>
              </p:cNvPr>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1" name="Google Shape;1811;p33">
                <a:extLst>
                  <a:ext uri="{FF2B5EF4-FFF2-40B4-BE49-F238E27FC236}">
                    <a16:creationId xmlns:a16="http://schemas.microsoft.com/office/drawing/2014/main" id="{C1E6D6E8-47D2-B12D-40ED-C73947030D8E}"/>
                  </a:ext>
                </a:extLst>
              </p:cNvPr>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2" name="Google Shape;1812;p33">
                <a:extLst>
                  <a:ext uri="{FF2B5EF4-FFF2-40B4-BE49-F238E27FC236}">
                    <a16:creationId xmlns:a16="http://schemas.microsoft.com/office/drawing/2014/main" id="{2521E1F4-8913-8253-F076-025E979477F5}"/>
                  </a:ext>
                </a:extLst>
              </p:cNvPr>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13" name="Google Shape;1813;p33">
              <a:extLst>
                <a:ext uri="{FF2B5EF4-FFF2-40B4-BE49-F238E27FC236}">
                  <a16:creationId xmlns:a16="http://schemas.microsoft.com/office/drawing/2014/main" id="{FA2EAA47-92A3-279A-2CDA-B5248AD4D663}"/>
                </a:ext>
              </a:extLst>
            </p:cNvPr>
            <p:cNvGrpSpPr/>
            <p:nvPr/>
          </p:nvGrpSpPr>
          <p:grpSpPr>
            <a:xfrm flipH="1">
              <a:off x="5958353" y="3926549"/>
              <a:ext cx="172369" cy="594365"/>
              <a:chOff x="1539875" y="3257551"/>
              <a:chExt cx="511176" cy="1762125"/>
            </a:xfrm>
          </p:grpSpPr>
          <p:sp>
            <p:nvSpPr>
              <p:cNvPr id="1814" name="Google Shape;1814;p33">
                <a:extLst>
                  <a:ext uri="{FF2B5EF4-FFF2-40B4-BE49-F238E27FC236}">
                    <a16:creationId xmlns:a16="http://schemas.microsoft.com/office/drawing/2014/main" id="{FB5B419F-E534-33E3-D805-CB66B78BBDC0}"/>
                  </a:ext>
                </a:extLst>
              </p:cNvPr>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5" name="Google Shape;1815;p33">
                <a:extLst>
                  <a:ext uri="{FF2B5EF4-FFF2-40B4-BE49-F238E27FC236}">
                    <a16:creationId xmlns:a16="http://schemas.microsoft.com/office/drawing/2014/main" id="{8B4E5FBA-D721-6699-2668-551775DAE9F8}"/>
                  </a:ext>
                </a:extLst>
              </p:cNvPr>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6" name="Google Shape;1816;p33">
                <a:extLst>
                  <a:ext uri="{FF2B5EF4-FFF2-40B4-BE49-F238E27FC236}">
                    <a16:creationId xmlns:a16="http://schemas.microsoft.com/office/drawing/2014/main" id="{8685E828-0055-6417-81A5-C5366AE22EB0}"/>
                  </a:ext>
                </a:extLst>
              </p:cNvPr>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7" name="Google Shape;1817;p33">
                <a:extLst>
                  <a:ext uri="{FF2B5EF4-FFF2-40B4-BE49-F238E27FC236}">
                    <a16:creationId xmlns:a16="http://schemas.microsoft.com/office/drawing/2014/main" id="{5401326E-1E76-EA96-9A23-88EE0F4908E0}"/>
                  </a:ext>
                </a:extLst>
              </p:cNvPr>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8" name="Google Shape;1818;p33">
                <a:extLst>
                  <a:ext uri="{FF2B5EF4-FFF2-40B4-BE49-F238E27FC236}">
                    <a16:creationId xmlns:a16="http://schemas.microsoft.com/office/drawing/2014/main" id="{F3D97D18-9283-1F12-3F2E-48CAC77E16E0}"/>
                  </a:ext>
                </a:extLst>
              </p:cNvPr>
              <p:cNvSpPr/>
              <p:nvPr/>
            </p:nvSpPr>
            <p:spPr>
              <a:xfrm>
                <a:off x="1801813" y="3711460"/>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9" name="Google Shape;1819;p33">
                <a:extLst>
                  <a:ext uri="{FF2B5EF4-FFF2-40B4-BE49-F238E27FC236}">
                    <a16:creationId xmlns:a16="http://schemas.microsoft.com/office/drawing/2014/main" id="{D1EF6A57-720A-4BBD-9212-3B61572A0EA9}"/>
                  </a:ext>
                </a:extLst>
              </p:cNvPr>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820" name="Google Shape;1820;p33">
            <a:extLst>
              <a:ext uri="{FF2B5EF4-FFF2-40B4-BE49-F238E27FC236}">
                <a16:creationId xmlns:a16="http://schemas.microsoft.com/office/drawing/2014/main" id="{58059AAC-477D-87E3-C78B-8BBAD21BD283}"/>
              </a:ext>
            </a:extLst>
          </p:cNvPr>
          <p:cNvGrpSpPr/>
          <p:nvPr/>
        </p:nvGrpSpPr>
        <p:grpSpPr>
          <a:xfrm>
            <a:off x="-47199" y="3215348"/>
            <a:ext cx="2776112" cy="1418574"/>
            <a:chOff x="-46" y="2299799"/>
            <a:chExt cx="3480146" cy="1778330"/>
          </a:xfrm>
        </p:grpSpPr>
        <p:sp>
          <p:nvSpPr>
            <p:cNvPr id="1821" name="Google Shape;1821;p33">
              <a:extLst>
                <a:ext uri="{FF2B5EF4-FFF2-40B4-BE49-F238E27FC236}">
                  <a16:creationId xmlns:a16="http://schemas.microsoft.com/office/drawing/2014/main" id="{427E9F4F-B0A1-E671-816F-0BAE503BB547}"/>
                </a:ext>
              </a:extLst>
            </p:cNvPr>
            <p:cNvSpPr/>
            <p:nvPr/>
          </p:nvSpPr>
          <p:spPr>
            <a:xfrm flipH="1">
              <a:off x="138" y="2416729"/>
              <a:ext cx="3479961" cy="1476449"/>
            </a:xfrm>
            <a:custGeom>
              <a:avLst/>
              <a:gdLst/>
              <a:ahLst/>
              <a:cxnLst/>
              <a:rect l="l" t="t" r="r" b="b"/>
              <a:pathLst>
                <a:path w="2432" h="1031" extrusionOk="0">
                  <a:moveTo>
                    <a:pt x="2432" y="0"/>
                  </a:moveTo>
                  <a:cubicBezTo>
                    <a:pt x="1493" y="0"/>
                    <a:pt x="1493" y="0"/>
                    <a:pt x="1493" y="0"/>
                  </a:cubicBezTo>
                  <a:cubicBezTo>
                    <a:pt x="1493" y="18"/>
                    <a:pt x="1493" y="18"/>
                    <a:pt x="1493" y="18"/>
                  </a:cubicBezTo>
                  <a:cubicBezTo>
                    <a:pt x="1493" y="18"/>
                    <a:pt x="1262" y="18"/>
                    <a:pt x="1104" y="127"/>
                  </a:cubicBezTo>
                  <a:cubicBezTo>
                    <a:pt x="1079" y="146"/>
                    <a:pt x="1079" y="146"/>
                    <a:pt x="1079" y="146"/>
                  </a:cubicBezTo>
                  <a:cubicBezTo>
                    <a:pt x="1325" y="87"/>
                    <a:pt x="1325" y="87"/>
                    <a:pt x="1325" y="87"/>
                  </a:cubicBezTo>
                  <a:cubicBezTo>
                    <a:pt x="1376" y="109"/>
                    <a:pt x="1376" y="109"/>
                    <a:pt x="1376" y="109"/>
                  </a:cubicBezTo>
                  <a:cubicBezTo>
                    <a:pt x="1132" y="326"/>
                    <a:pt x="1132" y="326"/>
                    <a:pt x="1132" y="326"/>
                  </a:cubicBezTo>
                  <a:cubicBezTo>
                    <a:pt x="1132" y="326"/>
                    <a:pt x="637" y="428"/>
                    <a:pt x="384" y="565"/>
                  </a:cubicBezTo>
                  <a:cubicBezTo>
                    <a:pt x="384" y="565"/>
                    <a:pt x="0" y="819"/>
                    <a:pt x="34" y="875"/>
                  </a:cubicBezTo>
                  <a:cubicBezTo>
                    <a:pt x="67" y="931"/>
                    <a:pt x="284" y="1031"/>
                    <a:pt x="284" y="1031"/>
                  </a:cubicBezTo>
                  <a:cubicBezTo>
                    <a:pt x="1117" y="1031"/>
                    <a:pt x="1117" y="1031"/>
                    <a:pt x="1117" y="1031"/>
                  </a:cubicBezTo>
                  <a:cubicBezTo>
                    <a:pt x="1197" y="948"/>
                    <a:pt x="1197" y="948"/>
                    <a:pt x="1197" y="948"/>
                  </a:cubicBezTo>
                  <a:cubicBezTo>
                    <a:pt x="2432" y="948"/>
                    <a:pt x="2432" y="948"/>
                    <a:pt x="2432" y="948"/>
                  </a:cubicBezTo>
                  <a:cubicBezTo>
                    <a:pt x="2432" y="0"/>
                    <a:pt x="2432" y="0"/>
                    <a:pt x="2432" y="0"/>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2" name="Google Shape;1822;p33">
              <a:extLst>
                <a:ext uri="{FF2B5EF4-FFF2-40B4-BE49-F238E27FC236}">
                  <a16:creationId xmlns:a16="http://schemas.microsoft.com/office/drawing/2014/main" id="{6FD3D417-3168-7BCD-E69A-75F05D84E963}"/>
                </a:ext>
              </a:extLst>
            </p:cNvPr>
            <p:cNvSpPr/>
            <p:nvPr/>
          </p:nvSpPr>
          <p:spPr>
            <a:xfrm flipH="1">
              <a:off x="137" y="3589512"/>
              <a:ext cx="3434586" cy="303667"/>
            </a:xfrm>
            <a:custGeom>
              <a:avLst/>
              <a:gdLst/>
              <a:ahLst/>
              <a:cxnLst/>
              <a:rect l="l" t="t" r="r" b="b"/>
              <a:pathLst>
                <a:path w="2400" h="212" extrusionOk="0">
                  <a:moveTo>
                    <a:pt x="1165" y="129"/>
                  </a:moveTo>
                  <a:cubicBezTo>
                    <a:pt x="2400" y="129"/>
                    <a:pt x="2400" y="129"/>
                    <a:pt x="2400" y="129"/>
                  </a:cubicBezTo>
                  <a:cubicBezTo>
                    <a:pt x="2400" y="0"/>
                    <a:pt x="2400" y="0"/>
                    <a:pt x="2400" y="0"/>
                  </a:cubicBezTo>
                  <a:cubicBezTo>
                    <a:pt x="1222" y="0"/>
                    <a:pt x="1222" y="0"/>
                    <a:pt x="1222" y="0"/>
                  </a:cubicBezTo>
                  <a:cubicBezTo>
                    <a:pt x="903" y="121"/>
                    <a:pt x="903" y="121"/>
                    <a:pt x="903" y="121"/>
                  </a:cubicBezTo>
                  <a:cubicBezTo>
                    <a:pt x="903" y="121"/>
                    <a:pt x="552" y="121"/>
                    <a:pt x="305" y="121"/>
                  </a:cubicBezTo>
                  <a:cubicBezTo>
                    <a:pt x="58" y="121"/>
                    <a:pt x="3" y="48"/>
                    <a:pt x="3" y="48"/>
                  </a:cubicBezTo>
                  <a:cubicBezTo>
                    <a:pt x="3" y="48"/>
                    <a:pt x="2" y="48"/>
                    <a:pt x="0" y="50"/>
                  </a:cubicBezTo>
                  <a:cubicBezTo>
                    <a:pt x="0" y="52"/>
                    <a:pt x="0" y="54"/>
                    <a:pt x="2" y="56"/>
                  </a:cubicBezTo>
                  <a:cubicBezTo>
                    <a:pt x="35" y="112"/>
                    <a:pt x="252" y="212"/>
                    <a:pt x="252" y="212"/>
                  </a:cubicBezTo>
                  <a:cubicBezTo>
                    <a:pt x="1085" y="212"/>
                    <a:pt x="1085" y="212"/>
                    <a:pt x="1085" y="212"/>
                  </a:cubicBezTo>
                  <a:lnTo>
                    <a:pt x="1165" y="129"/>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3" name="Google Shape;1823;p33">
              <a:extLst>
                <a:ext uri="{FF2B5EF4-FFF2-40B4-BE49-F238E27FC236}">
                  <a16:creationId xmlns:a16="http://schemas.microsoft.com/office/drawing/2014/main" id="{E37DEABE-D2D1-5B85-142C-B1EE985FAD54}"/>
                </a:ext>
              </a:extLst>
            </p:cNvPr>
            <p:cNvSpPr/>
            <p:nvPr/>
          </p:nvSpPr>
          <p:spPr>
            <a:xfrm flipH="1">
              <a:off x="135" y="3774504"/>
              <a:ext cx="1834224" cy="280980"/>
            </a:xfrm>
            <a:custGeom>
              <a:avLst/>
              <a:gdLst/>
              <a:ahLst/>
              <a:cxnLst/>
              <a:rect l="l" t="t" r="r" b="b"/>
              <a:pathLst>
                <a:path w="1051" h="161" extrusionOk="0">
                  <a:moveTo>
                    <a:pt x="30" y="161"/>
                  </a:moveTo>
                  <a:lnTo>
                    <a:pt x="1051" y="161"/>
                  </a:lnTo>
                  <a:lnTo>
                    <a:pt x="1051" y="0"/>
                  </a:lnTo>
                  <a:lnTo>
                    <a:pt x="93" y="0"/>
                  </a:lnTo>
                  <a:lnTo>
                    <a:pt x="0" y="90"/>
                  </a:lnTo>
                  <a:lnTo>
                    <a:pt x="30" y="161"/>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4" name="Google Shape;1824;p33">
              <a:extLst>
                <a:ext uri="{FF2B5EF4-FFF2-40B4-BE49-F238E27FC236}">
                  <a16:creationId xmlns:a16="http://schemas.microsoft.com/office/drawing/2014/main" id="{C7ECDA0C-81DF-1EE2-5BA7-1CAA588E66E0}"/>
                </a:ext>
              </a:extLst>
            </p:cNvPr>
            <p:cNvSpPr/>
            <p:nvPr/>
          </p:nvSpPr>
          <p:spPr>
            <a:xfrm flipH="1">
              <a:off x="1450398" y="3783230"/>
              <a:ext cx="2967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5" name="Google Shape;1825;p33">
              <a:extLst>
                <a:ext uri="{FF2B5EF4-FFF2-40B4-BE49-F238E27FC236}">
                  <a16:creationId xmlns:a16="http://schemas.microsoft.com/office/drawing/2014/main" id="{D14AEEF4-9923-065E-3A72-31804DD6AB28}"/>
                </a:ext>
              </a:extLst>
            </p:cNvPr>
            <p:cNvSpPr/>
            <p:nvPr/>
          </p:nvSpPr>
          <p:spPr>
            <a:xfrm flipH="1">
              <a:off x="1474865" y="3805918"/>
              <a:ext cx="2478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6" name="Google Shape;1826;p33">
              <a:extLst>
                <a:ext uri="{FF2B5EF4-FFF2-40B4-BE49-F238E27FC236}">
                  <a16:creationId xmlns:a16="http://schemas.microsoft.com/office/drawing/2014/main" id="{F01622E7-D934-C411-3C6F-E44197909D06}"/>
                </a:ext>
              </a:extLst>
            </p:cNvPr>
            <p:cNvSpPr/>
            <p:nvPr/>
          </p:nvSpPr>
          <p:spPr>
            <a:xfrm flipH="1">
              <a:off x="1487061"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09" y="21"/>
                    <a:pt x="135" y="46"/>
                    <a:pt x="135" y="78"/>
                  </a:cubicBezTo>
                  <a:cubicBezTo>
                    <a:pt x="135" y="109"/>
                    <a:pt x="109"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7" name="Google Shape;1827;p33">
              <a:extLst>
                <a:ext uri="{FF2B5EF4-FFF2-40B4-BE49-F238E27FC236}">
                  <a16:creationId xmlns:a16="http://schemas.microsoft.com/office/drawing/2014/main" id="{22C41FBA-85ED-329A-E5E0-685FEC6E63BB}"/>
                </a:ext>
              </a:extLst>
            </p:cNvPr>
            <p:cNvSpPr/>
            <p:nvPr/>
          </p:nvSpPr>
          <p:spPr>
            <a:xfrm flipH="1">
              <a:off x="1141440"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8" name="Google Shape;1828;p33">
              <a:extLst>
                <a:ext uri="{FF2B5EF4-FFF2-40B4-BE49-F238E27FC236}">
                  <a16:creationId xmlns:a16="http://schemas.microsoft.com/office/drawing/2014/main" id="{34AAB793-9BF8-2A26-C069-3A7A60714FB5}"/>
                </a:ext>
              </a:extLst>
            </p:cNvPr>
            <p:cNvSpPr/>
            <p:nvPr/>
          </p:nvSpPr>
          <p:spPr>
            <a:xfrm flipH="1">
              <a:off x="1165907"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9" name="Google Shape;1829;p33">
              <a:extLst>
                <a:ext uri="{FF2B5EF4-FFF2-40B4-BE49-F238E27FC236}">
                  <a16:creationId xmlns:a16="http://schemas.microsoft.com/office/drawing/2014/main" id="{8CB86239-A736-D1AF-A5AD-38BE4F86D982}"/>
                </a:ext>
              </a:extLst>
            </p:cNvPr>
            <p:cNvSpPr/>
            <p:nvPr/>
          </p:nvSpPr>
          <p:spPr>
            <a:xfrm flipH="1">
              <a:off x="1179903"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09" y="21"/>
                    <a:pt x="135" y="46"/>
                    <a:pt x="135" y="78"/>
                  </a:cubicBezTo>
                  <a:cubicBezTo>
                    <a:pt x="135" y="109"/>
                    <a:pt x="109"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0" name="Google Shape;1830;p33">
              <a:extLst>
                <a:ext uri="{FF2B5EF4-FFF2-40B4-BE49-F238E27FC236}">
                  <a16:creationId xmlns:a16="http://schemas.microsoft.com/office/drawing/2014/main" id="{DFBA5F65-6724-73DD-DAD6-4B495C77892A}"/>
                </a:ext>
              </a:extLst>
            </p:cNvPr>
            <p:cNvSpPr/>
            <p:nvPr/>
          </p:nvSpPr>
          <p:spPr>
            <a:xfrm flipH="1">
              <a:off x="307226"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1" name="Google Shape;1831;p33">
              <a:extLst>
                <a:ext uri="{FF2B5EF4-FFF2-40B4-BE49-F238E27FC236}">
                  <a16:creationId xmlns:a16="http://schemas.microsoft.com/office/drawing/2014/main" id="{BDC085C1-806B-5625-D130-610073C874F9}"/>
                </a:ext>
              </a:extLst>
            </p:cNvPr>
            <p:cNvSpPr/>
            <p:nvPr/>
          </p:nvSpPr>
          <p:spPr>
            <a:xfrm flipH="1">
              <a:off x="331693"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2" name="Google Shape;1832;p33">
              <a:extLst>
                <a:ext uri="{FF2B5EF4-FFF2-40B4-BE49-F238E27FC236}">
                  <a16:creationId xmlns:a16="http://schemas.microsoft.com/office/drawing/2014/main" id="{32BB6BA4-5EC1-813A-C513-58B3780EBA9F}"/>
                </a:ext>
              </a:extLst>
            </p:cNvPr>
            <p:cNvSpPr/>
            <p:nvPr/>
          </p:nvSpPr>
          <p:spPr>
            <a:xfrm flipH="1">
              <a:off x="345689"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10" y="21"/>
                    <a:pt x="135" y="46"/>
                    <a:pt x="135" y="78"/>
                  </a:cubicBezTo>
                  <a:cubicBezTo>
                    <a:pt x="135" y="109"/>
                    <a:pt x="110"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3" name="Google Shape;1833;p33">
              <a:extLst>
                <a:ext uri="{FF2B5EF4-FFF2-40B4-BE49-F238E27FC236}">
                  <a16:creationId xmlns:a16="http://schemas.microsoft.com/office/drawing/2014/main" id="{6EBDC7DF-669D-9497-2E5A-C95D740CB470}"/>
                </a:ext>
              </a:extLst>
            </p:cNvPr>
            <p:cNvSpPr/>
            <p:nvPr/>
          </p:nvSpPr>
          <p:spPr>
            <a:xfrm flipH="1">
              <a:off x="68"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4" name="Google Shape;1834;p33">
              <a:extLst>
                <a:ext uri="{FF2B5EF4-FFF2-40B4-BE49-F238E27FC236}">
                  <a16:creationId xmlns:a16="http://schemas.microsoft.com/office/drawing/2014/main" id="{BA7386EC-F5E9-06A7-1106-FB5FC5677AD9}"/>
                </a:ext>
              </a:extLst>
            </p:cNvPr>
            <p:cNvSpPr/>
            <p:nvPr/>
          </p:nvSpPr>
          <p:spPr>
            <a:xfrm flipH="1">
              <a:off x="24535"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5" name="Google Shape;1835;p33">
              <a:extLst>
                <a:ext uri="{FF2B5EF4-FFF2-40B4-BE49-F238E27FC236}">
                  <a16:creationId xmlns:a16="http://schemas.microsoft.com/office/drawing/2014/main" id="{530F6EAE-0607-4970-E840-CBB604BFFE24}"/>
                </a:ext>
              </a:extLst>
            </p:cNvPr>
            <p:cNvSpPr/>
            <p:nvPr/>
          </p:nvSpPr>
          <p:spPr>
            <a:xfrm flipH="1">
              <a:off x="36785"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10" y="21"/>
                    <a:pt x="135" y="46"/>
                    <a:pt x="135" y="78"/>
                  </a:cubicBezTo>
                  <a:cubicBezTo>
                    <a:pt x="135" y="109"/>
                    <a:pt x="110"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6" name="Google Shape;1836;p33">
              <a:extLst>
                <a:ext uri="{FF2B5EF4-FFF2-40B4-BE49-F238E27FC236}">
                  <a16:creationId xmlns:a16="http://schemas.microsoft.com/office/drawing/2014/main" id="{A4737CF5-D06F-7D69-8E9A-491A8DE81073}"/>
                </a:ext>
              </a:extLst>
            </p:cNvPr>
            <p:cNvSpPr/>
            <p:nvPr/>
          </p:nvSpPr>
          <p:spPr>
            <a:xfrm flipH="1">
              <a:off x="115321" y="3893179"/>
              <a:ext cx="1518339" cy="172777"/>
            </a:xfrm>
            <a:custGeom>
              <a:avLst/>
              <a:gdLst/>
              <a:ahLst/>
              <a:cxnLst/>
              <a:rect l="l" t="t" r="r" b="b"/>
              <a:pathLst>
                <a:path w="1061" h="121" extrusionOk="0">
                  <a:moveTo>
                    <a:pt x="714" y="14"/>
                  </a:moveTo>
                  <a:cubicBezTo>
                    <a:pt x="702" y="0"/>
                    <a:pt x="702" y="0"/>
                    <a:pt x="702" y="0"/>
                  </a:cubicBezTo>
                  <a:cubicBezTo>
                    <a:pt x="359" y="0"/>
                    <a:pt x="359" y="0"/>
                    <a:pt x="359" y="0"/>
                  </a:cubicBezTo>
                  <a:cubicBezTo>
                    <a:pt x="347" y="14"/>
                    <a:pt x="347" y="14"/>
                    <a:pt x="347" y="14"/>
                  </a:cubicBezTo>
                  <a:cubicBezTo>
                    <a:pt x="21" y="14"/>
                    <a:pt x="21" y="14"/>
                    <a:pt x="21" y="14"/>
                  </a:cubicBezTo>
                  <a:cubicBezTo>
                    <a:pt x="16" y="14"/>
                    <a:pt x="11" y="16"/>
                    <a:pt x="7" y="19"/>
                  </a:cubicBezTo>
                  <a:cubicBezTo>
                    <a:pt x="3" y="23"/>
                    <a:pt x="0" y="28"/>
                    <a:pt x="0" y="35"/>
                  </a:cubicBezTo>
                  <a:cubicBezTo>
                    <a:pt x="0" y="39"/>
                    <a:pt x="1" y="43"/>
                    <a:pt x="3" y="46"/>
                  </a:cubicBezTo>
                  <a:cubicBezTo>
                    <a:pt x="7" y="52"/>
                    <a:pt x="13" y="56"/>
                    <a:pt x="21" y="56"/>
                  </a:cubicBezTo>
                  <a:cubicBezTo>
                    <a:pt x="222" y="56"/>
                    <a:pt x="222" y="56"/>
                    <a:pt x="222" y="56"/>
                  </a:cubicBezTo>
                  <a:cubicBezTo>
                    <a:pt x="292" y="121"/>
                    <a:pt x="292" y="121"/>
                    <a:pt x="292" y="121"/>
                  </a:cubicBezTo>
                  <a:cubicBezTo>
                    <a:pt x="769" y="121"/>
                    <a:pt x="769" y="121"/>
                    <a:pt x="769" y="121"/>
                  </a:cubicBezTo>
                  <a:cubicBezTo>
                    <a:pt x="839" y="56"/>
                    <a:pt x="839" y="56"/>
                    <a:pt x="839" y="56"/>
                  </a:cubicBezTo>
                  <a:cubicBezTo>
                    <a:pt x="1040" y="56"/>
                    <a:pt x="1040" y="56"/>
                    <a:pt x="1040" y="56"/>
                  </a:cubicBezTo>
                  <a:cubicBezTo>
                    <a:pt x="1047" y="56"/>
                    <a:pt x="1053" y="53"/>
                    <a:pt x="1057" y="48"/>
                  </a:cubicBezTo>
                  <a:cubicBezTo>
                    <a:pt x="1059" y="45"/>
                    <a:pt x="1061" y="40"/>
                    <a:pt x="1061" y="35"/>
                  </a:cubicBezTo>
                  <a:cubicBezTo>
                    <a:pt x="1061" y="30"/>
                    <a:pt x="1060" y="26"/>
                    <a:pt x="1057" y="23"/>
                  </a:cubicBezTo>
                  <a:cubicBezTo>
                    <a:pt x="1054" y="17"/>
                    <a:pt x="1047" y="14"/>
                    <a:pt x="1040" y="14"/>
                  </a:cubicBezTo>
                  <a:lnTo>
                    <a:pt x="714" y="1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7" name="Google Shape;1837;p33">
              <a:extLst>
                <a:ext uri="{FF2B5EF4-FFF2-40B4-BE49-F238E27FC236}">
                  <a16:creationId xmlns:a16="http://schemas.microsoft.com/office/drawing/2014/main" id="{8ADB2B9A-E15A-C6E7-3B36-58A52DFDC1DC}"/>
                </a:ext>
              </a:extLst>
            </p:cNvPr>
            <p:cNvSpPr/>
            <p:nvPr/>
          </p:nvSpPr>
          <p:spPr>
            <a:xfrm flipH="1">
              <a:off x="1457296"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8" name="Google Shape;1838;p33">
              <a:extLst>
                <a:ext uri="{FF2B5EF4-FFF2-40B4-BE49-F238E27FC236}">
                  <a16:creationId xmlns:a16="http://schemas.microsoft.com/office/drawing/2014/main" id="{A8BA50C5-2FFE-BAFF-08D4-F09C188A4004}"/>
                </a:ext>
              </a:extLst>
            </p:cNvPr>
            <p:cNvSpPr/>
            <p:nvPr/>
          </p:nvSpPr>
          <p:spPr>
            <a:xfrm flipH="1">
              <a:off x="1340367"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9" name="Google Shape;1839;p33">
              <a:extLst>
                <a:ext uri="{FF2B5EF4-FFF2-40B4-BE49-F238E27FC236}">
                  <a16:creationId xmlns:a16="http://schemas.microsoft.com/office/drawing/2014/main" id="{931D46D3-15A4-3FCF-EF5F-C23500EAFF7E}"/>
                </a:ext>
              </a:extLst>
            </p:cNvPr>
            <p:cNvSpPr/>
            <p:nvPr/>
          </p:nvSpPr>
          <p:spPr>
            <a:xfrm flipH="1">
              <a:off x="1291607" y="3758797"/>
              <a:ext cx="324600" cy="43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0" name="Google Shape;1840;p33">
              <a:extLst>
                <a:ext uri="{FF2B5EF4-FFF2-40B4-BE49-F238E27FC236}">
                  <a16:creationId xmlns:a16="http://schemas.microsoft.com/office/drawing/2014/main" id="{5A5435DA-231D-93B3-0FCE-F720CBEA375E}"/>
                </a:ext>
              </a:extLst>
            </p:cNvPr>
            <p:cNvSpPr/>
            <p:nvPr/>
          </p:nvSpPr>
          <p:spPr>
            <a:xfrm flipH="1">
              <a:off x="312679" y="3758797"/>
              <a:ext cx="1098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1" name="Google Shape;1841;p33">
              <a:extLst>
                <a:ext uri="{FF2B5EF4-FFF2-40B4-BE49-F238E27FC236}">
                  <a16:creationId xmlns:a16="http://schemas.microsoft.com/office/drawing/2014/main" id="{18561FD5-5597-EC54-1D56-20AFD805BEDD}"/>
                </a:ext>
              </a:extLst>
            </p:cNvPr>
            <p:cNvSpPr/>
            <p:nvPr/>
          </p:nvSpPr>
          <p:spPr>
            <a:xfrm flipH="1">
              <a:off x="195504"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2" name="Google Shape;1842;p33">
              <a:extLst>
                <a:ext uri="{FF2B5EF4-FFF2-40B4-BE49-F238E27FC236}">
                  <a16:creationId xmlns:a16="http://schemas.microsoft.com/office/drawing/2014/main" id="{20EB347C-A4D0-4B17-B0C9-E8D863A22189}"/>
                </a:ext>
              </a:extLst>
            </p:cNvPr>
            <p:cNvSpPr/>
            <p:nvPr/>
          </p:nvSpPr>
          <p:spPr>
            <a:xfrm flipH="1">
              <a:off x="146745" y="3758797"/>
              <a:ext cx="324600" cy="43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3" name="Google Shape;1843;p33">
              <a:extLst>
                <a:ext uri="{FF2B5EF4-FFF2-40B4-BE49-F238E27FC236}">
                  <a16:creationId xmlns:a16="http://schemas.microsoft.com/office/drawing/2014/main" id="{83F4C5FF-A56A-41E9-C046-00CE21A6F95F}"/>
                </a:ext>
              </a:extLst>
            </p:cNvPr>
            <p:cNvSpPr/>
            <p:nvPr/>
          </p:nvSpPr>
          <p:spPr>
            <a:xfrm flipH="1">
              <a:off x="-46" y="2416729"/>
              <a:ext cx="1344000" cy="261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4" name="Google Shape;1844;p33">
              <a:extLst>
                <a:ext uri="{FF2B5EF4-FFF2-40B4-BE49-F238E27FC236}">
                  <a16:creationId xmlns:a16="http://schemas.microsoft.com/office/drawing/2014/main" id="{AE8ADD0D-D496-6E30-2D5A-D4853E17FF32}"/>
                </a:ext>
              </a:extLst>
            </p:cNvPr>
            <p:cNvSpPr/>
            <p:nvPr/>
          </p:nvSpPr>
          <p:spPr>
            <a:xfrm flipH="1">
              <a:off x="490383" y="2299799"/>
              <a:ext cx="769800" cy="768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5" name="Google Shape;1845;p33">
              <a:extLst>
                <a:ext uri="{FF2B5EF4-FFF2-40B4-BE49-F238E27FC236}">
                  <a16:creationId xmlns:a16="http://schemas.microsoft.com/office/drawing/2014/main" id="{A5A7F5C5-EE67-6897-D4E7-A1609742E22E}"/>
                </a:ext>
              </a:extLst>
            </p:cNvPr>
            <p:cNvSpPr/>
            <p:nvPr/>
          </p:nvSpPr>
          <p:spPr>
            <a:xfrm flipH="1">
              <a:off x="572808" y="2376589"/>
              <a:ext cx="642000" cy="402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6" name="Google Shape;1846;p33">
              <a:extLst>
                <a:ext uri="{FF2B5EF4-FFF2-40B4-BE49-F238E27FC236}">
                  <a16:creationId xmlns:a16="http://schemas.microsoft.com/office/drawing/2014/main" id="{DEFEAF3F-7E9B-F88C-7F91-B7F7C2C9AED9}"/>
                </a:ext>
              </a:extLst>
            </p:cNvPr>
            <p:cNvSpPr/>
            <p:nvPr/>
          </p:nvSpPr>
          <p:spPr>
            <a:xfrm flipH="1">
              <a:off x="530681" y="3956006"/>
              <a:ext cx="685871" cy="66318"/>
            </a:xfrm>
            <a:custGeom>
              <a:avLst/>
              <a:gdLst/>
              <a:ahLst/>
              <a:cxnLst/>
              <a:rect l="l" t="t" r="r" b="b"/>
              <a:pathLst>
                <a:path w="393" h="38" extrusionOk="0">
                  <a:moveTo>
                    <a:pt x="0" y="0"/>
                  </a:moveTo>
                  <a:lnTo>
                    <a:pt x="34" y="38"/>
                  </a:lnTo>
                  <a:lnTo>
                    <a:pt x="359" y="38"/>
                  </a:lnTo>
                  <a:lnTo>
                    <a:pt x="393"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7" name="Google Shape;1847;p33">
              <a:extLst>
                <a:ext uri="{FF2B5EF4-FFF2-40B4-BE49-F238E27FC236}">
                  <a16:creationId xmlns:a16="http://schemas.microsoft.com/office/drawing/2014/main" id="{EA13CD96-19C9-BFEB-FD90-A74522BF0BA9}"/>
                </a:ext>
              </a:extLst>
            </p:cNvPr>
            <p:cNvSpPr/>
            <p:nvPr/>
          </p:nvSpPr>
          <p:spPr>
            <a:xfrm flipH="1">
              <a:off x="131" y="3713421"/>
              <a:ext cx="3328134" cy="342062"/>
            </a:xfrm>
            <a:custGeom>
              <a:avLst/>
              <a:gdLst/>
              <a:ahLst/>
              <a:cxnLst/>
              <a:rect l="l" t="t" r="r" b="b"/>
              <a:pathLst>
                <a:path w="2326" h="239" extrusionOk="0">
                  <a:moveTo>
                    <a:pt x="1081" y="239"/>
                  </a:moveTo>
                  <a:cubicBezTo>
                    <a:pt x="1044" y="152"/>
                    <a:pt x="1044" y="152"/>
                    <a:pt x="1044" y="152"/>
                  </a:cubicBezTo>
                  <a:cubicBezTo>
                    <a:pt x="1158" y="42"/>
                    <a:pt x="1158" y="42"/>
                    <a:pt x="1158" y="42"/>
                  </a:cubicBezTo>
                  <a:cubicBezTo>
                    <a:pt x="2326" y="42"/>
                    <a:pt x="2326" y="42"/>
                    <a:pt x="2326" y="42"/>
                  </a:cubicBezTo>
                  <a:cubicBezTo>
                    <a:pt x="2326" y="0"/>
                    <a:pt x="2326" y="0"/>
                    <a:pt x="2326" y="0"/>
                  </a:cubicBezTo>
                  <a:cubicBezTo>
                    <a:pt x="1010" y="0"/>
                    <a:pt x="1010" y="0"/>
                    <a:pt x="1010" y="0"/>
                  </a:cubicBezTo>
                  <a:cubicBezTo>
                    <a:pt x="880" y="125"/>
                    <a:pt x="880" y="125"/>
                    <a:pt x="880" y="125"/>
                  </a:cubicBezTo>
                  <a:cubicBezTo>
                    <a:pt x="178" y="125"/>
                    <a:pt x="178" y="125"/>
                    <a:pt x="178" y="125"/>
                  </a:cubicBezTo>
                  <a:cubicBezTo>
                    <a:pt x="178" y="125"/>
                    <a:pt x="88" y="239"/>
                    <a:pt x="0" y="239"/>
                  </a:cubicBezTo>
                  <a:lnTo>
                    <a:pt x="1081" y="239"/>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8" name="Google Shape;1848;p33">
              <a:extLst>
                <a:ext uri="{FF2B5EF4-FFF2-40B4-BE49-F238E27FC236}">
                  <a16:creationId xmlns:a16="http://schemas.microsoft.com/office/drawing/2014/main" id="{4E019FBD-8E80-31AF-4D90-88B8B8F178E1}"/>
                </a:ext>
              </a:extLst>
            </p:cNvPr>
            <p:cNvSpPr/>
            <p:nvPr/>
          </p:nvSpPr>
          <p:spPr>
            <a:xfrm flipH="1">
              <a:off x="135" y="3210800"/>
              <a:ext cx="2947672" cy="530545"/>
            </a:xfrm>
            <a:custGeom>
              <a:avLst/>
              <a:gdLst/>
              <a:ahLst/>
              <a:cxnLst/>
              <a:rect l="l" t="t" r="r" b="b"/>
              <a:pathLst>
                <a:path w="1689" h="304" extrusionOk="0">
                  <a:moveTo>
                    <a:pt x="1689" y="184"/>
                  </a:moveTo>
                  <a:lnTo>
                    <a:pt x="709" y="184"/>
                  </a:lnTo>
                  <a:lnTo>
                    <a:pt x="453" y="304"/>
                  </a:lnTo>
                  <a:lnTo>
                    <a:pt x="0" y="304"/>
                  </a:lnTo>
                  <a:lnTo>
                    <a:pt x="447" y="288"/>
                  </a:lnTo>
                  <a:lnTo>
                    <a:pt x="960" y="0"/>
                  </a:lnTo>
                  <a:lnTo>
                    <a:pt x="1689" y="0"/>
                  </a:lnTo>
                  <a:lnTo>
                    <a:pt x="1689" y="184"/>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9" name="Google Shape;1849;p33">
              <a:extLst>
                <a:ext uri="{FF2B5EF4-FFF2-40B4-BE49-F238E27FC236}">
                  <a16:creationId xmlns:a16="http://schemas.microsoft.com/office/drawing/2014/main" id="{5D9227B7-1145-5207-F605-5998DB0159F7}"/>
                </a:ext>
              </a:extLst>
            </p:cNvPr>
            <p:cNvSpPr/>
            <p:nvPr/>
          </p:nvSpPr>
          <p:spPr>
            <a:xfrm flipH="1">
              <a:off x="2129398" y="3497015"/>
              <a:ext cx="694500" cy="4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0" name="Google Shape;1850;p33">
              <a:extLst>
                <a:ext uri="{FF2B5EF4-FFF2-40B4-BE49-F238E27FC236}">
                  <a16:creationId xmlns:a16="http://schemas.microsoft.com/office/drawing/2014/main" id="{9449B235-9A8C-3B83-84B4-EE6E83CEFAEB}"/>
                </a:ext>
              </a:extLst>
            </p:cNvPr>
            <p:cNvSpPr/>
            <p:nvPr/>
          </p:nvSpPr>
          <p:spPr>
            <a:xfrm flipH="1">
              <a:off x="135" y="2554600"/>
              <a:ext cx="769641" cy="394418"/>
            </a:xfrm>
            <a:custGeom>
              <a:avLst/>
              <a:gdLst/>
              <a:ahLst/>
              <a:cxnLst/>
              <a:rect l="l" t="t" r="r" b="b"/>
              <a:pathLst>
                <a:path w="538" h="276" extrusionOk="0">
                  <a:moveTo>
                    <a:pt x="46" y="0"/>
                  </a:moveTo>
                  <a:cubicBezTo>
                    <a:pt x="538" y="0"/>
                    <a:pt x="538" y="0"/>
                    <a:pt x="538" y="0"/>
                  </a:cubicBezTo>
                  <a:cubicBezTo>
                    <a:pt x="538" y="276"/>
                    <a:pt x="538" y="276"/>
                    <a:pt x="538" y="276"/>
                  </a:cubicBezTo>
                  <a:cubicBezTo>
                    <a:pt x="46" y="276"/>
                    <a:pt x="46" y="276"/>
                    <a:pt x="46" y="276"/>
                  </a:cubicBezTo>
                  <a:cubicBezTo>
                    <a:pt x="34" y="276"/>
                    <a:pt x="24" y="272"/>
                    <a:pt x="16" y="265"/>
                  </a:cubicBezTo>
                  <a:cubicBezTo>
                    <a:pt x="6" y="256"/>
                    <a:pt x="0" y="244"/>
                    <a:pt x="0" y="230"/>
                  </a:cubicBezTo>
                  <a:cubicBezTo>
                    <a:pt x="0" y="46"/>
                    <a:pt x="0" y="46"/>
                    <a:pt x="0" y="46"/>
                  </a:cubicBezTo>
                  <a:cubicBezTo>
                    <a:pt x="0" y="32"/>
                    <a:pt x="6" y="20"/>
                    <a:pt x="15" y="12"/>
                  </a:cubicBezTo>
                  <a:cubicBezTo>
                    <a:pt x="23" y="5"/>
                    <a:pt x="34" y="0"/>
                    <a:pt x="46"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1" name="Google Shape;1851;p33">
              <a:extLst>
                <a:ext uri="{FF2B5EF4-FFF2-40B4-BE49-F238E27FC236}">
                  <a16:creationId xmlns:a16="http://schemas.microsoft.com/office/drawing/2014/main" id="{A95742F3-C670-1233-F58F-C4DB6EE6FF85}"/>
                </a:ext>
              </a:extLst>
            </p:cNvPr>
            <p:cNvSpPr/>
            <p:nvPr/>
          </p:nvSpPr>
          <p:spPr>
            <a:xfrm flipH="1">
              <a:off x="135" y="2554600"/>
              <a:ext cx="769641" cy="83770"/>
            </a:xfrm>
            <a:custGeom>
              <a:avLst/>
              <a:gdLst/>
              <a:ahLst/>
              <a:cxnLst/>
              <a:rect l="l" t="t" r="r" b="b"/>
              <a:pathLst>
                <a:path w="538" h="59" extrusionOk="0">
                  <a:moveTo>
                    <a:pt x="46" y="0"/>
                  </a:moveTo>
                  <a:cubicBezTo>
                    <a:pt x="34" y="0"/>
                    <a:pt x="23" y="5"/>
                    <a:pt x="15" y="12"/>
                  </a:cubicBezTo>
                  <a:cubicBezTo>
                    <a:pt x="6" y="20"/>
                    <a:pt x="0" y="32"/>
                    <a:pt x="0" y="46"/>
                  </a:cubicBezTo>
                  <a:cubicBezTo>
                    <a:pt x="0" y="59"/>
                    <a:pt x="0" y="59"/>
                    <a:pt x="0" y="59"/>
                  </a:cubicBezTo>
                  <a:cubicBezTo>
                    <a:pt x="0" y="46"/>
                    <a:pt x="6" y="34"/>
                    <a:pt x="15" y="25"/>
                  </a:cubicBezTo>
                  <a:cubicBezTo>
                    <a:pt x="23" y="18"/>
                    <a:pt x="34" y="14"/>
                    <a:pt x="46" y="14"/>
                  </a:cubicBezTo>
                  <a:cubicBezTo>
                    <a:pt x="538" y="14"/>
                    <a:pt x="538" y="14"/>
                    <a:pt x="538" y="14"/>
                  </a:cubicBezTo>
                  <a:cubicBezTo>
                    <a:pt x="538" y="0"/>
                    <a:pt x="538" y="0"/>
                    <a:pt x="538" y="0"/>
                  </a:cubicBezTo>
                  <a:lnTo>
                    <a:pt x="46"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2" name="Google Shape;1852;p33">
              <a:extLst>
                <a:ext uri="{FF2B5EF4-FFF2-40B4-BE49-F238E27FC236}">
                  <a16:creationId xmlns:a16="http://schemas.microsoft.com/office/drawing/2014/main" id="{C55E0725-9914-7B8F-FC52-B9619F31995D}"/>
                </a:ext>
              </a:extLst>
            </p:cNvPr>
            <p:cNvSpPr/>
            <p:nvPr/>
          </p:nvSpPr>
          <p:spPr>
            <a:xfrm flipH="1">
              <a:off x="1511496" y="2540639"/>
              <a:ext cx="1486923" cy="731244"/>
            </a:xfrm>
            <a:custGeom>
              <a:avLst/>
              <a:gdLst/>
              <a:ahLst/>
              <a:cxnLst/>
              <a:rect l="l" t="t" r="r" b="b"/>
              <a:pathLst>
                <a:path w="1039" h="510" extrusionOk="0">
                  <a:moveTo>
                    <a:pt x="988" y="0"/>
                  </a:moveTo>
                  <a:cubicBezTo>
                    <a:pt x="742" y="59"/>
                    <a:pt x="742" y="59"/>
                    <a:pt x="742" y="59"/>
                  </a:cubicBezTo>
                  <a:cubicBezTo>
                    <a:pt x="415" y="213"/>
                    <a:pt x="11" y="503"/>
                    <a:pt x="0" y="510"/>
                  </a:cubicBezTo>
                  <a:cubicBezTo>
                    <a:pt x="28" y="491"/>
                    <a:pt x="47" y="479"/>
                    <a:pt x="47" y="478"/>
                  </a:cubicBezTo>
                  <a:cubicBezTo>
                    <a:pt x="47" y="478"/>
                    <a:pt x="47" y="478"/>
                    <a:pt x="47" y="478"/>
                  </a:cubicBezTo>
                  <a:cubicBezTo>
                    <a:pt x="300" y="341"/>
                    <a:pt x="795" y="239"/>
                    <a:pt x="795" y="239"/>
                  </a:cubicBezTo>
                  <a:cubicBezTo>
                    <a:pt x="1039" y="22"/>
                    <a:pt x="1039" y="22"/>
                    <a:pt x="1039" y="22"/>
                  </a:cubicBezTo>
                  <a:cubicBezTo>
                    <a:pt x="988" y="0"/>
                    <a:pt x="988" y="0"/>
                    <a:pt x="988" y="0"/>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3" name="Google Shape;1853;p33">
              <a:extLst>
                <a:ext uri="{FF2B5EF4-FFF2-40B4-BE49-F238E27FC236}">
                  <a16:creationId xmlns:a16="http://schemas.microsoft.com/office/drawing/2014/main" id="{D66CE50E-6FD9-0316-F888-5828A3E77D65}"/>
                </a:ext>
              </a:extLst>
            </p:cNvPr>
            <p:cNvSpPr/>
            <p:nvPr/>
          </p:nvSpPr>
          <p:spPr>
            <a:xfrm flipH="1">
              <a:off x="2930355" y="3224762"/>
              <a:ext cx="68064" cy="48866"/>
            </a:xfrm>
            <a:custGeom>
              <a:avLst/>
              <a:gdLst/>
              <a:ahLst/>
              <a:cxnLst/>
              <a:rect l="l" t="t" r="r" b="b"/>
              <a:pathLst>
                <a:path w="47" h="33" extrusionOk="0">
                  <a:moveTo>
                    <a:pt x="47" y="0"/>
                  </a:moveTo>
                  <a:cubicBezTo>
                    <a:pt x="47" y="1"/>
                    <a:pt x="28" y="13"/>
                    <a:pt x="0" y="32"/>
                  </a:cubicBezTo>
                  <a:cubicBezTo>
                    <a:pt x="0" y="33"/>
                    <a:pt x="0" y="33"/>
                    <a:pt x="0" y="33"/>
                  </a:cubicBezTo>
                  <a:cubicBezTo>
                    <a:pt x="28" y="13"/>
                    <a:pt x="47" y="1"/>
                    <a:pt x="47" y="0"/>
                  </a:cubicBezTo>
                </a:path>
              </a:pathLst>
            </a:custGeom>
            <a:solidFill>
              <a:srgbClr val="2FCBE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4" name="Google Shape;1854;p33">
              <a:extLst>
                <a:ext uri="{FF2B5EF4-FFF2-40B4-BE49-F238E27FC236}">
                  <a16:creationId xmlns:a16="http://schemas.microsoft.com/office/drawing/2014/main" id="{02293954-0EE1-C215-53FD-79C2E5A48F12}"/>
                </a:ext>
              </a:extLst>
            </p:cNvPr>
            <p:cNvSpPr/>
            <p:nvPr/>
          </p:nvSpPr>
          <p:spPr>
            <a:xfrm flipH="1">
              <a:off x="1511494" y="2516206"/>
              <a:ext cx="425833" cy="109949"/>
            </a:xfrm>
            <a:custGeom>
              <a:avLst/>
              <a:gdLst/>
              <a:ahLst/>
              <a:cxnLst/>
              <a:rect l="l" t="t" r="r" b="b"/>
              <a:pathLst>
                <a:path w="244" h="63" extrusionOk="0">
                  <a:moveTo>
                    <a:pt x="189" y="0"/>
                  </a:moveTo>
                  <a:lnTo>
                    <a:pt x="0" y="63"/>
                  </a:lnTo>
                  <a:lnTo>
                    <a:pt x="202" y="14"/>
                  </a:lnTo>
                  <a:lnTo>
                    <a:pt x="244" y="32"/>
                  </a:lnTo>
                  <a:lnTo>
                    <a:pt x="189"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5" name="Google Shape;1855;p33">
              <a:extLst>
                <a:ext uri="{FF2B5EF4-FFF2-40B4-BE49-F238E27FC236}">
                  <a16:creationId xmlns:a16="http://schemas.microsoft.com/office/drawing/2014/main" id="{5CB302DD-AE2B-CCF4-6007-E172D3CDFE9E}"/>
                </a:ext>
              </a:extLst>
            </p:cNvPr>
            <p:cNvSpPr/>
            <p:nvPr/>
          </p:nvSpPr>
          <p:spPr>
            <a:xfrm flipH="1">
              <a:off x="1511494" y="2516206"/>
              <a:ext cx="425833" cy="109949"/>
            </a:xfrm>
            <a:custGeom>
              <a:avLst/>
              <a:gdLst/>
              <a:ahLst/>
              <a:cxnLst/>
              <a:rect l="l" t="t" r="r" b="b"/>
              <a:pathLst>
                <a:path w="244" h="63" extrusionOk="0">
                  <a:moveTo>
                    <a:pt x="189" y="0"/>
                  </a:moveTo>
                  <a:lnTo>
                    <a:pt x="0" y="63"/>
                  </a:lnTo>
                  <a:lnTo>
                    <a:pt x="202" y="14"/>
                  </a:lnTo>
                  <a:lnTo>
                    <a:pt x="244" y="32"/>
                  </a:lnTo>
                  <a:lnTo>
                    <a:pt x="189" y="0"/>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6" name="Google Shape;1856;p33">
              <a:extLst>
                <a:ext uri="{FF2B5EF4-FFF2-40B4-BE49-F238E27FC236}">
                  <a16:creationId xmlns:a16="http://schemas.microsoft.com/office/drawing/2014/main" id="{2B44AF5F-68AC-7733-115E-433A00292292}"/>
                </a:ext>
              </a:extLst>
            </p:cNvPr>
            <p:cNvSpPr/>
            <p:nvPr/>
          </p:nvSpPr>
          <p:spPr>
            <a:xfrm flipH="1">
              <a:off x="1511494" y="2512656"/>
              <a:ext cx="425833" cy="366495"/>
            </a:xfrm>
            <a:custGeom>
              <a:avLst/>
              <a:gdLst/>
              <a:ahLst/>
              <a:cxnLst/>
              <a:rect l="l" t="t" r="r" b="b"/>
              <a:pathLst>
                <a:path w="244" h="210" extrusionOk="0">
                  <a:moveTo>
                    <a:pt x="0" y="63"/>
                  </a:moveTo>
                  <a:lnTo>
                    <a:pt x="189" y="11"/>
                  </a:lnTo>
                  <a:lnTo>
                    <a:pt x="228" y="36"/>
                  </a:lnTo>
                  <a:lnTo>
                    <a:pt x="44" y="210"/>
                  </a:lnTo>
                  <a:lnTo>
                    <a:pt x="244" y="32"/>
                  </a:lnTo>
                  <a:lnTo>
                    <a:pt x="189" y="0"/>
                  </a:lnTo>
                  <a:lnTo>
                    <a:pt x="0" y="63"/>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7" name="Google Shape;1857;p33">
              <a:extLst>
                <a:ext uri="{FF2B5EF4-FFF2-40B4-BE49-F238E27FC236}">
                  <a16:creationId xmlns:a16="http://schemas.microsoft.com/office/drawing/2014/main" id="{A5E83941-4367-7820-B235-E42EE750B818}"/>
                </a:ext>
              </a:extLst>
            </p:cNvPr>
            <p:cNvSpPr/>
            <p:nvPr/>
          </p:nvSpPr>
          <p:spPr>
            <a:xfrm flipH="1">
              <a:off x="136" y="2577289"/>
              <a:ext cx="1853421" cy="465972"/>
            </a:xfrm>
            <a:custGeom>
              <a:avLst/>
              <a:gdLst/>
              <a:ahLst/>
              <a:cxnLst/>
              <a:rect l="l" t="t" r="r" b="b"/>
              <a:pathLst>
                <a:path w="1062" h="267" extrusionOk="0">
                  <a:moveTo>
                    <a:pt x="1062" y="236"/>
                  </a:moveTo>
                  <a:lnTo>
                    <a:pt x="1062" y="234"/>
                  </a:lnTo>
                  <a:lnTo>
                    <a:pt x="599" y="234"/>
                  </a:lnTo>
                  <a:lnTo>
                    <a:pt x="599" y="0"/>
                  </a:lnTo>
                  <a:lnTo>
                    <a:pt x="263" y="0"/>
                  </a:lnTo>
                  <a:lnTo>
                    <a:pt x="0" y="236"/>
                  </a:lnTo>
                  <a:lnTo>
                    <a:pt x="597" y="236"/>
                  </a:lnTo>
                  <a:lnTo>
                    <a:pt x="597" y="267"/>
                  </a:lnTo>
                  <a:lnTo>
                    <a:pt x="1062" y="267"/>
                  </a:lnTo>
                  <a:lnTo>
                    <a:pt x="1062" y="265"/>
                  </a:lnTo>
                  <a:lnTo>
                    <a:pt x="599" y="265"/>
                  </a:lnTo>
                  <a:lnTo>
                    <a:pt x="599" y="236"/>
                  </a:lnTo>
                  <a:lnTo>
                    <a:pt x="1062" y="236"/>
                  </a:lnTo>
                  <a:close/>
                  <a:moveTo>
                    <a:pt x="597" y="234"/>
                  </a:moveTo>
                  <a:lnTo>
                    <a:pt x="7" y="234"/>
                  </a:lnTo>
                  <a:lnTo>
                    <a:pt x="264" y="2"/>
                  </a:lnTo>
                  <a:lnTo>
                    <a:pt x="597" y="2"/>
                  </a:lnTo>
                  <a:lnTo>
                    <a:pt x="597" y="23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8" name="Google Shape;1858;p33">
              <a:extLst>
                <a:ext uri="{FF2B5EF4-FFF2-40B4-BE49-F238E27FC236}">
                  <a16:creationId xmlns:a16="http://schemas.microsoft.com/office/drawing/2014/main" id="{3F06AA21-9223-48CA-5033-57E122C377AE}"/>
                </a:ext>
              </a:extLst>
            </p:cNvPr>
            <p:cNvSpPr/>
            <p:nvPr/>
          </p:nvSpPr>
          <p:spPr>
            <a:xfrm flipH="1">
              <a:off x="872625" y="3041515"/>
              <a:ext cx="1284600" cy="69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41071144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07"/>
        <p:cNvGrpSpPr/>
        <p:nvPr/>
      </p:nvGrpSpPr>
      <p:grpSpPr>
        <a:xfrm>
          <a:off x="0" y="0"/>
          <a:ext cx="0" cy="0"/>
          <a:chOff x="0" y="0"/>
          <a:chExt cx="0" cy="0"/>
        </a:xfrm>
      </p:grpSpPr>
      <p:sp>
        <p:nvSpPr>
          <p:cNvPr id="1911" name="Google Shape;1911;p3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Research Scope</a:t>
            </a:r>
            <a:endParaRPr dirty="0"/>
          </a:p>
        </p:txBody>
      </p:sp>
      <p:sp>
        <p:nvSpPr>
          <p:cNvPr id="1912" name="Google Shape;1912;p35"/>
          <p:cNvSpPr txBox="1">
            <a:spLocks noGrp="1"/>
          </p:cNvSpPr>
          <p:nvPr>
            <p:ph type="subTitle" idx="2"/>
          </p:nvPr>
        </p:nvSpPr>
        <p:spPr>
          <a:xfrm>
            <a:off x="2390596" y="1534816"/>
            <a:ext cx="5706234" cy="710746"/>
          </a:xfrm>
          <a:prstGeom prst="rect">
            <a:avLst/>
          </a:prstGeom>
        </p:spPr>
        <p:txBody>
          <a:bodyPr spcFirstLastPara="1" wrap="square" lIns="91425" tIns="91425" rIns="91425" bIns="91425" anchor="t" anchorCtr="0">
            <a:noAutofit/>
          </a:bodyPr>
          <a:lstStyle/>
          <a:p>
            <a:pPr marL="0" lvl="0" indent="0" algn="l">
              <a:spcAft>
                <a:spcPts val="1200"/>
              </a:spcAft>
            </a:pPr>
            <a:r>
              <a:rPr lang="en-MY" sz="1800" dirty="0"/>
              <a:t>Compare baseline LSTM with TGACN, GCN-SBULSTM, TPA-LSTM, STEP, and BiLSTM to predict ridership trends and evaluate with combined MAE, RMSE, MAPE and R</a:t>
            </a:r>
            <a:r>
              <a:rPr lang="en-MY" sz="1800" baseline="30000" dirty="0"/>
              <a:t>2</a:t>
            </a:r>
            <a:r>
              <a:rPr lang="en-MY" sz="1800" dirty="0"/>
              <a:t>.</a:t>
            </a:r>
          </a:p>
          <a:p>
            <a:pPr marL="0" lvl="0" indent="0" algn="l">
              <a:spcAft>
                <a:spcPts val="1200"/>
              </a:spcAft>
            </a:pPr>
            <a:endParaRPr lang="en-MY" sz="1800" dirty="0"/>
          </a:p>
        </p:txBody>
      </p:sp>
      <p:grpSp>
        <p:nvGrpSpPr>
          <p:cNvPr id="1915" name="Google Shape;1915;p35"/>
          <p:cNvGrpSpPr/>
          <p:nvPr/>
        </p:nvGrpSpPr>
        <p:grpSpPr>
          <a:xfrm>
            <a:off x="1367269" y="3084008"/>
            <a:ext cx="615764" cy="580514"/>
            <a:chOff x="7119913" y="3355965"/>
            <a:chExt cx="366307" cy="345337"/>
          </a:xfrm>
        </p:grpSpPr>
        <p:sp>
          <p:nvSpPr>
            <p:cNvPr id="1916" name="Google Shape;1916;p35"/>
            <p:cNvSpPr/>
            <p:nvPr/>
          </p:nvSpPr>
          <p:spPr>
            <a:xfrm>
              <a:off x="7151005" y="3365959"/>
              <a:ext cx="21098" cy="66624"/>
            </a:xfrm>
            <a:custGeom>
              <a:avLst/>
              <a:gdLst/>
              <a:ahLst/>
              <a:cxnLst/>
              <a:rect l="l" t="t" r="r" b="b"/>
              <a:pathLst>
                <a:path w="19" h="60" extrusionOk="0">
                  <a:moveTo>
                    <a:pt x="19" y="48"/>
                  </a:moveTo>
                  <a:lnTo>
                    <a:pt x="10" y="60"/>
                  </a:lnTo>
                  <a:lnTo>
                    <a:pt x="0" y="48"/>
                  </a:lnTo>
                  <a:lnTo>
                    <a:pt x="0" y="10"/>
                  </a:lnTo>
                  <a:lnTo>
                    <a:pt x="10" y="0"/>
                  </a:lnTo>
                  <a:lnTo>
                    <a:pt x="19" y="10"/>
                  </a:lnTo>
                  <a:lnTo>
                    <a:pt x="19" y="48"/>
                  </a:lnTo>
                  <a:close/>
                </a:path>
              </a:pathLst>
            </a:custGeom>
            <a:solidFill>
              <a:srgbClr val="A1B7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7" name="Google Shape;1917;p35"/>
            <p:cNvSpPr/>
            <p:nvPr/>
          </p:nvSpPr>
          <p:spPr>
            <a:xfrm>
              <a:off x="7433048" y="3365959"/>
              <a:ext cx="21098" cy="66624"/>
            </a:xfrm>
            <a:custGeom>
              <a:avLst/>
              <a:gdLst/>
              <a:ahLst/>
              <a:cxnLst/>
              <a:rect l="l" t="t" r="r" b="b"/>
              <a:pathLst>
                <a:path w="19" h="60" extrusionOk="0">
                  <a:moveTo>
                    <a:pt x="0" y="48"/>
                  </a:moveTo>
                  <a:lnTo>
                    <a:pt x="10" y="60"/>
                  </a:lnTo>
                  <a:lnTo>
                    <a:pt x="19" y="48"/>
                  </a:lnTo>
                  <a:lnTo>
                    <a:pt x="19" y="10"/>
                  </a:lnTo>
                  <a:lnTo>
                    <a:pt x="10" y="0"/>
                  </a:lnTo>
                  <a:lnTo>
                    <a:pt x="0" y="10"/>
                  </a:lnTo>
                  <a:lnTo>
                    <a:pt x="0" y="48"/>
                  </a:lnTo>
                  <a:close/>
                </a:path>
              </a:pathLst>
            </a:custGeom>
            <a:solidFill>
              <a:srgbClr val="A1B7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8" name="Google Shape;1918;p35"/>
            <p:cNvSpPr/>
            <p:nvPr/>
          </p:nvSpPr>
          <p:spPr>
            <a:xfrm>
              <a:off x="7119913" y="3419259"/>
              <a:ext cx="194321" cy="282044"/>
            </a:xfrm>
            <a:custGeom>
              <a:avLst/>
              <a:gdLst/>
              <a:ahLst/>
              <a:cxnLst/>
              <a:rect l="l" t="t" r="r" b="b"/>
              <a:pathLst>
                <a:path w="175" h="254" extrusionOk="0">
                  <a:moveTo>
                    <a:pt x="0" y="0"/>
                  </a:moveTo>
                  <a:lnTo>
                    <a:pt x="0" y="254"/>
                  </a:lnTo>
                  <a:lnTo>
                    <a:pt x="164" y="254"/>
                  </a:lnTo>
                  <a:lnTo>
                    <a:pt x="175" y="128"/>
                  </a:lnTo>
                  <a:lnTo>
                    <a:pt x="164" y="0"/>
                  </a:lnTo>
                  <a:lnTo>
                    <a:pt x="0" y="0"/>
                  </a:ln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9" name="Google Shape;1919;p35"/>
            <p:cNvSpPr/>
            <p:nvPr/>
          </p:nvSpPr>
          <p:spPr>
            <a:xfrm>
              <a:off x="7302020" y="3419259"/>
              <a:ext cx="184200" cy="282000"/>
            </a:xfrm>
            <a:prstGeom prst="rect">
              <a:avLst/>
            </a:pr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0" name="Google Shape;1920;p35"/>
            <p:cNvSpPr/>
            <p:nvPr/>
          </p:nvSpPr>
          <p:spPr>
            <a:xfrm>
              <a:off x="7141011" y="3442577"/>
              <a:ext cx="173224" cy="108820"/>
            </a:xfrm>
            <a:custGeom>
              <a:avLst/>
              <a:gdLst/>
              <a:ahLst/>
              <a:cxnLst/>
              <a:rect l="l" t="t" r="r" b="b"/>
              <a:pathLst>
                <a:path w="156" h="98" extrusionOk="0">
                  <a:moveTo>
                    <a:pt x="0" y="0"/>
                  </a:moveTo>
                  <a:lnTo>
                    <a:pt x="0" y="98"/>
                  </a:lnTo>
                  <a:lnTo>
                    <a:pt x="145" y="98"/>
                  </a:lnTo>
                  <a:lnTo>
                    <a:pt x="156" y="48"/>
                  </a:lnTo>
                  <a:lnTo>
                    <a:pt x="145" y="0"/>
                  </a:lnTo>
                  <a:lnTo>
                    <a:pt x="0" y="0"/>
                  </a:ln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1" name="Google Shape;1921;p35"/>
            <p:cNvSpPr/>
            <p:nvPr/>
          </p:nvSpPr>
          <p:spPr>
            <a:xfrm>
              <a:off x="7302020" y="3442577"/>
              <a:ext cx="33300" cy="108900"/>
            </a:xfrm>
            <a:prstGeom prst="rect">
              <a:avLst/>
            </a:pr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2" name="Google Shape;1922;p35"/>
            <p:cNvSpPr/>
            <p:nvPr/>
          </p:nvSpPr>
          <p:spPr>
            <a:xfrm>
              <a:off x="7141011" y="3572495"/>
              <a:ext cx="107700" cy="107700"/>
            </a:xfrm>
            <a:prstGeom prst="rect">
              <a:avLst/>
            </a:pr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3" name="Google Shape;1923;p35"/>
            <p:cNvSpPr/>
            <p:nvPr/>
          </p:nvSpPr>
          <p:spPr>
            <a:xfrm>
              <a:off x="7269818" y="3572495"/>
              <a:ext cx="44416" cy="107710"/>
            </a:xfrm>
            <a:custGeom>
              <a:avLst/>
              <a:gdLst/>
              <a:ahLst/>
              <a:cxnLst/>
              <a:rect l="l" t="t" r="r" b="b"/>
              <a:pathLst>
                <a:path w="40" h="97" extrusionOk="0">
                  <a:moveTo>
                    <a:pt x="0" y="0"/>
                  </a:moveTo>
                  <a:lnTo>
                    <a:pt x="0" y="97"/>
                  </a:lnTo>
                  <a:lnTo>
                    <a:pt x="29" y="97"/>
                  </a:lnTo>
                  <a:lnTo>
                    <a:pt x="40" y="47"/>
                  </a:lnTo>
                  <a:lnTo>
                    <a:pt x="29" y="0"/>
                  </a:lnTo>
                  <a:lnTo>
                    <a:pt x="0" y="0"/>
                  </a:ln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4" name="Google Shape;1924;p35"/>
            <p:cNvSpPr/>
            <p:nvPr/>
          </p:nvSpPr>
          <p:spPr>
            <a:xfrm>
              <a:off x="7302020" y="3572495"/>
              <a:ext cx="163200" cy="107700"/>
            </a:xfrm>
            <a:prstGeom prst="rect">
              <a:avLst/>
            </a:pr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5" name="Google Shape;1925;p35"/>
            <p:cNvSpPr/>
            <p:nvPr/>
          </p:nvSpPr>
          <p:spPr>
            <a:xfrm>
              <a:off x="7356429" y="3442577"/>
              <a:ext cx="108820" cy="108820"/>
            </a:xfrm>
            <a:custGeom>
              <a:avLst/>
              <a:gdLst/>
              <a:ahLst/>
              <a:cxnLst/>
              <a:rect l="l" t="t" r="r" b="b"/>
              <a:pathLst>
                <a:path w="98" h="98" extrusionOk="0">
                  <a:moveTo>
                    <a:pt x="0" y="98"/>
                  </a:moveTo>
                  <a:lnTo>
                    <a:pt x="48" y="98"/>
                  </a:lnTo>
                  <a:lnTo>
                    <a:pt x="98" y="98"/>
                  </a:lnTo>
                  <a:lnTo>
                    <a:pt x="98" y="0"/>
                  </a:lnTo>
                  <a:lnTo>
                    <a:pt x="0" y="0"/>
                  </a:lnTo>
                  <a:lnTo>
                    <a:pt x="0" y="98"/>
                  </a:ln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6" name="Google Shape;1926;p35"/>
            <p:cNvSpPr/>
            <p:nvPr/>
          </p:nvSpPr>
          <p:spPr>
            <a:xfrm>
              <a:off x="7119913" y="3355965"/>
              <a:ext cx="194321" cy="21098"/>
            </a:xfrm>
            <a:custGeom>
              <a:avLst/>
              <a:gdLst/>
              <a:ahLst/>
              <a:cxnLst/>
              <a:rect l="l" t="t" r="r" b="b"/>
              <a:pathLst>
                <a:path w="175" h="19" extrusionOk="0">
                  <a:moveTo>
                    <a:pt x="0" y="0"/>
                  </a:moveTo>
                  <a:lnTo>
                    <a:pt x="0" y="19"/>
                  </a:lnTo>
                  <a:lnTo>
                    <a:pt x="164" y="19"/>
                  </a:lnTo>
                  <a:lnTo>
                    <a:pt x="175" y="9"/>
                  </a:lnTo>
                  <a:lnTo>
                    <a:pt x="164" y="0"/>
                  </a:lnTo>
                  <a:lnTo>
                    <a:pt x="0" y="0"/>
                  </a:lnTo>
                  <a:close/>
                </a:path>
              </a:pathLst>
            </a:custGeom>
            <a:solidFill>
              <a:srgbClr val="A1B7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7" name="Google Shape;1927;p35"/>
            <p:cNvSpPr/>
            <p:nvPr/>
          </p:nvSpPr>
          <p:spPr>
            <a:xfrm>
              <a:off x="7302020" y="3355965"/>
              <a:ext cx="184200" cy="21300"/>
            </a:xfrm>
            <a:prstGeom prst="rect">
              <a:avLst/>
            </a:prstGeom>
            <a:solidFill>
              <a:srgbClr val="A1B7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8" name="Google Shape;1928;p35"/>
            <p:cNvSpPr/>
            <p:nvPr/>
          </p:nvSpPr>
          <p:spPr>
            <a:xfrm>
              <a:off x="7206525" y="3463675"/>
              <a:ext cx="99937" cy="21098"/>
            </a:xfrm>
            <a:custGeom>
              <a:avLst/>
              <a:gdLst/>
              <a:ahLst/>
              <a:cxnLst/>
              <a:rect l="l" t="t" r="r" b="b"/>
              <a:pathLst>
                <a:path w="90" h="19" extrusionOk="0">
                  <a:moveTo>
                    <a:pt x="0" y="0"/>
                  </a:moveTo>
                  <a:lnTo>
                    <a:pt x="0" y="19"/>
                  </a:lnTo>
                  <a:lnTo>
                    <a:pt x="86" y="19"/>
                  </a:lnTo>
                  <a:lnTo>
                    <a:pt x="90" y="10"/>
                  </a:lnTo>
                  <a:lnTo>
                    <a:pt x="86" y="0"/>
                  </a:lnTo>
                  <a:lnTo>
                    <a:pt x="0" y="0"/>
                  </a:ln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9" name="Google Shape;1929;p35"/>
            <p:cNvSpPr/>
            <p:nvPr/>
          </p:nvSpPr>
          <p:spPr>
            <a:xfrm>
              <a:off x="7302020" y="3463675"/>
              <a:ext cx="12300" cy="21300"/>
            </a:xfrm>
            <a:prstGeom prst="rect">
              <a:avLst/>
            </a:pr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0" name="Google Shape;1930;p35"/>
            <p:cNvSpPr/>
            <p:nvPr/>
          </p:nvSpPr>
          <p:spPr>
            <a:xfrm>
              <a:off x="7206525" y="3505871"/>
              <a:ext cx="103268" cy="21098"/>
            </a:xfrm>
            <a:custGeom>
              <a:avLst/>
              <a:gdLst/>
              <a:ahLst/>
              <a:cxnLst/>
              <a:rect l="l" t="t" r="r" b="b"/>
              <a:pathLst>
                <a:path w="93" h="19" extrusionOk="0">
                  <a:moveTo>
                    <a:pt x="0" y="0"/>
                  </a:moveTo>
                  <a:lnTo>
                    <a:pt x="0" y="19"/>
                  </a:lnTo>
                  <a:lnTo>
                    <a:pt x="86" y="19"/>
                  </a:lnTo>
                  <a:lnTo>
                    <a:pt x="93" y="10"/>
                  </a:lnTo>
                  <a:lnTo>
                    <a:pt x="86" y="0"/>
                  </a:lnTo>
                  <a:lnTo>
                    <a:pt x="0" y="0"/>
                  </a:ln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1" name="Google Shape;1931;p35"/>
            <p:cNvSpPr/>
            <p:nvPr/>
          </p:nvSpPr>
          <p:spPr>
            <a:xfrm>
              <a:off x="7302020" y="3505871"/>
              <a:ext cx="12300" cy="21300"/>
            </a:xfrm>
            <a:prstGeom prst="rect">
              <a:avLst/>
            </a:pr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2" name="Google Shape;1932;p35"/>
            <p:cNvSpPr/>
            <p:nvPr/>
          </p:nvSpPr>
          <p:spPr>
            <a:xfrm>
              <a:off x="7162109" y="3463675"/>
              <a:ext cx="21300" cy="21300"/>
            </a:xfrm>
            <a:prstGeom prst="rect">
              <a:avLst/>
            </a:pr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3" name="Google Shape;1933;p35"/>
            <p:cNvSpPr/>
            <p:nvPr/>
          </p:nvSpPr>
          <p:spPr>
            <a:xfrm>
              <a:off x="7162109" y="3505871"/>
              <a:ext cx="21300" cy="21300"/>
            </a:xfrm>
            <a:prstGeom prst="rect">
              <a:avLst/>
            </a:pr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4" name="Google Shape;1934;p35"/>
            <p:cNvSpPr/>
            <p:nvPr/>
          </p:nvSpPr>
          <p:spPr>
            <a:xfrm>
              <a:off x="7380858" y="3463675"/>
              <a:ext cx="63294" cy="61073"/>
            </a:xfrm>
            <a:custGeom>
              <a:avLst/>
              <a:gdLst/>
              <a:ahLst/>
              <a:cxnLst/>
              <a:rect l="l" t="t" r="r" b="b"/>
              <a:pathLst>
                <a:path w="57" h="55" extrusionOk="0">
                  <a:moveTo>
                    <a:pt x="7" y="19"/>
                  </a:moveTo>
                  <a:lnTo>
                    <a:pt x="23" y="19"/>
                  </a:lnTo>
                  <a:lnTo>
                    <a:pt x="0" y="41"/>
                  </a:lnTo>
                  <a:lnTo>
                    <a:pt x="14" y="55"/>
                  </a:lnTo>
                  <a:lnTo>
                    <a:pt x="35" y="33"/>
                  </a:lnTo>
                  <a:lnTo>
                    <a:pt x="35" y="48"/>
                  </a:lnTo>
                  <a:lnTo>
                    <a:pt x="57" y="48"/>
                  </a:lnTo>
                  <a:lnTo>
                    <a:pt x="57" y="0"/>
                  </a:lnTo>
                  <a:lnTo>
                    <a:pt x="7" y="0"/>
                  </a:lnTo>
                  <a:lnTo>
                    <a:pt x="7" y="19"/>
                  </a:ln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5" name="Google Shape;1935;p35"/>
            <p:cNvSpPr/>
            <p:nvPr/>
          </p:nvSpPr>
          <p:spPr>
            <a:xfrm>
              <a:off x="7302020" y="3593592"/>
              <a:ext cx="12300" cy="21300"/>
            </a:xfrm>
            <a:prstGeom prst="rect">
              <a:avLst/>
            </a:prstGeom>
            <a:solidFill>
              <a:srgbClr val="7EE4F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6" name="Google Shape;1936;p35"/>
            <p:cNvSpPr/>
            <p:nvPr/>
          </p:nvSpPr>
          <p:spPr>
            <a:xfrm>
              <a:off x="7290916" y="3635788"/>
              <a:ext cx="23319" cy="23319"/>
            </a:xfrm>
            <a:custGeom>
              <a:avLst/>
              <a:gdLst/>
              <a:ahLst/>
              <a:cxnLst/>
              <a:rect l="l" t="t" r="r" b="b"/>
              <a:pathLst>
                <a:path w="21" h="21" extrusionOk="0">
                  <a:moveTo>
                    <a:pt x="0" y="0"/>
                  </a:moveTo>
                  <a:lnTo>
                    <a:pt x="0" y="21"/>
                  </a:lnTo>
                  <a:lnTo>
                    <a:pt x="10" y="21"/>
                  </a:lnTo>
                  <a:lnTo>
                    <a:pt x="21" y="9"/>
                  </a:lnTo>
                  <a:lnTo>
                    <a:pt x="10" y="0"/>
                  </a:lnTo>
                  <a:lnTo>
                    <a:pt x="0" y="0"/>
                  </a:ln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7" name="Google Shape;1937;p35"/>
            <p:cNvSpPr/>
            <p:nvPr/>
          </p:nvSpPr>
          <p:spPr>
            <a:xfrm>
              <a:off x="7302020" y="3635788"/>
              <a:ext cx="96600" cy="23400"/>
            </a:xfrm>
            <a:prstGeom prst="rect">
              <a:avLst/>
            </a:pr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8" name="Google Shape;1938;p35"/>
            <p:cNvSpPr/>
            <p:nvPr/>
          </p:nvSpPr>
          <p:spPr>
            <a:xfrm>
              <a:off x="7419723" y="3593592"/>
              <a:ext cx="24300" cy="21300"/>
            </a:xfrm>
            <a:prstGeom prst="rect">
              <a:avLst/>
            </a:pr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9" name="Google Shape;1939;p35"/>
            <p:cNvSpPr/>
            <p:nvPr/>
          </p:nvSpPr>
          <p:spPr>
            <a:xfrm>
              <a:off x="7419723" y="3635788"/>
              <a:ext cx="24300" cy="23400"/>
            </a:xfrm>
            <a:prstGeom prst="rect">
              <a:avLst/>
            </a:pr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0" name="Google Shape;1940;p35"/>
            <p:cNvSpPr/>
            <p:nvPr/>
          </p:nvSpPr>
          <p:spPr>
            <a:xfrm>
              <a:off x="7162109" y="3593592"/>
              <a:ext cx="63294" cy="59962"/>
            </a:xfrm>
            <a:custGeom>
              <a:avLst/>
              <a:gdLst/>
              <a:ahLst/>
              <a:cxnLst/>
              <a:rect l="l" t="t" r="r" b="b"/>
              <a:pathLst>
                <a:path w="57" h="54" extrusionOk="0">
                  <a:moveTo>
                    <a:pt x="50" y="19"/>
                  </a:moveTo>
                  <a:lnTo>
                    <a:pt x="50" y="0"/>
                  </a:lnTo>
                  <a:lnTo>
                    <a:pt x="0" y="0"/>
                  </a:lnTo>
                  <a:lnTo>
                    <a:pt x="0" y="47"/>
                  </a:lnTo>
                  <a:lnTo>
                    <a:pt x="19" y="47"/>
                  </a:lnTo>
                  <a:lnTo>
                    <a:pt x="19" y="33"/>
                  </a:lnTo>
                  <a:lnTo>
                    <a:pt x="42" y="54"/>
                  </a:lnTo>
                  <a:lnTo>
                    <a:pt x="57" y="42"/>
                  </a:lnTo>
                  <a:lnTo>
                    <a:pt x="33" y="19"/>
                  </a:lnTo>
                  <a:lnTo>
                    <a:pt x="50" y="19"/>
                  </a:ln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1" name="Google Shape;1941;p35"/>
            <p:cNvSpPr/>
            <p:nvPr/>
          </p:nvSpPr>
          <p:spPr>
            <a:xfrm>
              <a:off x="7290916" y="3593592"/>
              <a:ext cx="23319" cy="21098"/>
            </a:xfrm>
            <a:custGeom>
              <a:avLst/>
              <a:gdLst/>
              <a:ahLst/>
              <a:cxnLst/>
              <a:rect l="l" t="t" r="r" b="b"/>
              <a:pathLst>
                <a:path w="21" h="19" extrusionOk="0">
                  <a:moveTo>
                    <a:pt x="0" y="0"/>
                  </a:moveTo>
                  <a:lnTo>
                    <a:pt x="0" y="19"/>
                  </a:lnTo>
                  <a:lnTo>
                    <a:pt x="10" y="19"/>
                  </a:lnTo>
                  <a:lnTo>
                    <a:pt x="21" y="9"/>
                  </a:lnTo>
                  <a:lnTo>
                    <a:pt x="10" y="0"/>
                  </a:lnTo>
                  <a:lnTo>
                    <a:pt x="0" y="0"/>
                  </a:ln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2" name="Google Shape;1942;p35"/>
            <p:cNvSpPr/>
            <p:nvPr/>
          </p:nvSpPr>
          <p:spPr>
            <a:xfrm>
              <a:off x="7302020" y="3593592"/>
              <a:ext cx="96600" cy="21300"/>
            </a:xfrm>
            <a:prstGeom prst="rect">
              <a:avLst/>
            </a:pr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943" name="Google Shape;1943;p35"/>
          <p:cNvGrpSpPr/>
          <p:nvPr/>
        </p:nvGrpSpPr>
        <p:grpSpPr>
          <a:xfrm>
            <a:off x="1425559" y="1576619"/>
            <a:ext cx="536730" cy="627140"/>
            <a:chOff x="620722" y="5054597"/>
            <a:chExt cx="319291" cy="373075"/>
          </a:xfrm>
        </p:grpSpPr>
        <p:sp>
          <p:nvSpPr>
            <p:cNvPr id="1944" name="Google Shape;1944;p35"/>
            <p:cNvSpPr/>
            <p:nvPr/>
          </p:nvSpPr>
          <p:spPr>
            <a:xfrm>
              <a:off x="737235" y="5224889"/>
              <a:ext cx="90746" cy="162450"/>
            </a:xfrm>
            <a:custGeom>
              <a:avLst/>
              <a:gdLst/>
              <a:ahLst/>
              <a:cxnLst/>
              <a:rect l="l" t="t" r="r" b="b"/>
              <a:pathLst>
                <a:path w="34" h="61" extrusionOk="0">
                  <a:moveTo>
                    <a:pt x="0" y="31"/>
                  </a:moveTo>
                  <a:cubicBezTo>
                    <a:pt x="0" y="47"/>
                    <a:pt x="14" y="61"/>
                    <a:pt x="30" y="61"/>
                  </a:cubicBezTo>
                  <a:cubicBezTo>
                    <a:pt x="34" y="31"/>
                    <a:pt x="34" y="31"/>
                    <a:pt x="34" y="31"/>
                  </a:cubicBezTo>
                  <a:cubicBezTo>
                    <a:pt x="30" y="0"/>
                    <a:pt x="30" y="0"/>
                    <a:pt x="30" y="0"/>
                  </a:cubicBezTo>
                  <a:cubicBezTo>
                    <a:pt x="14" y="0"/>
                    <a:pt x="0" y="14"/>
                    <a:pt x="0" y="31"/>
                  </a:cubicBez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5" name="Google Shape;1945;p35"/>
            <p:cNvSpPr/>
            <p:nvPr/>
          </p:nvSpPr>
          <p:spPr>
            <a:xfrm>
              <a:off x="816778" y="5224889"/>
              <a:ext cx="82904" cy="162450"/>
            </a:xfrm>
            <a:custGeom>
              <a:avLst/>
              <a:gdLst/>
              <a:ahLst/>
              <a:cxnLst/>
              <a:rect l="l" t="t" r="r" b="b"/>
              <a:pathLst>
                <a:path w="31" h="61" extrusionOk="0">
                  <a:moveTo>
                    <a:pt x="0" y="0"/>
                  </a:moveTo>
                  <a:cubicBezTo>
                    <a:pt x="0" y="61"/>
                    <a:pt x="0" y="61"/>
                    <a:pt x="0" y="61"/>
                  </a:cubicBezTo>
                  <a:cubicBezTo>
                    <a:pt x="17" y="61"/>
                    <a:pt x="31" y="47"/>
                    <a:pt x="31" y="31"/>
                  </a:cubicBezTo>
                  <a:cubicBezTo>
                    <a:pt x="31" y="14"/>
                    <a:pt x="17" y="0"/>
                    <a:pt x="0" y="0"/>
                  </a:cubicBez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6" name="Google Shape;1946;p35"/>
            <p:cNvSpPr/>
            <p:nvPr/>
          </p:nvSpPr>
          <p:spPr>
            <a:xfrm>
              <a:off x="652091" y="5145344"/>
              <a:ext cx="154604" cy="149006"/>
            </a:xfrm>
            <a:custGeom>
              <a:avLst/>
              <a:gdLst/>
              <a:ahLst/>
              <a:cxnLst/>
              <a:rect l="l" t="t" r="r" b="b"/>
              <a:pathLst>
                <a:path w="58" h="56" extrusionOk="0">
                  <a:moveTo>
                    <a:pt x="5" y="26"/>
                  </a:moveTo>
                  <a:cubicBezTo>
                    <a:pt x="0" y="41"/>
                    <a:pt x="0" y="41"/>
                    <a:pt x="0" y="41"/>
                  </a:cubicBezTo>
                  <a:cubicBezTo>
                    <a:pt x="5" y="56"/>
                    <a:pt x="5" y="56"/>
                    <a:pt x="5" y="56"/>
                  </a:cubicBezTo>
                  <a:cubicBezTo>
                    <a:pt x="5" y="27"/>
                    <a:pt x="29" y="3"/>
                    <a:pt x="58" y="3"/>
                  </a:cubicBezTo>
                  <a:cubicBezTo>
                    <a:pt x="43" y="0"/>
                    <a:pt x="43" y="0"/>
                    <a:pt x="43" y="0"/>
                  </a:cubicBezTo>
                  <a:cubicBezTo>
                    <a:pt x="27" y="3"/>
                    <a:pt x="27" y="3"/>
                    <a:pt x="27" y="3"/>
                  </a:cubicBezTo>
                  <a:cubicBezTo>
                    <a:pt x="18" y="8"/>
                    <a:pt x="10" y="16"/>
                    <a:pt x="5" y="26"/>
                  </a:cubicBezTo>
                  <a:close/>
                </a:path>
              </a:pathLst>
            </a:custGeom>
            <a:solidFill>
              <a:srgbClr val="A1B7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7" name="Google Shape;1947;p35"/>
            <p:cNvSpPr/>
            <p:nvPr/>
          </p:nvSpPr>
          <p:spPr>
            <a:xfrm>
              <a:off x="816778" y="5087087"/>
              <a:ext cx="123235" cy="66101"/>
            </a:xfrm>
            <a:custGeom>
              <a:avLst/>
              <a:gdLst/>
              <a:ahLst/>
              <a:cxnLst/>
              <a:rect l="l" t="t" r="r" b="b"/>
              <a:pathLst>
                <a:path w="46" h="25" extrusionOk="0">
                  <a:moveTo>
                    <a:pt x="33" y="0"/>
                  </a:moveTo>
                  <a:cubicBezTo>
                    <a:pt x="32" y="0"/>
                    <a:pt x="30" y="0"/>
                    <a:pt x="29" y="0"/>
                  </a:cubicBezTo>
                  <a:cubicBezTo>
                    <a:pt x="29" y="8"/>
                    <a:pt x="29" y="8"/>
                    <a:pt x="29" y="8"/>
                  </a:cubicBezTo>
                  <a:cubicBezTo>
                    <a:pt x="33" y="8"/>
                    <a:pt x="33" y="8"/>
                    <a:pt x="33" y="8"/>
                  </a:cubicBezTo>
                  <a:cubicBezTo>
                    <a:pt x="35" y="8"/>
                    <a:pt x="37" y="10"/>
                    <a:pt x="37" y="12"/>
                  </a:cubicBezTo>
                  <a:cubicBezTo>
                    <a:pt x="37" y="15"/>
                    <a:pt x="35" y="17"/>
                    <a:pt x="33" y="17"/>
                  </a:cubicBezTo>
                  <a:cubicBezTo>
                    <a:pt x="27" y="17"/>
                    <a:pt x="10" y="17"/>
                    <a:pt x="4" y="17"/>
                  </a:cubicBezTo>
                  <a:cubicBezTo>
                    <a:pt x="0" y="21"/>
                    <a:pt x="0" y="21"/>
                    <a:pt x="0" y="21"/>
                  </a:cubicBezTo>
                  <a:cubicBezTo>
                    <a:pt x="4" y="25"/>
                    <a:pt x="4" y="25"/>
                    <a:pt x="4" y="25"/>
                  </a:cubicBezTo>
                  <a:cubicBezTo>
                    <a:pt x="33" y="25"/>
                    <a:pt x="33" y="25"/>
                    <a:pt x="33" y="25"/>
                  </a:cubicBezTo>
                  <a:cubicBezTo>
                    <a:pt x="40" y="25"/>
                    <a:pt x="46" y="19"/>
                    <a:pt x="45" y="12"/>
                  </a:cubicBezTo>
                  <a:cubicBezTo>
                    <a:pt x="45" y="5"/>
                    <a:pt x="40" y="0"/>
                    <a:pt x="33" y="0"/>
                  </a:cubicBezTo>
                  <a:close/>
                </a:path>
              </a:pathLst>
            </a:custGeom>
            <a:solidFill>
              <a:srgbClr val="A1B7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8" name="Google Shape;1948;p35"/>
            <p:cNvSpPr/>
            <p:nvPr/>
          </p:nvSpPr>
          <p:spPr>
            <a:xfrm>
              <a:off x="655452" y="5131900"/>
              <a:ext cx="161326" cy="21287"/>
            </a:xfrm>
            <a:custGeom>
              <a:avLst/>
              <a:gdLst/>
              <a:ahLst/>
              <a:cxnLst/>
              <a:rect l="l" t="t" r="r" b="b"/>
              <a:pathLst>
                <a:path w="61" h="8" extrusionOk="0">
                  <a:moveTo>
                    <a:pt x="4" y="0"/>
                  </a:moveTo>
                  <a:cubicBezTo>
                    <a:pt x="0" y="4"/>
                    <a:pt x="0" y="4"/>
                    <a:pt x="0" y="4"/>
                  </a:cubicBezTo>
                  <a:cubicBezTo>
                    <a:pt x="4" y="8"/>
                    <a:pt x="4" y="8"/>
                    <a:pt x="4" y="8"/>
                  </a:cubicBezTo>
                  <a:cubicBezTo>
                    <a:pt x="57" y="8"/>
                    <a:pt x="57" y="8"/>
                    <a:pt x="57" y="8"/>
                  </a:cubicBezTo>
                  <a:cubicBezTo>
                    <a:pt x="61" y="4"/>
                    <a:pt x="61" y="4"/>
                    <a:pt x="61" y="4"/>
                  </a:cubicBezTo>
                  <a:cubicBezTo>
                    <a:pt x="57" y="0"/>
                    <a:pt x="57" y="0"/>
                    <a:pt x="57" y="0"/>
                  </a:cubicBezTo>
                  <a:cubicBezTo>
                    <a:pt x="55" y="0"/>
                    <a:pt x="8" y="0"/>
                    <a:pt x="4" y="0"/>
                  </a:cubicBez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9" name="Google Shape;1949;p35"/>
            <p:cNvSpPr/>
            <p:nvPr/>
          </p:nvSpPr>
          <p:spPr>
            <a:xfrm>
              <a:off x="806695" y="5108373"/>
              <a:ext cx="15684" cy="106433"/>
            </a:xfrm>
            <a:custGeom>
              <a:avLst/>
              <a:gdLst/>
              <a:ahLst/>
              <a:cxnLst/>
              <a:rect l="l" t="t" r="r" b="b"/>
              <a:pathLst>
                <a:path w="6" h="40" extrusionOk="0">
                  <a:moveTo>
                    <a:pt x="0" y="1"/>
                  </a:moveTo>
                  <a:cubicBezTo>
                    <a:pt x="0" y="38"/>
                    <a:pt x="0" y="38"/>
                    <a:pt x="0" y="38"/>
                  </a:cubicBezTo>
                  <a:cubicBezTo>
                    <a:pt x="2" y="40"/>
                    <a:pt x="2" y="40"/>
                    <a:pt x="2" y="40"/>
                  </a:cubicBezTo>
                  <a:cubicBezTo>
                    <a:pt x="4" y="37"/>
                    <a:pt x="4" y="37"/>
                    <a:pt x="4" y="37"/>
                  </a:cubicBezTo>
                  <a:cubicBezTo>
                    <a:pt x="6" y="23"/>
                    <a:pt x="6" y="23"/>
                    <a:pt x="6" y="23"/>
                  </a:cubicBezTo>
                  <a:cubicBezTo>
                    <a:pt x="4" y="0"/>
                    <a:pt x="4" y="0"/>
                    <a:pt x="4" y="0"/>
                  </a:cubicBezTo>
                  <a:cubicBezTo>
                    <a:pt x="2" y="0"/>
                    <a:pt x="3" y="0"/>
                    <a:pt x="0" y="1"/>
                  </a:cubicBezTo>
                  <a:close/>
                </a:path>
              </a:pathLst>
            </a:custGeom>
            <a:solidFill>
              <a:srgbClr val="A1B7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0" name="Google Shape;1950;p35"/>
            <p:cNvSpPr/>
            <p:nvPr/>
          </p:nvSpPr>
          <p:spPr>
            <a:xfrm>
              <a:off x="816778" y="5108373"/>
              <a:ext cx="11203" cy="106433"/>
            </a:xfrm>
            <a:custGeom>
              <a:avLst/>
              <a:gdLst/>
              <a:ahLst/>
              <a:cxnLst/>
              <a:rect l="l" t="t" r="r" b="b"/>
              <a:pathLst>
                <a:path w="4" h="40" extrusionOk="0">
                  <a:moveTo>
                    <a:pt x="0" y="0"/>
                  </a:moveTo>
                  <a:cubicBezTo>
                    <a:pt x="0" y="37"/>
                    <a:pt x="0" y="37"/>
                    <a:pt x="0" y="37"/>
                  </a:cubicBezTo>
                  <a:cubicBezTo>
                    <a:pt x="2" y="40"/>
                    <a:pt x="2" y="40"/>
                    <a:pt x="2" y="40"/>
                  </a:cubicBezTo>
                  <a:cubicBezTo>
                    <a:pt x="4" y="38"/>
                    <a:pt x="4" y="38"/>
                    <a:pt x="4" y="38"/>
                  </a:cubicBezTo>
                  <a:cubicBezTo>
                    <a:pt x="4" y="25"/>
                    <a:pt x="4" y="12"/>
                    <a:pt x="4" y="0"/>
                  </a:cubicBezTo>
                  <a:cubicBezTo>
                    <a:pt x="3" y="0"/>
                    <a:pt x="2" y="0"/>
                    <a:pt x="0" y="0"/>
                  </a:cubicBezTo>
                  <a:close/>
                </a:path>
              </a:pathLst>
            </a:custGeom>
            <a:solidFill>
              <a:srgbClr val="A1B7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1" name="Google Shape;1951;p35"/>
            <p:cNvSpPr/>
            <p:nvPr/>
          </p:nvSpPr>
          <p:spPr>
            <a:xfrm>
              <a:off x="719310" y="5206964"/>
              <a:ext cx="106431" cy="199421"/>
            </a:xfrm>
            <a:custGeom>
              <a:avLst/>
              <a:gdLst/>
              <a:ahLst/>
              <a:cxnLst/>
              <a:rect l="l" t="t" r="r" b="b"/>
              <a:pathLst>
                <a:path w="40" h="75" extrusionOk="0">
                  <a:moveTo>
                    <a:pt x="33" y="58"/>
                  </a:moveTo>
                  <a:cubicBezTo>
                    <a:pt x="33" y="66"/>
                    <a:pt x="33" y="66"/>
                    <a:pt x="33" y="66"/>
                  </a:cubicBezTo>
                  <a:cubicBezTo>
                    <a:pt x="21" y="64"/>
                    <a:pt x="11" y="54"/>
                    <a:pt x="9" y="42"/>
                  </a:cubicBezTo>
                  <a:cubicBezTo>
                    <a:pt x="17" y="42"/>
                    <a:pt x="17" y="42"/>
                    <a:pt x="17" y="42"/>
                  </a:cubicBezTo>
                  <a:cubicBezTo>
                    <a:pt x="17" y="39"/>
                    <a:pt x="17" y="36"/>
                    <a:pt x="17" y="33"/>
                  </a:cubicBezTo>
                  <a:cubicBezTo>
                    <a:pt x="14" y="33"/>
                    <a:pt x="12" y="33"/>
                    <a:pt x="9" y="33"/>
                  </a:cubicBezTo>
                  <a:cubicBezTo>
                    <a:pt x="11" y="21"/>
                    <a:pt x="21" y="11"/>
                    <a:pt x="33" y="9"/>
                  </a:cubicBezTo>
                  <a:cubicBezTo>
                    <a:pt x="33" y="17"/>
                    <a:pt x="33" y="17"/>
                    <a:pt x="33" y="17"/>
                  </a:cubicBezTo>
                  <a:cubicBezTo>
                    <a:pt x="37" y="17"/>
                    <a:pt x="37" y="17"/>
                    <a:pt x="37" y="17"/>
                  </a:cubicBezTo>
                  <a:cubicBezTo>
                    <a:pt x="40" y="9"/>
                    <a:pt x="40" y="9"/>
                    <a:pt x="40" y="9"/>
                  </a:cubicBezTo>
                  <a:cubicBezTo>
                    <a:pt x="37" y="0"/>
                    <a:pt x="37" y="0"/>
                    <a:pt x="37" y="0"/>
                  </a:cubicBezTo>
                  <a:cubicBezTo>
                    <a:pt x="17" y="0"/>
                    <a:pt x="0" y="17"/>
                    <a:pt x="0" y="38"/>
                  </a:cubicBezTo>
                  <a:cubicBezTo>
                    <a:pt x="0" y="58"/>
                    <a:pt x="17" y="75"/>
                    <a:pt x="37" y="75"/>
                  </a:cubicBezTo>
                  <a:cubicBezTo>
                    <a:pt x="40" y="67"/>
                    <a:pt x="40" y="67"/>
                    <a:pt x="40" y="67"/>
                  </a:cubicBezTo>
                  <a:cubicBezTo>
                    <a:pt x="37" y="58"/>
                    <a:pt x="37" y="58"/>
                    <a:pt x="37" y="58"/>
                  </a:cubicBezTo>
                  <a:cubicBezTo>
                    <a:pt x="35" y="58"/>
                    <a:pt x="35" y="58"/>
                    <a:pt x="33" y="58"/>
                  </a:cubicBez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2" name="Google Shape;1952;p35"/>
            <p:cNvSpPr/>
            <p:nvPr/>
          </p:nvSpPr>
          <p:spPr>
            <a:xfrm>
              <a:off x="816778" y="5206964"/>
              <a:ext cx="98588" cy="199421"/>
            </a:xfrm>
            <a:custGeom>
              <a:avLst/>
              <a:gdLst/>
              <a:ahLst/>
              <a:cxnLst/>
              <a:rect l="l" t="t" r="r" b="b"/>
              <a:pathLst>
                <a:path w="37" h="75" extrusionOk="0">
                  <a:moveTo>
                    <a:pt x="0" y="0"/>
                  </a:moveTo>
                  <a:cubicBezTo>
                    <a:pt x="0" y="17"/>
                    <a:pt x="0" y="17"/>
                    <a:pt x="0" y="17"/>
                  </a:cubicBezTo>
                  <a:cubicBezTo>
                    <a:pt x="4" y="17"/>
                    <a:pt x="4" y="17"/>
                    <a:pt x="4" y="17"/>
                  </a:cubicBezTo>
                  <a:cubicBezTo>
                    <a:pt x="4" y="14"/>
                    <a:pt x="4" y="12"/>
                    <a:pt x="4" y="9"/>
                  </a:cubicBezTo>
                  <a:cubicBezTo>
                    <a:pt x="17" y="11"/>
                    <a:pt x="27" y="21"/>
                    <a:pt x="29" y="33"/>
                  </a:cubicBezTo>
                  <a:cubicBezTo>
                    <a:pt x="26" y="33"/>
                    <a:pt x="24" y="33"/>
                    <a:pt x="21" y="33"/>
                  </a:cubicBezTo>
                  <a:cubicBezTo>
                    <a:pt x="21" y="42"/>
                    <a:pt x="21" y="42"/>
                    <a:pt x="21" y="42"/>
                  </a:cubicBezTo>
                  <a:cubicBezTo>
                    <a:pt x="29" y="42"/>
                    <a:pt x="29" y="42"/>
                    <a:pt x="29" y="42"/>
                  </a:cubicBezTo>
                  <a:cubicBezTo>
                    <a:pt x="27" y="54"/>
                    <a:pt x="17" y="64"/>
                    <a:pt x="4" y="66"/>
                  </a:cubicBezTo>
                  <a:cubicBezTo>
                    <a:pt x="4" y="63"/>
                    <a:pt x="4" y="61"/>
                    <a:pt x="4" y="58"/>
                  </a:cubicBezTo>
                  <a:cubicBezTo>
                    <a:pt x="3" y="58"/>
                    <a:pt x="2" y="58"/>
                    <a:pt x="0" y="58"/>
                  </a:cubicBezTo>
                  <a:cubicBezTo>
                    <a:pt x="0" y="75"/>
                    <a:pt x="0" y="75"/>
                    <a:pt x="0" y="75"/>
                  </a:cubicBezTo>
                  <a:cubicBezTo>
                    <a:pt x="21" y="75"/>
                    <a:pt x="37" y="58"/>
                    <a:pt x="37" y="38"/>
                  </a:cubicBezTo>
                  <a:cubicBezTo>
                    <a:pt x="37" y="17"/>
                    <a:pt x="21" y="0"/>
                    <a:pt x="0" y="0"/>
                  </a:cubicBez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3" name="Google Shape;1953;p35"/>
            <p:cNvSpPr/>
            <p:nvPr/>
          </p:nvSpPr>
          <p:spPr>
            <a:xfrm>
              <a:off x="777566" y="5273064"/>
              <a:ext cx="48174" cy="75063"/>
            </a:xfrm>
            <a:custGeom>
              <a:avLst/>
              <a:gdLst/>
              <a:ahLst/>
              <a:cxnLst/>
              <a:rect l="l" t="t" r="r" b="b"/>
              <a:pathLst>
                <a:path w="18" h="28" extrusionOk="0">
                  <a:moveTo>
                    <a:pt x="11" y="0"/>
                  </a:moveTo>
                  <a:cubicBezTo>
                    <a:pt x="11" y="11"/>
                    <a:pt x="11" y="11"/>
                    <a:pt x="11" y="11"/>
                  </a:cubicBezTo>
                  <a:cubicBezTo>
                    <a:pt x="8" y="14"/>
                    <a:pt x="4" y="18"/>
                    <a:pt x="0" y="22"/>
                  </a:cubicBezTo>
                  <a:cubicBezTo>
                    <a:pt x="6" y="28"/>
                    <a:pt x="6" y="28"/>
                    <a:pt x="6" y="28"/>
                  </a:cubicBezTo>
                  <a:cubicBezTo>
                    <a:pt x="15" y="18"/>
                    <a:pt x="15" y="18"/>
                    <a:pt x="15" y="18"/>
                  </a:cubicBezTo>
                  <a:cubicBezTo>
                    <a:pt x="18" y="9"/>
                    <a:pt x="18" y="9"/>
                    <a:pt x="18" y="9"/>
                  </a:cubicBezTo>
                  <a:cubicBezTo>
                    <a:pt x="15" y="0"/>
                    <a:pt x="15" y="0"/>
                    <a:pt x="15" y="0"/>
                  </a:cubicBezTo>
                  <a:cubicBezTo>
                    <a:pt x="13" y="0"/>
                    <a:pt x="14" y="0"/>
                    <a:pt x="11" y="0"/>
                  </a:cubicBez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4" name="Google Shape;1954;p35"/>
            <p:cNvSpPr/>
            <p:nvPr/>
          </p:nvSpPr>
          <p:spPr>
            <a:xfrm>
              <a:off x="816778" y="5273064"/>
              <a:ext cx="11203" cy="48175"/>
            </a:xfrm>
            <a:custGeom>
              <a:avLst/>
              <a:gdLst/>
              <a:ahLst/>
              <a:cxnLst/>
              <a:rect l="l" t="t" r="r" b="b"/>
              <a:pathLst>
                <a:path w="4" h="18" extrusionOk="0">
                  <a:moveTo>
                    <a:pt x="4" y="0"/>
                  </a:moveTo>
                  <a:cubicBezTo>
                    <a:pt x="3" y="0"/>
                    <a:pt x="2" y="0"/>
                    <a:pt x="0" y="0"/>
                  </a:cubicBezTo>
                  <a:cubicBezTo>
                    <a:pt x="0" y="18"/>
                    <a:pt x="0" y="18"/>
                    <a:pt x="0" y="18"/>
                  </a:cubicBezTo>
                  <a:cubicBezTo>
                    <a:pt x="4" y="14"/>
                    <a:pt x="4" y="14"/>
                    <a:pt x="4" y="14"/>
                  </a:cubicBezTo>
                  <a:cubicBezTo>
                    <a:pt x="4" y="10"/>
                    <a:pt x="4" y="5"/>
                    <a:pt x="4" y="0"/>
                  </a:cubicBez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5" name="Google Shape;1955;p35"/>
            <p:cNvSpPr/>
            <p:nvPr/>
          </p:nvSpPr>
          <p:spPr>
            <a:xfrm>
              <a:off x="620722" y="5321239"/>
              <a:ext cx="26888" cy="90748"/>
            </a:xfrm>
            <a:custGeom>
              <a:avLst/>
              <a:gdLst/>
              <a:ahLst/>
              <a:cxnLst/>
              <a:rect l="l" t="t" r="r" b="b"/>
              <a:pathLst>
                <a:path w="24" h="81" extrusionOk="0">
                  <a:moveTo>
                    <a:pt x="19" y="7"/>
                  </a:moveTo>
                  <a:lnTo>
                    <a:pt x="9" y="0"/>
                  </a:lnTo>
                  <a:lnTo>
                    <a:pt x="0" y="7"/>
                  </a:lnTo>
                  <a:lnTo>
                    <a:pt x="0" y="76"/>
                  </a:lnTo>
                  <a:lnTo>
                    <a:pt x="9" y="81"/>
                  </a:lnTo>
                  <a:lnTo>
                    <a:pt x="19" y="76"/>
                  </a:lnTo>
                  <a:lnTo>
                    <a:pt x="24" y="40"/>
                  </a:lnTo>
                  <a:lnTo>
                    <a:pt x="19" y="7"/>
                  </a:ln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6" name="Google Shape;1956;p35"/>
            <p:cNvSpPr/>
            <p:nvPr/>
          </p:nvSpPr>
          <p:spPr>
            <a:xfrm>
              <a:off x="642008" y="5321239"/>
              <a:ext cx="21286" cy="90748"/>
            </a:xfrm>
            <a:custGeom>
              <a:avLst/>
              <a:gdLst/>
              <a:ahLst/>
              <a:cxnLst/>
              <a:rect l="l" t="t" r="r" b="b"/>
              <a:pathLst>
                <a:path w="8" h="34" extrusionOk="0">
                  <a:moveTo>
                    <a:pt x="0" y="32"/>
                  </a:moveTo>
                  <a:cubicBezTo>
                    <a:pt x="4" y="34"/>
                    <a:pt x="4" y="34"/>
                    <a:pt x="4" y="34"/>
                  </a:cubicBezTo>
                  <a:cubicBezTo>
                    <a:pt x="8" y="32"/>
                    <a:pt x="8" y="32"/>
                    <a:pt x="8" y="32"/>
                  </a:cubicBezTo>
                  <a:cubicBezTo>
                    <a:pt x="8" y="22"/>
                    <a:pt x="8" y="11"/>
                    <a:pt x="8" y="3"/>
                  </a:cubicBezTo>
                  <a:cubicBezTo>
                    <a:pt x="4" y="0"/>
                    <a:pt x="4" y="0"/>
                    <a:pt x="4" y="0"/>
                  </a:cubicBezTo>
                  <a:cubicBezTo>
                    <a:pt x="0" y="3"/>
                    <a:pt x="0" y="3"/>
                    <a:pt x="0" y="3"/>
                  </a:cubicBezTo>
                  <a:lnTo>
                    <a:pt x="0" y="32"/>
                  </a:ln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7" name="Google Shape;1957;p35"/>
            <p:cNvSpPr/>
            <p:nvPr/>
          </p:nvSpPr>
          <p:spPr>
            <a:xfrm>
              <a:off x="620722" y="5406385"/>
              <a:ext cx="29128" cy="21287"/>
            </a:xfrm>
            <a:custGeom>
              <a:avLst/>
              <a:gdLst/>
              <a:ahLst/>
              <a:cxnLst/>
              <a:rect l="l" t="t" r="r" b="b"/>
              <a:pathLst>
                <a:path w="11" h="8" extrusionOk="0">
                  <a:moveTo>
                    <a:pt x="0" y="0"/>
                  </a:moveTo>
                  <a:cubicBezTo>
                    <a:pt x="0" y="8"/>
                    <a:pt x="0" y="8"/>
                    <a:pt x="0" y="8"/>
                  </a:cubicBezTo>
                  <a:cubicBezTo>
                    <a:pt x="8" y="8"/>
                    <a:pt x="8" y="8"/>
                    <a:pt x="8" y="8"/>
                  </a:cubicBezTo>
                  <a:cubicBezTo>
                    <a:pt x="11" y="4"/>
                    <a:pt x="11" y="4"/>
                    <a:pt x="11" y="4"/>
                  </a:cubicBezTo>
                  <a:cubicBezTo>
                    <a:pt x="8" y="0"/>
                    <a:pt x="8" y="0"/>
                    <a:pt x="8" y="0"/>
                  </a:cubicBezTo>
                  <a:cubicBezTo>
                    <a:pt x="5" y="0"/>
                    <a:pt x="3" y="0"/>
                    <a:pt x="0" y="0"/>
                  </a:cubicBez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8" name="Google Shape;1958;p35"/>
            <p:cNvSpPr/>
            <p:nvPr/>
          </p:nvSpPr>
          <p:spPr>
            <a:xfrm>
              <a:off x="642008" y="5406385"/>
              <a:ext cx="21286" cy="21287"/>
            </a:xfrm>
            <a:custGeom>
              <a:avLst/>
              <a:gdLst/>
              <a:ahLst/>
              <a:cxnLst/>
              <a:rect l="l" t="t" r="r" b="b"/>
              <a:pathLst>
                <a:path w="8" h="8" extrusionOk="0">
                  <a:moveTo>
                    <a:pt x="0" y="8"/>
                  </a:moveTo>
                  <a:cubicBezTo>
                    <a:pt x="8" y="8"/>
                    <a:pt x="8" y="8"/>
                    <a:pt x="8" y="8"/>
                  </a:cubicBezTo>
                  <a:cubicBezTo>
                    <a:pt x="8" y="6"/>
                    <a:pt x="8" y="2"/>
                    <a:pt x="8" y="0"/>
                  </a:cubicBezTo>
                  <a:cubicBezTo>
                    <a:pt x="6" y="0"/>
                    <a:pt x="3" y="0"/>
                    <a:pt x="0" y="0"/>
                  </a:cubicBezTo>
                  <a:lnTo>
                    <a:pt x="0" y="8"/>
                  </a:lnTo>
                  <a:close/>
                </a:path>
              </a:pathLst>
            </a:custGeom>
            <a:solidFill>
              <a:srgbClr val="A1B7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9" name="Google Shape;1959;p35"/>
            <p:cNvSpPr/>
            <p:nvPr/>
          </p:nvSpPr>
          <p:spPr>
            <a:xfrm>
              <a:off x="620722" y="5054597"/>
              <a:ext cx="31369" cy="274485"/>
            </a:xfrm>
            <a:custGeom>
              <a:avLst/>
              <a:gdLst/>
              <a:ahLst/>
              <a:cxnLst/>
              <a:rect l="l" t="t" r="r" b="b"/>
              <a:pathLst>
                <a:path w="12" h="103" extrusionOk="0">
                  <a:moveTo>
                    <a:pt x="8" y="0"/>
                  </a:moveTo>
                  <a:cubicBezTo>
                    <a:pt x="4" y="0"/>
                    <a:pt x="0" y="3"/>
                    <a:pt x="0" y="8"/>
                  </a:cubicBezTo>
                  <a:cubicBezTo>
                    <a:pt x="0" y="103"/>
                    <a:pt x="0" y="103"/>
                    <a:pt x="0" y="103"/>
                  </a:cubicBezTo>
                  <a:cubicBezTo>
                    <a:pt x="8" y="103"/>
                    <a:pt x="8" y="103"/>
                    <a:pt x="8" y="103"/>
                  </a:cubicBezTo>
                  <a:cubicBezTo>
                    <a:pt x="12" y="60"/>
                    <a:pt x="12" y="60"/>
                    <a:pt x="12" y="60"/>
                  </a:cubicBezTo>
                  <a:lnTo>
                    <a:pt x="8" y="0"/>
                  </a:ln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0" name="Google Shape;1960;p35"/>
            <p:cNvSpPr/>
            <p:nvPr/>
          </p:nvSpPr>
          <p:spPr>
            <a:xfrm>
              <a:off x="642008" y="5054597"/>
              <a:ext cx="21286" cy="274485"/>
            </a:xfrm>
            <a:custGeom>
              <a:avLst/>
              <a:gdLst/>
              <a:ahLst/>
              <a:cxnLst/>
              <a:rect l="l" t="t" r="r" b="b"/>
              <a:pathLst>
                <a:path w="8" h="103" extrusionOk="0">
                  <a:moveTo>
                    <a:pt x="0" y="0"/>
                  </a:moveTo>
                  <a:cubicBezTo>
                    <a:pt x="0" y="103"/>
                    <a:pt x="0" y="103"/>
                    <a:pt x="0" y="103"/>
                  </a:cubicBezTo>
                  <a:cubicBezTo>
                    <a:pt x="8" y="103"/>
                    <a:pt x="8" y="103"/>
                    <a:pt x="8" y="103"/>
                  </a:cubicBezTo>
                  <a:cubicBezTo>
                    <a:pt x="8" y="100"/>
                    <a:pt x="8" y="10"/>
                    <a:pt x="8" y="8"/>
                  </a:cubicBezTo>
                  <a:cubicBezTo>
                    <a:pt x="8" y="3"/>
                    <a:pt x="5" y="0"/>
                    <a:pt x="0" y="0"/>
                  </a:cubicBez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 name="Google Shape;1912;p35">
            <a:extLst>
              <a:ext uri="{FF2B5EF4-FFF2-40B4-BE49-F238E27FC236}">
                <a16:creationId xmlns:a16="http://schemas.microsoft.com/office/drawing/2014/main" id="{645E3749-3EC8-9013-1EF0-9437C80A4F43}"/>
              </a:ext>
            </a:extLst>
          </p:cNvPr>
          <p:cNvSpPr txBox="1">
            <a:spLocks/>
          </p:cNvSpPr>
          <p:nvPr/>
        </p:nvSpPr>
        <p:spPr>
          <a:xfrm>
            <a:off x="2390596" y="2953775"/>
            <a:ext cx="5706234" cy="71074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400"/>
              <a:buFont typeface="Hanken Grotesk"/>
              <a:buNone/>
              <a:defRPr sz="1200" b="0" i="0" u="none" strike="noStrike" cap="none">
                <a:solidFill>
                  <a:schemeClr val="dk1"/>
                </a:solidFill>
                <a:latin typeface="Hanken Grotesk"/>
                <a:ea typeface="Hanken Grotesk"/>
                <a:cs typeface="Hanken Grotesk"/>
                <a:sym typeface="Hanken Grotesk"/>
              </a:defRPr>
            </a:lvl1pPr>
            <a:lvl2pPr marL="914400" marR="0" lvl="1" indent="-304800" algn="ctr" rtl="0">
              <a:lnSpc>
                <a:spcPct val="100000"/>
              </a:lnSpc>
              <a:spcBef>
                <a:spcPts val="0"/>
              </a:spcBef>
              <a:spcAft>
                <a:spcPts val="0"/>
              </a:spcAft>
              <a:buClr>
                <a:schemeClr val="dk1"/>
              </a:buClr>
              <a:buSzPts val="1200"/>
              <a:buFont typeface="Hanken Grotesk"/>
              <a:buNone/>
              <a:defRPr sz="1200" b="0" i="0" u="none" strike="noStrike" cap="none">
                <a:solidFill>
                  <a:schemeClr val="dk1"/>
                </a:solidFill>
                <a:latin typeface="Hanken Grotesk"/>
                <a:ea typeface="Hanken Grotesk"/>
                <a:cs typeface="Hanken Grotesk"/>
                <a:sym typeface="Hanken Grotesk"/>
              </a:defRPr>
            </a:lvl2pPr>
            <a:lvl3pPr marL="1371600" marR="0" lvl="2" indent="-304800" algn="ctr" rtl="0">
              <a:lnSpc>
                <a:spcPct val="100000"/>
              </a:lnSpc>
              <a:spcBef>
                <a:spcPts val="0"/>
              </a:spcBef>
              <a:spcAft>
                <a:spcPts val="0"/>
              </a:spcAft>
              <a:buClr>
                <a:schemeClr val="dk1"/>
              </a:buClr>
              <a:buSzPts val="1200"/>
              <a:buFont typeface="Hanken Grotesk"/>
              <a:buNone/>
              <a:defRPr sz="1200" b="0" i="0" u="none" strike="noStrike" cap="none">
                <a:solidFill>
                  <a:schemeClr val="dk1"/>
                </a:solidFill>
                <a:latin typeface="Hanken Grotesk"/>
                <a:ea typeface="Hanken Grotesk"/>
                <a:cs typeface="Hanken Grotesk"/>
                <a:sym typeface="Hanken Grotesk"/>
              </a:defRPr>
            </a:lvl3pPr>
            <a:lvl4pPr marL="1828800" marR="0" lvl="3" indent="-304800" algn="ctr" rtl="0">
              <a:lnSpc>
                <a:spcPct val="100000"/>
              </a:lnSpc>
              <a:spcBef>
                <a:spcPts val="0"/>
              </a:spcBef>
              <a:spcAft>
                <a:spcPts val="0"/>
              </a:spcAft>
              <a:buClr>
                <a:schemeClr val="dk1"/>
              </a:buClr>
              <a:buSzPts val="1200"/>
              <a:buFont typeface="Hanken Grotesk"/>
              <a:buNone/>
              <a:defRPr sz="1200" b="0" i="0" u="none" strike="noStrike" cap="none">
                <a:solidFill>
                  <a:schemeClr val="dk1"/>
                </a:solidFill>
                <a:latin typeface="Hanken Grotesk"/>
                <a:ea typeface="Hanken Grotesk"/>
                <a:cs typeface="Hanken Grotesk"/>
                <a:sym typeface="Hanken Grotesk"/>
              </a:defRPr>
            </a:lvl4pPr>
            <a:lvl5pPr marL="2286000" marR="0" lvl="4" indent="-304800" algn="ctr" rtl="0">
              <a:lnSpc>
                <a:spcPct val="100000"/>
              </a:lnSpc>
              <a:spcBef>
                <a:spcPts val="0"/>
              </a:spcBef>
              <a:spcAft>
                <a:spcPts val="0"/>
              </a:spcAft>
              <a:buClr>
                <a:schemeClr val="dk1"/>
              </a:buClr>
              <a:buSzPts val="1200"/>
              <a:buFont typeface="Hanken Grotesk"/>
              <a:buNone/>
              <a:defRPr sz="1200" b="0" i="0" u="none" strike="noStrike" cap="none">
                <a:solidFill>
                  <a:schemeClr val="dk1"/>
                </a:solidFill>
                <a:latin typeface="Hanken Grotesk"/>
                <a:ea typeface="Hanken Grotesk"/>
                <a:cs typeface="Hanken Grotesk"/>
                <a:sym typeface="Hanken Grotesk"/>
              </a:defRPr>
            </a:lvl5pPr>
            <a:lvl6pPr marL="2743200" marR="0" lvl="5" indent="-304800" algn="ctr" rtl="0">
              <a:lnSpc>
                <a:spcPct val="100000"/>
              </a:lnSpc>
              <a:spcBef>
                <a:spcPts val="0"/>
              </a:spcBef>
              <a:spcAft>
                <a:spcPts val="0"/>
              </a:spcAft>
              <a:buClr>
                <a:schemeClr val="dk1"/>
              </a:buClr>
              <a:buSzPts val="1200"/>
              <a:buFont typeface="Hanken Grotesk"/>
              <a:buNone/>
              <a:defRPr sz="1200" b="0" i="0" u="none" strike="noStrike" cap="none">
                <a:solidFill>
                  <a:schemeClr val="dk1"/>
                </a:solidFill>
                <a:latin typeface="Hanken Grotesk"/>
                <a:ea typeface="Hanken Grotesk"/>
                <a:cs typeface="Hanken Grotesk"/>
                <a:sym typeface="Hanken Grotesk"/>
              </a:defRPr>
            </a:lvl6pPr>
            <a:lvl7pPr marL="3200400" marR="0" lvl="6" indent="-304800" algn="ctr" rtl="0">
              <a:lnSpc>
                <a:spcPct val="100000"/>
              </a:lnSpc>
              <a:spcBef>
                <a:spcPts val="0"/>
              </a:spcBef>
              <a:spcAft>
                <a:spcPts val="0"/>
              </a:spcAft>
              <a:buClr>
                <a:schemeClr val="dk1"/>
              </a:buClr>
              <a:buSzPts val="1200"/>
              <a:buFont typeface="Hanken Grotesk"/>
              <a:buNone/>
              <a:defRPr sz="1200" b="0" i="0" u="none" strike="noStrike" cap="none">
                <a:solidFill>
                  <a:schemeClr val="dk1"/>
                </a:solidFill>
                <a:latin typeface="Hanken Grotesk"/>
                <a:ea typeface="Hanken Grotesk"/>
                <a:cs typeface="Hanken Grotesk"/>
                <a:sym typeface="Hanken Grotesk"/>
              </a:defRPr>
            </a:lvl7pPr>
            <a:lvl8pPr marL="3657600" marR="0" lvl="7" indent="-304800" algn="ctr" rtl="0">
              <a:lnSpc>
                <a:spcPct val="100000"/>
              </a:lnSpc>
              <a:spcBef>
                <a:spcPts val="0"/>
              </a:spcBef>
              <a:spcAft>
                <a:spcPts val="0"/>
              </a:spcAft>
              <a:buClr>
                <a:schemeClr val="dk1"/>
              </a:buClr>
              <a:buSzPts val="1200"/>
              <a:buFont typeface="Hanken Grotesk"/>
              <a:buNone/>
              <a:defRPr sz="1200" b="0" i="0" u="none" strike="noStrike" cap="none">
                <a:solidFill>
                  <a:schemeClr val="dk1"/>
                </a:solidFill>
                <a:latin typeface="Hanken Grotesk"/>
                <a:ea typeface="Hanken Grotesk"/>
                <a:cs typeface="Hanken Grotesk"/>
                <a:sym typeface="Hanken Grotesk"/>
              </a:defRPr>
            </a:lvl8pPr>
            <a:lvl9pPr marL="4114800" marR="0" lvl="8" indent="-304800" algn="ctr" rtl="0">
              <a:lnSpc>
                <a:spcPct val="100000"/>
              </a:lnSpc>
              <a:spcBef>
                <a:spcPts val="0"/>
              </a:spcBef>
              <a:spcAft>
                <a:spcPts val="0"/>
              </a:spcAft>
              <a:buClr>
                <a:schemeClr val="dk1"/>
              </a:buClr>
              <a:buSzPts val="1200"/>
              <a:buFont typeface="Hanken Grotesk"/>
              <a:buNone/>
              <a:defRPr sz="1200" b="0" i="0" u="none" strike="noStrike" cap="none">
                <a:solidFill>
                  <a:schemeClr val="dk1"/>
                </a:solidFill>
                <a:latin typeface="Hanken Grotesk"/>
                <a:ea typeface="Hanken Grotesk"/>
                <a:cs typeface="Hanken Grotesk"/>
                <a:sym typeface="Hanken Grotesk"/>
              </a:defRPr>
            </a:lvl9pPr>
          </a:lstStyle>
          <a:p>
            <a:pPr marL="0" indent="0" algn="l">
              <a:spcAft>
                <a:spcPts val="1200"/>
              </a:spcAft>
            </a:pPr>
            <a:r>
              <a:rPr lang="en-US" sz="1800" dirty="0"/>
              <a:t>Focuses on specific bus and rail transit networks in Malaysia with publicly available GTFS data from Government of Malaysia Open Data</a:t>
            </a:r>
          </a:p>
          <a:p>
            <a:pPr marL="285750" indent="-285750" algn="l">
              <a:spcAft>
                <a:spcPts val="1200"/>
              </a:spcAft>
              <a:buFont typeface="Wingdings" panose="05000000000000000000" pitchFamily="2" charset="2"/>
              <a:buChar char="v"/>
            </a:pPr>
            <a:endParaRPr lang="en-MY"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94">
          <a:extLst>
            <a:ext uri="{FF2B5EF4-FFF2-40B4-BE49-F238E27FC236}">
              <a16:creationId xmlns:a16="http://schemas.microsoft.com/office/drawing/2014/main" id="{F71DC9C3-9A87-094B-A73A-930B4BCCE428}"/>
            </a:ext>
          </a:extLst>
        </p:cNvPr>
        <p:cNvGrpSpPr/>
        <p:nvPr/>
      </p:nvGrpSpPr>
      <p:grpSpPr>
        <a:xfrm>
          <a:off x="0" y="0"/>
          <a:ext cx="0" cy="0"/>
          <a:chOff x="0" y="0"/>
          <a:chExt cx="0" cy="0"/>
        </a:xfrm>
      </p:grpSpPr>
      <p:sp>
        <p:nvSpPr>
          <p:cNvPr id="1795" name="Google Shape;1795;p33">
            <a:extLst>
              <a:ext uri="{FF2B5EF4-FFF2-40B4-BE49-F238E27FC236}">
                <a16:creationId xmlns:a16="http://schemas.microsoft.com/office/drawing/2014/main" id="{703F51DB-24A5-37B0-2ACF-CECC04432F86}"/>
              </a:ext>
            </a:extLst>
          </p:cNvPr>
          <p:cNvSpPr txBox="1">
            <a:spLocks noGrp="1"/>
          </p:cNvSpPr>
          <p:nvPr>
            <p:ph type="title"/>
          </p:nvPr>
        </p:nvSpPr>
        <p:spPr>
          <a:xfrm>
            <a:off x="1463040" y="1831775"/>
            <a:ext cx="6217920" cy="661800"/>
          </a:xfrm>
          <a:prstGeom prst="rect">
            <a:avLst/>
          </a:prstGeom>
        </p:spPr>
        <p:txBody>
          <a:bodyPr spcFirstLastPara="1" wrap="square" lIns="91425" tIns="91425" rIns="91425" bIns="91425" anchor="b" anchorCtr="0">
            <a:noAutofit/>
          </a:bodyPr>
          <a:lstStyle/>
          <a:p>
            <a:r>
              <a:rPr lang="en-US" dirty="0"/>
              <a:t>Methodology</a:t>
            </a:r>
            <a:endParaRPr lang="en-MY" dirty="0">
              <a:effectLst/>
            </a:endParaRPr>
          </a:p>
        </p:txBody>
      </p:sp>
      <p:sp>
        <p:nvSpPr>
          <p:cNvPr id="1796" name="Google Shape;1796;p33">
            <a:extLst>
              <a:ext uri="{FF2B5EF4-FFF2-40B4-BE49-F238E27FC236}">
                <a16:creationId xmlns:a16="http://schemas.microsoft.com/office/drawing/2014/main" id="{434141C0-0C5B-7B60-5F8F-B20461190883}"/>
              </a:ext>
            </a:extLst>
          </p:cNvPr>
          <p:cNvSpPr txBox="1">
            <a:spLocks noGrp="1"/>
          </p:cNvSpPr>
          <p:nvPr>
            <p:ph type="title" idx="2"/>
          </p:nvPr>
        </p:nvSpPr>
        <p:spPr>
          <a:xfrm>
            <a:off x="4027050" y="1168175"/>
            <a:ext cx="1089900" cy="66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05</a:t>
            </a:r>
            <a:endParaRPr dirty="0"/>
          </a:p>
        </p:txBody>
      </p:sp>
      <p:cxnSp>
        <p:nvCxnSpPr>
          <p:cNvPr id="1797" name="Google Shape;1797;p33">
            <a:extLst>
              <a:ext uri="{FF2B5EF4-FFF2-40B4-BE49-F238E27FC236}">
                <a16:creationId xmlns:a16="http://schemas.microsoft.com/office/drawing/2014/main" id="{5E0470B2-1535-8A36-A2F0-54942698154A}"/>
              </a:ext>
            </a:extLst>
          </p:cNvPr>
          <p:cNvCxnSpPr>
            <a:endCxn id="1796" idx="0"/>
          </p:cNvCxnSpPr>
          <p:nvPr/>
        </p:nvCxnSpPr>
        <p:spPr>
          <a:xfrm>
            <a:off x="4572000" y="-105325"/>
            <a:ext cx="0" cy="1273500"/>
          </a:xfrm>
          <a:prstGeom prst="straightConnector1">
            <a:avLst/>
          </a:prstGeom>
          <a:noFill/>
          <a:ln w="9525" cap="flat" cmpd="sng">
            <a:solidFill>
              <a:schemeClr val="dk1"/>
            </a:solidFill>
            <a:prstDash val="solid"/>
            <a:round/>
            <a:headEnd type="none" w="med" len="med"/>
            <a:tailEnd type="diamond" w="med" len="med"/>
          </a:ln>
        </p:spPr>
      </p:cxnSp>
      <p:grpSp>
        <p:nvGrpSpPr>
          <p:cNvPr id="1798" name="Google Shape;1798;p33">
            <a:extLst>
              <a:ext uri="{FF2B5EF4-FFF2-40B4-BE49-F238E27FC236}">
                <a16:creationId xmlns:a16="http://schemas.microsoft.com/office/drawing/2014/main" id="{0E82F7DF-9F74-793D-0DAE-6F5299BB7179}"/>
              </a:ext>
            </a:extLst>
          </p:cNvPr>
          <p:cNvGrpSpPr/>
          <p:nvPr/>
        </p:nvGrpSpPr>
        <p:grpSpPr>
          <a:xfrm>
            <a:off x="6155878" y="3623594"/>
            <a:ext cx="771265" cy="984895"/>
            <a:chOff x="5958353" y="3536019"/>
            <a:chExt cx="771265" cy="984895"/>
          </a:xfrm>
        </p:grpSpPr>
        <p:grpSp>
          <p:nvGrpSpPr>
            <p:cNvPr id="1799" name="Google Shape;1799;p33">
              <a:extLst>
                <a:ext uri="{FF2B5EF4-FFF2-40B4-BE49-F238E27FC236}">
                  <a16:creationId xmlns:a16="http://schemas.microsoft.com/office/drawing/2014/main" id="{23A63CE2-ECB3-76CB-AB58-BBF704B87D3C}"/>
                </a:ext>
              </a:extLst>
            </p:cNvPr>
            <p:cNvGrpSpPr/>
            <p:nvPr/>
          </p:nvGrpSpPr>
          <p:grpSpPr>
            <a:xfrm>
              <a:off x="6466976" y="3536019"/>
              <a:ext cx="262642" cy="905380"/>
              <a:chOff x="1539875" y="3257551"/>
              <a:chExt cx="511176" cy="1762125"/>
            </a:xfrm>
          </p:grpSpPr>
          <p:sp>
            <p:nvSpPr>
              <p:cNvPr id="1800" name="Google Shape;1800;p33">
                <a:extLst>
                  <a:ext uri="{FF2B5EF4-FFF2-40B4-BE49-F238E27FC236}">
                    <a16:creationId xmlns:a16="http://schemas.microsoft.com/office/drawing/2014/main" id="{CCFEB581-BCFB-F76A-1453-18141F8292F8}"/>
                  </a:ext>
                </a:extLst>
              </p:cNvPr>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1" name="Google Shape;1801;p33">
                <a:extLst>
                  <a:ext uri="{FF2B5EF4-FFF2-40B4-BE49-F238E27FC236}">
                    <a16:creationId xmlns:a16="http://schemas.microsoft.com/office/drawing/2014/main" id="{890719CA-D79F-0AE4-D65F-F4CAB37232D7}"/>
                  </a:ext>
                </a:extLst>
              </p:cNvPr>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2" name="Google Shape;1802;p33">
                <a:extLst>
                  <a:ext uri="{FF2B5EF4-FFF2-40B4-BE49-F238E27FC236}">
                    <a16:creationId xmlns:a16="http://schemas.microsoft.com/office/drawing/2014/main" id="{65FA6047-0231-B0A3-5820-4E8EA26AEFCD}"/>
                  </a:ext>
                </a:extLst>
              </p:cNvPr>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3" name="Google Shape;1803;p33">
                <a:extLst>
                  <a:ext uri="{FF2B5EF4-FFF2-40B4-BE49-F238E27FC236}">
                    <a16:creationId xmlns:a16="http://schemas.microsoft.com/office/drawing/2014/main" id="{E773CAC1-55D4-3863-1226-4F5E3E719B21}"/>
                  </a:ext>
                </a:extLst>
              </p:cNvPr>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4" name="Google Shape;1804;p33">
                <a:extLst>
                  <a:ext uri="{FF2B5EF4-FFF2-40B4-BE49-F238E27FC236}">
                    <a16:creationId xmlns:a16="http://schemas.microsoft.com/office/drawing/2014/main" id="{0AC412A1-8033-201F-CF76-92E4342B2FFC}"/>
                  </a:ext>
                </a:extLst>
              </p:cNvPr>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5" name="Google Shape;1805;p33">
                <a:extLst>
                  <a:ext uri="{FF2B5EF4-FFF2-40B4-BE49-F238E27FC236}">
                    <a16:creationId xmlns:a16="http://schemas.microsoft.com/office/drawing/2014/main" id="{BC7FD437-BE32-D86C-2952-6FFCE592DE56}"/>
                  </a:ext>
                </a:extLst>
              </p:cNvPr>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06" name="Google Shape;1806;p33">
              <a:extLst>
                <a:ext uri="{FF2B5EF4-FFF2-40B4-BE49-F238E27FC236}">
                  <a16:creationId xmlns:a16="http://schemas.microsoft.com/office/drawing/2014/main" id="{6376FB60-074A-2112-EC91-F5EBF702D42C}"/>
                </a:ext>
              </a:extLst>
            </p:cNvPr>
            <p:cNvGrpSpPr/>
            <p:nvPr/>
          </p:nvGrpSpPr>
          <p:grpSpPr>
            <a:xfrm>
              <a:off x="6221460" y="3978354"/>
              <a:ext cx="142363" cy="490752"/>
              <a:chOff x="1539875" y="3257551"/>
              <a:chExt cx="511176" cy="1762125"/>
            </a:xfrm>
          </p:grpSpPr>
          <p:sp>
            <p:nvSpPr>
              <p:cNvPr id="1807" name="Google Shape;1807;p33">
                <a:extLst>
                  <a:ext uri="{FF2B5EF4-FFF2-40B4-BE49-F238E27FC236}">
                    <a16:creationId xmlns:a16="http://schemas.microsoft.com/office/drawing/2014/main" id="{8D2BC2E1-9D88-D431-65F2-42F0054679F1}"/>
                  </a:ext>
                </a:extLst>
              </p:cNvPr>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8" name="Google Shape;1808;p33">
                <a:extLst>
                  <a:ext uri="{FF2B5EF4-FFF2-40B4-BE49-F238E27FC236}">
                    <a16:creationId xmlns:a16="http://schemas.microsoft.com/office/drawing/2014/main" id="{B2E6FF0B-152C-3C6A-F672-8AE1BE2908D8}"/>
                  </a:ext>
                </a:extLst>
              </p:cNvPr>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9" name="Google Shape;1809;p33">
                <a:extLst>
                  <a:ext uri="{FF2B5EF4-FFF2-40B4-BE49-F238E27FC236}">
                    <a16:creationId xmlns:a16="http://schemas.microsoft.com/office/drawing/2014/main" id="{2E300914-C5FF-0315-5399-062FFD9DE8A6}"/>
                  </a:ext>
                </a:extLst>
              </p:cNvPr>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0" name="Google Shape;1810;p33">
                <a:extLst>
                  <a:ext uri="{FF2B5EF4-FFF2-40B4-BE49-F238E27FC236}">
                    <a16:creationId xmlns:a16="http://schemas.microsoft.com/office/drawing/2014/main" id="{EC67A886-C40F-5931-7F02-CA9771C67CAC}"/>
                  </a:ext>
                </a:extLst>
              </p:cNvPr>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1" name="Google Shape;1811;p33">
                <a:extLst>
                  <a:ext uri="{FF2B5EF4-FFF2-40B4-BE49-F238E27FC236}">
                    <a16:creationId xmlns:a16="http://schemas.microsoft.com/office/drawing/2014/main" id="{A01534A3-AAC2-8F62-68C3-DC76ADBDB92F}"/>
                  </a:ext>
                </a:extLst>
              </p:cNvPr>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2" name="Google Shape;1812;p33">
                <a:extLst>
                  <a:ext uri="{FF2B5EF4-FFF2-40B4-BE49-F238E27FC236}">
                    <a16:creationId xmlns:a16="http://schemas.microsoft.com/office/drawing/2014/main" id="{E1819DFA-6608-7090-42E4-C634583181AD}"/>
                  </a:ext>
                </a:extLst>
              </p:cNvPr>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13" name="Google Shape;1813;p33">
              <a:extLst>
                <a:ext uri="{FF2B5EF4-FFF2-40B4-BE49-F238E27FC236}">
                  <a16:creationId xmlns:a16="http://schemas.microsoft.com/office/drawing/2014/main" id="{87827F70-F141-646E-AEA6-DC6E5ED56D04}"/>
                </a:ext>
              </a:extLst>
            </p:cNvPr>
            <p:cNvGrpSpPr/>
            <p:nvPr/>
          </p:nvGrpSpPr>
          <p:grpSpPr>
            <a:xfrm flipH="1">
              <a:off x="5958353" y="3926549"/>
              <a:ext cx="172369" cy="594365"/>
              <a:chOff x="1539875" y="3257551"/>
              <a:chExt cx="511176" cy="1762125"/>
            </a:xfrm>
          </p:grpSpPr>
          <p:sp>
            <p:nvSpPr>
              <p:cNvPr id="1814" name="Google Shape;1814;p33">
                <a:extLst>
                  <a:ext uri="{FF2B5EF4-FFF2-40B4-BE49-F238E27FC236}">
                    <a16:creationId xmlns:a16="http://schemas.microsoft.com/office/drawing/2014/main" id="{F725E0BE-4C77-0347-B21B-54EA84EB4EE4}"/>
                  </a:ext>
                </a:extLst>
              </p:cNvPr>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5" name="Google Shape;1815;p33">
                <a:extLst>
                  <a:ext uri="{FF2B5EF4-FFF2-40B4-BE49-F238E27FC236}">
                    <a16:creationId xmlns:a16="http://schemas.microsoft.com/office/drawing/2014/main" id="{2D45FAEE-8C05-7BE1-97B2-5F6706BF0F32}"/>
                  </a:ext>
                </a:extLst>
              </p:cNvPr>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6" name="Google Shape;1816;p33">
                <a:extLst>
                  <a:ext uri="{FF2B5EF4-FFF2-40B4-BE49-F238E27FC236}">
                    <a16:creationId xmlns:a16="http://schemas.microsoft.com/office/drawing/2014/main" id="{6F17E342-F2D7-518E-6D4F-1A03C1BAA4D9}"/>
                  </a:ext>
                </a:extLst>
              </p:cNvPr>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7" name="Google Shape;1817;p33">
                <a:extLst>
                  <a:ext uri="{FF2B5EF4-FFF2-40B4-BE49-F238E27FC236}">
                    <a16:creationId xmlns:a16="http://schemas.microsoft.com/office/drawing/2014/main" id="{B615E1CE-D447-106F-1FB4-69D8EF9B021E}"/>
                  </a:ext>
                </a:extLst>
              </p:cNvPr>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8" name="Google Shape;1818;p33">
                <a:extLst>
                  <a:ext uri="{FF2B5EF4-FFF2-40B4-BE49-F238E27FC236}">
                    <a16:creationId xmlns:a16="http://schemas.microsoft.com/office/drawing/2014/main" id="{A95E2BDE-5C37-3CFC-8C6F-4119DB1B63F6}"/>
                  </a:ext>
                </a:extLst>
              </p:cNvPr>
              <p:cNvSpPr/>
              <p:nvPr/>
            </p:nvSpPr>
            <p:spPr>
              <a:xfrm>
                <a:off x="1801813" y="3711460"/>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9" name="Google Shape;1819;p33">
                <a:extLst>
                  <a:ext uri="{FF2B5EF4-FFF2-40B4-BE49-F238E27FC236}">
                    <a16:creationId xmlns:a16="http://schemas.microsoft.com/office/drawing/2014/main" id="{4D197278-9E47-802A-94D2-AC0F9687414D}"/>
                  </a:ext>
                </a:extLst>
              </p:cNvPr>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820" name="Google Shape;1820;p33">
            <a:extLst>
              <a:ext uri="{FF2B5EF4-FFF2-40B4-BE49-F238E27FC236}">
                <a16:creationId xmlns:a16="http://schemas.microsoft.com/office/drawing/2014/main" id="{451A76B2-97A2-BA04-EC8A-68585636B110}"/>
              </a:ext>
            </a:extLst>
          </p:cNvPr>
          <p:cNvGrpSpPr/>
          <p:nvPr/>
        </p:nvGrpSpPr>
        <p:grpSpPr>
          <a:xfrm>
            <a:off x="-47199" y="3215348"/>
            <a:ext cx="2776112" cy="1418574"/>
            <a:chOff x="-46" y="2299799"/>
            <a:chExt cx="3480146" cy="1778330"/>
          </a:xfrm>
        </p:grpSpPr>
        <p:sp>
          <p:nvSpPr>
            <p:cNvPr id="1821" name="Google Shape;1821;p33">
              <a:extLst>
                <a:ext uri="{FF2B5EF4-FFF2-40B4-BE49-F238E27FC236}">
                  <a16:creationId xmlns:a16="http://schemas.microsoft.com/office/drawing/2014/main" id="{65DDE7F2-7AAA-CCB9-687B-AA0BB3C33469}"/>
                </a:ext>
              </a:extLst>
            </p:cNvPr>
            <p:cNvSpPr/>
            <p:nvPr/>
          </p:nvSpPr>
          <p:spPr>
            <a:xfrm flipH="1">
              <a:off x="138" y="2416729"/>
              <a:ext cx="3479961" cy="1476449"/>
            </a:xfrm>
            <a:custGeom>
              <a:avLst/>
              <a:gdLst/>
              <a:ahLst/>
              <a:cxnLst/>
              <a:rect l="l" t="t" r="r" b="b"/>
              <a:pathLst>
                <a:path w="2432" h="1031" extrusionOk="0">
                  <a:moveTo>
                    <a:pt x="2432" y="0"/>
                  </a:moveTo>
                  <a:cubicBezTo>
                    <a:pt x="1493" y="0"/>
                    <a:pt x="1493" y="0"/>
                    <a:pt x="1493" y="0"/>
                  </a:cubicBezTo>
                  <a:cubicBezTo>
                    <a:pt x="1493" y="18"/>
                    <a:pt x="1493" y="18"/>
                    <a:pt x="1493" y="18"/>
                  </a:cubicBezTo>
                  <a:cubicBezTo>
                    <a:pt x="1493" y="18"/>
                    <a:pt x="1262" y="18"/>
                    <a:pt x="1104" y="127"/>
                  </a:cubicBezTo>
                  <a:cubicBezTo>
                    <a:pt x="1079" y="146"/>
                    <a:pt x="1079" y="146"/>
                    <a:pt x="1079" y="146"/>
                  </a:cubicBezTo>
                  <a:cubicBezTo>
                    <a:pt x="1325" y="87"/>
                    <a:pt x="1325" y="87"/>
                    <a:pt x="1325" y="87"/>
                  </a:cubicBezTo>
                  <a:cubicBezTo>
                    <a:pt x="1376" y="109"/>
                    <a:pt x="1376" y="109"/>
                    <a:pt x="1376" y="109"/>
                  </a:cubicBezTo>
                  <a:cubicBezTo>
                    <a:pt x="1132" y="326"/>
                    <a:pt x="1132" y="326"/>
                    <a:pt x="1132" y="326"/>
                  </a:cubicBezTo>
                  <a:cubicBezTo>
                    <a:pt x="1132" y="326"/>
                    <a:pt x="637" y="428"/>
                    <a:pt x="384" y="565"/>
                  </a:cubicBezTo>
                  <a:cubicBezTo>
                    <a:pt x="384" y="565"/>
                    <a:pt x="0" y="819"/>
                    <a:pt x="34" y="875"/>
                  </a:cubicBezTo>
                  <a:cubicBezTo>
                    <a:pt x="67" y="931"/>
                    <a:pt x="284" y="1031"/>
                    <a:pt x="284" y="1031"/>
                  </a:cubicBezTo>
                  <a:cubicBezTo>
                    <a:pt x="1117" y="1031"/>
                    <a:pt x="1117" y="1031"/>
                    <a:pt x="1117" y="1031"/>
                  </a:cubicBezTo>
                  <a:cubicBezTo>
                    <a:pt x="1197" y="948"/>
                    <a:pt x="1197" y="948"/>
                    <a:pt x="1197" y="948"/>
                  </a:cubicBezTo>
                  <a:cubicBezTo>
                    <a:pt x="2432" y="948"/>
                    <a:pt x="2432" y="948"/>
                    <a:pt x="2432" y="948"/>
                  </a:cubicBezTo>
                  <a:cubicBezTo>
                    <a:pt x="2432" y="0"/>
                    <a:pt x="2432" y="0"/>
                    <a:pt x="2432" y="0"/>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2" name="Google Shape;1822;p33">
              <a:extLst>
                <a:ext uri="{FF2B5EF4-FFF2-40B4-BE49-F238E27FC236}">
                  <a16:creationId xmlns:a16="http://schemas.microsoft.com/office/drawing/2014/main" id="{71FBD212-7E35-D506-4581-D0610A9B6477}"/>
                </a:ext>
              </a:extLst>
            </p:cNvPr>
            <p:cNvSpPr/>
            <p:nvPr/>
          </p:nvSpPr>
          <p:spPr>
            <a:xfrm flipH="1">
              <a:off x="137" y="3589512"/>
              <a:ext cx="3434586" cy="303667"/>
            </a:xfrm>
            <a:custGeom>
              <a:avLst/>
              <a:gdLst/>
              <a:ahLst/>
              <a:cxnLst/>
              <a:rect l="l" t="t" r="r" b="b"/>
              <a:pathLst>
                <a:path w="2400" h="212" extrusionOk="0">
                  <a:moveTo>
                    <a:pt x="1165" y="129"/>
                  </a:moveTo>
                  <a:cubicBezTo>
                    <a:pt x="2400" y="129"/>
                    <a:pt x="2400" y="129"/>
                    <a:pt x="2400" y="129"/>
                  </a:cubicBezTo>
                  <a:cubicBezTo>
                    <a:pt x="2400" y="0"/>
                    <a:pt x="2400" y="0"/>
                    <a:pt x="2400" y="0"/>
                  </a:cubicBezTo>
                  <a:cubicBezTo>
                    <a:pt x="1222" y="0"/>
                    <a:pt x="1222" y="0"/>
                    <a:pt x="1222" y="0"/>
                  </a:cubicBezTo>
                  <a:cubicBezTo>
                    <a:pt x="903" y="121"/>
                    <a:pt x="903" y="121"/>
                    <a:pt x="903" y="121"/>
                  </a:cubicBezTo>
                  <a:cubicBezTo>
                    <a:pt x="903" y="121"/>
                    <a:pt x="552" y="121"/>
                    <a:pt x="305" y="121"/>
                  </a:cubicBezTo>
                  <a:cubicBezTo>
                    <a:pt x="58" y="121"/>
                    <a:pt x="3" y="48"/>
                    <a:pt x="3" y="48"/>
                  </a:cubicBezTo>
                  <a:cubicBezTo>
                    <a:pt x="3" y="48"/>
                    <a:pt x="2" y="48"/>
                    <a:pt x="0" y="50"/>
                  </a:cubicBezTo>
                  <a:cubicBezTo>
                    <a:pt x="0" y="52"/>
                    <a:pt x="0" y="54"/>
                    <a:pt x="2" y="56"/>
                  </a:cubicBezTo>
                  <a:cubicBezTo>
                    <a:pt x="35" y="112"/>
                    <a:pt x="252" y="212"/>
                    <a:pt x="252" y="212"/>
                  </a:cubicBezTo>
                  <a:cubicBezTo>
                    <a:pt x="1085" y="212"/>
                    <a:pt x="1085" y="212"/>
                    <a:pt x="1085" y="212"/>
                  </a:cubicBezTo>
                  <a:lnTo>
                    <a:pt x="1165" y="129"/>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3" name="Google Shape;1823;p33">
              <a:extLst>
                <a:ext uri="{FF2B5EF4-FFF2-40B4-BE49-F238E27FC236}">
                  <a16:creationId xmlns:a16="http://schemas.microsoft.com/office/drawing/2014/main" id="{9D1E99F9-74E9-AC79-547E-580096E1B14E}"/>
                </a:ext>
              </a:extLst>
            </p:cNvPr>
            <p:cNvSpPr/>
            <p:nvPr/>
          </p:nvSpPr>
          <p:spPr>
            <a:xfrm flipH="1">
              <a:off x="135" y="3774504"/>
              <a:ext cx="1834224" cy="280980"/>
            </a:xfrm>
            <a:custGeom>
              <a:avLst/>
              <a:gdLst/>
              <a:ahLst/>
              <a:cxnLst/>
              <a:rect l="l" t="t" r="r" b="b"/>
              <a:pathLst>
                <a:path w="1051" h="161" extrusionOk="0">
                  <a:moveTo>
                    <a:pt x="30" y="161"/>
                  </a:moveTo>
                  <a:lnTo>
                    <a:pt x="1051" y="161"/>
                  </a:lnTo>
                  <a:lnTo>
                    <a:pt x="1051" y="0"/>
                  </a:lnTo>
                  <a:lnTo>
                    <a:pt x="93" y="0"/>
                  </a:lnTo>
                  <a:lnTo>
                    <a:pt x="0" y="90"/>
                  </a:lnTo>
                  <a:lnTo>
                    <a:pt x="30" y="161"/>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4" name="Google Shape;1824;p33">
              <a:extLst>
                <a:ext uri="{FF2B5EF4-FFF2-40B4-BE49-F238E27FC236}">
                  <a16:creationId xmlns:a16="http://schemas.microsoft.com/office/drawing/2014/main" id="{47616381-ABEF-93F6-B1C2-88E288B0FFEE}"/>
                </a:ext>
              </a:extLst>
            </p:cNvPr>
            <p:cNvSpPr/>
            <p:nvPr/>
          </p:nvSpPr>
          <p:spPr>
            <a:xfrm flipH="1">
              <a:off x="1450398" y="3783230"/>
              <a:ext cx="2967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5" name="Google Shape;1825;p33">
              <a:extLst>
                <a:ext uri="{FF2B5EF4-FFF2-40B4-BE49-F238E27FC236}">
                  <a16:creationId xmlns:a16="http://schemas.microsoft.com/office/drawing/2014/main" id="{7E4CD454-7221-57E7-1FEB-C81C77BF536E}"/>
                </a:ext>
              </a:extLst>
            </p:cNvPr>
            <p:cNvSpPr/>
            <p:nvPr/>
          </p:nvSpPr>
          <p:spPr>
            <a:xfrm flipH="1">
              <a:off x="1474865" y="3805918"/>
              <a:ext cx="2478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6" name="Google Shape;1826;p33">
              <a:extLst>
                <a:ext uri="{FF2B5EF4-FFF2-40B4-BE49-F238E27FC236}">
                  <a16:creationId xmlns:a16="http://schemas.microsoft.com/office/drawing/2014/main" id="{6587BDC7-0BD6-674B-769C-DADA389497AC}"/>
                </a:ext>
              </a:extLst>
            </p:cNvPr>
            <p:cNvSpPr/>
            <p:nvPr/>
          </p:nvSpPr>
          <p:spPr>
            <a:xfrm flipH="1">
              <a:off x="1487061"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09" y="21"/>
                    <a:pt x="135" y="46"/>
                    <a:pt x="135" y="78"/>
                  </a:cubicBezTo>
                  <a:cubicBezTo>
                    <a:pt x="135" y="109"/>
                    <a:pt x="109"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7" name="Google Shape;1827;p33">
              <a:extLst>
                <a:ext uri="{FF2B5EF4-FFF2-40B4-BE49-F238E27FC236}">
                  <a16:creationId xmlns:a16="http://schemas.microsoft.com/office/drawing/2014/main" id="{BEBE339D-A248-A9CC-7D86-E3E2809905FD}"/>
                </a:ext>
              </a:extLst>
            </p:cNvPr>
            <p:cNvSpPr/>
            <p:nvPr/>
          </p:nvSpPr>
          <p:spPr>
            <a:xfrm flipH="1">
              <a:off x="1141440"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8" name="Google Shape;1828;p33">
              <a:extLst>
                <a:ext uri="{FF2B5EF4-FFF2-40B4-BE49-F238E27FC236}">
                  <a16:creationId xmlns:a16="http://schemas.microsoft.com/office/drawing/2014/main" id="{23873EB4-BA98-04E6-E995-47AB42743230}"/>
                </a:ext>
              </a:extLst>
            </p:cNvPr>
            <p:cNvSpPr/>
            <p:nvPr/>
          </p:nvSpPr>
          <p:spPr>
            <a:xfrm flipH="1">
              <a:off x="1165907"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9" name="Google Shape;1829;p33">
              <a:extLst>
                <a:ext uri="{FF2B5EF4-FFF2-40B4-BE49-F238E27FC236}">
                  <a16:creationId xmlns:a16="http://schemas.microsoft.com/office/drawing/2014/main" id="{21C93EF9-711C-1061-2944-0C660390FD21}"/>
                </a:ext>
              </a:extLst>
            </p:cNvPr>
            <p:cNvSpPr/>
            <p:nvPr/>
          </p:nvSpPr>
          <p:spPr>
            <a:xfrm flipH="1">
              <a:off x="1179903"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09" y="21"/>
                    <a:pt x="135" y="46"/>
                    <a:pt x="135" y="78"/>
                  </a:cubicBezTo>
                  <a:cubicBezTo>
                    <a:pt x="135" y="109"/>
                    <a:pt x="109"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0" name="Google Shape;1830;p33">
              <a:extLst>
                <a:ext uri="{FF2B5EF4-FFF2-40B4-BE49-F238E27FC236}">
                  <a16:creationId xmlns:a16="http://schemas.microsoft.com/office/drawing/2014/main" id="{1E5475B0-A66F-5780-2B34-4BA8C80CB43C}"/>
                </a:ext>
              </a:extLst>
            </p:cNvPr>
            <p:cNvSpPr/>
            <p:nvPr/>
          </p:nvSpPr>
          <p:spPr>
            <a:xfrm flipH="1">
              <a:off x="307226"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1" name="Google Shape;1831;p33">
              <a:extLst>
                <a:ext uri="{FF2B5EF4-FFF2-40B4-BE49-F238E27FC236}">
                  <a16:creationId xmlns:a16="http://schemas.microsoft.com/office/drawing/2014/main" id="{88385615-6753-3543-0738-273C9491C48B}"/>
                </a:ext>
              </a:extLst>
            </p:cNvPr>
            <p:cNvSpPr/>
            <p:nvPr/>
          </p:nvSpPr>
          <p:spPr>
            <a:xfrm flipH="1">
              <a:off x="331693"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2" name="Google Shape;1832;p33">
              <a:extLst>
                <a:ext uri="{FF2B5EF4-FFF2-40B4-BE49-F238E27FC236}">
                  <a16:creationId xmlns:a16="http://schemas.microsoft.com/office/drawing/2014/main" id="{3CF4AD0E-3FE9-70F2-4A18-CE0C5E0408C0}"/>
                </a:ext>
              </a:extLst>
            </p:cNvPr>
            <p:cNvSpPr/>
            <p:nvPr/>
          </p:nvSpPr>
          <p:spPr>
            <a:xfrm flipH="1">
              <a:off x="345689"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10" y="21"/>
                    <a:pt x="135" y="46"/>
                    <a:pt x="135" y="78"/>
                  </a:cubicBezTo>
                  <a:cubicBezTo>
                    <a:pt x="135" y="109"/>
                    <a:pt x="110"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3" name="Google Shape;1833;p33">
              <a:extLst>
                <a:ext uri="{FF2B5EF4-FFF2-40B4-BE49-F238E27FC236}">
                  <a16:creationId xmlns:a16="http://schemas.microsoft.com/office/drawing/2014/main" id="{39E2568F-68BC-8D16-AB94-E96983A75539}"/>
                </a:ext>
              </a:extLst>
            </p:cNvPr>
            <p:cNvSpPr/>
            <p:nvPr/>
          </p:nvSpPr>
          <p:spPr>
            <a:xfrm flipH="1">
              <a:off x="68"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4" name="Google Shape;1834;p33">
              <a:extLst>
                <a:ext uri="{FF2B5EF4-FFF2-40B4-BE49-F238E27FC236}">
                  <a16:creationId xmlns:a16="http://schemas.microsoft.com/office/drawing/2014/main" id="{C5407221-F595-EB99-9D84-56719E32170B}"/>
                </a:ext>
              </a:extLst>
            </p:cNvPr>
            <p:cNvSpPr/>
            <p:nvPr/>
          </p:nvSpPr>
          <p:spPr>
            <a:xfrm flipH="1">
              <a:off x="24535"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5" name="Google Shape;1835;p33">
              <a:extLst>
                <a:ext uri="{FF2B5EF4-FFF2-40B4-BE49-F238E27FC236}">
                  <a16:creationId xmlns:a16="http://schemas.microsoft.com/office/drawing/2014/main" id="{0C65F3A6-5FCA-42D8-9869-DAF8B4B973E3}"/>
                </a:ext>
              </a:extLst>
            </p:cNvPr>
            <p:cNvSpPr/>
            <p:nvPr/>
          </p:nvSpPr>
          <p:spPr>
            <a:xfrm flipH="1">
              <a:off x="36785"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10" y="21"/>
                    <a:pt x="135" y="46"/>
                    <a:pt x="135" y="78"/>
                  </a:cubicBezTo>
                  <a:cubicBezTo>
                    <a:pt x="135" y="109"/>
                    <a:pt x="110"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6" name="Google Shape;1836;p33">
              <a:extLst>
                <a:ext uri="{FF2B5EF4-FFF2-40B4-BE49-F238E27FC236}">
                  <a16:creationId xmlns:a16="http://schemas.microsoft.com/office/drawing/2014/main" id="{623DF472-1451-5F00-3C91-A90C733510D5}"/>
                </a:ext>
              </a:extLst>
            </p:cNvPr>
            <p:cNvSpPr/>
            <p:nvPr/>
          </p:nvSpPr>
          <p:spPr>
            <a:xfrm flipH="1">
              <a:off x="115321" y="3893179"/>
              <a:ext cx="1518339" cy="172777"/>
            </a:xfrm>
            <a:custGeom>
              <a:avLst/>
              <a:gdLst/>
              <a:ahLst/>
              <a:cxnLst/>
              <a:rect l="l" t="t" r="r" b="b"/>
              <a:pathLst>
                <a:path w="1061" h="121" extrusionOk="0">
                  <a:moveTo>
                    <a:pt x="714" y="14"/>
                  </a:moveTo>
                  <a:cubicBezTo>
                    <a:pt x="702" y="0"/>
                    <a:pt x="702" y="0"/>
                    <a:pt x="702" y="0"/>
                  </a:cubicBezTo>
                  <a:cubicBezTo>
                    <a:pt x="359" y="0"/>
                    <a:pt x="359" y="0"/>
                    <a:pt x="359" y="0"/>
                  </a:cubicBezTo>
                  <a:cubicBezTo>
                    <a:pt x="347" y="14"/>
                    <a:pt x="347" y="14"/>
                    <a:pt x="347" y="14"/>
                  </a:cubicBezTo>
                  <a:cubicBezTo>
                    <a:pt x="21" y="14"/>
                    <a:pt x="21" y="14"/>
                    <a:pt x="21" y="14"/>
                  </a:cubicBezTo>
                  <a:cubicBezTo>
                    <a:pt x="16" y="14"/>
                    <a:pt x="11" y="16"/>
                    <a:pt x="7" y="19"/>
                  </a:cubicBezTo>
                  <a:cubicBezTo>
                    <a:pt x="3" y="23"/>
                    <a:pt x="0" y="28"/>
                    <a:pt x="0" y="35"/>
                  </a:cubicBezTo>
                  <a:cubicBezTo>
                    <a:pt x="0" y="39"/>
                    <a:pt x="1" y="43"/>
                    <a:pt x="3" y="46"/>
                  </a:cubicBezTo>
                  <a:cubicBezTo>
                    <a:pt x="7" y="52"/>
                    <a:pt x="13" y="56"/>
                    <a:pt x="21" y="56"/>
                  </a:cubicBezTo>
                  <a:cubicBezTo>
                    <a:pt x="222" y="56"/>
                    <a:pt x="222" y="56"/>
                    <a:pt x="222" y="56"/>
                  </a:cubicBezTo>
                  <a:cubicBezTo>
                    <a:pt x="292" y="121"/>
                    <a:pt x="292" y="121"/>
                    <a:pt x="292" y="121"/>
                  </a:cubicBezTo>
                  <a:cubicBezTo>
                    <a:pt x="769" y="121"/>
                    <a:pt x="769" y="121"/>
                    <a:pt x="769" y="121"/>
                  </a:cubicBezTo>
                  <a:cubicBezTo>
                    <a:pt x="839" y="56"/>
                    <a:pt x="839" y="56"/>
                    <a:pt x="839" y="56"/>
                  </a:cubicBezTo>
                  <a:cubicBezTo>
                    <a:pt x="1040" y="56"/>
                    <a:pt x="1040" y="56"/>
                    <a:pt x="1040" y="56"/>
                  </a:cubicBezTo>
                  <a:cubicBezTo>
                    <a:pt x="1047" y="56"/>
                    <a:pt x="1053" y="53"/>
                    <a:pt x="1057" y="48"/>
                  </a:cubicBezTo>
                  <a:cubicBezTo>
                    <a:pt x="1059" y="45"/>
                    <a:pt x="1061" y="40"/>
                    <a:pt x="1061" y="35"/>
                  </a:cubicBezTo>
                  <a:cubicBezTo>
                    <a:pt x="1061" y="30"/>
                    <a:pt x="1060" y="26"/>
                    <a:pt x="1057" y="23"/>
                  </a:cubicBezTo>
                  <a:cubicBezTo>
                    <a:pt x="1054" y="17"/>
                    <a:pt x="1047" y="14"/>
                    <a:pt x="1040" y="14"/>
                  </a:cubicBezTo>
                  <a:lnTo>
                    <a:pt x="714" y="1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7" name="Google Shape;1837;p33">
              <a:extLst>
                <a:ext uri="{FF2B5EF4-FFF2-40B4-BE49-F238E27FC236}">
                  <a16:creationId xmlns:a16="http://schemas.microsoft.com/office/drawing/2014/main" id="{FF844DFB-0BDA-A374-0005-0AE4F628B73F}"/>
                </a:ext>
              </a:extLst>
            </p:cNvPr>
            <p:cNvSpPr/>
            <p:nvPr/>
          </p:nvSpPr>
          <p:spPr>
            <a:xfrm flipH="1">
              <a:off x="1457296"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8" name="Google Shape;1838;p33">
              <a:extLst>
                <a:ext uri="{FF2B5EF4-FFF2-40B4-BE49-F238E27FC236}">
                  <a16:creationId xmlns:a16="http://schemas.microsoft.com/office/drawing/2014/main" id="{E598B863-4274-C9BB-F21B-FEC8F11FB77B}"/>
                </a:ext>
              </a:extLst>
            </p:cNvPr>
            <p:cNvSpPr/>
            <p:nvPr/>
          </p:nvSpPr>
          <p:spPr>
            <a:xfrm flipH="1">
              <a:off x="1340367"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9" name="Google Shape;1839;p33">
              <a:extLst>
                <a:ext uri="{FF2B5EF4-FFF2-40B4-BE49-F238E27FC236}">
                  <a16:creationId xmlns:a16="http://schemas.microsoft.com/office/drawing/2014/main" id="{CC75F02C-5BA9-36BB-0BBF-09010AC97315}"/>
                </a:ext>
              </a:extLst>
            </p:cNvPr>
            <p:cNvSpPr/>
            <p:nvPr/>
          </p:nvSpPr>
          <p:spPr>
            <a:xfrm flipH="1">
              <a:off x="1291607" y="3758797"/>
              <a:ext cx="324600" cy="43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0" name="Google Shape;1840;p33">
              <a:extLst>
                <a:ext uri="{FF2B5EF4-FFF2-40B4-BE49-F238E27FC236}">
                  <a16:creationId xmlns:a16="http://schemas.microsoft.com/office/drawing/2014/main" id="{C69B0186-90E2-0696-569D-8B76A5B48721}"/>
                </a:ext>
              </a:extLst>
            </p:cNvPr>
            <p:cNvSpPr/>
            <p:nvPr/>
          </p:nvSpPr>
          <p:spPr>
            <a:xfrm flipH="1">
              <a:off x="312679" y="3758797"/>
              <a:ext cx="1098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1" name="Google Shape;1841;p33">
              <a:extLst>
                <a:ext uri="{FF2B5EF4-FFF2-40B4-BE49-F238E27FC236}">
                  <a16:creationId xmlns:a16="http://schemas.microsoft.com/office/drawing/2014/main" id="{5ACFF669-1712-515B-77F8-9586EB89D175}"/>
                </a:ext>
              </a:extLst>
            </p:cNvPr>
            <p:cNvSpPr/>
            <p:nvPr/>
          </p:nvSpPr>
          <p:spPr>
            <a:xfrm flipH="1">
              <a:off x="195504"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2" name="Google Shape;1842;p33">
              <a:extLst>
                <a:ext uri="{FF2B5EF4-FFF2-40B4-BE49-F238E27FC236}">
                  <a16:creationId xmlns:a16="http://schemas.microsoft.com/office/drawing/2014/main" id="{52FE6916-8B77-A43D-ABA8-020D49B2A760}"/>
                </a:ext>
              </a:extLst>
            </p:cNvPr>
            <p:cNvSpPr/>
            <p:nvPr/>
          </p:nvSpPr>
          <p:spPr>
            <a:xfrm flipH="1">
              <a:off x="146745" y="3758797"/>
              <a:ext cx="324600" cy="43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3" name="Google Shape;1843;p33">
              <a:extLst>
                <a:ext uri="{FF2B5EF4-FFF2-40B4-BE49-F238E27FC236}">
                  <a16:creationId xmlns:a16="http://schemas.microsoft.com/office/drawing/2014/main" id="{0DD02E0C-AA14-1541-96F2-CACC405F4081}"/>
                </a:ext>
              </a:extLst>
            </p:cNvPr>
            <p:cNvSpPr/>
            <p:nvPr/>
          </p:nvSpPr>
          <p:spPr>
            <a:xfrm flipH="1">
              <a:off x="-46" y="2416729"/>
              <a:ext cx="1344000" cy="261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4" name="Google Shape;1844;p33">
              <a:extLst>
                <a:ext uri="{FF2B5EF4-FFF2-40B4-BE49-F238E27FC236}">
                  <a16:creationId xmlns:a16="http://schemas.microsoft.com/office/drawing/2014/main" id="{E869D38D-311C-1F5C-068D-E9A204CE72C3}"/>
                </a:ext>
              </a:extLst>
            </p:cNvPr>
            <p:cNvSpPr/>
            <p:nvPr/>
          </p:nvSpPr>
          <p:spPr>
            <a:xfrm flipH="1">
              <a:off x="490383" y="2299799"/>
              <a:ext cx="769800" cy="768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5" name="Google Shape;1845;p33">
              <a:extLst>
                <a:ext uri="{FF2B5EF4-FFF2-40B4-BE49-F238E27FC236}">
                  <a16:creationId xmlns:a16="http://schemas.microsoft.com/office/drawing/2014/main" id="{85411D4A-F715-D250-E133-BA949B9FE779}"/>
                </a:ext>
              </a:extLst>
            </p:cNvPr>
            <p:cNvSpPr/>
            <p:nvPr/>
          </p:nvSpPr>
          <p:spPr>
            <a:xfrm flipH="1">
              <a:off x="572808" y="2376589"/>
              <a:ext cx="642000" cy="402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6" name="Google Shape;1846;p33">
              <a:extLst>
                <a:ext uri="{FF2B5EF4-FFF2-40B4-BE49-F238E27FC236}">
                  <a16:creationId xmlns:a16="http://schemas.microsoft.com/office/drawing/2014/main" id="{72DC724F-7EA4-0BE7-23AA-E764912F68A5}"/>
                </a:ext>
              </a:extLst>
            </p:cNvPr>
            <p:cNvSpPr/>
            <p:nvPr/>
          </p:nvSpPr>
          <p:spPr>
            <a:xfrm flipH="1">
              <a:off x="530681" y="3956006"/>
              <a:ext cx="685871" cy="66318"/>
            </a:xfrm>
            <a:custGeom>
              <a:avLst/>
              <a:gdLst/>
              <a:ahLst/>
              <a:cxnLst/>
              <a:rect l="l" t="t" r="r" b="b"/>
              <a:pathLst>
                <a:path w="393" h="38" extrusionOk="0">
                  <a:moveTo>
                    <a:pt x="0" y="0"/>
                  </a:moveTo>
                  <a:lnTo>
                    <a:pt x="34" y="38"/>
                  </a:lnTo>
                  <a:lnTo>
                    <a:pt x="359" y="38"/>
                  </a:lnTo>
                  <a:lnTo>
                    <a:pt x="393"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7" name="Google Shape;1847;p33">
              <a:extLst>
                <a:ext uri="{FF2B5EF4-FFF2-40B4-BE49-F238E27FC236}">
                  <a16:creationId xmlns:a16="http://schemas.microsoft.com/office/drawing/2014/main" id="{2A936735-D7CE-C567-360D-5FABDC8F4927}"/>
                </a:ext>
              </a:extLst>
            </p:cNvPr>
            <p:cNvSpPr/>
            <p:nvPr/>
          </p:nvSpPr>
          <p:spPr>
            <a:xfrm flipH="1">
              <a:off x="131" y="3713421"/>
              <a:ext cx="3328134" cy="342062"/>
            </a:xfrm>
            <a:custGeom>
              <a:avLst/>
              <a:gdLst/>
              <a:ahLst/>
              <a:cxnLst/>
              <a:rect l="l" t="t" r="r" b="b"/>
              <a:pathLst>
                <a:path w="2326" h="239" extrusionOk="0">
                  <a:moveTo>
                    <a:pt x="1081" y="239"/>
                  </a:moveTo>
                  <a:cubicBezTo>
                    <a:pt x="1044" y="152"/>
                    <a:pt x="1044" y="152"/>
                    <a:pt x="1044" y="152"/>
                  </a:cubicBezTo>
                  <a:cubicBezTo>
                    <a:pt x="1158" y="42"/>
                    <a:pt x="1158" y="42"/>
                    <a:pt x="1158" y="42"/>
                  </a:cubicBezTo>
                  <a:cubicBezTo>
                    <a:pt x="2326" y="42"/>
                    <a:pt x="2326" y="42"/>
                    <a:pt x="2326" y="42"/>
                  </a:cubicBezTo>
                  <a:cubicBezTo>
                    <a:pt x="2326" y="0"/>
                    <a:pt x="2326" y="0"/>
                    <a:pt x="2326" y="0"/>
                  </a:cubicBezTo>
                  <a:cubicBezTo>
                    <a:pt x="1010" y="0"/>
                    <a:pt x="1010" y="0"/>
                    <a:pt x="1010" y="0"/>
                  </a:cubicBezTo>
                  <a:cubicBezTo>
                    <a:pt x="880" y="125"/>
                    <a:pt x="880" y="125"/>
                    <a:pt x="880" y="125"/>
                  </a:cubicBezTo>
                  <a:cubicBezTo>
                    <a:pt x="178" y="125"/>
                    <a:pt x="178" y="125"/>
                    <a:pt x="178" y="125"/>
                  </a:cubicBezTo>
                  <a:cubicBezTo>
                    <a:pt x="178" y="125"/>
                    <a:pt x="88" y="239"/>
                    <a:pt x="0" y="239"/>
                  </a:cubicBezTo>
                  <a:lnTo>
                    <a:pt x="1081" y="239"/>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8" name="Google Shape;1848;p33">
              <a:extLst>
                <a:ext uri="{FF2B5EF4-FFF2-40B4-BE49-F238E27FC236}">
                  <a16:creationId xmlns:a16="http://schemas.microsoft.com/office/drawing/2014/main" id="{45EDB43B-3926-4CE3-7A85-7D79F7BDB942}"/>
                </a:ext>
              </a:extLst>
            </p:cNvPr>
            <p:cNvSpPr/>
            <p:nvPr/>
          </p:nvSpPr>
          <p:spPr>
            <a:xfrm flipH="1">
              <a:off x="135" y="3210800"/>
              <a:ext cx="2947672" cy="530545"/>
            </a:xfrm>
            <a:custGeom>
              <a:avLst/>
              <a:gdLst/>
              <a:ahLst/>
              <a:cxnLst/>
              <a:rect l="l" t="t" r="r" b="b"/>
              <a:pathLst>
                <a:path w="1689" h="304" extrusionOk="0">
                  <a:moveTo>
                    <a:pt x="1689" y="184"/>
                  </a:moveTo>
                  <a:lnTo>
                    <a:pt x="709" y="184"/>
                  </a:lnTo>
                  <a:lnTo>
                    <a:pt x="453" y="304"/>
                  </a:lnTo>
                  <a:lnTo>
                    <a:pt x="0" y="304"/>
                  </a:lnTo>
                  <a:lnTo>
                    <a:pt x="447" y="288"/>
                  </a:lnTo>
                  <a:lnTo>
                    <a:pt x="960" y="0"/>
                  </a:lnTo>
                  <a:lnTo>
                    <a:pt x="1689" y="0"/>
                  </a:lnTo>
                  <a:lnTo>
                    <a:pt x="1689" y="184"/>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9" name="Google Shape;1849;p33">
              <a:extLst>
                <a:ext uri="{FF2B5EF4-FFF2-40B4-BE49-F238E27FC236}">
                  <a16:creationId xmlns:a16="http://schemas.microsoft.com/office/drawing/2014/main" id="{4CA4AB68-E622-8667-B2F3-BBDAF5B216EE}"/>
                </a:ext>
              </a:extLst>
            </p:cNvPr>
            <p:cNvSpPr/>
            <p:nvPr/>
          </p:nvSpPr>
          <p:spPr>
            <a:xfrm flipH="1">
              <a:off x="2129398" y="3497015"/>
              <a:ext cx="694500" cy="4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0" name="Google Shape;1850;p33">
              <a:extLst>
                <a:ext uri="{FF2B5EF4-FFF2-40B4-BE49-F238E27FC236}">
                  <a16:creationId xmlns:a16="http://schemas.microsoft.com/office/drawing/2014/main" id="{277AD8B9-3311-1747-4B6C-1F801A064910}"/>
                </a:ext>
              </a:extLst>
            </p:cNvPr>
            <p:cNvSpPr/>
            <p:nvPr/>
          </p:nvSpPr>
          <p:spPr>
            <a:xfrm flipH="1">
              <a:off x="135" y="2554600"/>
              <a:ext cx="769641" cy="394418"/>
            </a:xfrm>
            <a:custGeom>
              <a:avLst/>
              <a:gdLst/>
              <a:ahLst/>
              <a:cxnLst/>
              <a:rect l="l" t="t" r="r" b="b"/>
              <a:pathLst>
                <a:path w="538" h="276" extrusionOk="0">
                  <a:moveTo>
                    <a:pt x="46" y="0"/>
                  </a:moveTo>
                  <a:cubicBezTo>
                    <a:pt x="538" y="0"/>
                    <a:pt x="538" y="0"/>
                    <a:pt x="538" y="0"/>
                  </a:cubicBezTo>
                  <a:cubicBezTo>
                    <a:pt x="538" y="276"/>
                    <a:pt x="538" y="276"/>
                    <a:pt x="538" y="276"/>
                  </a:cubicBezTo>
                  <a:cubicBezTo>
                    <a:pt x="46" y="276"/>
                    <a:pt x="46" y="276"/>
                    <a:pt x="46" y="276"/>
                  </a:cubicBezTo>
                  <a:cubicBezTo>
                    <a:pt x="34" y="276"/>
                    <a:pt x="24" y="272"/>
                    <a:pt x="16" y="265"/>
                  </a:cubicBezTo>
                  <a:cubicBezTo>
                    <a:pt x="6" y="256"/>
                    <a:pt x="0" y="244"/>
                    <a:pt x="0" y="230"/>
                  </a:cubicBezTo>
                  <a:cubicBezTo>
                    <a:pt x="0" y="46"/>
                    <a:pt x="0" y="46"/>
                    <a:pt x="0" y="46"/>
                  </a:cubicBezTo>
                  <a:cubicBezTo>
                    <a:pt x="0" y="32"/>
                    <a:pt x="6" y="20"/>
                    <a:pt x="15" y="12"/>
                  </a:cubicBezTo>
                  <a:cubicBezTo>
                    <a:pt x="23" y="5"/>
                    <a:pt x="34" y="0"/>
                    <a:pt x="46"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1" name="Google Shape;1851;p33">
              <a:extLst>
                <a:ext uri="{FF2B5EF4-FFF2-40B4-BE49-F238E27FC236}">
                  <a16:creationId xmlns:a16="http://schemas.microsoft.com/office/drawing/2014/main" id="{C0389DC2-E96C-48EB-8950-FB76B315E13A}"/>
                </a:ext>
              </a:extLst>
            </p:cNvPr>
            <p:cNvSpPr/>
            <p:nvPr/>
          </p:nvSpPr>
          <p:spPr>
            <a:xfrm flipH="1">
              <a:off x="135" y="2554600"/>
              <a:ext cx="769641" cy="83770"/>
            </a:xfrm>
            <a:custGeom>
              <a:avLst/>
              <a:gdLst/>
              <a:ahLst/>
              <a:cxnLst/>
              <a:rect l="l" t="t" r="r" b="b"/>
              <a:pathLst>
                <a:path w="538" h="59" extrusionOk="0">
                  <a:moveTo>
                    <a:pt x="46" y="0"/>
                  </a:moveTo>
                  <a:cubicBezTo>
                    <a:pt x="34" y="0"/>
                    <a:pt x="23" y="5"/>
                    <a:pt x="15" y="12"/>
                  </a:cubicBezTo>
                  <a:cubicBezTo>
                    <a:pt x="6" y="20"/>
                    <a:pt x="0" y="32"/>
                    <a:pt x="0" y="46"/>
                  </a:cubicBezTo>
                  <a:cubicBezTo>
                    <a:pt x="0" y="59"/>
                    <a:pt x="0" y="59"/>
                    <a:pt x="0" y="59"/>
                  </a:cubicBezTo>
                  <a:cubicBezTo>
                    <a:pt x="0" y="46"/>
                    <a:pt x="6" y="34"/>
                    <a:pt x="15" y="25"/>
                  </a:cubicBezTo>
                  <a:cubicBezTo>
                    <a:pt x="23" y="18"/>
                    <a:pt x="34" y="14"/>
                    <a:pt x="46" y="14"/>
                  </a:cubicBezTo>
                  <a:cubicBezTo>
                    <a:pt x="538" y="14"/>
                    <a:pt x="538" y="14"/>
                    <a:pt x="538" y="14"/>
                  </a:cubicBezTo>
                  <a:cubicBezTo>
                    <a:pt x="538" y="0"/>
                    <a:pt x="538" y="0"/>
                    <a:pt x="538" y="0"/>
                  </a:cubicBezTo>
                  <a:lnTo>
                    <a:pt x="46"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2" name="Google Shape;1852;p33">
              <a:extLst>
                <a:ext uri="{FF2B5EF4-FFF2-40B4-BE49-F238E27FC236}">
                  <a16:creationId xmlns:a16="http://schemas.microsoft.com/office/drawing/2014/main" id="{D137E13A-3450-1249-6D82-45288D2426A3}"/>
                </a:ext>
              </a:extLst>
            </p:cNvPr>
            <p:cNvSpPr/>
            <p:nvPr/>
          </p:nvSpPr>
          <p:spPr>
            <a:xfrm flipH="1">
              <a:off x="1511496" y="2540639"/>
              <a:ext cx="1486923" cy="731244"/>
            </a:xfrm>
            <a:custGeom>
              <a:avLst/>
              <a:gdLst/>
              <a:ahLst/>
              <a:cxnLst/>
              <a:rect l="l" t="t" r="r" b="b"/>
              <a:pathLst>
                <a:path w="1039" h="510" extrusionOk="0">
                  <a:moveTo>
                    <a:pt x="988" y="0"/>
                  </a:moveTo>
                  <a:cubicBezTo>
                    <a:pt x="742" y="59"/>
                    <a:pt x="742" y="59"/>
                    <a:pt x="742" y="59"/>
                  </a:cubicBezTo>
                  <a:cubicBezTo>
                    <a:pt x="415" y="213"/>
                    <a:pt x="11" y="503"/>
                    <a:pt x="0" y="510"/>
                  </a:cubicBezTo>
                  <a:cubicBezTo>
                    <a:pt x="28" y="491"/>
                    <a:pt x="47" y="479"/>
                    <a:pt x="47" y="478"/>
                  </a:cubicBezTo>
                  <a:cubicBezTo>
                    <a:pt x="47" y="478"/>
                    <a:pt x="47" y="478"/>
                    <a:pt x="47" y="478"/>
                  </a:cubicBezTo>
                  <a:cubicBezTo>
                    <a:pt x="300" y="341"/>
                    <a:pt x="795" y="239"/>
                    <a:pt x="795" y="239"/>
                  </a:cubicBezTo>
                  <a:cubicBezTo>
                    <a:pt x="1039" y="22"/>
                    <a:pt x="1039" y="22"/>
                    <a:pt x="1039" y="22"/>
                  </a:cubicBezTo>
                  <a:cubicBezTo>
                    <a:pt x="988" y="0"/>
                    <a:pt x="988" y="0"/>
                    <a:pt x="988" y="0"/>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3" name="Google Shape;1853;p33">
              <a:extLst>
                <a:ext uri="{FF2B5EF4-FFF2-40B4-BE49-F238E27FC236}">
                  <a16:creationId xmlns:a16="http://schemas.microsoft.com/office/drawing/2014/main" id="{2DE04CC5-CE94-3743-8599-6E0DE5167F8E}"/>
                </a:ext>
              </a:extLst>
            </p:cNvPr>
            <p:cNvSpPr/>
            <p:nvPr/>
          </p:nvSpPr>
          <p:spPr>
            <a:xfrm flipH="1">
              <a:off x="2930355" y="3224762"/>
              <a:ext cx="68064" cy="48866"/>
            </a:xfrm>
            <a:custGeom>
              <a:avLst/>
              <a:gdLst/>
              <a:ahLst/>
              <a:cxnLst/>
              <a:rect l="l" t="t" r="r" b="b"/>
              <a:pathLst>
                <a:path w="47" h="33" extrusionOk="0">
                  <a:moveTo>
                    <a:pt x="47" y="0"/>
                  </a:moveTo>
                  <a:cubicBezTo>
                    <a:pt x="47" y="1"/>
                    <a:pt x="28" y="13"/>
                    <a:pt x="0" y="32"/>
                  </a:cubicBezTo>
                  <a:cubicBezTo>
                    <a:pt x="0" y="33"/>
                    <a:pt x="0" y="33"/>
                    <a:pt x="0" y="33"/>
                  </a:cubicBezTo>
                  <a:cubicBezTo>
                    <a:pt x="28" y="13"/>
                    <a:pt x="47" y="1"/>
                    <a:pt x="47" y="0"/>
                  </a:cubicBezTo>
                </a:path>
              </a:pathLst>
            </a:custGeom>
            <a:solidFill>
              <a:srgbClr val="2FCBE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4" name="Google Shape;1854;p33">
              <a:extLst>
                <a:ext uri="{FF2B5EF4-FFF2-40B4-BE49-F238E27FC236}">
                  <a16:creationId xmlns:a16="http://schemas.microsoft.com/office/drawing/2014/main" id="{A47B7E3A-3CC3-24A5-3DF1-75661FBA0933}"/>
                </a:ext>
              </a:extLst>
            </p:cNvPr>
            <p:cNvSpPr/>
            <p:nvPr/>
          </p:nvSpPr>
          <p:spPr>
            <a:xfrm flipH="1">
              <a:off x="1511494" y="2516206"/>
              <a:ext cx="425833" cy="109949"/>
            </a:xfrm>
            <a:custGeom>
              <a:avLst/>
              <a:gdLst/>
              <a:ahLst/>
              <a:cxnLst/>
              <a:rect l="l" t="t" r="r" b="b"/>
              <a:pathLst>
                <a:path w="244" h="63" extrusionOk="0">
                  <a:moveTo>
                    <a:pt x="189" y="0"/>
                  </a:moveTo>
                  <a:lnTo>
                    <a:pt x="0" y="63"/>
                  </a:lnTo>
                  <a:lnTo>
                    <a:pt x="202" y="14"/>
                  </a:lnTo>
                  <a:lnTo>
                    <a:pt x="244" y="32"/>
                  </a:lnTo>
                  <a:lnTo>
                    <a:pt x="189"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5" name="Google Shape;1855;p33">
              <a:extLst>
                <a:ext uri="{FF2B5EF4-FFF2-40B4-BE49-F238E27FC236}">
                  <a16:creationId xmlns:a16="http://schemas.microsoft.com/office/drawing/2014/main" id="{B4764AAD-F4EC-CEAB-9E9C-039BF37CB918}"/>
                </a:ext>
              </a:extLst>
            </p:cNvPr>
            <p:cNvSpPr/>
            <p:nvPr/>
          </p:nvSpPr>
          <p:spPr>
            <a:xfrm flipH="1">
              <a:off x="1511494" y="2516206"/>
              <a:ext cx="425833" cy="109949"/>
            </a:xfrm>
            <a:custGeom>
              <a:avLst/>
              <a:gdLst/>
              <a:ahLst/>
              <a:cxnLst/>
              <a:rect l="l" t="t" r="r" b="b"/>
              <a:pathLst>
                <a:path w="244" h="63" extrusionOk="0">
                  <a:moveTo>
                    <a:pt x="189" y="0"/>
                  </a:moveTo>
                  <a:lnTo>
                    <a:pt x="0" y="63"/>
                  </a:lnTo>
                  <a:lnTo>
                    <a:pt x="202" y="14"/>
                  </a:lnTo>
                  <a:lnTo>
                    <a:pt x="244" y="32"/>
                  </a:lnTo>
                  <a:lnTo>
                    <a:pt x="189" y="0"/>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6" name="Google Shape;1856;p33">
              <a:extLst>
                <a:ext uri="{FF2B5EF4-FFF2-40B4-BE49-F238E27FC236}">
                  <a16:creationId xmlns:a16="http://schemas.microsoft.com/office/drawing/2014/main" id="{3A96B082-5330-2562-6779-E48D9F7FF15A}"/>
                </a:ext>
              </a:extLst>
            </p:cNvPr>
            <p:cNvSpPr/>
            <p:nvPr/>
          </p:nvSpPr>
          <p:spPr>
            <a:xfrm flipH="1">
              <a:off x="1511494" y="2512656"/>
              <a:ext cx="425833" cy="366495"/>
            </a:xfrm>
            <a:custGeom>
              <a:avLst/>
              <a:gdLst/>
              <a:ahLst/>
              <a:cxnLst/>
              <a:rect l="l" t="t" r="r" b="b"/>
              <a:pathLst>
                <a:path w="244" h="210" extrusionOk="0">
                  <a:moveTo>
                    <a:pt x="0" y="63"/>
                  </a:moveTo>
                  <a:lnTo>
                    <a:pt x="189" y="11"/>
                  </a:lnTo>
                  <a:lnTo>
                    <a:pt x="228" y="36"/>
                  </a:lnTo>
                  <a:lnTo>
                    <a:pt x="44" y="210"/>
                  </a:lnTo>
                  <a:lnTo>
                    <a:pt x="244" y="32"/>
                  </a:lnTo>
                  <a:lnTo>
                    <a:pt x="189" y="0"/>
                  </a:lnTo>
                  <a:lnTo>
                    <a:pt x="0" y="63"/>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7" name="Google Shape;1857;p33">
              <a:extLst>
                <a:ext uri="{FF2B5EF4-FFF2-40B4-BE49-F238E27FC236}">
                  <a16:creationId xmlns:a16="http://schemas.microsoft.com/office/drawing/2014/main" id="{4A6681CB-8B47-5C7F-2DBF-157052C2F6A5}"/>
                </a:ext>
              </a:extLst>
            </p:cNvPr>
            <p:cNvSpPr/>
            <p:nvPr/>
          </p:nvSpPr>
          <p:spPr>
            <a:xfrm flipH="1">
              <a:off x="136" y="2577289"/>
              <a:ext cx="1853421" cy="465972"/>
            </a:xfrm>
            <a:custGeom>
              <a:avLst/>
              <a:gdLst/>
              <a:ahLst/>
              <a:cxnLst/>
              <a:rect l="l" t="t" r="r" b="b"/>
              <a:pathLst>
                <a:path w="1062" h="267" extrusionOk="0">
                  <a:moveTo>
                    <a:pt x="1062" y="236"/>
                  </a:moveTo>
                  <a:lnTo>
                    <a:pt x="1062" y="234"/>
                  </a:lnTo>
                  <a:lnTo>
                    <a:pt x="599" y="234"/>
                  </a:lnTo>
                  <a:lnTo>
                    <a:pt x="599" y="0"/>
                  </a:lnTo>
                  <a:lnTo>
                    <a:pt x="263" y="0"/>
                  </a:lnTo>
                  <a:lnTo>
                    <a:pt x="0" y="236"/>
                  </a:lnTo>
                  <a:lnTo>
                    <a:pt x="597" y="236"/>
                  </a:lnTo>
                  <a:lnTo>
                    <a:pt x="597" y="267"/>
                  </a:lnTo>
                  <a:lnTo>
                    <a:pt x="1062" y="267"/>
                  </a:lnTo>
                  <a:lnTo>
                    <a:pt x="1062" y="265"/>
                  </a:lnTo>
                  <a:lnTo>
                    <a:pt x="599" y="265"/>
                  </a:lnTo>
                  <a:lnTo>
                    <a:pt x="599" y="236"/>
                  </a:lnTo>
                  <a:lnTo>
                    <a:pt x="1062" y="236"/>
                  </a:lnTo>
                  <a:close/>
                  <a:moveTo>
                    <a:pt x="597" y="234"/>
                  </a:moveTo>
                  <a:lnTo>
                    <a:pt x="7" y="234"/>
                  </a:lnTo>
                  <a:lnTo>
                    <a:pt x="264" y="2"/>
                  </a:lnTo>
                  <a:lnTo>
                    <a:pt x="597" y="2"/>
                  </a:lnTo>
                  <a:lnTo>
                    <a:pt x="597" y="23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8" name="Google Shape;1858;p33">
              <a:extLst>
                <a:ext uri="{FF2B5EF4-FFF2-40B4-BE49-F238E27FC236}">
                  <a16:creationId xmlns:a16="http://schemas.microsoft.com/office/drawing/2014/main" id="{85460264-AAC1-8B8B-09B1-944E621D2984}"/>
                </a:ext>
              </a:extLst>
            </p:cNvPr>
            <p:cNvSpPr/>
            <p:nvPr/>
          </p:nvSpPr>
          <p:spPr>
            <a:xfrm flipH="1">
              <a:off x="872625" y="3041515"/>
              <a:ext cx="1284600" cy="69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1530716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72"/>
        <p:cNvGrpSpPr/>
        <p:nvPr/>
      </p:nvGrpSpPr>
      <p:grpSpPr>
        <a:xfrm>
          <a:off x="0" y="0"/>
          <a:ext cx="0" cy="0"/>
          <a:chOff x="0" y="0"/>
          <a:chExt cx="0" cy="0"/>
        </a:xfrm>
      </p:grpSpPr>
      <p:sp>
        <p:nvSpPr>
          <p:cNvPr id="2073" name="Google Shape;2073;p37"/>
          <p:cNvSpPr txBox="1">
            <a:spLocks noGrp="1"/>
          </p:cNvSpPr>
          <p:nvPr>
            <p:ph type="subTitle" idx="14"/>
          </p:nvPr>
        </p:nvSpPr>
        <p:spPr>
          <a:xfrm>
            <a:off x="3297742" y="2809253"/>
            <a:ext cx="2548500" cy="53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OSM POIs</a:t>
            </a:r>
            <a:endParaRPr dirty="0"/>
          </a:p>
        </p:txBody>
      </p:sp>
      <p:sp>
        <p:nvSpPr>
          <p:cNvPr id="2074" name="Google Shape;2074;p37"/>
          <p:cNvSpPr txBox="1">
            <a:spLocks noGrp="1"/>
          </p:cNvSpPr>
          <p:nvPr>
            <p:ph type="subTitle" idx="13"/>
          </p:nvPr>
        </p:nvSpPr>
        <p:spPr>
          <a:xfrm>
            <a:off x="691262" y="2809253"/>
            <a:ext cx="2543100" cy="53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Malaysia GADMs</a:t>
            </a:r>
            <a:endParaRPr dirty="0"/>
          </a:p>
        </p:txBody>
      </p:sp>
      <p:sp>
        <p:nvSpPr>
          <p:cNvPr id="2075" name="Google Shape;2075;p37"/>
          <p:cNvSpPr txBox="1">
            <a:spLocks noGrp="1"/>
          </p:cNvSpPr>
          <p:nvPr>
            <p:ph type="subTitle" idx="15"/>
          </p:nvPr>
        </p:nvSpPr>
        <p:spPr>
          <a:xfrm>
            <a:off x="5902887" y="2809250"/>
            <a:ext cx="2551200" cy="53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Walking Friction</a:t>
            </a:r>
            <a:endParaRPr dirty="0"/>
          </a:p>
        </p:txBody>
      </p:sp>
      <p:sp>
        <p:nvSpPr>
          <p:cNvPr id="2076" name="Google Shape;2076;p37"/>
          <p:cNvSpPr txBox="1">
            <a:spLocks noGrp="1"/>
          </p:cNvSpPr>
          <p:nvPr>
            <p:ph type="subTitle" idx="7"/>
          </p:nvPr>
        </p:nvSpPr>
        <p:spPr>
          <a:xfrm>
            <a:off x="691262" y="1603875"/>
            <a:ext cx="2543100" cy="53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Ridership</a:t>
            </a:r>
            <a:endParaRPr dirty="0"/>
          </a:p>
        </p:txBody>
      </p:sp>
      <p:sp>
        <p:nvSpPr>
          <p:cNvPr id="2077" name="Google Shape;2077;p37"/>
          <p:cNvSpPr txBox="1">
            <a:spLocks noGrp="1"/>
          </p:cNvSpPr>
          <p:nvPr>
            <p:ph type="subTitle" idx="8"/>
          </p:nvPr>
        </p:nvSpPr>
        <p:spPr>
          <a:xfrm>
            <a:off x="3297742" y="1603875"/>
            <a:ext cx="2548500" cy="53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Population Density</a:t>
            </a:r>
            <a:endParaRPr dirty="0"/>
          </a:p>
        </p:txBody>
      </p:sp>
      <p:sp>
        <p:nvSpPr>
          <p:cNvPr id="2078" name="Google Shape;2078;p37"/>
          <p:cNvSpPr txBox="1">
            <a:spLocks noGrp="1"/>
          </p:cNvSpPr>
          <p:nvPr>
            <p:ph type="subTitle" idx="9"/>
          </p:nvPr>
        </p:nvSpPr>
        <p:spPr>
          <a:xfrm>
            <a:off x="5905587" y="1603876"/>
            <a:ext cx="2545800" cy="53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GTFS</a:t>
            </a:r>
            <a:endParaRPr dirty="0"/>
          </a:p>
        </p:txBody>
      </p:sp>
      <p:sp>
        <p:nvSpPr>
          <p:cNvPr id="2079" name="Google Shape;2079;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Data Sources</a:t>
            </a:r>
            <a:endParaRPr dirty="0"/>
          </a:p>
        </p:txBody>
      </p:sp>
      <p:sp>
        <p:nvSpPr>
          <p:cNvPr id="2085" name="Google Shape;2085;p37"/>
          <p:cNvSpPr txBox="1">
            <a:spLocks noGrp="1"/>
          </p:cNvSpPr>
          <p:nvPr>
            <p:ph type="subTitle" idx="6"/>
          </p:nvPr>
        </p:nvSpPr>
        <p:spPr>
          <a:xfrm>
            <a:off x="1754474" y="3746724"/>
            <a:ext cx="5635035"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Historical rainfall, historical public and school holiday, fuel price, and covid cases.</a:t>
            </a:r>
            <a:endParaRPr dirty="0"/>
          </a:p>
        </p:txBody>
      </p:sp>
      <p:grpSp>
        <p:nvGrpSpPr>
          <p:cNvPr id="2086" name="Google Shape;2086;p37"/>
          <p:cNvGrpSpPr/>
          <p:nvPr/>
        </p:nvGrpSpPr>
        <p:grpSpPr>
          <a:xfrm>
            <a:off x="6995687" y="2515170"/>
            <a:ext cx="365599" cy="314954"/>
            <a:chOff x="7882926" y="1631120"/>
            <a:chExt cx="365599" cy="314954"/>
          </a:xfrm>
        </p:grpSpPr>
        <p:sp>
          <p:nvSpPr>
            <p:cNvPr id="2087" name="Google Shape;2087;p37"/>
            <p:cNvSpPr/>
            <p:nvPr/>
          </p:nvSpPr>
          <p:spPr>
            <a:xfrm>
              <a:off x="7924771" y="1631120"/>
              <a:ext cx="44048" cy="49556"/>
            </a:xfrm>
            <a:custGeom>
              <a:avLst/>
              <a:gdLst/>
              <a:ahLst/>
              <a:cxnLst/>
              <a:rect l="l" t="t" r="r" b="b"/>
              <a:pathLst>
                <a:path w="17" h="19" extrusionOk="0">
                  <a:moveTo>
                    <a:pt x="17" y="17"/>
                  </a:moveTo>
                  <a:cubicBezTo>
                    <a:pt x="9" y="19"/>
                    <a:pt x="9" y="19"/>
                    <a:pt x="9" y="19"/>
                  </a:cubicBezTo>
                  <a:cubicBezTo>
                    <a:pt x="0" y="17"/>
                    <a:pt x="0" y="17"/>
                    <a:pt x="0" y="17"/>
                  </a:cubicBezTo>
                  <a:cubicBezTo>
                    <a:pt x="0" y="16"/>
                    <a:pt x="0" y="8"/>
                    <a:pt x="0" y="8"/>
                  </a:cubicBezTo>
                  <a:cubicBezTo>
                    <a:pt x="0" y="4"/>
                    <a:pt x="4" y="0"/>
                    <a:pt x="9" y="0"/>
                  </a:cubicBezTo>
                  <a:cubicBezTo>
                    <a:pt x="13" y="0"/>
                    <a:pt x="17" y="4"/>
                    <a:pt x="17" y="9"/>
                  </a:cubicBezTo>
                  <a:lnTo>
                    <a:pt x="17" y="17"/>
                  </a:ln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8" name="Google Shape;2088;p37"/>
            <p:cNvSpPr/>
            <p:nvPr/>
          </p:nvSpPr>
          <p:spPr>
            <a:xfrm>
              <a:off x="8162631" y="1631120"/>
              <a:ext cx="41846" cy="55062"/>
            </a:xfrm>
            <a:custGeom>
              <a:avLst/>
              <a:gdLst/>
              <a:ahLst/>
              <a:cxnLst/>
              <a:rect l="l" t="t" r="r" b="b"/>
              <a:pathLst>
                <a:path w="16" h="21" extrusionOk="0">
                  <a:moveTo>
                    <a:pt x="0" y="9"/>
                  </a:moveTo>
                  <a:cubicBezTo>
                    <a:pt x="0" y="17"/>
                    <a:pt x="0" y="17"/>
                    <a:pt x="0" y="17"/>
                  </a:cubicBezTo>
                  <a:cubicBezTo>
                    <a:pt x="8" y="21"/>
                    <a:pt x="8" y="21"/>
                    <a:pt x="8" y="21"/>
                  </a:cubicBezTo>
                  <a:cubicBezTo>
                    <a:pt x="16" y="17"/>
                    <a:pt x="16" y="17"/>
                    <a:pt x="16" y="17"/>
                  </a:cubicBezTo>
                  <a:cubicBezTo>
                    <a:pt x="16" y="14"/>
                    <a:pt x="16" y="11"/>
                    <a:pt x="16" y="8"/>
                  </a:cubicBezTo>
                  <a:cubicBezTo>
                    <a:pt x="16" y="4"/>
                    <a:pt x="13" y="0"/>
                    <a:pt x="8" y="0"/>
                  </a:cubicBezTo>
                  <a:cubicBezTo>
                    <a:pt x="4" y="0"/>
                    <a:pt x="0" y="4"/>
                    <a:pt x="0" y="9"/>
                  </a:cubicBez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9" name="Google Shape;2089;p37"/>
            <p:cNvSpPr/>
            <p:nvPr/>
          </p:nvSpPr>
          <p:spPr>
            <a:xfrm>
              <a:off x="8122987" y="1676271"/>
              <a:ext cx="125537" cy="127744"/>
            </a:xfrm>
            <a:custGeom>
              <a:avLst/>
              <a:gdLst/>
              <a:ahLst/>
              <a:cxnLst/>
              <a:rect l="l" t="t" r="r" b="b"/>
              <a:pathLst>
                <a:path w="114" h="116" extrusionOk="0">
                  <a:moveTo>
                    <a:pt x="0" y="116"/>
                  </a:moveTo>
                  <a:lnTo>
                    <a:pt x="26" y="116"/>
                  </a:lnTo>
                  <a:lnTo>
                    <a:pt x="74" y="69"/>
                  </a:lnTo>
                  <a:lnTo>
                    <a:pt x="114" y="12"/>
                  </a:lnTo>
                  <a:lnTo>
                    <a:pt x="114" y="0"/>
                  </a:lnTo>
                  <a:lnTo>
                    <a:pt x="100" y="0"/>
                  </a:lnTo>
                  <a:lnTo>
                    <a:pt x="45" y="54"/>
                  </a:lnTo>
                  <a:lnTo>
                    <a:pt x="0" y="116"/>
                  </a:ln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0" name="Google Shape;2090;p37"/>
            <p:cNvSpPr/>
            <p:nvPr/>
          </p:nvSpPr>
          <p:spPr>
            <a:xfrm>
              <a:off x="8060219" y="1798508"/>
              <a:ext cx="5506" cy="5507"/>
            </a:xfrm>
            <a:custGeom>
              <a:avLst/>
              <a:gdLst/>
              <a:ahLst/>
              <a:cxnLst/>
              <a:rect l="l" t="t" r="r" b="b"/>
              <a:pathLst>
                <a:path w="5" h="5" extrusionOk="0">
                  <a:moveTo>
                    <a:pt x="0" y="5"/>
                  </a:moveTo>
                  <a:lnTo>
                    <a:pt x="5" y="5"/>
                  </a:lnTo>
                  <a:lnTo>
                    <a:pt x="5" y="3"/>
                  </a:lnTo>
                  <a:lnTo>
                    <a:pt x="5" y="0"/>
                  </a:lnTo>
                  <a:lnTo>
                    <a:pt x="0" y="0"/>
                  </a:lnTo>
                  <a:lnTo>
                    <a:pt x="0" y="5"/>
                  </a:ln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1" name="Google Shape;2091;p37"/>
            <p:cNvSpPr/>
            <p:nvPr/>
          </p:nvSpPr>
          <p:spPr>
            <a:xfrm>
              <a:off x="8065725" y="1676271"/>
              <a:ext cx="131043" cy="127743"/>
            </a:xfrm>
            <a:custGeom>
              <a:avLst/>
              <a:gdLst/>
              <a:ahLst/>
              <a:cxnLst/>
              <a:rect l="l" t="t" r="r" b="b"/>
              <a:pathLst>
                <a:path w="50" h="49" extrusionOk="0">
                  <a:moveTo>
                    <a:pt x="50" y="0"/>
                  </a:moveTo>
                  <a:cubicBezTo>
                    <a:pt x="47" y="0"/>
                    <a:pt x="43" y="0"/>
                    <a:pt x="40" y="0"/>
                  </a:cubicBezTo>
                  <a:cubicBezTo>
                    <a:pt x="18" y="22"/>
                    <a:pt x="18" y="22"/>
                    <a:pt x="18" y="22"/>
                  </a:cubicBezTo>
                  <a:cubicBezTo>
                    <a:pt x="0" y="47"/>
                    <a:pt x="0" y="47"/>
                    <a:pt x="0" y="47"/>
                  </a:cubicBezTo>
                  <a:cubicBezTo>
                    <a:pt x="0" y="49"/>
                    <a:pt x="0" y="49"/>
                    <a:pt x="0" y="49"/>
                  </a:cubicBezTo>
                  <a:cubicBezTo>
                    <a:pt x="9" y="49"/>
                    <a:pt x="9" y="49"/>
                    <a:pt x="9" y="49"/>
                  </a:cubicBezTo>
                  <a:cubicBezTo>
                    <a:pt x="31" y="26"/>
                    <a:pt x="31" y="26"/>
                    <a:pt x="31" y="26"/>
                  </a:cubicBezTo>
                  <a:lnTo>
                    <a:pt x="50" y="0"/>
                  </a:ln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2" name="Google Shape;2092;p37"/>
            <p:cNvSpPr/>
            <p:nvPr/>
          </p:nvSpPr>
          <p:spPr>
            <a:xfrm>
              <a:off x="7997451" y="1722523"/>
              <a:ext cx="78186" cy="81492"/>
            </a:xfrm>
            <a:custGeom>
              <a:avLst/>
              <a:gdLst/>
              <a:ahLst/>
              <a:cxnLst/>
              <a:rect l="l" t="t" r="r" b="b"/>
              <a:pathLst>
                <a:path w="71" h="74" extrusionOk="0">
                  <a:moveTo>
                    <a:pt x="0" y="74"/>
                  </a:moveTo>
                  <a:lnTo>
                    <a:pt x="24" y="74"/>
                  </a:lnTo>
                  <a:lnTo>
                    <a:pt x="52" y="53"/>
                  </a:lnTo>
                  <a:lnTo>
                    <a:pt x="62" y="31"/>
                  </a:lnTo>
                  <a:lnTo>
                    <a:pt x="71" y="15"/>
                  </a:lnTo>
                  <a:lnTo>
                    <a:pt x="62" y="0"/>
                  </a:lnTo>
                  <a:lnTo>
                    <a:pt x="22" y="38"/>
                  </a:lnTo>
                  <a:lnTo>
                    <a:pt x="0" y="74"/>
                  </a:ln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3" name="Google Shape;2093;p37"/>
            <p:cNvSpPr/>
            <p:nvPr/>
          </p:nvSpPr>
          <p:spPr>
            <a:xfrm>
              <a:off x="8065725" y="1676271"/>
              <a:ext cx="68274" cy="80391"/>
            </a:xfrm>
            <a:custGeom>
              <a:avLst/>
              <a:gdLst/>
              <a:ahLst/>
              <a:cxnLst/>
              <a:rect l="l" t="t" r="r" b="b"/>
              <a:pathLst>
                <a:path w="26" h="31" extrusionOk="0">
                  <a:moveTo>
                    <a:pt x="15" y="0"/>
                  </a:moveTo>
                  <a:cubicBezTo>
                    <a:pt x="6" y="7"/>
                    <a:pt x="6" y="7"/>
                    <a:pt x="6" y="7"/>
                  </a:cubicBezTo>
                  <a:cubicBezTo>
                    <a:pt x="0" y="18"/>
                    <a:pt x="0" y="18"/>
                    <a:pt x="0" y="18"/>
                  </a:cubicBezTo>
                  <a:cubicBezTo>
                    <a:pt x="0" y="31"/>
                    <a:pt x="0" y="31"/>
                    <a:pt x="0" y="31"/>
                  </a:cubicBezTo>
                  <a:cubicBezTo>
                    <a:pt x="14" y="17"/>
                    <a:pt x="14" y="17"/>
                    <a:pt x="14" y="17"/>
                  </a:cubicBezTo>
                  <a:cubicBezTo>
                    <a:pt x="26" y="0"/>
                    <a:pt x="26" y="0"/>
                    <a:pt x="26" y="0"/>
                  </a:cubicBezTo>
                  <a:cubicBezTo>
                    <a:pt x="22" y="0"/>
                    <a:pt x="19" y="0"/>
                    <a:pt x="15" y="0"/>
                  </a:cubicBez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4" name="Google Shape;2094;p37"/>
            <p:cNvSpPr/>
            <p:nvPr/>
          </p:nvSpPr>
          <p:spPr>
            <a:xfrm>
              <a:off x="7932480" y="1676271"/>
              <a:ext cx="133246" cy="127744"/>
            </a:xfrm>
            <a:custGeom>
              <a:avLst/>
              <a:gdLst/>
              <a:ahLst/>
              <a:cxnLst/>
              <a:rect l="l" t="t" r="r" b="b"/>
              <a:pathLst>
                <a:path w="121" h="116" extrusionOk="0">
                  <a:moveTo>
                    <a:pt x="100" y="0"/>
                  </a:moveTo>
                  <a:lnTo>
                    <a:pt x="43" y="57"/>
                  </a:lnTo>
                  <a:lnTo>
                    <a:pt x="0" y="116"/>
                  </a:lnTo>
                  <a:lnTo>
                    <a:pt x="26" y="116"/>
                  </a:lnTo>
                  <a:lnTo>
                    <a:pt x="81" y="61"/>
                  </a:lnTo>
                  <a:lnTo>
                    <a:pt x="121" y="4"/>
                  </a:lnTo>
                  <a:lnTo>
                    <a:pt x="121" y="0"/>
                  </a:lnTo>
                  <a:lnTo>
                    <a:pt x="121" y="0"/>
                  </a:lnTo>
                  <a:lnTo>
                    <a:pt x="100" y="0"/>
                  </a:ln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5" name="Google Shape;2095;p37"/>
            <p:cNvSpPr/>
            <p:nvPr/>
          </p:nvSpPr>
          <p:spPr>
            <a:xfrm>
              <a:off x="7882926" y="1676271"/>
              <a:ext cx="122234" cy="127743"/>
            </a:xfrm>
            <a:custGeom>
              <a:avLst/>
              <a:gdLst/>
              <a:ahLst/>
              <a:cxnLst/>
              <a:rect l="l" t="t" r="r" b="b"/>
              <a:pathLst>
                <a:path w="47" h="49" extrusionOk="0">
                  <a:moveTo>
                    <a:pt x="37" y="0"/>
                  </a:moveTo>
                  <a:cubicBezTo>
                    <a:pt x="16" y="22"/>
                    <a:pt x="16" y="22"/>
                    <a:pt x="16" y="22"/>
                  </a:cubicBezTo>
                  <a:cubicBezTo>
                    <a:pt x="0" y="44"/>
                    <a:pt x="0" y="44"/>
                    <a:pt x="0" y="44"/>
                  </a:cubicBezTo>
                  <a:cubicBezTo>
                    <a:pt x="0" y="49"/>
                    <a:pt x="0" y="49"/>
                    <a:pt x="0" y="49"/>
                  </a:cubicBezTo>
                  <a:cubicBezTo>
                    <a:pt x="6" y="49"/>
                    <a:pt x="6" y="49"/>
                    <a:pt x="6" y="49"/>
                  </a:cubicBezTo>
                  <a:cubicBezTo>
                    <a:pt x="29" y="24"/>
                    <a:pt x="29" y="24"/>
                    <a:pt x="29" y="24"/>
                  </a:cubicBezTo>
                  <a:cubicBezTo>
                    <a:pt x="47" y="0"/>
                    <a:pt x="47" y="0"/>
                    <a:pt x="47" y="0"/>
                  </a:cubicBezTo>
                  <a:cubicBezTo>
                    <a:pt x="44" y="0"/>
                    <a:pt x="40" y="0"/>
                    <a:pt x="37" y="0"/>
                  </a:cubicBez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6" name="Google Shape;2096;p37"/>
            <p:cNvSpPr/>
            <p:nvPr/>
          </p:nvSpPr>
          <p:spPr>
            <a:xfrm>
              <a:off x="7961111" y="1680676"/>
              <a:ext cx="112322" cy="123339"/>
            </a:xfrm>
            <a:custGeom>
              <a:avLst/>
              <a:gdLst/>
              <a:ahLst/>
              <a:cxnLst/>
              <a:rect l="l" t="t" r="r" b="b"/>
              <a:pathLst>
                <a:path w="102" h="112" extrusionOk="0">
                  <a:moveTo>
                    <a:pt x="0" y="112"/>
                  </a:moveTo>
                  <a:lnTo>
                    <a:pt x="33" y="112"/>
                  </a:lnTo>
                  <a:lnTo>
                    <a:pt x="95" y="38"/>
                  </a:lnTo>
                  <a:lnTo>
                    <a:pt x="102" y="17"/>
                  </a:lnTo>
                  <a:lnTo>
                    <a:pt x="95" y="0"/>
                  </a:lnTo>
                  <a:lnTo>
                    <a:pt x="0" y="112"/>
                  </a:ln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7" name="Google Shape;2097;p37"/>
            <p:cNvSpPr/>
            <p:nvPr/>
          </p:nvSpPr>
          <p:spPr>
            <a:xfrm>
              <a:off x="8065725" y="1676271"/>
              <a:ext cx="38542" cy="46252"/>
            </a:xfrm>
            <a:custGeom>
              <a:avLst/>
              <a:gdLst/>
              <a:ahLst/>
              <a:cxnLst/>
              <a:rect l="l" t="t" r="r" b="b"/>
              <a:pathLst>
                <a:path w="35" h="42" extrusionOk="0">
                  <a:moveTo>
                    <a:pt x="5" y="0"/>
                  </a:moveTo>
                  <a:lnTo>
                    <a:pt x="0" y="0"/>
                  </a:lnTo>
                  <a:lnTo>
                    <a:pt x="0" y="4"/>
                  </a:lnTo>
                  <a:lnTo>
                    <a:pt x="0" y="42"/>
                  </a:lnTo>
                  <a:lnTo>
                    <a:pt x="35" y="0"/>
                  </a:lnTo>
                  <a:lnTo>
                    <a:pt x="5" y="0"/>
                  </a:ln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8" name="Google Shape;2098;p37"/>
            <p:cNvSpPr/>
            <p:nvPr/>
          </p:nvSpPr>
          <p:spPr>
            <a:xfrm>
              <a:off x="7898343" y="1676271"/>
              <a:ext cx="144258" cy="127743"/>
            </a:xfrm>
            <a:custGeom>
              <a:avLst/>
              <a:gdLst/>
              <a:ahLst/>
              <a:cxnLst/>
              <a:rect l="l" t="t" r="r" b="b"/>
              <a:pathLst>
                <a:path w="55" h="49" extrusionOk="0">
                  <a:moveTo>
                    <a:pt x="41" y="0"/>
                  </a:moveTo>
                  <a:cubicBezTo>
                    <a:pt x="0" y="49"/>
                    <a:pt x="0" y="49"/>
                    <a:pt x="0" y="49"/>
                  </a:cubicBezTo>
                  <a:cubicBezTo>
                    <a:pt x="13" y="49"/>
                    <a:pt x="13" y="49"/>
                    <a:pt x="13" y="49"/>
                  </a:cubicBezTo>
                  <a:cubicBezTo>
                    <a:pt x="55" y="0"/>
                    <a:pt x="55" y="0"/>
                    <a:pt x="55" y="0"/>
                  </a:cubicBezTo>
                  <a:cubicBezTo>
                    <a:pt x="51" y="0"/>
                    <a:pt x="46" y="0"/>
                    <a:pt x="41" y="0"/>
                  </a:cubicBez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9" name="Google Shape;2099;p37"/>
            <p:cNvSpPr/>
            <p:nvPr/>
          </p:nvSpPr>
          <p:spPr>
            <a:xfrm>
              <a:off x="7882926" y="1676271"/>
              <a:ext cx="96906" cy="112326"/>
            </a:xfrm>
            <a:custGeom>
              <a:avLst/>
              <a:gdLst/>
              <a:ahLst/>
              <a:cxnLst/>
              <a:rect l="l" t="t" r="r" b="b"/>
              <a:pathLst>
                <a:path w="88" h="102" extrusionOk="0">
                  <a:moveTo>
                    <a:pt x="0" y="0"/>
                  </a:moveTo>
                  <a:lnTo>
                    <a:pt x="0" y="102"/>
                  </a:lnTo>
                  <a:lnTo>
                    <a:pt x="88" y="0"/>
                  </a:lnTo>
                  <a:lnTo>
                    <a:pt x="0" y="0"/>
                  </a:ln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0" name="Google Shape;2100;p37"/>
            <p:cNvSpPr/>
            <p:nvPr/>
          </p:nvSpPr>
          <p:spPr>
            <a:xfrm>
              <a:off x="8023879" y="1756661"/>
              <a:ext cx="49554" cy="47354"/>
            </a:xfrm>
            <a:custGeom>
              <a:avLst/>
              <a:gdLst/>
              <a:ahLst/>
              <a:cxnLst/>
              <a:rect l="l" t="t" r="r" b="b"/>
              <a:pathLst>
                <a:path w="45" h="43" extrusionOk="0">
                  <a:moveTo>
                    <a:pt x="0" y="43"/>
                  </a:moveTo>
                  <a:lnTo>
                    <a:pt x="33" y="43"/>
                  </a:lnTo>
                  <a:lnTo>
                    <a:pt x="38" y="38"/>
                  </a:lnTo>
                  <a:lnTo>
                    <a:pt x="45" y="17"/>
                  </a:lnTo>
                  <a:lnTo>
                    <a:pt x="38" y="0"/>
                  </a:lnTo>
                  <a:lnTo>
                    <a:pt x="0" y="43"/>
                  </a:ln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1" name="Google Shape;2101;p37"/>
            <p:cNvSpPr/>
            <p:nvPr/>
          </p:nvSpPr>
          <p:spPr>
            <a:xfrm>
              <a:off x="8065725" y="1676271"/>
              <a:ext cx="104614" cy="122238"/>
            </a:xfrm>
            <a:custGeom>
              <a:avLst/>
              <a:gdLst/>
              <a:ahLst/>
              <a:cxnLst/>
              <a:rect l="l" t="t" r="r" b="b"/>
              <a:pathLst>
                <a:path w="40" h="47" extrusionOk="0">
                  <a:moveTo>
                    <a:pt x="26" y="0"/>
                  </a:moveTo>
                  <a:cubicBezTo>
                    <a:pt x="0" y="31"/>
                    <a:pt x="0" y="31"/>
                    <a:pt x="0" y="31"/>
                  </a:cubicBezTo>
                  <a:cubicBezTo>
                    <a:pt x="0" y="47"/>
                    <a:pt x="0" y="47"/>
                    <a:pt x="0" y="47"/>
                  </a:cubicBezTo>
                  <a:cubicBezTo>
                    <a:pt x="40" y="0"/>
                    <a:pt x="40" y="0"/>
                    <a:pt x="40" y="0"/>
                  </a:cubicBezTo>
                  <a:cubicBezTo>
                    <a:pt x="35" y="0"/>
                    <a:pt x="30" y="0"/>
                    <a:pt x="26" y="0"/>
                  </a:cubicBez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2" name="Google Shape;2102;p37"/>
            <p:cNvSpPr/>
            <p:nvPr/>
          </p:nvSpPr>
          <p:spPr>
            <a:xfrm>
              <a:off x="8088851" y="1676271"/>
              <a:ext cx="144258" cy="127743"/>
            </a:xfrm>
            <a:custGeom>
              <a:avLst/>
              <a:gdLst/>
              <a:ahLst/>
              <a:cxnLst/>
              <a:rect l="l" t="t" r="r" b="b"/>
              <a:pathLst>
                <a:path w="55" h="49" extrusionOk="0">
                  <a:moveTo>
                    <a:pt x="0" y="49"/>
                  </a:moveTo>
                  <a:cubicBezTo>
                    <a:pt x="13" y="49"/>
                    <a:pt x="13" y="49"/>
                    <a:pt x="13" y="49"/>
                  </a:cubicBezTo>
                  <a:cubicBezTo>
                    <a:pt x="55" y="0"/>
                    <a:pt x="55" y="0"/>
                    <a:pt x="55" y="0"/>
                  </a:cubicBezTo>
                  <a:cubicBezTo>
                    <a:pt x="51" y="0"/>
                    <a:pt x="46" y="0"/>
                    <a:pt x="41" y="0"/>
                  </a:cubicBezTo>
                  <a:lnTo>
                    <a:pt x="0" y="49"/>
                  </a:ln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3" name="Google Shape;2103;p37"/>
            <p:cNvSpPr/>
            <p:nvPr/>
          </p:nvSpPr>
          <p:spPr>
            <a:xfrm>
              <a:off x="8151619" y="1689485"/>
              <a:ext cx="96906" cy="114529"/>
            </a:xfrm>
            <a:custGeom>
              <a:avLst/>
              <a:gdLst/>
              <a:ahLst/>
              <a:cxnLst/>
              <a:rect l="l" t="t" r="r" b="b"/>
              <a:pathLst>
                <a:path w="88" h="104" extrusionOk="0">
                  <a:moveTo>
                    <a:pt x="88" y="104"/>
                  </a:moveTo>
                  <a:lnTo>
                    <a:pt x="88" y="0"/>
                  </a:lnTo>
                  <a:lnTo>
                    <a:pt x="0" y="104"/>
                  </a:lnTo>
                  <a:lnTo>
                    <a:pt x="88" y="104"/>
                  </a:ln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4" name="Google Shape;2104;p37"/>
            <p:cNvSpPr/>
            <p:nvPr/>
          </p:nvSpPr>
          <p:spPr>
            <a:xfrm>
              <a:off x="8065725" y="1676271"/>
              <a:ext cx="5506" cy="4405"/>
            </a:xfrm>
            <a:custGeom>
              <a:avLst/>
              <a:gdLst/>
              <a:ahLst/>
              <a:cxnLst/>
              <a:rect l="l" t="t" r="r" b="b"/>
              <a:pathLst>
                <a:path w="5" h="4" extrusionOk="0">
                  <a:moveTo>
                    <a:pt x="0" y="0"/>
                  </a:moveTo>
                  <a:lnTo>
                    <a:pt x="0" y="4"/>
                  </a:lnTo>
                  <a:lnTo>
                    <a:pt x="5" y="0"/>
                  </a:lnTo>
                  <a:lnTo>
                    <a:pt x="0" y="0"/>
                  </a:ln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5" name="Google Shape;2105;p37"/>
            <p:cNvSpPr/>
            <p:nvPr/>
          </p:nvSpPr>
          <p:spPr>
            <a:xfrm>
              <a:off x="7913759" y="1815026"/>
              <a:ext cx="41846" cy="117833"/>
            </a:xfrm>
            <a:custGeom>
              <a:avLst/>
              <a:gdLst/>
              <a:ahLst/>
              <a:cxnLst/>
              <a:rect l="l" t="t" r="r" b="b"/>
              <a:pathLst>
                <a:path w="16" h="45" extrusionOk="0">
                  <a:moveTo>
                    <a:pt x="16" y="41"/>
                  </a:moveTo>
                  <a:cubicBezTo>
                    <a:pt x="8" y="45"/>
                    <a:pt x="8" y="45"/>
                    <a:pt x="8" y="45"/>
                  </a:cubicBezTo>
                  <a:cubicBezTo>
                    <a:pt x="0" y="41"/>
                    <a:pt x="0" y="41"/>
                    <a:pt x="0" y="41"/>
                  </a:cubicBezTo>
                  <a:cubicBezTo>
                    <a:pt x="0" y="37"/>
                    <a:pt x="0" y="9"/>
                    <a:pt x="0" y="4"/>
                  </a:cubicBezTo>
                  <a:cubicBezTo>
                    <a:pt x="8" y="0"/>
                    <a:pt x="8" y="0"/>
                    <a:pt x="8" y="0"/>
                  </a:cubicBezTo>
                  <a:cubicBezTo>
                    <a:pt x="16" y="4"/>
                    <a:pt x="16" y="4"/>
                    <a:pt x="16" y="4"/>
                  </a:cubicBezTo>
                  <a:lnTo>
                    <a:pt x="16" y="41"/>
                  </a:ln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6" name="Google Shape;2106;p37"/>
            <p:cNvSpPr/>
            <p:nvPr/>
          </p:nvSpPr>
          <p:spPr>
            <a:xfrm>
              <a:off x="7882926" y="1921846"/>
              <a:ext cx="106817" cy="24227"/>
            </a:xfrm>
            <a:custGeom>
              <a:avLst/>
              <a:gdLst/>
              <a:ahLst/>
              <a:cxnLst/>
              <a:rect l="l" t="t" r="r" b="b"/>
              <a:pathLst>
                <a:path w="41" h="9" extrusionOk="0">
                  <a:moveTo>
                    <a:pt x="41" y="9"/>
                  </a:moveTo>
                  <a:cubicBezTo>
                    <a:pt x="38" y="9"/>
                    <a:pt x="2" y="9"/>
                    <a:pt x="0" y="9"/>
                  </a:cubicBezTo>
                  <a:cubicBezTo>
                    <a:pt x="0" y="6"/>
                    <a:pt x="0" y="3"/>
                    <a:pt x="0" y="0"/>
                  </a:cubicBezTo>
                  <a:cubicBezTo>
                    <a:pt x="41" y="0"/>
                    <a:pt x="41" y="0"/>
                    <a:pt x="41" y="0"/>
                  </a:cubicBezTo>
                  <a:lnTo>
                    <a:pt x="41" y="9"/>
                  </a:ln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7" name="Google Shape;2107;p37"/>
            <p:cNvSpPr/>
            <p:nvPr/>
          </p:nvSpPr>
          <p:spPr>
            <a:xfrm>
              <a:off x="8172542" y="1815026"/>
              <a:ext cx="44048" cy="117833"/>
            </a:xfrm>
            <a:custGeom>
              <a:avLst/>
              <a:gdLst/>
              <a:ahLst/>
              <a:cxnLst/>
              <a:rect l="l" t="t" r="r" b="b"/>
              <a:pathLst>
                <a:path w="17" h="45" extrusionOk="0">
                  <a:moveTo>
                    <a:pt x="0" y="41"/>
                  </a:moveTo>
                  <a:cubicBezTo>
                    <a:pt x="8" y="45"/>
                    <a:pt x="8" y="45"/>
                    <a:pt x="8" y="45"/>
                  </a:cubicBezTo>
                  <a:cubicBezTo>
                    <a:pt x="17" y="41"/>
                    <a:pt x="17" y="41"/>
                    <a:pt x="17" y="41"/>
                  </a:cubicBezTo>
                  <a:cubicBezTo>
                    <a:pt x="17" y="37"/>
                    <a:pt x="17" y="9"/>
                    <a:pt x="17" y="4"/>
                  </a:cubicBezTo>
                  <a:cubicBezTo>
                    <a:pt x="8" y="0"/>
                    <a:pt x="8" y="0"/>
                    <a:pt x="8" y="0"/>
                  </a:cubicBezTo>
                  <a:cubicBezTo>
                    <a:pt x="0" y="4"/>
                    <a:pt x="0" y="4"/>
                    <a:pt x="0" y="4"/>
                  </a:cubicBezTo>
                  <a:lnTo>
                    <a:pt x="0" y="41"/>
                  </a:ln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8" name="Google Shape;2108;p37"/>
            <p:cNvSpPr/>
            <p:nvPr/>
          </p:nvSpPr>
          <p:spPr>
            <a:xfrm>
              <a:off x="7913759" y="1804014"/>
              <a:ext cx="41846" cy="20924"/>
            </a:xfrm>
            <a:custGeom>
              <a:avLst/>
              <a:gdLst/>
              <a:ahLst/>
              <a:cxnLst/>
              <a:rect l="l" t="t" r="r" b="b"/>
              <a:pathLst>
                <a:path w="16" h="8" extrusionOk="0">
                  <a:moveTo>
                    <a:pt x="16" y="8"/>
                  </a:moveTo>
                  <a:cubicBezTo>
                    <a:pt x="14" y="8"/>
                    <a:pt x="2" y="8"/>
                    <a:pt x="0" y="8"/>
                  </a:cubicBezTo>
                  <a:cubicBezTo>
                    <a:pt x="0" y="5"/>
                    <a:pt x="0" y="3"/>
                    <a:pt x="0" y="0"/>
                  </a:cubicBezTo>
                  <a:cubicBezTo>
                    <a:pt x="16" y="0"/>
                    <a:pt x="16" y="0"/>
                    <a:pt x="16" y="0"/>
                  </a:cubicBezTo>
                  <a:lnTo>
                    <a:pt x="16" y="8"/>
                  </a:ln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9" name="Google Shape;2109;p37"/>
            <p:cNvSpPr/>
            <p:nvPr/>
          </p:nvSpPr>
          <p:spPr>
            <a:xfrm>
              <a:off x="8172542" y="1804014"/>
              <a:ext cx="44048" cy="20924"/>
            </a:xfrm>
            <a:custGeom>
              <a:avLst/>
              <a:gdLst/>
              <a:ahLst/>
              <a:cxnLst/>
              <a:rect l="l" t="t" r="r" b="b"/>
              <a:pathLst>
                <a:path w="17" h="8" extrusionOk="0">
                  <a:moveTo>
                    <a:pt x="0" y="8"/>
                  </a:moveTo>
                  <a:cubicBezTo>
                    <a:pt x="17" y="8"/>
                    <a:pt x="17" y="8"/>
                    <a:pt x="17" y="8"/>
                  </a:cubicBezTo>
                  <a:cubicBezTo>
                    <a:pt x="17" y="5"/>
                    <a:pt x="17" y="3"/>
                    <a:pt x="17" y="0"/>
                  </a:cubicBezTo>
                  <a:cubicBezTo>
                    <a:pt x="15" y="0"/>
                    <a:pt x="2" y="0"/>
                    <a:pt x="0" y="0"/>
                  </a:cubicBezTo>
                  <a:lnTo>
                    <a:pt x="0" y="8"/>
                  </a:ln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0" name="Google Shape;2110;p37"/>
            <p:cNvSpPr/>
            <p:nvPr/>
          </p:nvSpPr>
          <p:spPr>
            <a:xfrm>
              <a:off x="8141708" y="1921846"/>
              <a:ext cx="106817" cy="24227"/>
            </a:xfrm>
            <a:custGeom>
              <a:avLst/>
              <a:gdLst/>
              <a:ahLst/>
              <a:cxnLst/>
              <a:rect l="l" t="t" r="r" b="b"/>
              <a:pathLst>
                <a:path w="41" h="9" extrusionOk="0">
                  <a:moveTo>
                    <a:pt x="0" y="9"/>
                  </a:moveTo>
                  <a:cubicBezTo>
                    <a:pt x="41" y="9"/>
                    <a:pt x="41" y="9"/>
                    <a:pt x="41" y="9"/>
                  </a:cubicBezTo>
                  <a:cubicBezTo>
                    <a:pt x="41" y="6"/>
                    <a:pt x="41" y="3"/>
                    <a:pt x="41" y="0"/>
                  </a:cubicBezTo>
                  <a:cubicBezTo>
                    <a:pt x="38" y="0"/>
                    <a:pt x="2" y="0"/>
                    <a:pt x="0" y="0"/>
                  </a:cubicBezTo>
                  <a:lnTo>
                    <a:pt x="0" y="9"/>
                  </a:ln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111" name="Google Shape;2111;p37"/>
          <p:cNvGrpSpPr/>
          <p:nvPr/>
        </p:nvGrpSpPr>
        <p:grpSpPr>
          <a:xfrm>
            <a:off x="6995137" y="1281413"/>
            <a:ext cx="366700" cy="366712"/>
            <a:chOff x="7046013" y="1604690"/>
            <a:chExt cx="366700" cy="366712"/>
          </a:xfrm>
        </p:grpSpPr>
        <p:sp>
          <p:nvSpPr>
            <p:cNvPr id="2112" name="Google Shape;2112;p37"/>
            <p:cNvSpPr/>
            <p:nvPr/>
          </p:nvSpPr>
          <p:spPr>
            <a:xfrm>
              <a:off x="7046013" y="1604690"/>
              <a:ext cx="193811" cy="366712"/>
            </a:xfrm>
            <a:custGeom>
              <a:avLst/>
              <a:gdLst/>
              <a:ahLst/>
              <a:cxnLst/>
              <a:rect l="l" t="t" r="r" b="b"/>
              <a:pathLst>
                <a:path w="74" h="140" extrusionOk="0">
                  <a:moveTo>
                    <a:pt x="20" y="70"/>
                  </a:moveTo>
                  <a:cubicBezTo>
                    <a:pt x="20" y="42"/>
                    <a:pt x="42" y="20"/>
                    <a:pt x="70" y="20"/>
                  </a:cubicBezTo>
                  <a:cubicBezTo>
                    <a:pt x="74" y="8"/>
                    <a:pt x="74" y="8"/>
                    <a:pt x="74" y="8"/>
                  </a:cubicBezTo>
                  <a:cubicBezTo>
                    <a:pt x="70" y="0"/>
                    <a:pt x="70" y="0"/>
                    <a:pt x="70" y="0"/>
                  </a:cubicBezTo>
                  <a:cubicBezTo>
                    <a:pt x="31" y="0"/>
                    <a:pt x="0" y="31"/>
                    <a:pt x="0" y="70"/>
                  </a:cubicBezTo>
                  <a:cubicBezTo>
                    <a:pt x="0" y="109"/>
                    <a:pt x="31" y="140"/>
                    <a:pt x="70" y="140"/>
                  </a:cubicBezTo>
                  <a:cubicBezTo>
                    <a:pt x="74" y="130"/>
                    <a:pt x="74" y="130"/>
                    <a:pt x="74" y="130"/>
                  </a:cubicBezTo>
                  <a:cubicBezTo>
                    <a:pt x="70" y="119"/>
                    <a:pt x="70" y="119"/>
                    <a:pt x="70" y="119"/>
                  </a:cubicBezTo>
                  <a:cubicBezTo>
                    <a:pt x="42" y="119"/>
                    <a:pt x="20" y="97"/>
                    <a:pt x="20" y="70"/>
                  </a:cubicBez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3" name="Google Shape;2113;p37"/>
            <p:cNvSpPr/>
            <p:nvPr/>
          </p:nvSpPr>
          <p:spPr>
            <a:xfrm>
              <a:off x="7229914" y="1604690"/>
              <a:ext cx="182799" cy="366712"/>
            </a:xfrm>
            <a:custGeom>
              <a:avLst/>
              <a:gdLst/>
              <a:ahLst/>
              <a:cxnLst/>
              <a:rect l="l" t="t" r="r" b="b"/>
              <a:pathLst>
                <a:path w="70" h="140" extrusionOk="0">
                  <a:moveTo>
                    <a:pt x="70" y="70"/>
                  </a:moveTo>
                  <a:cubicBezTo>
                    <a:pt x="70" y="31"/>
                    <a:pt x="38" y="0"/>
                    <a:pt x="0" y="0"/>
                  </a:cubicBezTo>
                  <a:cubicBezTo>
                    <a:pt x="0" y="20"/>
                    <a:pt x="0" y="20"/>
                    <a:pt x="0" y="20"/>
                  </a:cubicBezTo>
                  <a:cubicBezTo>
                    <a:pt x="27" y="20"/>
                    <a:pt x="49" y="42"/>
                    <a:pt x="49" y="70"/>
                  </a:cubicBezTo>
                  <a:cubicBezTo>
                    <a:pt x="49" y="97"/>
                    <a:pt x="27" y="119"/>
                    <a:pt x="0" y="119"/>
                  </a:cubicBezTo>
                  <a:cubicBezTo>
                    <a:pt x="0" y="140"/>
                    <a:pt x="0" y="140"/>
                    <a:pt x="0" y="140"/>
                  </a:cubicBezTo>
                  <a:cubicBezTo>
                    <a:pt x="38" y="140"/>
                    <a:pt x="70" y="109"/>
                    <a:pt x="70" y="70"/>
                  </a:cubicBez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4" name="Google Shape;2114;p37"/>
            <p:cNvSpPr/>
            <p:nvPr/>
          </p:nvSpPr>
          <p:spPr>
            <a:xfrm>
              <a:off x="7087859" y="1646537"/>
              <a:ext cx="146460" cy="280816"/>
            </a:xfrm>
            <a:custGeom>
              <a:avLst/>
              <a:gdLst/>
              <a:ahLst/>
              <a:cxnLst/>
              <a:rect l="l" t="t" r="r" b="b"/>
              <a:pathLst>
                <a:path w="56" h="107" extrusionOk="0">
                  <a:moveTo>
                    <a:pt x="50" y="66"/>
                  </a:moveTo>
                  <a:cubicBezTo>
                    <a:pt x="47" y="64"/>
                    <a:pt x="45" y="63"/>
                    <a:pt x="43" y="61"/>
                  </a:cubicBezTo>
                  <a:cubicBezTo>
                    <a:pt x="42" y="59"/>
                    <a:pt x="42" y="56"/>
                    <a:pt x="41" y="54"/>
                  </a:cubicBezTo>
                  <a:cubicBezTo>
                    <a:pt x="42" y="51"/>
                    <a:pt x="42" y="49"/>
                    <a:pt x="43" y="46"/>
                  </a:cubicBezTo>
                  <a:cubicBezTo>
                    <a:pt x="45" y="44"/>
                    <a:pt x="47" y="43"/>
                    <a:pt x="50" y="41"/>
                  </a:cubicBezTo>
                  <a:cubicBezTo>
                    <a:pt x="54" y="41"/>
                    <a:pt x="54" y="41"/>
                    <a:pt x="54" y="41"/>
                  </a:cubicBezTo>
                  <a:cubicBezTo>
                    <a:pt x="56" y="21"/>
                    <a:pt x="56" y="21"/>
                    <a:pt x="56" y="21"/>
                  </a:cubicBezTo>
                  <a:cubicBezTo>
                    <a:pt x="54" y="0"/>
                    <a:pt x="54" y="0"/>
                    <a:pt x="54" y="0"/>
                  </a:cubicBezTo>
                  <a:cubicBezTo>
                    <a:pt x="24" y="0"/>
                    <a:pt x="0" y="24"/>
                    <a:pt x="0" y="54"/>
                  </a:cubicBezTo>
                  <a:cubicBezTo>
                    <a:pt x="0" y="83"/>
                    <a:pt x="24" y="107"/>
                    <a:pt x="54" y="107"/>
                  </a:cubicBezTo>
                  <a:cubicBezTo>
                    <a:pt x="56" y="88"/>
                    <a:pt x="56" y="88"/>
                    <a:pt x="56" y="88"/>
                  </a:cubicBezTo>
                  <a:cubicBezTo>
                    <a:pt x="54" y="66"/>
                    <a:pt x="54" y="66"/>
                    <a:pt x="54" y="66"/>
                  </a:cubicBezTo>
                  <a:lnTo>
                    <a:pt x="50" y="66"/>
                  </a:lnTo>
                  <a:close/>
                  <a:moveTo>
                    <a:pt x="50" y="9"/>
                  </a:moveTo>
                  <a:cubicBezTo>
                    <a:pt x="50" y="41"/>
                    <a:pt x="50" y="41"/>
                    <a:pt x="50" y="41"/>
                  </a:cubicBezTo>
                  <a:cubicBezTo>
                    <a:pt x="47" y="38"/>
                    <a:pt x="33" y="18"/>
                    <a:pt x="31" y="15"/>
                  </a:cubicBezTo>
                  <a:cubicBezTo>
                    <a:pt x="36" y="11"/>
                    <a:pt x="43" y="9"/>
                    <a:pt x="50" y="9"/>
                  </a:cubicBezTo>
                  <a:close/>
                  <a:moveTo>
                    <a:pt x="24" y="20"/>
                  </a:moveTo>
                  <a:cubicBezTo>
                    <a:pt x="26" y="23"/>
                    <a:pt x="41" y="43"/>
                    <a:pt x="43" y="46"/>
                  </a:cubicBezTo>
                  <a:cubicBezTo>
                    <a:pt x="39" y="45"/>
                    <a:pt x="16" y="37"/>
                    <a:pt x="12" y="36"/>
                  </a:cubicBezTo>
                  <a:cubicBezTo>
                    <a:pt x="15" y="30"/>
                    <a:pt x="19" y="24"/>
                    <a:pt x="24" y="20"/>
                  </a:cubicBezTo>
                  <a:close/>
                  <a:moveTo>
                    <a:pt x="10" y="44"/>
                  </a:moveTo>
                  <a:cubicBezTo>
                    <a:pt x="13" y="45"/>
                    <a:pt x="37" y="53"/>
                    <a:pt x="40" y="54"/>
                  </a:cubicBezTo>
                  <a:cubicBezTo>
                    <a:pt x="37" y="55"/>
                    <a:pt x="13" y="63"/>
                    <a:pt x="10" y="64"/>
                  </a:cubicBezTo>
                  <a:cubicBezTo>
                    <a:pt x="8" y="57"/>
                    <a:pt x="8" y="50"/>
                    <a:pt x="10" y="44"/>
                  </a:cubicBezTo>
                  <a:close/>
                  <a:moveTo>
                    <a:pt x="12" y="72"/>
                  </a:moveTo>
                  <a:cubicBezTo>
                    <a:pt x="16" y="70"/>
                    <a:pt x="39" y="63"/>
                    <a:pt x="43" y="62"/>
                  </a:cubicBezTo>
                  <a:cubicBezTo>
                    <a:pt x="41" y="65"/>
                    <a:pt x="26" y="85"/>
                    <a:pt x="24" y="88"/>
                  </a:cubicBezTo>
                  <a:cubicBezTo>
                    <a:pt x="19" y="84"/>
                    <a:pt x="15" y="78"/>
                    <a:pt x="12" y="72"/>
                  </a:cubicBezTo>
                  <a:close/>
                  <a:moveTo>
                    <a:pt x="50" y="99"/>
                  </a:moveTo>
                  <a:cubicBezTo>
                    <a:pt x="43" y="98"/>
                    <a:pt x="37" y="96"/>
                    <a:pt x="31" y="93"/>
                  </a:cubicBezTo>
                  <a:cubicBezTo>
                    <a:pt x="33" y="90"/>
                    <a:pt x="47" y="70"/>
                    <a:pt x="50" y="67"/>
                  </a:cubicBezTo>
                  <a:lnTo>
                    <a:pt x="50" y="99"/>
                  </a:ln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5" name="Google Shape;2115;p37"/>
            <p:cNvSpPr/>
            <p:nvPr/>
          </p:nvSpPr>
          <p:spPr>
            <a:xfrm>
              <a:off x="7229914" y="1646537"/>
              <a:ext cx="137650" cy="280816"/>
            </a:xfrm>
            <a:custGeom>
              <a:avLst/>
              <a:gdLst/>
              <a:ahLst/>
              <a:cxnLst/>
              <a:rect l="l" t="t" r="r" b="b"/>
              <a:pathLst>
                <a:path w="53" h="107" extrusionOk="0">
                  <a:moveTo>
                    <a:pt x="53" y="54"/>
                  </a:moveTo>
                  <a:cubicBezTo>
                    <a:pt x="53" y="24"/>
                    <a:pt x="29" y="0"/>
                    <a:pt x="0" y="0"/>
                  </a:cubicBezTo>
                  <a:cubicBezTo>
                    <a:pt x="0" y="41"/>
                    <a:pt x="0" y="41"/>
                    <a:pt x="0" y="41"/>
                  </a:cubicBezTo>
                  <a:cubicBezTo>
                    <a:pt x="4" y="41"/>
                    <a:pt x="4" y="41"/>
                    <a:pt x="4" y="41"/>
                  </a:cubicBezTo>
                  <a:cubicBezTo>
                    <a:pt x="6" y="43"/>
                    <a:pt x="8" y="44"/>
                    <a:pt x="10" y="46"/>
                  </a:cubicBezTo>
                  <a:cubicBezTo>
                    <a:pt x="11" y="49"/>
                    <a:pt x="12" y="51"/>
                    <a:pt x="13" y="54"/>
                  </a:cubicBezTo>
                  <a:cubicBezTo>
                    <a:pt x="12" y="56"/>
                    <a:pt x="11" y="59"/>
                    <a:pt x="10" y="61"/>
                  </a:cubicBezTo>
                  <a:cubicBezTo>
                    <a:pt x="8" y="63"/>
                    <a:pt x="6" y="64"/>
                    <a:pt x="4" y="66"/>
                  </a:cubicBezTo>
                  <a:cubicBezTo>
                    <a:pt x="0" y="66"/>
                    <a:pt x="0" y="66"/>
                    <a:pt x="0" y="66"/>
                  </a:cubicBezTo>
                  <a:cubicBezTo>
                    <a:pt x="0" y="107"/>
                    <a:pt x="0" y="107"/>
                    <a:pt x="0" y="107"/>
                  </a:cubicBezTo>
                  <a:cubicBezTo>
                    <a:pt x="29" y="107"/>
                    <a:pt x="53" y="83"/>
                    <a:pt x="53" y="54"/>
                  </a:cubicBezTo>
                  <a:close/>
                  <a:moveTo>
                    <a:pt x="44" y="64"/>
                  </a:moveTo>
                  <a:cubicBezTo>
                    <a:pt x="40" y="63"/>
                    <a:pt x="17" y="55"/>
                    <a:pt x="13" y="54"/>
                  </a:cubicBezTo>
                  <a:cubicBezTo>
                    <a:pt x="17" y="53"/>
                    <a:pt x="40" y="45"/>
                    <a:pt x="44" y="44"/>
                  </a:cubicBezTo>
                  <a:cubicBezTo>
                    <a:pt x="45" y="50"/>
                    <a:pt x="46" y="57"/>
                    <a:pt x="44" y="64"/>
                  </a:cubicBezTo>
                  <a:close/>
                  <a:moveTo>
                    <a:pt x="4" y="41"/>
                  </a:moveTo>
                  <a:cubicBezTo>
                    <a:pt x="4" y="37"/>
                    <a:pt x="4" y="13"/>
                    <a:pt x="4" y="9"/>
                  </a:cubicBezTo>
                  <a:cubicBezTo>
                    <a:pt x="10" y="9"/>
                    <a:pt x="17" y="11"/>
                    <a:pt x="23" y="15"/>
                  </a:cubicBezTo>
                  <a:cubicBezTo>
                    <a:pt x="21" y="18"/>
                    <a:pt x="6" y="38"/>
                    <a:pt x="4" y="41"/>
                  </a:cubicBezTo>
                  <a:close/>
                  <a:moveTo>
                    <a:pt x="11" y="46"/>
                  </a:moveTo>
                  <a:cubicBezTo>
                    <a:pt x="13" y="43"/>
                    <a:pt x="27" y="23"/>
                    <a:pt x="30" y="20"/>
                  </a:cubicBezTo>
                  <a:cubicBezTo>
                    <a:pt x="35" y="24"/>
                    <a:pt x="39" y="30"/>
                    <a:pt x="41" y="36"/>
                  </a:cubicBezTo>
                  <a:cubicBezTo>
                    <a:pt x="38" y="37"/>
                    <a:pt x="14" y="45"/>
                    <a:pt x="11" y="46"/>
                  </a:cubicBezTo>
                  <a:close/>
                  <a:moveTo>
                    <a:pt x="4" y="99"/>
                  </a:moveTo>
                  <a:cubicBezTo>
                    <a:pt x="4" y="95"/>
                    <a:pt x="4" y="70"/>
                    <a:pt x="4" y="67"/>
                  </a:cubicBezTo>
                  <a:cubicBezTo>
                    <a:pt x="6" y="70"/>
                    <a:pt x="21" y="90"/>
                    <a:pt x="23" y="93"/>
                  </a:cubicBezTo>
                  <a:cubicBezTo>
                    <a:pt x="17" y="96"/>
                    <a:pt x="11" y="98"/>
                    <a:pt x="4" y="99"/>
                  </a:cubicBezTo>
                  <a:close/>
                  <a:moveTo>
                    <a:pt x="30" y="88"/>
                  </a:moveTo>
                  <a:cubicBezTo>
                    <a:pt x="27" y="85"/>
                    <a:pt x="13" y="65"/>
                    <a:pt x="11" y="62"/>
                  </a:cubicBezTo>
                  <a:cubicBezTo>
                    <a:pt x="14" y="63"/>
                    <a:pt x="38" y="70"/>
                    <a:pt x="41" y="72"/>
                  </a:cubicBezTo>
                  <a:cubicBezTo>
                    <a:pt x="39" y="78"/>
                    <a:pt x="35" y="83"/>
                    <a:pt x="30" y="88"/>
                  </a:cubicBez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6" name="Google Shape;2116;p37"/>
            <p:cNvSpPr/>
            <p:nvPr/>
          </p:nvSpPr>
          <p:spPr>
            <a:xfrm>
              <a:off x="7184765" y="1743446"/>
              <a:ext cx="55060" cy="86998"/>
            </a:xfrm>
            <a:custGeom>
              <a:avLst/>
              <a:gdLst/>
              <a:ahLst/>
              <a:cxnLst/>
              <a:rect l="l" t="t" r="r" b="b"/>
              <a:pathLst>
                <a:path w="21" h="33" extrusionOk="0">
                  <a:moveTo>
                    <a:pt x="0" y="17"/>
                  </a:moveTo>
                  <a:cubicBezTo>
                    <a:pt x="0" y="26"/>
                    <a:pt x="8" y="33"/>
                    <a:pt x="17" y="33"/>
                  </a:cubicBezTo>
                  <a:cubicBezTo>
                    <a:pt x="21" y="17"/>
                    <a:pt x="21" y="17"/>
                    <a:pt x="21" y="17"/>
                  </a:cubicBezTo>
                  <a:cubicBezTo>
                    <a:pt x="17" y="0"/>
                    <a:pt x="17" y="0"/>
                    <a:pt x="17" y="0"/>
                  </a:cubicBezTo>
                  <a:cubicBezTo>
                    <a:pt x="8" y="0"/>
                    <a:pt x="0" y="8"/>
                    <a:pt x="0" y="17"/>
                  </a:cubicBez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7" name="Google Shape;2117;p37"/>
            <p:cNvSpPr/>
            <p:nvPr/>
          </p:nvSpPr>
          <p:spPr>
            <a:xfrm>
              <a:off x="7229914" y="1743446"/>
              <a:ext cx="40745" cy="86998"/>
            </a:xfrm>
            <a:custGeom>
              <a:avLst/>
              <a:gdLst/>
              <a:ahLst/>
              <a:cxnLst/>
              <a:rect l="l" t="t" r="r" b="b"/>
              <a:pathLst>
                <a:path w="16" h="33" extrusionOk="0">
                  <a:moveTo>
                    <a:pt x="16" y="17"/>
                  </a:moveTo>
                  <a:cubicBezTo>
                    <a:pt x="16" y="8"/>
                    <a:pt x="9" y="0"/>
                    <a:pt x="0" y="0"/>
                  </a:cubicBezTo>
                  <a:cubicBezTo>
                    <a:pt x="0" y="33"/>
                    <a:pt x="0" y="33"/>
                    <a:pt x="0" y="33"/>
                  </a:cubicBezTo>
                  <a:cubicBezTo>
                    <a:pt x="9" y="33"/>
                    <a:pt x="16" y="26"/>
                    <a:pt x="16" y="17"/>
                  </a:cubicBez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8" name="Google Shape;2118;p37"/>
            <p:cNvSpPr/>
            <p:nvPr/>
          </p:nvSpPr>
          <p:spPr>
            <a:xfrm>
              <a:off x="7208991" y="1767673"/>
              <a:ext cx="25328" cy="41847"/>
            </a:xfrm>
            <a:custGeom>
              <a:avLst/>
              <a:gdLst/>
              <a:ahLst/>
              <a:cxnLst/>
              <a:rect l="l" t="t" r="r" b="b"/>
              <a:pathLst>
                <a:path w="10" h="16" extrusionOk="0">
                  <a:moveTo>
                    <a:pt x="0" y="8"/>
                  </a:moveTo>
                  <a:cubicBezTo>
                    <a:pt x="0" y="12"/>
                    <a:pt x="3" y="16"/>
                    <a:pt x="8" y="16"/>
                  </a:cubicBezTo>
                  <a:cubicBezTo>
                    <a:pt x="10" y="8"/>
                    <a:pt x="10" y="8"/>
                    <a:pt x="10" y="8"/>
                  </a:cubicBezTo>
                  <a:cubicBezTo>
                    <a:pt x="8" y="0"/>
                    <a:pt x="8" y="0"/>
                    <a:pt x="8" y="0"/>
                  </a:cubicBezTo>
                  <a:cubicBezTo>
                    <a:pt x="3" y="0"/>
                    <a:pt x="0" y="3"/>
                    <a:pt x="0" y="8"/>
                  </a:cubicBez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9" name="Google Shape;2119;p37"/>
            <p:cNvSpPr/>
            <p:nvPr/>
          </p:nvSpPr>
          <p:spPr>
            <a:xfrm>
              <a:off x="7229914" y="1767673"/>
              <a:ext cx="19822" cy="41847"/>
            </a:xfrm>
            <a:custGeom>
              <a:avLst/>
              <a:gdLst/>
              <a:ahLst/>
              <a:cxnLst/>
              <a:rect l="l" t="t" r="r" b="b"/>
              <a:pathLst>
                <a:path w="8" h="16" extrusionOk="0">
                  <a:moveTo>
                    <a:pt x="8" y="8"/>
                  </a:moveTo>
                  <a:cubicBezTo>
                    <a:pt x="8" y="3"/>
                    <a:pt x="4" y="0"/>
                    <a:pt x="0" y="0"/>
                  </a:cubicBezTo>
                  <a:cubicBezTo>
                    <a:pt x="0" y="16"/>
                    <a:pt x="0" y="16"/>
                    <a:pt x="0" y="16"/>
                  </a:cubicBezTo>
                  <a:cubicBezTo>
                    <a:pt x="4" y="16"/>
                    <a:pt x="8" y="12"/>
                    <a:pt x="8" y="8"/>
                  </a:cubicBez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120" name="Google Shape;2120;p37"/>
          <p:cNvGrpSpPr/>
          <p:nvPr/>
        </p:nvGrpSpPr>
        <p:grpSpPr>
          <a:xfrm>
            <a:off x="1777956" y="1280472"/>
            <a:ext cx="369712" cy="368594"/>
            <a:chOff x="544521" y="2453982"/>
            <a:chExt cx="369712" cy="368594"/>
          </a:xfrm>
        </p:grpSpPr>
        <p:sp>
          <p:nvSpPr>
            <p:cNvPr id="2121" name="Google Shape;2121;p37"/>
            <p:cNvSpPr/>
            <p:nvPr/>
          </p:nvSpPr>
          <p:spPr>
            <a:xfrm>
              <a:off x="544521" y="2453982"/>
              <a:ext cx="139891" cy="368593"/>
            </a:xfrm>
            <a:custGeom>
              <a:avLst/>
              <a:gdLst/>
              <a:ahLst/>
              <a:cxnLst/>
              <a:rect l="l" t="t" r="r" b="b"/>
              <a:pathLst>
                <a:path w="53" h="140" extrusionOk="0">
                  <a:moveTo>
                    <a:pt x="49" y="49"/>
                  </a:moveTo>
                  <a:cubicBezTo>
                    <a:pt x="16" y="140"/>
                    <a:pt x="16" y="140"/>
                    <a:pt x="16" y="140"/>
                  </a:cubicBezTo>
                  <a:cubicBezTo>
                    <a:pt x="0" y="140"/>
                    <a:pt x="0" y="140"/>
                    <a:pt x="0" y="140"/>
                  </a:cubicBezTo>
                  <a:cubicBezTo>
                    <a:pt x="0" y="136"/>
                    <a:pt x="0" y="4"/>
                    <a:pt x="0" y="0"/>
                  </a:cubicBezTo>
                  <a:cubicBezTo>
                    <a:pt x="49" y="0"/>
                    <a:pt x="49" y="0"/>
                    <a:pt x="49" y="0"/>
                  </a:cubicBezTo>
                  <a:cubicBezTo>
                    <a:pt x="53" y="23"/>
                    <a:pt x="53" y="23"/>
                    <a:pt x="53" y="23"/>
                  </a:cubicBezTo>
                  <a:lnTo>
                    <a:pt x="49" y="49"/>
                  </a:ln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2" name="Google Shape;2122;p37"/>
            <p:cNvSpPr/>
            <p:nvPr/>
          </p:nvSpPr>
          <p:spPr>
            <a:xfrm>
              <a:off x="674421" y="2453982"/>
              <a:ext cx="239813" cy="368593"/>
            </a:xfrm>
            <a:custGeom>
              <a:avLst/>
              <a:gdLst/>
              <a:ahLst/>
              <a:cxnLst/>
              <a:rect l="l" t="t" r="r" b="b"/>
              <a:pathLst>
                <a:path w="91" h="140" extrusionOk="0">
                  <a:moveTo>
                    <a:pt x="91" y="140"/>
                  </a:moveTo>
                  <a:cubicBezTo>
                    <a:pt x="89" y="140"/>
                    <a:pt x="34" y="140"/>
                    <a:pt x="33" y="140"/>
                  </a:cubicBezTo>
                  <a:cubicBezTo>
                    <a:pt x="0" y="49"/>
                    <a:pt x="0" y="49"/>
                    <a:pt x="0" y="49"/>
                  </a:cubicBezTo>
                  <a:cubicBezTo>
                    <a:pt x="0" y="0"/>
                    <a:pt x="0" y="0"/>
                    <a:pt x="0" y="0"/>
                  </a:cubicBezTo>
                  <a:cubicBezTo>
                    <a:pt x="91" y="0"/>
                    <a:pt x="91" y="0"/>
                    <a:pt x="91" y="0"/>
                  </a:cubicBezTo>
                  <a:cubicBezTo>
                    <a:pt x="91" y="74"/>
                    <a:pt x="91" y="74"/>
                    <a:pt x="91" y="74"/>
                  </a:cubicBezTo>
                  <a:cubicBezTo>
                    <a:pt x="87" y="95"/>
                    <a:pt x="87" y="95"/>
                    <a:pt x="87" y="95"/>
                  </a:cubicBezTo>
                  <a:cubicBezTo>
                    <a:pt x="91" y="115"/>
                    <a:pt x="91" y="115"/>
                    <a:pt x="91" y="115"/>
                  </a:cubicBezTo>
                  <a:lnTo>
                    <a:pt x="91" y="140"/>
                  </a:ln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3" name="Google Shape;2123;p37"/>
            <p:cNvSpPr/>
            <p:nvPr/>
          </p:nvSpPr>
          <p:spPr>
            <a:xfrm>
              <a:off x="586711" y="2496170"/>
              <a:ext cx="95481" cy="65503"/>
            </a:xfrm>
            <a:custGeom>
              <a:avLst/>
              <a:gdLst/>
              <a:ahLst/>
              <a:cxnLst/>
              <a:rect l="l" t="t" r="r" b="b"/>
              <a:pathLst>
                <a:path w="36" h="25" extrusionOk="0">
                  <a:moveTo>
                    <a:pt x="33" y="25"/>
                  </a:moveTo>
                  <a:cubicBezTo>
                    <a:pt x="29" y="25"/>
                    <a:pt x="4" y="25"/>
                    <a:pt x="0" y="25"/>
                  </a:cubicBezTo>
                  <a:cubicBezTo>
                    <a:pt x="0" y="22"/>
                    <a:pt x="0" y="3"/>
                    <a:pt x="0" y="0"/>
                  </a:cubicBezTo>
                  <a:cubicBezTo>
                    <a:pt x="33" y="0"/>
                    <a:pt x="33" y="0"/>
                    <a:pt x="33" y="0"/>
                  </a:cubicBezTo>
                  <a:cubicBezTo>
                    <a:pt x="36" y="12"/>
                    <a:pt x="36" y="12"/>
                    <a:pt x="36" y="12"/>
                  </a:cubicBezTo>
                  <a:lnTo>
                    <a:pt x="33" y="25"/>
                  </a:ln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4" name="Google Shape;2124;p37"/>
            <p:cNvSpPr/>
            <p:nvPr/>
          </p:nvSpPr>
          <p:spPr>
            <a:xfrm>
              <a:off x="674421" y="2496170"/>
              <a:ext cx="152104" cy="65503"/>
            </a:xfrm>
            <a:custGeom>
              <a:avLst/>
              <a:gdLst/>
              <a:ahLst/>
              <a:cxnLst/>
              <a:rect l="l" t="t" r="r" b="b"/>
              <a:pathLst>
                <a:path w="58" h="25" extrusionOk="0">
                  <a:moveTo>
                    <a:pt x="58" y="25"/>
                  </a:moveTo>
                  <a:cubicBezTo>
                    <a:pt x="55" y="25"/>
                    <a:pt x="3" y="25"/>
                    <a:pt x="0" y="25"/>
                  </a:cubicBezTo>
                  <a:cubicBezTo>
                    <a:pt x="0" y="22"/>
                    <a:pt x="0" y="3"/>
                    <a:pt x="0" y="0"/>
                  </a:cubicBezTo>
                  <a:cubicBezTo>
                    <a:pt x="58" y="0"/>
                    <a:pt x="58" y="0"/>
                    <a:pt x="58" y="0"/>
                  </a:cubicBezTo>
                  <a:lnTo>
                    <a:pt x="58" y="25"/>
                  </a:ln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5" name="Google Shape;2125;p37"/>
            <p:cNvSpPr/>
            <p:nvPr/>
          </p:nvSpPr>
          <p:spPr>
            <a:xfrm>
              <a:off x="847619" y="2649381"/>
              <a:ext cx="66600" cy="107700"/>
            </a:xfrm>
            <a:prstGeom prst="rect">
              <a:avLst/>
            </a:pr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6" name="Google Shape;2126;p37"/>
            <p:cNvSpPr/>
            <p:nvPr/>
          </p:nvSpPr>
          <p:spPr>
            <a:xfrm>
              <a:off x="868713" y="2670475"/>
              <a:ext cx="24300" cy="21300"/>
            </a:xfrm>
            <a:prstGeom prst="rect">
              <a:avLst/>
            </a:pr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7" name="Google Shape;2127;p37"/>
            <p:cNvSpPr/>
            <p:nvPr/>
          </p:nvSpPr>
          <p:spPr>
            <a:xfrm>
              <a:off x="868713" y="2714883"/>
              <a:ext cx="24300" cy="21300"/>
            </a:xfrm>
            <a:prstGeom prst="rect">
              <a:avLst/>
            </a:pr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8" name="Google Shape;2128;p37"/>
            <p:cNvSpPr/>
            <p:nvPr/>
          </p:nvSpPr>
          <p:spPr>
            <a:xfrm>
              <a:off x="611136" y="2517264"/>
              <a:ext cx="21300" cy="23400"/>
            </a:xfrm>
            <a:prstGeom prst="rect">
              <a:avLst/>
            </a:pr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9" name="Google Shape;2129;p37"/>
            <p:cNvSpPr/>
            <p:nvPr/>
          </p:nvSpPr>
          <p:spPr>
            <a:xfrm>
              <a:off x="653326" y="2517264"/>
              <a:ext cx="21300" cy="23400"/>
            </a:xfrm>
            <a:prstGeom prst="rect">
              <a:avLst/>
            </a:pr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0" name="Google Shape;2130;p37"/>
            <p:cNvSpPr/>
            <p:nvPr/>
          </p:nvSpPr>
          <p:spPr>
            <a:xfrm>
              <a:off x="695515" y="2517264"/>
              <a:ext cx="23400" cy="23400"/>
            </a:xfrm>
            <a:prstGeom prst="rect">
              <a:avLst/>
            </a:pr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1" name="Google Shape;2131;p37"/>
            <p:cNvSpPr/>
            <p:nvPr/>
          </p:nvSpPr>
          <p:spPr>
            <a:xfrm>
              <a:off x="739925" y="2517264"/>
              <a:ext cx="21300" cy="23400"/>
            </a:xfrm>
            <a:prstGeom prst="rect">
              <a:avLst/>
            </a:pr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2" name="Google Shape;2132;p37"/>
            <p:cNvSpPr/>
            <p:nvPr/>
          </p:nvSpPr>
          <p:spPr>
            <a:xfrm>
              <a:off x="784335" y="2517264"/>
              <a:ext cx="21300" cy="23400"/>
            </a:xfrm>
            <a:prstGeom prst="rect">
              <a:avLst/>
            </a:pr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3" name="Google Shape;2133;p37"/>
            <p:cNvSpPr/>
            <p:nvPr/>
          </p:nvSpPr>
          <p:spPr>
            <a:xfrm>
              <a:off x="586711" y="2582767"/>
              <a:ext cx="84379" cy="239808"/>
            </a:xfrm>
            <a:custGeom>
              <a:avLst/>
              <a:gdLst/>
              <a:ahLst/>
              <a:cxnLst/>
              <a:rect l="l" t="t" r="r" b="b"/>
              <a:pathLst>
                <a:path w="32" h="91" extrusionOk="0">
                  <a:moveTo>
                    <a:pt x="29" y="91"/>
                  </a:moveTo>
                  <a:cubicBezTo>
                    <a:pt x="21" y="91"/>
                    <a:pt x="5" y="91"/>
                    <a:pt x="0" y="91"/>
                  </a:cubicBezTo>
                  <a:cubicBezTo>
                    <a:pt x="0" y="0"/>
                    <a:pt x="0" y="0"/>
                    <a:pt x="0" y="0"/>
                  </a:cubicBezTo>
                  <a:cubicBezTo>
                    <a:pt x="29" y="0"/>
                    <a:pt x="29" y="0"/>
                    <a:pt x="29" y="0"/>
                  </a:cubicBezTo>
                  <a:cubicBezTo>
                    <a:pt x="32" y="46"/>
                    <a:pt x="32" y="46"/>
                    <a:pt x="32" y="46"/>
                  </a:cubicBezTo>
                  <a:lnTo>
                    <a:pt x="29" y="91"/>
                  </a:ln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4" name="Google Shape;2134;p37"/>
            <p:cNvSpPr/>
            <p:nvPr/>
          </p:nvSpPr>
          <p:spPr>
            <a:xfrm>
              <a:off x="678862" y="2582767"/>
              <a:ext cx="82158" cy="239808"/>
            </a:xfrm>
            <a:custGeom>
              <a:avLst/>
              <a:gdLst/>
              <a:ahLst/>
              <a:cxnLst/>
              <a:rect l="l" t="t" r="r" b="b"/>
              <a:pathLst>
                <a:path w="31" h="91" extrusionOk="0">
                  <a:moveTo>
                    <a:pt x="31" y="91"/>
                  </a:moveTo>
                  <a:cubicBezTo>
                    <a:pt x="24" y="91"/>
                    <a:pt x="7" y="91"/>
                    <a:pt x="3" y="91"/>
                  </a:cubicBezTo>
                  <a:cubicBezTo>
                    <a:pt x="0" y="46"/>
                    <a:pt x="0" y="46"/>
                    <a:pt x="0" y="46"/>
                  </a:cubicBezTo>
                  <a:cubicBezTo>
                    <a:pt x="3" y="0"/>
                    <a:pt x="3" y="0"/>
                    <a:pt x="3" y="0"/>
                  </a:cubicBezTo>
                  <a:cubicBezTo>
                    <a:pt x="31" y="0"/>
                    <a:pt x="31" y="0"/>
                    <a:pt x="31" y="0"/>
                  </a:cubicBezTo>
                  <a:lnTo>
                    <a:pt x="31" y="91"/>
                  </a:ln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5" name="Google Shape;2135;p37"/>
            <p:cNvSpPr/>
            <p:nvPr/>
          </p:nvSpPr>
          <p:spPr>
            <a:xfrm>
              <a:off x="663318" y="2582767"/>
              <a:ext cx="18875" cy="239808"/>
            </a:xfrm>
            <a:custGeom>
              <a:avLst/>
              <a:gdLst/>
              <a:ahLst/>
              <a:cxnLst/>
              <a:rect l="l" t="t" r="r" b="b"/>
              <a:pathLst>
                <a:path w="7" h="91" extrusionOk="0">
                  <a:moveTo>
                    <a:pt x="0" y="91"/>
                  </a:moveTo>
                  <a:cubicBezTo>
                    <a:pt x="0" y="0"/>
                    <a:pt x="0" y="0"/>
                    <a:pt x="0" y="0"/>
                  </a:cubicBezTo>
                  <a:cubicBezTo>
                    <a:pt x="4" y="0"/>
                    <a:pt x="4" y="0"/>
                    <a:pt x="4" y="0"/>
                  </a:cubicBezTo>
                  <a:cubicBezTo>
                    <a:pt x="7" y="46"/>
                    <a:pt x="7" y="46"/>
                    <a:pt x="7" y="46"/>
                  </a:cubicBezTo>
                  <a:cubicBezTo>
                    <a:pt x="4" y="91"/>
                    <a:pt x="4" y="91"/>
                    <a:pt x="4" y="91"/>
                  </a:cubicBezTo>
                  <a:cubicBezTo>
                    <a:pt x="2" y="91"/>
                    <a:pt x="3" y="91"/>
                    <a:pt x="0" y="91"/>
                  </a:cubicBez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6" name="Google Shape;2136;p37"/>
            <p:cNvSpPr/>
            <p:nvPr/>
          </p:nvSpPr>
          <p:spPr>
            <a:xfrm>
              <a:off x="674421" y="2582767"/>
              <a:ext cx="9993" cy="239808"/>
            </a:xfrm>
            <a:custGeom>
              <a:avLst/>
              <a:gdLst/>
              <a:ahLst/>
              <a:cxnLst/>
              <a:rect l="l" t="t" r="r" b="b"/>
              <a:pathLst>
                <a:path w="4" h="91" extrusionOk="0">
                  <a:moveTo>
                    <a:pt x="4" y="91"/>
                  </a:moveTo>
                  <a:cubicBezTo>
                    <a:pt x="3" y="91"/>
                    <a:pt x="2" y="91"/>
                    <a:pt x="0" y="91"/>
                  </a:cubicBezTo>
                  <a:cubicBezTo>
                    <a:pt x="0" y="0"/>
                    <a:pt x="0" y="0"/>
                    <a:pt x="0" y="0"/>
                  </a:cubicBezTo>
                  <a:cubicBezTo>
                    <a:pt x="4" y="0"/>
                    <a:pt x="4" y="0"/>
                    <a:pt x="4" y="0"/>
                  </a:cubicBezTo>
                  <a:lnTo>
                    <a:pt x="4" y="91"/>
                  </a:ln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137" name="Google Shape;2137;p37"/>
          <p:cNvGrpSpPr/>
          <p:nvPr/>
        </p:nvGrpSpPr>
        <p:grpSpPr>
          <a:xfrm>
            <a:off x="4387691" y="1280472"/>
            <a:ext cx="368602" cy="368594"/>
            <a:chOff x="7264899" y="2280487"/>
            <a:chExt cx="368602" cy="368594"/>
          </a:xfrm>
        </p:grpSpPr>
        <p:sp>
          <p:nvSpPr>
            <p:cNvPr id="2138" name="Google Shape;2138;p37"/>
            <p:cNvSpPr/>
            <p:nvPr/>
          </p:nvSpPr>
          <p:spPr>
            <a:xfrm>
              <a:off x="7589091" y="2357093"/>
              <a:ext cx="17764" cy="107692"/>
            </a:xfrm>
            <a:custGeom>
              <a:avLst/>
              <a:gdLst/>
              <a:ahLst/>
              <a:cxnLst/>
              <a:rect l="l" t="t" r="r" b="b"/>
              <a:pathLst>
                <a:path w="7" h="41" extrusionOk="0">
                  <a:moveTo>
                    <a:pt x="5" y="37"/>
                  </a:moveTo>
                  <a:cubicBezTo>
                    <a:pt x="2" y="41"/>
                    <a:pt x="2" y="41"/>
                    <a:pt x="2" y="41"/>
                  </a:cubicBezTo>
                  <a:cubicBezTo>
                    <a:pt x="0" y="37"/>
                    <a:pt x="0" y="37"/>
                    <a:pt x="0" y="37"/>
                  </a:cubicBezTo>
                  <a:cubicBezTo>
                    <a:pt x="0" y="33"/>
                    <a:pt x="0" y="8"/>
                    <a:pt x="0" y="4"/>
                  </a:cubicBezTo>
                  <a:cubicBezTo>
                    <a:pt x="2" y="0"/>
                    <a:pt x="2" y="0"/>
                    <a:pt x="2" y="0"/>
                  </a:cubicBezTo>
                  <a:cubicBezTo>
                    <a:pt x="5" y="4"/>
                    <a:pt x="5" y="4"/>
                    <a:pt x="5" y="4"/>
                  </a:cubicBezTo>
                  <a:cubicBezTo>
                    <a:pt x="7" y="20"/>
                    <a:pt x="7" y="20"/>
                    <a:pt x="7" y="20"/>
                  </a:cubicBezTo>
                  <a:lnTo>
                    <a:pt x="5" y="37"/>
                  </a:lnTo>
                  <a:close/>
                </a:path>
              </a:pathLst>
            </a:custGeom>
            <a:solidFill>
              <a:srgbClr val="A1B7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9" name="Google Shape;2139;p37"/>
            <p:cNvSpPr/>
            <p:nvPr/>
          </p:nvSpPr>
          <p:spPr>
            <a:xfrm>
              <a:off x="7567996" y="2432887"/>
              <a:ext cx="44410" cy="31086"/>
            </a:xfrm>
            <a:custGeom>
              <a:avLst/>
              <a:gdLst/>
              <a:ahLst/>
              <a:cxnLst/>
              <a:rect l="l" t="t" r="r" b="b"/>
              <a:pathLst>
                <a:path w="17" h="12" extrusionOk="0">
                  <a:moveTo>
                    <a:pt x="13" y="8"/>
                  </a:moveTo>
                  <a:cubicBezTo>
                    <a:pt x="6" y="12"/>
                    <a:pt x="6" y="12"/>
                    <a:pt x="6" y="12"/>
                  </a:cubicBezTo>
                  <a:cubicBezTo>
                    <a:pt x="0" y="8"/>
                    <a:pt x="0" y="8"/>
                    <a:pt x="0" y="8"/>
                  </a:cubicBezTo>
                  <a:cubicBezTo>
                    <a:pt x="0" y="5"/>
                    <a:pt x="0" y="3"/>
                    <a:pt x="0" y="0"/>
                  </a:cubicBezTo>
                  <a:cubicBezTo>
                    <a:pt x="13" y="0"/>
                    <a:pt x="13" y="0"/>
                    <a:pt x="13" y="0"/>
                  </a:cubicBezTo>
                  <a:cubicBezTo>
                    <a:pt x="17" y="4"/>
                    <a:pt x="17" y="4"/>
                    <a:pt x="17" y="4"/>
                  </a:cubicBezTo>
                  <a:lnTo>
                    <a:pt x="13" y="8"/>
                  </a:ln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0" name="Google Shape;2140;p37"/>
            <p:cNvSpPr/>
            <p:nvPr/>
          </p:nvSpPr>
          <p:spPr>
            <a:xfrm>
              <a:off x="7602414" y="2432887"/>
              <a:ext cx="31087" cy="31086"/>
            </a:xfrm>
            <a:custGeom>
              <a:avLst/>
              <a:gdLst/>
              <a:ahLst/>
              <a:cxnLst/>
              <a:rect l="l" t="t" r="r" b="b"/>
              <a:pathLst>
                <a:path w="12" h="12" extrusionOk="0">
                  <a:moveTo>
                    <a:pt x="12" y="8"/>
                  </a:moveTo>
                  <a:cubicBezTo>
                    <a:pt x="6" y="12"/>
                    <a:pt x="6" y="12"/>
                    <a:pt x="6" y="12"/>
                  </a:cubicBezTo>
                  <a:cubicBezTo>
                    <a:pt x="0" y="8"/>
                    <a:pt x="0" y="8"/>
                    <a:pt x="0" y="8"/>
                  </a:cubicBezTo>
                  <a:cubicBezTo>
                    <a:pt x="0" y="5"/>
                    <a:pt x="0" y="3"/>
                    <a:pt x="0" y="0"/>
                  </a:cubicBezTo>
                  <a:cubicBezTo>
                    <a:pt x="12" y="0"/>
                    <a:pt x="12" y="0"/>
                    <a:pt x="12" y="0"/>
                  </a:cubicBezTo>
                  <a:lnTo>
                    <a:pt x="12" y="8"/>
                  </a:ln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1" name="Google Shape;2141;p37"/>
            <p:cNvSpPr/>
            <p:nvPr/>
          </p:nvSpPr>
          <p:spPr>
            <a:xfrm>
              <a:off x="7602414" y="2357093"/>
              <a:ext cx="9993" cy="107692"/>
            </a:xfrm>
            <a:custGeom>
              <a:avLst/>
              <a:gdLst/>
              <a:ahLst/>
              <a:cxnLst/>
              <a:rect l="l" t="t" r="r" b="b"/>
              <a:pathLst>
                <a:path w="4" h="41" extrusionOk="0">
                  <a:moveTo>
                    <a:pt x="4" y="37"/>
                  </a:moveTo>
                  <a:cubicBezTo>
                    <a:pt x="2" y="41"/>
                    <a:pt x="2" y="41"/>
                    <a:pt x="2" y="41"/>
                  </a:cubicBezTo>
                  <a:cubicBezTo>
                    <a:pt x="0" y="37"/>
                    <a:pt x="0" y="37"/>
                    <a:pt x="0" y="37"/>
                  </a:cubicBezTo>
                  <a:cubicBezTo>
                    <a:pt x="0" y="33"/>
                    <a:pt x="0" y="8"/>
                    <a:pt x="0" y="4"/>
                  </a:cubicBezTo>
                  <a:cubicBezTo>
                    <a:pt x="2" y="0"/>
                    <a:pt x="2" y="0"/>
                    <a:pt x="2" y="0"/>
                  </a:cubicBezTo>
                  <a:cubicBezTo>
                    <a:pt x="4" y="4"/>
                    <a:pt x="4" y="4"/>
                    <a:pt x="4" y="4"/>
                  </a:cubicBezTo>
                  <a:lnTo>
                    <a:pt x="4" y="37"/>
                  </a:lnTo>
                  <a:close/>
                </a:path>
              </a:pathLst>
            </a:custGeom>
            <a:solidFill>
              <a:srgbClr val="A1B7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2" name="Google Shape;2142;p37"/>
            <p:cNvSpPr/>
            <p:nvPr/>
          </p:nvSpPr>
          <p:spPr>
            <a:xfrm>
              <a:off x="7567996" y="2301582"/>
              <a:ext cx="44410" cy="65503"/>
            </a:xfrm>
            <a:custGeom>
              <a:avLst/>
              <a:gdLst/>
              <a:ahLst/>
              <a:cxnLst/>
              <a:rect l="l" t="t" r="r" b="b"/>
              <a:pathLst>
                <a:path w="17" h="25" extrusionOk="0">
                  <a:moveTo>
                    <a:pt x="13" y="25"/>
                  </a:moveTo>
                  <a:cubicBezTo>
                    <a:pt x="8" y="25"/>
                    <a:pt x="4" y="25"/>
                    <a:pt x="0" y="25"/>
                  </a:cubicBezTo>
                  <a:cubicBezTo>
                    <a:pt x="0" y="22"/>
                    <a:pt x="0" y="3"/>
                    <a:pt x="0" y="0"/>
                  </a:cubicBezTo>
                  <a:cubicBezTo>
                    <a:pt x="13" y="0"/>
                    <a:pt x="13" y="0"/>
                    <a:pt x="13" y="0"/>
                  </a:cubicBezTo>
                  <a:cubicBezTo>
                    <a:pt x="17" y="13"/>
                    <a:pt x="17" y="13"/>
                    <a:pt x="17" y="13"/>
                  </a:cubicBezTo>
                  <a:lnTo>
                    <a:pt x="13" y="25"/>
                  </a:ln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3" name="Google Shape;2143;p37"/>
            <p:cNvSpPr/>
            <p:nvPr/>
          </p:nvSpPr>
          <p:spPr>
            <a:xfrm>
              <a:off x="7602414" y="2301582"/>
              <a:ext cx="31087" cy="65503"/>
            </a:xfrm>
            <a:custGeom>
              <a:avLst/>
              <a:gdLst/>
              <a:ahLst/>
              <a:cxnLst/>
              <a:rect l="l" t="t" r="r" b="b"/>
              <a:pathLst>
                <a:path w="12" h="25" extrusionOk="0">
                  <a:moveTo>
                    <a:pt x="12" y="25"/>
                  </a:moveTo>
                  <a:cubicBezTo>
                    <a:pt x="8" y="25"/>
                    <a:pt x="4" y="25"/>
                    <a:pt x="0" y="25"/>
                  </a:cubicBezTo>
                  <a:cubicBezTo>
                    <a:pt x="0" y="22"/>
                    <a:pt x="0" y="3"/>
                    <a:pt x="0" y="0"/>
                  </a:cubicBezTo>
                  <a:cubicBezTo>
                    <a:pt x="12" y="0"/>
                    <a:pt x="12" y="0"/>
                    <a:pt x="12" y="0"/>
                  </a:cubicBezTo>
                  <a:lnTo>
                    <a:pt x="12" y="25"/>
                  </a:ln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4" name="Google Shape;2144;p37"/>
            <p:cNvSpPr/>
            <p:nvPr/>
          </p:nvSpPr>
          <p:spPr>
            <a:xfrm>
              <a:off x="7285994" y="2357093"/>
              <a:ext cx="15543" cy="107692"/>
            </a:xfrm>
            <a:custGeom>
              <a:avLst/>
              <a:gdLst/>
              <a:ahLst/>
              <a:cxnLst/>
              <a:rect l="l" t="t" r="r" b="b"/>
              <a:pathLst>
                <a:path w="6" h="41" extrusionOk="0">
                  <a:moveTo>
                    <a:pt x="4" y="37"/>
                  </a:moveTo>
                  <a:cubicBezTo>
                    <a:pt x="2" y="41"/>
                    <a:pt x="2" y="41"/>
                    <a:pt x="2" y="41"/>
                  </a:cubicBezTo>
                  <a:cubicBezTo>
                    <a:pt x="0" y="37"/>
                    <a:pt x="0" y="37"/>
                    <a:pt x="0" y="37"/>
                  </a:cubicBezTo>
                  <a:cubicBezTo>
                    <a:pt x="0" y="33"/>
                    <a:pt x="0" y="8"/>
                    <a:pt x="0" y="4"/>
                  </a:cubicBezTo>
                  <a:cubicBezTo>
                    <a:pt x="2" y="0"/>
                    <a:pt x="2" y="0"/>
                    <a:pt x="2" y="0"/>
                  </a:cubicBezTo>
                  <a:cubicBezTo>
                    <a:pt x="4" y="4"/>
                    <a:pt x="4" y="4"/>
                    <a:pt x="4" y="4"/>
                  </a:cubicBezTo>
                  <a:cubicBezTo>
                    <a:pt x="6" y="20"/>
                    <a:pt x="6" y="20"/>
                    <a:pt x="6" y="20"/>
                  </a:cubicBezTo>
                  <a:lnTo>
                    <a:pt x="4" y="37"/>
                  </a:ln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5" name="Google Shape;2145;p37"/>
            <p:cNvSpPr/>
            <p:nvPr/>
          </p:nvSpPr>
          <p:spPr>
            <a:xfrm>
              <a:off x="7264899" y="2432887"/>
              <a:ext cx="42189" cy="31086"/>
            </a:xfrm>
            <a:custGeom>
              <a:avLst/>
              <a:gdLst/>
              <a:ahLst/>
              <a:cxnLst/>
              <a:rect l="l" t="t" r="r" b="b"/>
              <a:pathLst>
                <a:path w="16" h="12" extrusionOk="0">
                  <a:moveTo>
                    <a:pt x="12" y="8"/>
                  </a:moveTo>
                  <a:cubicBezTo>
                    <a:pt x="6" y="12"/>
                    <a:pt x="6" y="12"/>
                    <a:pt x="6" y="12"/>
                  </a:cubicBezTo>
                  <a:cubicBezTo>
                    <a:pt x="0" y="8"/>
                    <a:pt x="0" y="8"/>
                    <a:pt x="0" y="8"/>
                  </a:cubicBezTo>
                  <a:cubicBezTo>
                    <a:pt x="0" y="5"/>
                    <a:pt x="0" y="3"/>
                    <a:pt x="0" y="0"/>
                  </a:cubicBezTo>
                  <a:cubicBezTo>
                    <a:pt x="12" y="0"/>
                    <a:pt x="12" y="0"/>
                    <a:pt x="12" y="0"/>
                  </a:cubicBezTo>
                  <a:cubicBezTo>
                    <a:pt x="16" y="4"/>
                    <a:pt x="16" y="4"/>
                    <a:pt x="16" y="4"/>
                  </a:cubicBezTo>
                  <a:lnTo>
                    <a:pt x="12" y="8"/>
                  </a:ln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6" name="Google Shape;2146;p37"/>
            <p:cNvSpPr/>
            <p:nvPr/>
          </p:nvSpPr>
          <p:spPr>
            <a:xfrm>
              <a:off x="7295986" y="2432887"/>
              <a:ext cx="32198" cy="31086"/>
            </a:xfrm>
            <a:custGeom>
              <a:avLst/>
              <a:gdLst/>
              <a:ahLst/>
              <a:cxnLst/>
              <a:rect l="l" t="t" r="r" b="b"/>
              <a:pathLst>
                <a:path w="12" h="12" extrusionOk="0">
                  <a:moveTo>
                    <a:pt x="12" y="8"/>
                  </a:moveTo>
                  <a:cubicBezTo>
                    <a:pt x="6" y="12"/>
                    <a:pt x="6" y="12"/>
                    <a:pt x="6" y="12"/>
                  </a:cubicBezTo>
                  <a:cubicBezTo>
                    <a:pt x="0" y="8"/>
                    <a:pt x="0" y="8"/>
                    <a:pt x="0" y="8"/>
                  </a:cubicBezTo>
                  <a:cubicBezTo>
                    <a:pt x="0" y="5"/>
                    <a:pt x="0" y="3"/>
                    <a:pt x="0" y="0"/>
                  </a:cubicBezTo>
                  <a:cubicBezTo>
                    <a:pt x="12" y="0"/>
                    <a:pt x="12" y="0"/>
                    <a:pt x="12" y="0"/>
                  </a:cubicBezTo>
                  <a:cubicBezTo>
                    <a:pt x="12" y="8"/>
                    <a:pt x="12" y="8"/>
                    <a:pt x="12" y="8"/>
                  </a:cubicBez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7" name="Google Shape;2147;p37"/>
            <p:cNvSpPr/>
            <p:nvPr/>
          </p:nvSpPr>
          <p:spPr>
            <a:xfrm>
              <a:off x="7295986" y="2357093"/>
              <a:ext cx="11102" cy="107692"/>
            </a:xfrm>
            <a:custGeom>
              <a:avLst/>
              <a:gdLst/>
              <a:ahLst/>
              <a:cxnLst/>
              <a:rect l="l" t="t" r="r" b="b"/>
              <a:pathLst>
                <a:path w="4" h="41" extrusionOk="0">
                  <a:moveTo>
                    <a:pt x="4" y="37"/>
                  </a:moveTo>
                  <a:cubicBezTo>
                    <a:pt x="2" y="41"/>
                    <a:pt x="2" y="41"/>
                    <a:pt x="2" y="41"/>
                  </a:cubicBezTo>
                  <a:cubicBezTo>
                    <a:pt x="0" y="37"/>
                    <a:pt x="0" y="37"/>
                    <a:pt x="0" y="37"/>
                  </a:cubicBezTo>
                  <a:cubicBezTo>
                    <a:pt x="0" y="33"/>
                    <a:pt x="0" y="8"/>
                    <a:pt x="0" y="4"/>
                  </a:cubicBezTo>
                  <a:cubicBezTo>
                    <a:pt x="2" y="0"/>
                    <a:pt x="2" y="0"/>
                    <a:pt x="2" y="0"/>
                  </a:cubicBezTo>
                  <a:cubicBezTo>
                    <a:pt x="4" y="4"/>
                    <a:pt x="4" y="4"/>
                    <a:pt x="4" y="4"/>
                  </a:cubicBezTo>
                  <a:lnTo>
                    <a:pt x="4" y="37"/>
                  </a:lnTo>
                  <a:close/>
                </a:path>
              </a:pathLst>
            </a:custGeom>
            <a:solidFill>
              <a:srgbClr val="A1B7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8" name="Google Shape;2148;p37"/>
            <p:cNvSpPr/>
            <p:nvPr/>
          </p:nvSpPr>
          <p:spPr>
            <a:xfrm>
              <a:off x="7264899" y="2301582"/>
              <a:ext cx="42189" cy="65503"/>
            </a:xfrm>
            <a:custGeom>
              <a:avLst/>
              <a:gdLst/>
              <a:ahLst/>
              <a:cxnLst/>
              <a:rect l="l" t="t" r="r" b="b"/>
              <a:pathLst>
                <a:path w="16" h="25" extrusionOk="0">
                  <a:moveTo>
                    <a:pt x="12" y="25"/>
                  </a:moveTo>
                  <a:cubicBezTo>
                    <a:pt x="8" y="25"/>
                    <a:pt x="4" y="25"/>
                    <a:pt x="0" y="25"/>
                  </a:cubicBezTo>
                  <a:cubicBezTo>
                    <a:pt x="0" y="22"/>
                    <a:pt x="0" y="3"/>
                    <a:pt x="0" y="0"/>
                  </a:cubicBezTo>
                  <a:cubicBezTo>
                    <a:pt x="12" y="0"/>
                    <a:pt x="12" y="0"/>
                    <a:pt x="12" y="0"/>
                  </a:cubicBezTo>
                  <a:cubicBezTo>
                    <a:pt x="16" y="13"/>
                    <a:pt x="16" y="13"/>
                    <a:pt x="16" y="13"/>
                  </a:cubicBezTo>
                  <a:lnTo>
                    <a:pt x="12" y="25"/>
                  </a:ln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9" name="Google Shape;2149;p37"/>
            <p:cNvSpPr/>
            <p:nvPr/>
          </p:nvSpPr>
          <p:spPr>
            <a:xfrm>
              <a:off x="7295986" y="2301582"/>
              <a:ext cx="32198" cy="65503"/>
            </a:xfrm>
            <a:custGeom>
              <a:avLst/>
              <a:gdLst/>
              <a:ahLst/>
              <a:cxnLst/>
              <a:rect l="l" t="t" r="r" b="b"/>
              <a:pathLst>
                <a:path w="12" h="25" extrusionOk="0">
                  <a:moveTo>
                    <a:pt x="12" y="25"/>
                  </a:moveTo>
                  <a:cubicBezTo>
                    <a:pt x="8" y="25"/>
                    <a:pt x="4" y="25"/>
                    <a:pt x="0" y="25"/>
                  </a:cubicBezTo>
                  <a:cubicBezTo>
                    <a:pt x="0" y="22"/>
                    <a:pt x="0" y="3"/>
                    <a:pt x="0" y="0"/>
                  </a:cubicBezTo>
                  <a:cubicBezTo>
                    <a:pt x="12" y="0"/>
                    <a:pt x="12" y="0"/>
                    <a:pt x="12" y="0"/>
                  </a:cubicBezTo>
                  <a:lnTo>
                    <a:pt x="12" y="25"/>
                  </a:ln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0" name="Google Shape;2150;p37"/>
            <p:cNvSpPr/>
            <p:nvPr/>
          </p:nvSpPr>
          <p:spPr>
            <a:xfrm>
              <a:off x="7439208" y="2424816"/>
              <a:ext cx="15543" cy="34417"/>
            </a:xfrm>
            <a:custGeom>
              <a:avLst/>
              <a:gdLst/>
              <a:ahLst/>
              <a:cxnLst/>
              <a:rect l="l" t="t" r="r" b="b"/>
              <a:pathLst>
                <a:path w="14" h="31" extrusionOk="0">
                  <a:moveTo>
                    <a:pt x="0" y="5"/>
                  </a:moveTo>
                  <a:lnTo>
                    <a:pt x="0" y="26"/>
                  </a:lnTo>
                  <a:lnTo>
                    <a:pt x="4" y="31"/>
                  </a:lnTo>
                  <a:lnTo>
                    <a:pt x="9" y="26"/>
                  </a:lnTo>
                  <a:lnTo>
                    <a:pt x="14" y="17"/>
                  </a:lnTo>
                  <a:lnTo>
                    <a:pt x="9" y="7"/>
                  </a:lnTo>
                  <a:lnTo>
                    <a:pt x="4" y="0"/>
                  </a:lnTo>
                  <a:lnTo>
                    <a:pt x="0" y="5"/>
                  </a:ln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1" name="Google Shape;2151;p37"/>
            <p:cNvSpPr/>
            <p:nvPr/>
          </p:nvSpPr>
          <p:spPr>
            <a:xfrm>
              <a:off x="7449200" y="2424816"/>
              <a:ext cx="11102" cy="34417"/>
            </a:xfrm>
            <a:custGeom>
              <a:avLst/>
              <a:gdLst/>
              <a:ahLst/>
              <a:cxnLst/>
              <a:rect l="l" t="t" r="r" b="b"/>
              <a:pathLst>
                <a:path w="4" h="13" extrusionOk="0">
                  <a:moveTo>
                    <a:pt x="4" y="2"/>
                  </a:moveTo>
                  <a:cubicBezTo>
                    <a:pt x="2" y="0"/>
                    <a:pt x="2" y="0"/>
                    <a:pt x="2" y="0"/>
                  </a:cubicBezTo>
                  <a:cubicBezTo>
                    <a:pt x="0" y="3"/>
                    <a:pt x="0" y="3"/>
                    <a:pt x="0" y="3"/>
                  </a:cubicBezTo>
                  <a:cubicBezTo>
                    <a:pt x="0" y="11"/>
                    <a:pt x="0" y="11"/>
                    <a:pt x="0" y="11"/>
                  </a:cubicBezTo>
                  <a:cubicBezTo>
                    <a:pt x="2" y="13"/>
                    <a:pt x="2" y="13"/>
                    <a:pt x="2" y="13"/>
                  </a:cubicBezTo>
                  <a:cubicBezTo>
                    <a:pt x="4" y="11"/>
                    <a:pt x="4" y="11"/>
                    <a:pt x="4" y="11"/>
                  </a:cubicBezTo>
                  <a:cubicBezTo>
                    <a:pt x="4" y="8"/>
                    <a:pt x="4" y="5"/>
                    <a:pt x="4" y="2"/>
                  </a:cubicBezTo>
                  <a:close/>
                </a:path>
              </a:pathLst>
            </a:custGeom>
            <a:solidFill>
              <a:srgbClr val="A1B7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2" name="Google Shape;2152;p37"/>
            <p:cNvSpPr/>
            <p:nvPr/>
          </p:nvSpPr>
          <p:spPr>
            <a:xfrm>
              <a:off x="7264899" y="2453682"/>
              <a:ext cx="195403" cy="195399"/>
            </a:xfrm>
            <a:custGeom>
              <a:avLst/>
              <a:gdLst/>
              <a:ahLst/>
              <a:cxnLst/>
              <a:rect l="l" t="t" r="r" b="b"/>
              <a:pathLst>
                <a:path w="74" h="74" extrusionOk="0">
                  <a:moveTo>
                    <a:pt x="0" y="0"/>
                  </a:moveTo>
                  <a:cubicBezTo>
                    <a:pt x="0" y="74"/>
                    <a:pt x="0" y="74"/>
                    <a:pt x="0" y="74"/>
                  </a:cubicBezTo>
                  <a:cubicBezTo>
                    <a:pt x="70" y="74"/>
                    <a:pt x="70" y="74"/>
                    <a:pt x="70" y="74"/>
                  </a:cubicBezTo>
                  <a:cubicBezTo>
                    <a:pt x="74" y="37"/>
                    <a:pt x="74" y="37"/>
                    <a:pt x="74" y="37"/>
                  </a:cubicBezTo>
                  <a:cubicBezTo>
                    <a:pt x="70" y="0"/>
                    <a:pt x="70" y="0"/>
                    <a:pt x="70" y="0"/>
                  </a:cubicBezTo>
                  <a:cubicBezTo>
                    <a:pt x="68" y="0"/>
                    <a:pt x="2" y="0"/>
                    <a:pt x="0" y="0"/>
                  </a:cubicBez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3" name="Google Shape;2153;p37"/>
            <p:cNvSpPr/>
            <p:nvPr/>
          </p:nvSpPr>
          <p:spPr>
            <a:xfrm>
              <a:off x="7449200" y="2453682"/>
              <a:ext cx="184301" cy="195399"/>
            </a:xfrm>
            <a:custGeom>
              <a:avLst/>
              <a:gdLst/>
              <a:ahLst/>
              <a:cxnLst/>
              <a:rect l="l" t="t" r="r" b="b"/>
              <a:pathLst>
                <a:path w="70" h="74" extrusionOk="0">
                  <a:moveTo>
                    <a:pt x="0" y="74"/>
                  </a:moveTo>
                  <a:cubicBezTo>
                    <a:pt x="70" y="74"/>
                    <a:pt x="70" y="74"/>
                    <a:pt x="70" y="74"/>
                  </a:cubicBezTo>
                  <a:cubicBezTo>
                    <a:pt x="70" y="0"/>
                    <a:pt x="70" y="0"/>
                    <a:pt x="70" y="0"/>
                  </a:cubicBezTo>
                  <a:cubicBezTo>
                    <a:pt x="68" y="0"/>
                    <a:pt x="2" y="0"/>
                    <a:pt x="0" y="0"/>
                  </a:cubicBezTo>
                  <a:lnTo>
                    <a:pt x="0" y="74"/>
                  </a:ln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4" name="Google Shape;2154;p37"/>
            <p:cNvSpPr/>
            <p:nvPr/>
          </p:nvSpPr>
          <p:spPr>
            <a:xfrm>
              <a:off x="7372593" y="2280487"/>
              <a:ext cx="84379" cy="152101"/>
            </a:xfrm>
            <a:custGeom>
              <a:avLst/>
              <a:gdLst/>
              <a:ahLst/>
              <a:cxnLst/>
              <a:rect l="l" t="t" r="r" b="b"/>
              <a:pathLst>
                <a:path w="32" h="58" extrusionOk="0">
                  <a:moveTo>
                    <a:pt x="0" y="29"/>
                  </a:moveTo>
                  <a:cubicBezTo>
                    <a:pt x="0" y="45"/>
                    <a:pt x="13" y="58"/>
                    <a:pt x="29" y="58"/>
                  </a:cubicBezTo>
                  <a:cubicBezTo>
                    <a:pt x="32" y="29"/>
                    <a:pt x="32" y="29"/>
                    <a:pt x="32" y="29"/>
                  </a:cubicBezTo>
                  <a:cubicBezTo>
                    <a:pt x="29" y="0"/>
                    <a:pt x="29" y="0"/>
                    <a:pt x="29" y="0"/>
                  </a:cubicBezTo>
                  <a:cubicBezTo>
                    <a:pt x="13" y="0"/>
                    <a:pt x="0" y="13"/>
                    <a:pt x="0" y="29"/>
                  </a:cubicBez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5" name="Google Shape;2155;p37"/>
            <p:cNvSpPr/>
            <p:nvPr/>
          </p:nvSpPr>
          <p:spPr>
            <a:xfrm>
              <a:off x="7449200" y="2280487"/>
              <a:ext cx="76607" cy="152101"/>
            </a:xfrm>
            <a:custGeom>
              <a:avLst/>
              <a:gdLst/>
              <a:ahLst/>
              <a:cxnLst/>
              <a:rect l="l" t="t" r="r" b="b"/>
              <a:pathLst>
                <a:path w="29" h="58" extrusionOk="0">
                  <a:moveTo>
                    <a:pt x="29" y="29"/>
                  </a:moveTo>
                  <a:cubicBezTo>
                    <a:pt x="29" y="13"/>
                    <a:pt x="16" y="0"/>
                    <a:pt x="0" y="0"/>
                  </a:cubicBezTo>
                  <a:cubicBezTo>
                    <a:pt x="0" y="58"/>
                    <a:pt x="0" y="58"/>
                    <a:pt x="0" y="58"/>
                  </a:cubicBezTo>
                  <a:cubicBezTo>
                    <a:pt x="16" y="58"/>
                    <a:pt x="29" y="45"/>
                    <a:pt x="29" y="29"/>
                  </a:cubicBez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6" name="Google Shape;2156;p37"/>
            <p:cNvSpPr/>
            <p:nvPr/>
          </p:nvSpPr>
          <p:spPr>
            <a:xfrm>
              <a:off x="7393688" y="2301582"/>
              <a:ext cx="63284" cy="107692"/>
            </a:xfrm>
            <a:custGeom>
              <a:avLst/>
              <a:gdLst/>
              <a:ahLst/>
              <a:cxnLst/>
              <a:rect l="l" t="t" r="r" b="b"/>
              <a:pathLst>
                <a:path w="24" h="41" extrusionOk="0">
                  <a:moveTo>
                    <a:pt x="0" y="21"/>
                  </a:moveTo>
                  <a:cubicBezTo>
                    <a:pt x="0" y="32"/>
                    <a:pt x="9" y="41"/>
                    <a:pt x="21" y="41"/>
                  </a:cubicBezTo>
                  <a:cubicBezTo>
                    <a:pt x="24" y="21"/>
                    <a:pt x="24" y="21"/>
                    <a:pt x="24" y="21"/>
                  </a:cubicBezTo>
                  <a:cubicBezTo>
                    <a:pt x="21" y="0"/>
                    <a:pt x="21" y="0"/>
                    <a:pt x="21" y="0"/>
                  </a:cubicBezTo>
                  <a:cubicBezTo>
                    <a:pt x="9" y="0"/>
                    <a:pt x="0" y="9"/>
                    <a:pt x="0" y="21"/>
                  </a:cubicBez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7" name="Google Shape;2157;p37"/>
            <p:cNvSpPr/>
            <p:nvPr/>
          </p:nvSpPr>
          <p:spPr>
            <a:xfrm>
              <a:off x="7449200" y="2301582"/>
              <a:ext cx="52182" cy="107692"/>
            </a:xfrm>
            <a:custGeom>
              <a:avLst/>
              <a:gdLst/>
              <a:ahLst/>
              <a:cxnLst/>
              <a:rect l="l" t="t" r="r" b="b"/>
              <a:pathLst>
                <a:path w="20" h="41" extrusionOk="0">
                  <a:moveTo>
                    <a:pt x="20" y="21"/>
                  </a:moveTo>
                  <a:cubicBezTo>
                    <a:pt x="20" y="9"/>
                    <a:pt x="11" y="0"/>
                    <a:pt x="0" y="0"/>
                  </a:cubicBezTo>
                  <a:cubicBezTo>
                    <a:pt x="0" y="41"/>
                    <a:pt x="0" y="41"/>
                    <a:pt x="0" y="41"/>
                  </a:cubicBezTo>
                  <a:cubicBezTo>
                    <a:pt x="11" y="41"/>
                    <a:pt x="20" y="32"/>
                    <a:pt x="20" y="21"/>
                  </a:cubicBez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8" name="Google Shape;2158;p37"/>
            <p:cNvSpPr/>
            <p:nvPr/>
          </p:nvSpPr>
          <p:spPr>
            <a:xfrm>
              <a:off x="7307089" y="2496981"/>
              <a:ext cx="153214" cy="107692"/>
            </a:xfrm>
            <a:custGeom>
              <a:avLst/>
              <a:gdLst/>
              <a:ahLst/>
              <a:cxnLst/>
              <a:rect l="l" t="t" r="r" b="b"/>
              <a:pathLst>
                <a:path w="58" h="41" extrusionOk="0">
                  <a:moveTo>
                    <a:pt x="0" y="0"/>
                  </a:moveTo>
                  <a:cubicBezTo>
                    <a:pt x="0" y="41"/>
                    <a:pt x="0" y="41"/>
                    <a:pt x="0" y="41"/>
                  </a:cubicBezTo>
                  <a:cubicBezTo>
                    <a:pt x="54" y="41"/>
                    <a:pt x="54" y="41"/>
                    <a:pt x="54" y="41"/>
                  </a:cubicBezTo>
                  <a:cubicBezTo>
                    <a:pt x="58" y="21"/>
                    <a:pt x="58" y="21"/>
                    <a:pt x="58" y="21"/>
                  </a:cubicBezTo>
                  <a:cubicBezTo>
                    <a:pt x="54" y="0"/>
                    <a:pt x="54" y="0"/>
                    <a:pt x="54" y="0"/>
                  </a:cubicBezTo>
                  <a:cubicBezTo>
                    <a:pt x="49" y="0"/>
                    <a:pt x="7" y="0"/>
                    <a:pt x="0" y="0"/>
                  </a:cubicBez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9" name="Google Shape;2159;p37"/>
            <p:cNvSpPr/>
            <p:nvPr/>
          </p:nvSpPr>
          <p:spPr>
            <a:xfrm>
              <a:off x="7449200" y="2496981"/>
              <a:ext cx="139891" cy="107692"/>
            </a:xfrm>
            <a:custGeom>
              <a:avLst/>
              <a:gdLst/>
              <a:ahLst/>
              <a:cxnLst/>
              <a:rect l="l" t="t" r="r" b="b"/>
              <a:pathLst>
                <a:path w="126" h="97" extrusionOk="0">
                  <a:moveTo>
                    <a:pt x="126" y="97"/>
                  </a:moveTo>
                  <a:lnTo>
                    <a:pt x="126" y="0"/>
                  </a:lnTo>
                  <a:lnTo>
                    <a:pt x="0" y="0"/>
                  </a:lnTo>
                  <a:lnTo>
                    <a:pt x="0" y="97"/>
                  </a:lnTo>
                  <a:lnTo>
                    <a:pt x="126" y="97"/>
                  </a:lnTo>
                  <a:lnTo>
                    <a:pt x="126" y="97"/>
                  </a:ln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0" name="Google Shape;2160;p37"/>
            <p:cNvSpPr/>
            <p:nvPr/>
          </p:nvSpPr>
          <p:spPr>
            <a:xfrm>
              <a:off x="7414782" y="2520295"/>
              <a:ext cx="45520" cy="21095"/>
            </a:xfrm>
            <a:custGeom>
              <a:avLst/>
              <a:gdLst/>
              <a:ahLst/>
              <a:cxnLst/>
              <a:rect l="l" t="t" r="r" b="b"/>
              <a:pathLst>
                <a:path w="17" h="8" extrusionOk="0">
                  <a:moveTo>
                    <a:pt x="0" y="0"/>
                  </a:moveTo>
                  <a:cubicBezTo>
                    <a:pt x="0" y="8"/>
                    <a:pt x="0" y="8"/>
                    <a:pt x="0" y="8"/>
                  </a:cubicBezTo>
                  <a:cubicBezTo>
                    <a:pt x="13" y="8"/>
                    <a:pt x="13" y="8"/>
                    <a:pt x="13" y="8"/>
                  </a:cubicBezTo>
                  <a:cubicBezTo>
                    <a:pt x="17" y="4"/>
                    <a:pt x="17" y="4"/>
                    <a:pt x="17" y="4"/>
                  </a:cubicBezTo>
                  <a:cubicBezTo>
                    <a:pt x="13" y="0"/>
                    <a:pt x="13" y="0"/>
                    <a:pt x="13" y="0"/>
                  </a:cubicBezTo>
                  <a:cubicBezTo>
                    <a:pt x="9" y="0"/>
                    <a:pt x="5" y="0"/>
                    <a:pt x="0" y="0"/>
                  </a:cubicBez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1" name="Google Shape;2161;p37"/>
            <p:cNvSpPr/>
            <p:nvPr/>
          </p:nvSpPr>
          <p:spPr>
            <a:xfrm>
              <a:off x="7449200" y="2520295"/>
              <a:ext cx="31200" cy="21300"/>
            </a:xfrm>
            <a:prstGeom prst="rect">
              <a:avLst/>
            </a:pr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2" name="Google Shape;2162;p37"/>
            <p:cNvSpPr/>
            <p:nvPr/>
          </p:nvSpPr>
          <p:spPr>
            <a:xfrm>
              <a:off x="7330403" y="2520295"/>
              <a:ext cx="63284" cy="21095"/>
            </a:xfrm>
            <a:custGeom>
              <a:avLst/>
              <a:gdLst/>
              <a:ahLst/>
              <a:cxnLst/>
              <a:rect l="l" t="t" r="r" b="b"/>
              <a:pathLst>
                <a:path w="24" h="8" extrusionOk="0">
                  <a:moveTo>
                    <a:pt x="0" y="0"/>
                  </a:moveTo>
                  <a:cubicBezTo>
                    <a:pt x="24" y="0"/>
                    <a:pt x="24" y="0"/>
                    <a:pt x="24" y="0"/>
                  </a:cubicBezTo>
                  <a:cubicBezTo>
                    <a:pt x="24" y="8"/>
                    <a:pt x="24" y="8"/>
                    <a:pt x="24" y="8"/>
                  </a:cubicBezTo>
                  <a:cubicBezTo>
                    <a:pt x="21" y="8"/>
                    <a:pt x="3" y="8"/>
                    <a:pt x="0" y="8"/>
                  </a:cubicBezTo>
                  <a:cubicBezTo>
                    <a:pt x="0" y="5"/>
                    <a:pt x="0" y="3"/>
                    <a:pt x="0" y="0"/>
                  </a:cubicBez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3" name="Google Shape;2163;p37"/>
            <p:cNvSpPr/>
            <p:nvPr/>
          </p:nvSpPr>
          <p:spPr>
            <a:xfrm>
              <a:off x="7330403" y="2562483"/>
              <a:ext cx="63284" cy="21095"/>
            </a:xfrm>
            <a:custGeom>
              <a:avLst/>
              <a:gdLst/>
              <a:ahLst/>
              <a:cxnLst/>
              <a:rect l="l" t="t" r="r" b="b"/>
              <a:pathLst>
                <a:path w="24" h="8" extrusionOk="0">
                  <a:moveTo>
                    <a:pt x="24" y="8"/>
                  </a:moveTo>
                  <a:cubicBezTo>
                    <a:pt x="21" y="8"/>
                    <a:pt x="3" y="8"/>
                    <a:pt x="0" y="8"/>
                  </a:cubicBezTo>
                  <a:cubicBezTo>
                    <a:pt x="0" y="5"/>
                    <a:pt x="0" y="3"/>
                    <a:pt x="0" y="0"/>
                  </a:cubicBezTo>
                  <a:cubicBezTo>
                    <a:pt x="24" y="0"/>
                    <a:pt x="24" y="0"/>
                    <a:pt x="24" y="0"/>
                  </a:cubicBezTo>
                  <a:lnTo>
                    <a:pt x="24" y="8"/>
                  </a:ln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4" name="Google Shape;2164;p37"/>
            <p:cNvSpPr/>
            <p:nvPr/>
          </p:nvSpPr>
          <p:spPr>
            <a:xfrm>
              <a:off x="7414782" y="2562483"/>
              <a:ext cx="45520" cy="21095"/>
            </a:xfrm>
            <a:custGeom>
              <a:avLst/>
              <a:gdLst/>
              <a:ahLst/>
              <a:cxnLst/>
              <a:rect l="l" t="t" r="r" b="b"/>
              <a:pathLst>
                <a:path w="17" h="8" extrusionOk="0">
                  <a:moveTo>
                    <a:pt x="0" y="0"/>
                  </a:moveTo>
                  <a:cubicBezTo>
                    <a:pt x="0" y="8"/>
                    <a:pt x="0" y="8"/>
                    <a:pt x="0" y="8"/>
                  </a:cubicBezTo>
                  <a:cubicBezTo>
                    <a:pt x="13" y="8"/>
                    <a:pt x="13" y="8"/>
                    <a:pt x="13" y="8"/>
                  </a:cubicBezTo>
                  <a:cubicBezTo>
                    <a:pt x="17" y="4"/>
                    <a:pt x="17" y="4"/>
                    <a:pt x="17" y="4"/>
                  </a:cubicBezTo>
                  <a:cubicBezTo>
                    <a:pt x="13" y="0"/>
                    <a:pt x="13" y="0"/>
                    <a:pt x="13" y="0"/>
                  </a:cubicBezTo>
                  <a:cubicBezTo>
                    <a:pt x="9" y="0"/>
                    <a:pt x="5" y="0"/>
                    <a:pt x="0" y="0"/>
                  </a:cubicBez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5" name="Google Shape;2165;p37"/>
            <p:cNvSpPr/>
            <p:nvPr/>
          </p:nvSpPr>
          <p:spPr>
            <a:xfrm>
              <a:off x="7449200" y="2562483"/>
              <a:ext cx="31200" cy="21300"/>
            </a:xfrm>
            <a:prstGeom prst="rect">
              <a:avLst/>
            </a:pr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6" name="Google Shape;2166;p37"/>
            <p:cNvSpPr/>
            <p:nvPr/>
          </p:nvSpPr>
          <p:spPr>
            <a:xfrm>
              <a:off x="7501381" y="2562483"/>
              <a:ext cx="66615" cy="21095"/>
            </a:xfrm>
            <a:custGeom>
              <a:avLst/>
              <a:gdLst/>
              <a:ahLst/>
              <a:cxnLst/>
              <a:rect l="l" t="t" r="r" b="b"/>
              <a:pathLst>
                <a:path w="25" h="8" extrusionOk="0">
                  <a:moveTo>
                    <a:pt x="0" y="8"/>
                  </a:moveTo>
                  <a:cubicBezTo>
                    <a:pt x="25" y="8"/>
                    <a:pt x="25" y="8"/>
                    <a:pt x="25" y="8"/>
                  </a:cubicBezTo>
                  <a:cubicBezTo>
                    <a:pt x="25" y="5"/>
                    <a:pt x="25" y="3"/>
                    <a:pt x="25" y="0"/>
                  </a:cubicBezTo>
                  <a:cubicBezTo>
                    <a:pt x="22" y="0"/>
                    <a:pt x="3" y="0"/>
                    <a:pt x="0" y="0"/>
                  </a:cubicBezTo>
                  <a:lnTo>
                    <a:pt x="0" y="8"/>
                  </a:ln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7" name="Google Shape;2167;p37"/>
            <p:cNvSpPr/>
            <p:nvPr/>
          </p:nvSpPr>
          <p:spPr>
            <a:xfrm>
              <a:off x="7501381" y="2520295"/>
              <a:ext cx="66615" cy="21095"/>
            </a:xfrm>
            <a:custGeom>
              <a:avLst/>
              <a:gdLst/>
              <a:ahLst/>
              <a:cxnLst/>
              <a:rect l="l" t="t" r="r" b="b"/>
              <a:pathLst>
                <a:path w="25" h="8" extrusionOk="0">
                  <a:moveTo>
                    <a:pt x="0" y="8"/>
                  </a:moveTo>
                  <a:cubicBezTo>
                    <a:pt x="25" y="8"/>
                    <a:pt x="25" y="8"/>
                    <a:pt x="25" y="8"/>
                  </a:cubicBezTo>
                  <a:cubicBezTo>
                    <a:pt x="25" y="5"/>
                    <a:pt x="25" y="3"/>
                    <a:pt x="25" y="0"/>
                  </a:cubicBezTo>
                  <a:cubicBezTo>
                    <a:pt x="22" y="0"/>
                    <a:pt x="3" y="0"/>
                    <a:pt x="0" y="0"/>
                  </a:cubicBezTo>
                  <a:lnTo>
                    <a:pt x="0" y="8"/>
                  </a:ln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8" name="Google Shape;2168;p37"/>
            <p:cNvSpPr/>
            <p:nvPr/>
          </p:nvSpPr>
          <p:spPr>
            <a:xfrm>
              <a:off x="7414782" y="2322676"/>
              <a:ext cx="36638" cy="44409"/>
            </a:xfrm>
            <a:custGeom>
              <a:avLst/>
              <a:gdLst/>
              <a:ahLst/>
              <a:cxnLst/>
              <a:rect l="l" t="t" r="r" b="b"/>
              <a:pathLst>
                <a:path w="14" h="17" extrusionOk="0">
                  <a:moveTo>
                    <a:pt x="9" y="0"/>
                  </a:moveTo>
                  <a:cubicBezTo>
                    <a:pt x="9" y="9"/>
                    <a:pt x="9" y="9"/>
                    <a:pt x="9" y="9"/>
                  </a:cubicBezTo>
                  <a:cubicBezTo>
                    <a:pt x="6" y="9"/>
                    <a:pt x="3" y="9"/>
                    <a:pt x="0" y="9"/>
                  </a:cubicBezTo>
                  <a:cubicBezTo>
                    <a:pt x="0" y="17"/>
                    <a:pt x="0" y="17"/>
                    <a:pt x="0" y="17"/>
                  </a:cubicBezTo>
                  <a:cubicBezTo>
                    <a:pt x="13" y="17"/>
                    <a:pt x="13" y="17"/>
                    <a:pt x="13" y="17"/>
                  </a:cubicBezTo>
                  <a:cubicBezTo>
                    <a:pt x="14" y="9"/>
                    <a:pt x="14" y="9"/>
                    <a:pt x="14" y="9"/>
                  </a:cubicBezTo>
                  <a:cubicBezTo>
                    <a:pt x="13" y="0"/>
                    <a:pt x="13" y="0"/>
                    <a:pt x="13" y="0"/>
                  </a:cubicBezTo>
                  <a:cubicBezTo>
                    <a:pt x="11" y="0"/>
                    <a:pt x="10" y="0"/>
                    <a:pt x="9" y="0"/>
                  </a:cubicBez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9" name="Google Shape;2169;p37"/>
            <p:cNvSpPr/>
            <p:nvPr/>
          </p:nvSpPr>
          <p:spPr>
            <a:xfrm>
              <a:off x="7449200" y="2322676"/>
              <a:ext cx="11102" cy="44409"/>
            </a:xfrm>
            <a:custGeom>
              <a:avLst/>
              <a:gdLst/>
              <a:ahLst/>
              <a:cxnLst/>
              <a:rect l="l" t="t" r="r" b="b"/>
              <a:pathLst>
                <a:path w="4" h="17" extrusionOk="0">
                  <a:moveTo>
                    <a:pt x="4" y="0"/>
                  </a:moveTo>
                  <a:cubicBezTo>
                    <a:pt x="2" y="0"/>
                    <a:pt x="1" y="0"/>
                    <a:pt x="0" y="0"/>
                  </a:cubicBezTo>
                  <a:cubicBezTo>
                    <a:pt x="0" y="17"/>
                    <a:pt x="0" y="17"/>
                    <a:pt x="0" y="17"/>
                  </a:cubicBezTo>
                  <a:cubicBezTo>
                    <a:pt x="4" y="17"/>
                    <a:pt x="4" y="17"/>
                    <a:pt x="4" y="17"/>
                  </a:cubicBezTo>
                  <a:cubicBezTo>
                    <a:pt x="4" y="15"/>
                    <a:pt x="4" y="2"/>
                    <a:pt x="4" y="0"/>
                  </a:cubicBez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170" name="Google Shape;2170;p37"/>
          <p:cNvGrpSpPr/>
          <p:nvPr/>
        </p:nvGrpSpPr>
        <p:grpSpPr>
          <a:xfrm>
            <a:off x="4387664" y="2531625"/>
            <a:ext cx="368655" cy="282043"/>
            <a:chOff x="4645928" y="3379284"/>
            <a:chExt cx="368655" cy="282043"/>
          </a:xfrm>
        </p:grpSpPr>
        <p:sp>
          <p:nvSpPr>
            <p:cNvPr id="2171" name="Google Shape;2171;p37"/>
            <p:cNvSpPr/>
            <p:nvPr/>
          </p:nvSpPr>
          <p:spPr>
            <a:xfrm>
              <a:off x="4645928" y="3379284"/>
              <a:ext cx="194321" cy="282043"/>
            </a:xfrm>
            <a:custGeom>
              <a:avLst/>
              <a:gdLst/>
              <a:ahLst/>
              <a:cxnLst/>
              <a:rect l="l" t="t" r="r" b="b"/>
              <a:pathLst>
                <a:path w="74" h="107" extrusionOk="0">
                  <a:moveTo>
                    <a:pt x="0" y="14"/>
                  </a:moveTo>
                  <a:cubicBezTo>
                    <a:pt x="0" y="94"/>
                    <a:pt x="0" y="94"/>
                    <a:pt x="0" y="94"/>
                  </a:cubicBezTo>
                  <a:cubicBezTo>
                    <a:pt x="0" y="101"/>
                    <a:pt x="6" y="107"/>
                    <a:pt x="13" y="107"/>
                  </a:cubicBezTo>
                  <a:cubicBezTo>
                    <a:pt x="70" y="107"/>
                    <a:pt x="70" y="107"/>
                    <a:pt x="70" y="107"/>
                  </a:cubicBezTo>
                  <a:cubicBezTo>
                    <a:pt x="74" y="54"/>
                    <a:pt x="74" y="54"/>
                    <a:pt x="74" y="54"/>
                  </a:cubicBezTo>
                  <a:cubicBezTo>
                    <a:pt x="70" y="0"/>
                    <a:pt x="70" y="0"/>
                    <a:pt x="70" y="0"/>
                  </a:cubicBezTo>
                  <a:cubicBezTo>
                    <a:pt x="13" y="0"/>
                    <a:pt x="13" y="0"/>
                    <a:pt x="13" y="0"/>
                  </a:cubicBezTo>
                  <a:cubicBezTo>
                    <a:pt x="6" y="0"/>
                    <a:pt x="0" y="6"/>
                    <a:pt x="0" y="14"/>
                  </a:cubicBez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2" name="Google Shape;2172;p37"/>
            <p:cNvSpPr/>
            <p:nvPr/>
          </p:nvSpPr>
          <p:spPr>
            <a:xfrm>
              <a:off x="4830255" y="3379284"/>
              <a:ext cx="184328" cy="282043"/>
            </a:xfrm>
            <a:custGeom>
              <a:avLst/>
              <a:gdLst/>
              <a:ahLst/>
              <a:cxnLst/>
              <a:rect l="l" t="t" r="r" b="b"/>
              <a:pathLst>
                <a:path w="70" h="107" extrusionOk="0">
                  <a:moveTo>
                    <a:pt x="70" y="94"/>
                  </a:moveTo>
                  <a:cubicBezTo>
                    <a:pt x="70" y="14"/>
                    <a:pt x="70" y="14"/>
                    <a:pt x="70" y="14"/>
                  </a:cubicBezTo>
                  <a:cubicBezTo>
                    <a:pt x="70" y="6"/>
                    <a:pt x="64" y="0"/>
                    <a:pt x="56" y="0"/>
                  </a:cubicBezTo>
                  <a:cubicBezTo>
                    <a:pt x="0" y="0"/>
                    <a:pt x="0" y="0"/>
                    <a:pt x="0" y="0"/>
                  </a:cubicBezTo>
                  <a:cubicBezTo>
                    <a:pt x="0" y="107"/>
                    <a:pt x="0" y="107"/>
                    <a:pt x="0" y="107"/>
                  </a:cubicBezTo>
                  <a:cubicBezTo>
                    <a:pt x="56" y="107"/>
                    <a:pt x="56" y="107"/>
                    <a:pt x="56" y="107"/>
                  </a:cubicBezTo>
                  <a:cubicBezTo>
                    <a:pt x="64" y="107"/>
                    <a:pt x="70" y="101"/>
                    <a:pt x="70" y="94"/>
                  </a:cubicBezTo>
                  <a:close/>
                </a:path>
              </a:pathLst>
            </a:custGeom>
            <a:solidFill>
              <a:srgbClr val="A1B7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3" name="Google Shape;2173;p37"/>
            <p:cNvSpPr/>
            <p:nvPr/>
          </p:nvSpPr>
          <p:spPr>
            <a:xfrm>
              <a:off x="4667025" y="3402602"/>
              <a:ext cx="173223" cy="42195"/>
            </a:xfrm>
            <a:custGeom>
              <a:avLst/>
              <a:gdLst/>
              <a:ahLst/>
              <a:cxnLst/>
              <a:rect l="l" t="t" r="r" b="b"/>
              <a:pathLst>
                <a:path w="66" h="16" extrusionOk="0">
                  <a:moveTo>
                    <a:pt x="0" y="5"/>
                  </a:moveTo>
                  <a:cubicBezTo>
                    <a:pt x="0" y="16"/>
                    <a:pt x="0" y="16"/>
                    <a:pt x="0" y="16"/>
                  </a:cubicBezTo>
                  <a:cubicBezTo>
                    <a:pt x="61" y="16"/>
                    <a:pt x="61" y="16"/>
                    <a:pt x="61" y="16"/>
                  </a:cubicBezTo>
                  <a:cubicBezTo>
                    <a:pt x="66" y="8"/>
                    <a:pt x="66" y="8"/>
                    <a:pt x="66" y="8"/>
                  </a:cubicBezTo>
                  <a:cubicBezTo>
                    <a:pt x="61" y="0"/>
                    <a:pt x="61" y="0"/>
                    <a:pt x="61" y="0"/>
                  </a:cubicBezTo>
                  <a:cubicBezTo>
                    <a:pt x="5" y="0"/>
                    <a:pt x="5" y="0"/>
                    <a:pt x="5" y="0"/>
                  </a:cubicBezTo>
                  <a:cubicBezTo>
                    <a:pt x="2" y="0"/>
                    <a:pt x="0" y="2"/>
                    <a:pt x="0" y="5"/>
                  </a:cubicBez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4" name="Google Shape;2174;p37"/>
            <p:cNvSpPr/>
            <p:nvPr/>
          </p:nvSpPr>
          <p:spPr>
            <a:xfrm>
              <a:off x="4830255" y="3402602"/>
              <a:ext cx="163230" cy="42195"/>
            </a:xfrm>
            <a:custGeom>
              <a:avLst/>
              <a:gdLst/>
              <a:ahLst/>
              <a:cxnLst/>
              <a:rect l="l" t="t" r="r" b="b"/>
              <a:pathLst>
                <a:path w="62" h="16" extrusionOk="0">
                  <a:moveTo>
                    <a:pt x="56" y="0"/>
                  </a:moveTo>
                  <a:cubicBezTo>
                    <a:pt x="0" y="0"/>
                    <a:pt x="0" y="0"/>
                    <a:pt x="0" y="0"/>
                  </a:cubicBezTo>
                  <a:cubicBezTo>
                    <a:pt x="0" y="16"/>
                    <a:pt x="0" y="16"/>
                    <a:pt x="0" y="16"/>
                  </a:cubicBezTo>
                  <a:cubicBezTo>
                    <a:pt x="62" y="16"/>
                    <a:pt x="62" y="16"/>
                    <a:pt x="62" y="16"/>
                  </a:cubicBezTo>
                  <a:cubicBezTo>
                    <a:pt x="62" y="5"/>
                    <a:pt x="62" y="5"/>
                    <a:pt x="62" y="5"/>
                  </a:cubicBezTo>
                  <a:cubicBezTo>
                    <a:pt x="62" y="2"/>
                    <a:pt x="59" y="0"/>
                    <a:pt x="56" y="0"/>
                  </a:cubicBez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5" name="Google Shape;2175;p37"/>
            <p:cNvSpPr/>
            <p:nvPr/>
          </p:nvSpPr>
          <p:spPr>
            <a:xfrm>
              <a:off x="4667025" y="3444798"/>
              <a:ext cx="163230" cy="195431"/>
            </a:xfrm>
            <a:custGeom>
              <a:avLst/>
              <a:gdLst/>
              <a:ahLst/>
              <a:cxnLst/>
              <a:rect l="l" t="t" r="r" b="b"/>
              <a:pathLst>
                <a:path w="62" h="74" extrusionOk="0">
                  <a:moveTo>
                    <a:pt x="0" y="0"/>
                  </a:moveTo>
                  <a:cubicBezTo>
                    <a:pt x="0" y="69"/>
                    <a:pt x="0" y="69"/>
                    <a:pt x="0" y="69"/>
                  </a:cubicBezTo>
                  <a:cubicBezTo>
                    <a:pt x="0" y="72"/>
                    <a:pt x="2" y="74"/>
                    <a:pt x="5" y="74"/>
                  </a:cubicBezTo>
                  <a:cubicBezTo>
                    <a:pt x="62" y="74"/>
                    <a:pt x="62" y="74"/>
                    <a:pt x="62" y="74"/>
                  </a:cubicBezTo>
                  <a:cubicBezTo>
                    <a:pt x="62" y="0"/>
                    <a:pt x="62" y="0"/>
                    <a:pt x="62" y="0"/>
                  </a:cubicBezTo>
                  <a:lnTo>
                    <a:pt x="0" y="0"/>
                  </a:ln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6" name="Google Shape;2176;p37"/>
            <p:cNvSpPr/>
            <p:nvPr/>
          </p:nvSpPr>
          <p:spPr>
            <a:xfrm>
              <a:off x="4830255" y="3444798"/>
              <a:ext cx="163230" cy="195431"/>
            </a:xfrm>
            <a:custGeom>
              <a:avLst/>
              <a:gdLst/>
              <a:ahLst/>
              <a:cxnLst/>
              <a:rect l="l" t="t" r="r" b="b"/>
              <a:pathLst>
                <a:path w="62" h="74" extrusionOk="0">
                  <a:moveTo>
                    <a:pt x="62" y="69"/>
                  </a:moveTo>
                  <a:cubicBezTo>
                    <a:pt x="62" y="0"/>
                    <a:pt x="62" y="0"/>
                    <a:pt x="62" y="0"/>
                  </a:cubicBezTo>
                  <a:cubicBezTo>
                    <a:pt x="0" y="0"/>
                    <a:pt x="0" y="0"/>
                    <a:pt x="0" y="0"/>
                  </a:cubicBezTo>
                  <a:cubicBezTo>
                    <a:pt x="0" y="74"/>
                    <a:pt x="0" y="74"/>
                    <a:pt x="0" y="74"/>
                  </a:cubicBezTo>
                  <a:cubicBezTo>
                    <a:pt x="56" y="74"/>
                    <a:pt x="56" y="74"/>
                    <a:pt x="56" y="74"/>
                  </a:cubicBezTo>
                  <a:cubicBezTo>
                    <a:pt x="59" y="74"/>
                    <a:pt x="62" y="72"/>
                    <a:pt x="62" y="69"/>
                  </a:cubicBez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7" name="Google Shape;2177;p37"/>
            <p:cNvSpPr/>
            <p:nvPr/>
          </p:nvSpPr>
          <p:spPr>
            <a:xfrm>
              <a:off x="4882444" y="3563612"/>
              <a:ext cx="23319" cy="34423"/>
            </a:xfrm>
            <a:custGeom>
              <a:avLst/>
              <a:gdLst/>
              <a:ahLst/>
              <a:cxnLst/>
              <a:rect l="l" t="t" r="r" b="b"/>
              <a:pathLst>
                <a:path w="9" h="13" extrusionOk="0">
                  <a:moveTo>
                    <a:pt x="0" y="13"/>
                  </a:moveTo>
                  <a:cubicBezTo>
                    <a:pt x="9" y="13"/>
                    <a:pt x="9" y="13"/>
                    <a:pt x="9" y="13"/>
                  </a:cubicBezTo>
                  <a:cubicBezTo>
                    <a:pt x="9" y="10"/>
                    <a:pt x="9" y="7"/>
                    <a:pt x="9" y="4"/>
                  </a:cubicBezTo>
                  <a:cubicBezTo>
                    <a:pt x="4" y="0"/>
                    <a:pt x="4" y="0"/>
                    <a:pt x="4" y="0"/>
                  </a:cubicBezTo>
                  <a:cubicBezTo>
                    <a:pt x="0" y="4"/>
                    <a:pt x="0" y="4"/>
                    <a:pt x="0" y="4"/>
                  </a:cubicBezTo>
                  <a:lnTo>
                    <a:pt x="0" y="13"/>
                  </a:ln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8" name="Google Shape;2178;p37"/>
            <p:cNvSpPr/>
            <p:nvPr/>
          </p:nvSpPr>
          <p:spPr>
            <a:xfrm>
              <a:off x="4926860" y="3569163"/>
              <a:ext cx="21098" cy="28871"/>
            </a:xfrm>
            <a:custGeom>
              <a:avLst/>
              <a:gdLst/>
              <a:ahLst/>
              <a:cxnLst/>
              <a:rect l="l" t="t" r="r" b="b"/>
              <a:pathLst>
                <a:path w="8" h="11" extrusionOk="0">
                  <a:moveTo>
                    <a:pt x="0" y="11"/>
                  </a:moveTo>
                  <a:cubicBezTo>
                    <a:pt x="8" y="11"/>
                    <a:pt x="8" y="11"/>
                    <a:pt x="8" y="11"/>
                  </a:cubicBezTo>
                  <a:cubicBezTo>
                    <a:pt x="8" y="8"/>
                    <a:pt x="8" y="5"/>
                    <a:pt x="8" y="2"/>
                  </a:cubicBezTo>
                  <a:cubicBezTo>
                    <a:pt x="4" y="0"/>
                    <a:pt x="4" y="0"/>
                    <a:pt x="4" y="0"/>
                  </a:cubicBezTo>
                  <a:cubicBezTo>
                    <a:pt x="0" y="2"/>
                    <a:pt x="0" y="2"/>
                    <a:pt x="0" y="2"/>
                  </a:cubicBezTo>
                  <a:lnTo>
                    <a:pt x="0" y="11"/>
                  </a:ln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9" name="Google Shape;2179;p37"/>
            <p:cNvSpPr/>
            <p:nvPr/>
          </p:nvSpPr>
          <p:spPr>
            <a:xfrm>
              <a:off x="4688123" y="3465896"/>
              <a:ext cx="146574" cy="66624"/>
            </a:xfrm>
            <a:custGeom>
              <a:avLst/>
              <a:gdLst/>
              <a:ahLst/>
              <a:cxnLst/>
              <a:rect l="l" t="t" r="r" b="b"/>
              <a:pathLst>
                <a:path w="56" h="25" extrusionOk="0">
                  <a:moveTo>
                    <a:pt x="0" y="0"/>
                  </a:moveTo>
                  <a:cubicBezTo>
                    <a:pt x="0" y="25"/>
                    <a:pt x="0" y="25"/>
                    <a:pt x="0" y="25"/>
                  </a:cubicBezTo>
                  <a:cubicBezTo>
                    <a:pt x="53" y="25"/>
                    <a:pt x="53" y="25"/>
                    <a:pt x="53" y="25"/>
                  </a:cubicBezTo>
                  <a:cubicBezTo>
                    <a:pt x="56" y="13"/>
                    <a:pt x="56" y="13"/>
                    <a:pt x="56" y="13"/>
                  </a:cubicBezTo>
                  <a:cubicBezTo>
                    <a:pt x="53" y="0"/>
                    <a:pt x="53" y="0"/>
                    <a:pt x="53" y="0"/>
                  </a:cubicBezTo>
                  <a:cubicBezTo>
                    <a:pt x="51" y="0"/>
                    <a:pt x="3" y="0"/>
                    <a:pt x="0" y="0"/>
                  </a:cubicBez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0" name="Google Shape;2180;p37"/>
            <p:cNvSpPr/>
            <p:nvPr/>
          </p:nvSpPr>
          <p:spPr>
            <a:xfrm>
              <a:off x="4830255" y="3465896"/>
              <a:ext cx="9994" cy="66624"/>
            </a:xfrm>
            <a:custGeom>
              <a:avLst/>
              <a:gdLst/>
              <a:ahLst/>
              <a:cxnLst/>
              <a:rect l="l" t="t" r="r" b="b"/>
              <a:pathLst>
                <a:path w="4" h="25" extrusionOk="0">
                  <a:moveTo>
                    <a:pt x="4" y="0"/>
                  </a:moveTo>
                  <a:cubicBezTo>
                    <a:pt x="2" y="0"/>
                    <a:pt x="1" y="0"/>
                    <a:pt x="0" y="0"/>
                  </a:cubicBezTo>
                  <a:cubicBezTo>
                    <a:pt x="0" y="25"/>
                    <a:pt x="0" y="25"/>
                    <a:pt x="0" y="25"/>
                  </a:cubicBezTo>
                  <a:cubicBezTo>
                    <a:pt x="4" y="25"/>
                    <a:pt x="4" y="25"/>
                    <a:pt x="4" y="25"/>
                  </a:cubicBezTo>
                  <a:cubicBezTo>
                    <a:pt x="4" y="22"/>
                    <a:pt x="4" y="3"/>
                    <a:pt x="4" y="0"/>
                  </a:cubicBez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1" name="Google Shape;2181;p37"/>
            <p:cNvSpPr/>
            <p:nvPr/>
          </p:nvSpPr>
          <p:spPr>
            <a:xfrm>
              <a:off x="4688123" y="3553618"/>
              <a:ext cx="146574" cy="21098"/>
            </a:xfrm>
            <a:custGeom>
              <a:avLst/>
              <a:gdLst/>
              <a:ahLst/>
              <a:cxnLst/>
              <a:rect l="l" t="t" r="r" b="b"/>
              <a:pathLst>
                <a:path w="56" h="8" extrusionOk="0">
                  <a:moveTo>
                    <a:pt x="0" y="0"/>
                  </a:moveTo>
                  <a:cubicBezTo>
                    <a:pt x="0" y="8"/>
                    <a:pt x="0" y="8"/>
                    <a:pt x="0" y="8"/>
                  </a:cubicBezTo>
                  <a:cubicBezTo>
                    <a:pt x="53" y="8"/>
                    <a:pt x="53" y="8"/>
                    <a:pt x="53" y="8"/>
                  </a:cubicBezTo>
                  <a:cubicBezTo>
                    <a:pt x="56" y="4"/>
                    <a:pt x="56" y="4"/>
                    <a:pt x="56" y="4"/>
                  </a:cubicBezTo>
                  <a:cubicBezTo>
                    <a:pt x="53" y="0"/>
                    <a:pt x="53" y="0"/>
                    <a:pt x="53" y="0"/>
                  </a:cubicBezTo>
                  <a:cubicBezTo>
                    <a:pt x="51" y="0"/>
                    <a:pt x="3" y="0"/>
                    <a:pt x="0" y="0"/>
                  </a:cubicBez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2" name="Google Shape;2182;p37"/>
            <p:cNvSpPr/>
            <p:nvPr/>
          </p:nvSpPr>
          <p:spPr>
            <a:xfrm>
              <a:off x="4830255" y="3553618"/>
              <a:ext cx="10200" cy="21300"/>
            </a:xfrm>
            <a:prstGeom prst="rect">
              <a:avLst/>
            </a:pr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3" name="Google Shape;2183;p37"/>
            <p:cNvSpPr/>
            <p:nvPr/>
          </p:nvSpPr>
          <p:spPr>
            <a:xfrm>
              <a:off x="4688123" y="3598034"/>
              <a:ext cx="107710" cy="21098"/>
            </a:xfrm>
            <a:custGeom>
              <a:avLst/>
              <a:gdLst/>
              <a:ahLst/>
              <a:cxnLst/>
              <a:rect l="l" t="t" r="r" b="b"/>
              <a:pathLst>
                <a:path w="41" h="8" extrusionOk="0">
                  <a:moveTo>
                    <a:pt x="41" y="8"/>
                  </a:moveTo>
                  <a:cubicBezTo>
                    <a:pt x="39" y="8"/>
                    <a:pt x="3" y="8"/>
                    <a:pt x="0" y="8"/>
                  </a:cubicBezTo>
                  <a:cubicBezTo>
                    <a:pt x="0" y="5"/>
                    <a:pt x="0" y="3"/>
                    <a:pt x="0" y="0"/>
                  </a:cubicBezTo>
                  <a:cubicBezTo>
                    <a:pt x="41" y="0"/>
                    <a:pt x="41" y="0"/>
                    <a:pt x="41" y="0"/>
                  </a:cubicBezTo>
                  <a:lnTo>
                    <a:pt x="41" y="8"/>
                  </a:ln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4" name="Google Shape;2184;p37"/>
            <p:cNvSpPr/>
            <p:nvPr/>
          </p:nvSpPr>
          <p:spPr>
            <a:xfrm>
              <a:off x="4819151" y="3598034"/>
              <a:ext cx="13325" cy="21098"/>
            </a:xfrm>
            <a:custGeom>
              <a:avLst/>
              <a:gdLst/>
              <a:ahLst/>
              <a:cxnLst/>
              <a:rect l="l" t="t" r="r" b="b"/>
              <a:pathLst>
                <a:path w="5" h="8" extrusionOk="0">
                  <a:moveTo>
                    <a:pt x="0" y="0"/>
                  </a:moveTo>
                  <a:cubicBezTo>
                    <a:pt x="0" y="8"/>
                    <a:pt x="0" y="8"/>
                    <a:pt x="0" y="8"/>
                  </a:cubicBezTo>
                  <a:cubicBezTo>
                    <a:pt x="4" y="8"/>
                    <a:pt x="4" y="8"/>
                    <a:pt x="4" y="8"/>
                  </a:cubicBezTo>
                  <a:cubicBezTo>
                    <a:pt x="5" y="4"/>
                    <a:pt x="5" y="4"/>
                    <a:pt x="5" y="4"/>
                  </a:cubicBezTo>
                  <a:cubicBezTo>
                    <a:pt x="4" y="0"/>
                    <a:pt x="4" y="0"/>
                    <a:pt x="4" y="0"/>
                  </a:cubicBezTo>
                  <a:cubicBezTo>
                    <a:pt x="2" y="0"/>
                    <a:pt x="1" y="0"/>
                    <a:pt x="0" y="0"/>
                  </a:cubicBez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5" name="Google Shape;2185;p37"/>
            <p:cNvSpPr/>
            <p:nvPr/>
          </p:nvSpPr>
          <p:spPr>
            <a:xfrm>
              <a:off x="4830255" y="3598034"/>
              <a:ext cx="10200" cy="21300"/>
            </a:xfrm>
            <a:prstGeom prst="rect">
              <a:avLst/>
            </a:pr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6" name="Google Shape;2186;p37"/>
            <p:cNvSpPr/>
            <p:nvPr/>
          </p:nvSpPr>
          <p:spPr>
            <a:xfrm>
              <a:off x="4861347" y="3488104"/>
              <a:ext cx="107710" cy="86612"/>
            </a:xfrm>
            <a:custGeom>
              <a:avLst/>
              <a:gdLst/>
              <a:ahLst/>
              <a:cxnLst/>
              <a:rect l="l" t="t" r="r" b="b"/>
              <a:pathLst>
                <a:path w="41" h="33" extrusionOk="0">
                  <a:moveTo>
                    <a:pt x="0" y="33"/>
                  </a:moveTo>
                  <a:cubicBezTo>
                    <a:pt x="41" y="33"/>
                    <a:pt x="41" y="33"/>
                    <a:pt x="41" y="33"/>
                  </a:cubicBezTo>
                  <a:cubicBezTo>
                    <a:pt x="41" y="25"/>
                    <a:pt x="41" y="25"/>
                    <a:pt x="41" y="25"/>
                  </a:cubicBezTo>
                  <a:cubicBezTo>
                    <a:pt x="37" y="21"/>
                    <a:pt x="37" y="21"/>
                    <a:pt x="37" y="21"/>
                  </a:cubicBezTo>
                  <a:cubicBezTo>
                    <a:pt x="41" y="17"/>
                    <a:pt x="41" y="17"/>
                    <a:pt x="41" y="17"/>
                  </a:cubicBezTo>
                  <a:cubicBezTo>
                    <a:pt x="41" y="0"/>
                    <a:pt x="41" y="0"/>
                    <a:pt x="41" y="0"/>
                  </a:cubicBezTo>
                  <a:cubicBezTo>
                    <a:pt x="39" y="0"/>
                    <a:pt x="3" y="0"/>
                    <a:pt x="0" y="0"/>
                  </a:cubicBezTo>
                  <a:cubicBezTo>
                    <a:pt x="0" y="17"/>
                    <a:pt x="0" y="17"/>
                    <a:pt x="0" y="17"/>
                  </a:cubicBezTo>
                  <a:cubicBezTo>
                    <a:pt x="3" y="21"/>
                    <a:pt x="3" y="21"/>
                    <a:pt x="3" y="21"/>
                  </a:cubicBezTo>
                  <a:cubicBezTo>
                    <a:pt x="0" y="25"/>
                    <a:pt x="0" y="25"/>
                    <a:pt x="0" y="25"/>
                  </a:cubicBezTo>
                  <a:lnTo>
                    <a:pt x="0" y="33"/>
                  </a:ln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7" name="Google Shape;2187;p37"/>
            <p:cNvSpPr/>
            <p:nvPr/>
          </p:nvSpPr>
          <p:spPr>
            <a:xfrm>
              <a:off x="4861347" y="3532520"/>
              <a:ext cx="21300" cy="21300"/>
            </a:xfrm>
            <a:prstGeom prst="rect">
              <a:avLst/>
            </a:pr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8" name="Google Shape;2188;p37"/>
            <p:cNvSpPr/>
            <p:nvPr/>
          </p:nvSpPr>
          <p:spPr>
            <a:xfrm>
              <a:off x="4947958" y="3532520"/>
              <a:ext cx="21300" cy="21300"/>
            </a:xfrm>
            <a:prstGeom prst="rect">
              <a:avLst/>
            </a:pr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9" name="Google Shape;2189;p37"/>
            <p:cNvSpPr/>
            <p:nvPr/>
          </p:nvSpPr>
          <p:spPr>
            <a:xfrm>
              <a:off x="4861347" y="3465896"/>
              <a:ext cx="107710" cy="45527"/>
            </a:xfrm>
            <a:custGeom>
              <a:avLst/>
              <a:gdLst/>
              <a:ahLst/>
              <a:cxnLst/>
              <a:rect l="l" t="t" r="r" b="b"/>
              <a:pathLst>
                <a:path w="41" h="17" extrusionOk="0">
                  <a:moveTo>
                    <a:pt x="8" y="17"/>
                  </a:moveTo>
                  <a:cubicBezTo>
                    <a:pt x="33" y="17"/>
                    <a:pt x="33" y="17"/>
                    <a:pt x="33" y="17"/>
                  </a:cubicBezTo>
                  <a:cubicBezTo>
                    <a:pt x="38" y="17"/>
                    <a:pt x="41" y="13"/>
                    <a:pt x="41" y="8"/>
                  </a:cubicBezTo>
                  <a:cubicBezTo>
                    <a:pt x="41" y="0"/>
                    <a:pt x="41" y="0"/>
                    <a:pt x="41" y="0"/>
                  </a:cubicBezTo>
                  <a:cubicBezTo>
                    <a:pt x="0" y="0"/>
                    <a:pt x="0" y="0"/>
                    <a:pt x="0" y="0"/>
                  </a:cubicBezTo>
                  <a:cubicBezTo>
                    <a:pt x="0" y="8"/>
                    <a:pt x="0" y="8"/>
                    <a:pt x="0" y="8"/>
                  </a:cubicBezTo>
                  <a:cubicBezTo>
                    <a:pt x="0" y="13"/>
                    <a:pt x="4" y="17"/>
                    <a:pt x="8" y="17"/>
                  </a:cubicBezTo>
                  <a:close/>
                </a:path>
              </a:pathLst>
            </a:custGeom>
            <a:solidFill>
              <a:srgbClr val="A1B7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190" name="Google Shape;2190;p37"/>
          <p:cNvGrpSpPr/>
          <p:nvPr/>
        </p:nvGrpSpPr>
        <p:grpSpPr>
          <a:xfrm>
            <a:off x="1779014" y="2498811"/>
            <a:ext cx="367596" cy="347673"/>
            <a:chOff x="582621" y="4279899"/>
            <a:chExt cx="367596" cy="347673"/>
          </a:xfrm>
        </p:grpSpPr>
        <p:sp>
          <p:nvSpPr>
            <p:cNvPr id="2191" name="Google Shape;2191;p37"/>
            <p:cNvSpPr/>
            <p:nvPr/>
          </p:nvSpPr>
          <p:spPr>
            <a:xfrm>
              <a:off x="722130" y="4455949"/>
              <a:ext cx="23252" cy="64220"/>
            </a:xfrm>
            <a:custGeom>
              <a:avLst/>
              <a:gdLst/>
              <a:ahLst/>
              <a:cxnLst/>
              <a:rect l="l" t="t" r="r" b="b"/>
              <a:pathLst>
                <a:path w="9" h="24" extrusionOk="0">
                  <a:moveTo>
                    <a:pt x="9" y="20"/>
                  </a:moveTo>
                  <a:cubicBezTo>
                    <a:pt x="4" y="24"/>
                    <a:pt x="4" y="24"/>
                    <a:pt x="4" y="24"/>
                  </a:cubicBezTo>
                  <a:cubicBezTo>
                    <a:pt x="0" y="20"/>
                    <a:pt x="0" y="20"/>
                    <a:pt x="0" y="20"/>
                  </a:cubicBezTo>
                  <a:cubicBezTo>
                    <a:pt x="0" y="16"/>
                    <a:pt x="0" y="6"/>
                    <a:pt x="0" y="3"/>
                  </a:cubicBezTo>
                  <a:cubicBezTo>
                    <a:pt x="4" y="0"/>
                    <a:pt x="4" y="0"/>
                    <a:pt x="4" y="0"/>
                  </a:cubicBezTo>
                  <a:cubicBezTo>
                    <a:pt x="9" y="3"/>
                    <a:pt x="9" y="3"/>
                    <a:pt x="9" y="3"/>
                  </a:cubicBezTo>
                  <a:lnTo>
                    <a:pt x="9" y="20"/>
                  </a:lnTo>
                  <a:close/>
                </a:path>
              </a:pathLst>
            </a:custGeom>
            <a:solidFill>
              <a:srgbClr val="A1B7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2" name="Google Shape;2192;p37"/>
            <p:cNvSpPr/>
            <p:nvPr/>
          </p:nvSpPr>
          <p:spPr>
            <a:xfrm>
              <a:off x="614731" y="4279899"/>
              <a:ext cx="296733" cy="118475"/>
            </a:xfrm>
            <a:custGeom>
              <a:avLst/>
              <a:gdLst/>
              <a:ahLst/>
              <a:cxnLst/>
              <a:rect l="l" t="t" r="r" b="b"/>
              <a:pathLst>
                <a:path w="113" h="45" extrusionOk="0">
                  <a:moveTo>
                    <a:pt x="113" y="0"/>
                  </a:moveTo>
                  <a:cubicBezTo>
                    <a:pt x="110" y="0"/>
                    <a:pt x="3" y="0"/>
                    <a:pt x="0" y="0"/>
                  </a:cubicBezTo>
                  <a:cubicBezTo>
                    <a:pt x="0" y="41"/>
                    <a:pt x="0" y="41"/>
                    <a:pt x="0" y="41"/>
                  </a:cubicBezTo>
                  <a:cubicBezTo>
                    <a:pt x="17" y="43"/>
                    <a:pt x="17" y="43"/>
                    <a:pt x="17" y="43"/>
                  </a:cubicBezTo>
                  <a:cubicBezTo>
                    <a:pt x="39" y="41"/>
                    <a:pt x="39" y="41"/>
                    <a:pt x="39" y="41"/>
                  </a:cubicBezTo>
                  <a:cubicBezTo>
                    <a:pt x="69" y="45"/>
                    <a:pt x="69" y="45"/>
                    <a:pt x="69" y="45"/>
                  </a:cubicBezTo>
                  <a:cubicBezTo>
                    <a:pt x="98" y="41"/>
                    <a:pt x="98" y="41"/>
                    <a:pt x="98" y="41"/>
                  </a:cubicBezTo>
                  <a:cubicBezTo>
                    <a:pt x="110" y="20"/>
                    <a:pt x="110" y="20"/>
                    <a:pt x="110" y="20"/>
                  </a:cubicBezTo>
                  <a:lnTo>
                    <a:pt x="113" y="0"/>
                  </a:ln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3" name="Google Shape;2193;p37"/>
            <p:cNvSpPr/>
            <p:nvPr/>
          </p:nvSpPr>
          <p:spPr>
            <a:xfrm>
              <a:off x="635768" y="4388408"/>
              <a:ext cx="241373" cy="76400"/>
            </a:xfrm>
            <a:custGeom>
              <a:avLst/>
              <a:gdLst/>
              <a:ahLst/>
              <a:cxnLst/>
              <a:rect l="l" t="t" r="r" b="b"/>
              <a:pathLst>
                <a:path w="92" h="29" extrusionOk="0">
                  <a:moveTo>
                    <a:pt x="31" y="0"/>
                  </a:moveTo>
                  <a:cubicBezTo>
                    <a:pt x="0" y="12"/>
                    <a:pt x="0" y="12"/>
                    <a:pt x="0" y="12"/>
                  </a:cubicBezTo>
                  <a:cubicBezTo>
                    <a:pt x="0" y="29"/>
                    <a:pt x="0" y="29"/>
                    <a:pt x="0" y="29"/>
                  </a:cubicBezTo>
                  <a:cubicBezTo>
                    <a:pt x="90" y="29"/>
                    <a:pt x="90" y="29"/>
                    <a:pt x="90" y="29"/>
                  </a:cubicBezTo>
                  <a:cubicBezTo>
                    <a:pt x="92" y="15"/>
                    <a:pt x="92" y="15"/>
                    <a:pt x="92" y="15"/>
                  </a:cubicBezTo>
                  <a:cubicBezTo>
                    <a:pt x="90" y="0"/>
                    <a:pt x="90" y="0"/>
                    <a:pt x="90" y="0"/>
                  </a:cubicBezTo>
                  <a:cubicBezTo>
                    <a:pt x="86" y="0"/>
                    <a:pt x="34" y="0"/>
                    <a:pt x="31" y="0"/>
                  </a:cubicBez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4" name="Google Shape;2194;p37"/>
            <p:cNvSpPr/>
            <p:nvPr/>
          </p:nvSpPr>
          <p:spPr>
            <a:xfrm>
              <a:off x="892642" y="4346333"/>
              <a:ext cx="47611" cy="49826"/>
            </a:xfrm>
            <a:custGeom>
              <a:avLst/>
              <a:gdLst/>
              <a:ahLst/>
              <a:cxnLst/>
              <a:rect l="l" t="t" r="r" b="b"/>
              <a:pathLst>
                <a:path w="43" h="45" extrusionOk="0">
                  <a:moveTo>
                    <a:pt x="33" y="38"/>
                  </a:moveTo>
                  <a:lnTo>
                    <a:pt x="43" y="19"/>
                  </a:lnTo>
                  <a:lnTo>
                    <a:pt x="33" y="0"/>
                  </a:lnTo>
                  <a:lnTo>
                    <a:pt x="33" y="0"/>
                  </a:lnTo>
                  <a:lnTo>
                    <a:pt x="14" y="0"/>
                  </a:lnTo>
                  <a:lnTo>
                    <a:pt x="3" y="19"/>
                  </a:lnTo>
                  <a:lnTo>
                    <a:pt x="0" y="38"/>
                  </a:lnTo>
                  <a:lnTo>
                    <a:pt x="14" y="45"/>
                  </a:lnTo>
                  <a:lnTo>
                    <a:pt x="33" y="38"/>
                  </a:ln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5" name="Google Shape;2195;p37"/>
            <p:cNvSpPr/>
            <p:nvPr/>
          </p:nvSpPr>
          <p:spPr>
            <a:xfrm>
              <a:off x="884891" y="4388408"/>
              <a:ext cx="55361" cy="44290"/>
            </a:xfrm>
            <a:custGeom>
              <a:avLst/>
              <a:gdLst/>
              <a:ahLst/>
              <a:cxnLst/>
              <a:rect l="l" t="t" r="r" b="b"/>
              <a:pathLst>
                <a:path w="21" h="17" extrusionOk="0">
                  <a:moveTo>
                    <a:pt x="3" y="0"/>
                  </a:moveTo>
                  <a:cubicBezTo>
                    <a:pt x="0" y="8"/>
                    <a:pt x="0" y="8"/>
                    <a:pt x="0" y="8"/>
                  </a:cubicBezTo>
                  <a:cubicBezTo>
                    <a:pt x="3" y="17"/>
                    <a:pt x="3" y="17"/>
                    <a:pt x="3" y="17"/>
                  </a:cubicBezTo>
                  <a:cubicBezTo>
                    <a:pt x="17" y="17"/>
                    <a:pt x="17" y="17"/>
                    <a:pt x="17" y="17"/>
                  </a:cubicBezTo>
                  <a:cubicBezTo>
                    <a:pt x="21" y="8"/>
                    <a:pt x="21" y="8"/>
                    <a:pt x="21" y="8"/>
                  </a:cubicBezTo>
                  <a:cubicBezTo>
                    <a:pt x="17" y="0"/>
                    <a:pt x="17" y="0"/>
                    <a:pt x="17" y="0"/>
                  </a:cubicBezTo>
                  <a:cubicBezTo>
                    <a:pt x="14" y="0"/>
                    <a:pt x="7" y="0"/>
                    <a:pt x="3" y="0"/>
                  </a:cubicBez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6" name="Google Shape;2196;p37"/>
            <p:cNvSpPr/>
            <p:nvPr/>
          </p:nvSpPr>
          <p:spPr>
            <a:xfrm>
              <a:off x="614731" y="4388408"/>
              <a:ext cx="101864" cy="31003"/>
            </a:xfrm>
            <a:custGeom>
              <a:avLst/>
              <a:gdLst/>
              <a:ahLst/>
              <a:cxnLst/>
              <a:rect l="l" t="t" r="r" b="b"/>
              <a:pathLst>
                <a:path w="39" h="12" extrusionOk="0">
                  <a:moveTo>
                    <a:pt x="0" y="12"/>
                  </a:moveTo>
                  <a:cubicBezTo>
                    <a:pt x="27" y="12"/>
                    <a:pt x="27" y="12"/>
                    <a:pt x="27" y="12"/>
                  </a:cubicBezTo>
                  <a:cubicBezTo>
                    <a:pt x="27" y="12"/>
                    <a:pt x="38" y="1"/>
                    <a:pt x="39" y="0"/>
                  </a:cubicBezTo>
                  <a:cubicBezTo>
                    <a:pt x="34" y="0"/>
                    <a:pt x="5" y="0"/>
                    <a:pt x="0" y="0"/>
                  </a:cubicBezTo>
                  <a:lnTo>
                    <a:pt x="0" y="12"/>
                  </a:ln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7" name="Google Shape;2197;p37"/>
            <p:cNvSpPr/>
            <p:nvPr/>
          </p:nvSpPr>
          <p:spPr>
            <a:xfrm>
              <a:off x="640197" y="4530135"/>
              <a:ext cx="70862" cy="21038"/>
            </a:xfrm>
            <a:custGeom>
              <a:avLst/>
              <a:gdLst/>
              <a:ahLst/>
              <a:cxnLst/>
              <a:rect l="l" t="t" r="r" b="b"/>
              <a:pathLst>
                <a:path w="27" h="8" extrusionOk="0">
                  <a:moveTo>
                    <a:pt x="24" y="8"/>
                  </a:moveTo>
                  <a:cubicBezTo>
                    <a:pt x="19" y="8"/>
                    <a:pt x="7" y="8"/>
                    <a:pt x="3" y="8"/>
                  </a:cubicBezTo>
                  <a:cubicBezTo>
                    <a:pt x="0" y="4"/>
                    <a:pt x="0" y="4"/>
                    <a:pt x="0" y="4"/>
                  </a:cubicBezTo>
                  <a:cubicBezTo>
                    <a:pt x="3" y="0"/>
                    <a:pt x="3" y="0"/>
                    <a:pt x="3" y="0"/>
                  </a:cubicBezTo>
                  <a:cubicBezTo>
                    <a:pt x="24" y="0"/>
                    <a:pt x="24" y="0"/>
                    <a:pt x="24" y="0"/>
                  </a:cubicBezTo>
                  <a:cubicBezTo>
                    <a:pt x="27" y="4"/>
                    <a:pt x="27" y="4"/>
                    <a:pt x="27" y="4"/>
                  </a:cubicBezTo>
                  <a:lnTo>
                    <a:pt x="24" y="8"/>
                  </a:lnTo>
                  <a:close/>
                </a:path>
              </a:pathLst>
            </a:custGeom>
            <a:solidFill>
              <a:srgbClr val="A1B7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8" name="Google Shape;2198;p37"/>
            <p:cNvSpPr/>
            <p:nvPr/>
          </p:nvSpPr>
          <p:spPr>
            <a:xfrm>
              <a:off x="701094" y="4506882"/>
              <a:ext cx="65400" cy="65400"/>
            </a:xfrm>
            <a:prstGeom prst="ellipse">
              <a:avLst/>
            </a:pr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9" name="Google Shape;2199;p37"/>
            <p:cNvSpPr/>
            <p:nvPr/>
          </p:nvSpPr>
          <p:spPr>
            <a:xfrm>
              <a:off x="595908" y="4485845"/>
              <a:ext cx="52039" cy="120689"/>
            </a:xfrm>
            <a:custGeom>
              <a:avLst/>
              <a:gdLst/>
              <a:ahLst/>
              <a:cxnLst/>
              <a:rect l="l" t="t" r="r" b="b"/>
              <a:pathLst>
                <a:path w="20" h="46" extrusionOk="0">
                  <a:moveTo>
                    <a:pt x="20" y="46"/>
                  </a:moveTo>
                  <a:cubicBezTo>
                    <a:pt x="18" y="46"/>
                    <a:pt x="5" y="46"/>
                    <a:pt x="3" y="46"/>
                  </a:cubicBezTo>
                  <a:cubicBezTo>
                    <a:pt x="0" y="23"/>
                    <a:pt x="0" y="23"/>
                    <a:pt x="0" y="23"/>
                  </a:cubicBezTo>
                  <a:cubicBezTo>
                    <a:pt x="3" y="0"/>
                    <a:pt x="3" y="0"/>
                    <a:pt x="3" y="0"/>
                  </a:cubicBezTo>
                  <a:cubicBezTo>
                    <a:pt x="20" y="0"/>
                    <a:pt x="20" y="0"/>
                    <a:pt x="20" y="0"/>
                  </a:cubicBezTo>
                  <a:lnTo>
                    <a:pt x="20" y="46"/>
                  </a:ln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0" name="Google Shape;2200;p37"/>
            <p:cNvSpPr/>
            <p:nvPr/>
          </p:nvSpPr>
          <p:spPr>
            <a:xfrm>
              <a:off x="582621" y="4464807"/>
              <a:ext cx="21037" cy="162764"/>
            </a:xfrm>
            <a:custGeom>
              <a:avLst/>
              <a:gdLst/>
              <a:ahLst/>
              <a:cxnLst/>
              <a:rect l="l" t="t" r="r" b="b"/>
              <a:pathLst>
                <a:path w="8" h="62" extrusionOk="0">
                  <a:moveTo>
                    <a:pt x="8" y="62"/>
                  </a:moveTo>
                  <a:cubicBezTo>
                    <a:pt x="5" y="62"/>
                    <a:pt x="3" y="62"/>
                    <a:pt x="0" y="62"/>
                  </a:cubicBezTo>
                  <a:cubicBezTo>
                    <a:pt x="0" y="58"/>
                    <a:pt x="0" y="4"/>
                    <a:pt x="0" y="0"/>
                  </a:cubicBezTo>
                  <a:cubicBezTo>
                    <a:pt x="8" y="0"/>
                    <a:pt x="8" y="0"/>
                    <a:pt x="8" y="0"/>
                  </a:cubicBezTo>
                  <a:lnTo>
                    <a:pt x="8" y="62"/>
                  </a:ln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1" name="Google Shape;2201;p37"/>
            <p:cNvSpPr/>
            <p:nvPr/>
          </p:nvSpPr>
          <p:spPr>
            <a:xfrm>
              <a:off x="653483" y="4319760"/>
              <a:ext cx="32100" cy="28800"/>
            </a:xfrm>
            <a:prstGeom prst="ellipse">
              <a:avLst/>
            </a:pr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2" name="Google Shape;2202;p37"/>
            <p:cNvSpPr/>
            <p:nvPr/>
          </p:nvSpPr>
          <p:spPr>
            <a:xfrm>
              <a:off x="695557" y="4319760"/>
              <a:ext cx="32100" cy="28800"/>
            </a:xfrm>
            <a:prstGeom prst="ellipse">
              <a:avLst/>
            </a:pr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3" name="Google Shape;2203;p37"/>
            <p:cNvSpPr/>
            <p:nvPr/>
          </p:nvSpPr>
          <p:spPr>
            <a:xfrm>
              <a:off x="871605" y="4279899"/>
              <a:ext cx="63112" cy="112938"/>
            </a:xfrm>
            <a:custGeom>
              <a:avLst/>
              <a:gdLst/>
              <a:ahLst/>
              <a:cxnLst/>
              <a:rect l="l" t="t" r="r" b="b"/>
              <a:pathLst>
                <a:path w="24" h="43" extrusionOk="0">
                  <a:moveTo>
                    <a:pt x="0" y="41"/>
                  </a:moveTo>
                  <a:cubicBezTo>
                    <a:pt x="4" y="43"/>
                    <a:pt x="4" y="43"/>
                    <a:pt x="4" y="43"/>
                  </a:cubicBezTo>
                  <a:cubicBezTo>
                    <a:pt x="8" y="41"/>
                    <a:pt x="8" y="41"/>
                    <a:pt x="8" y="41"/>
                  </a:cubicBezTo>
                  <a:cubicBezTo>
                    <a:pt x="10" y="36"/>
                    <a:pt x="22" y="5"/>
                    <a:pt x="24" y="0"/>
                  </a:cubicBezTo>
                  <a:cubicBezTo>
                    <a:pt x="21" y="0"/>
                    <a:pt x="18" y="0"/>
                    <a:pt x="15" y="0"/>
                  </a:cubicBezTo>
                  <a:cubicBezTo>
                    <a:pt x="15" y="1"/>
                    <a:pt x="0" y="40"/>
                    <a:pt x="0" y="41"/>
                  </a:cubicBez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4" name="Google Shape;2204;p37"/>
            <p:cNvSpPr/>
            <p:nvPr/>
          </p:nvSpPr>
          <p:spPr>
            <a:xfrm>
              <a:off x="871605" y="4388408"/>
              <a:ext cx="21037" cy="76400"/>
            </a:xfrm>
            <a:custGeom>
              <a:avLst/>
              <a:gdLst/>
              <a:ahLst/>
              <a:cxnLst/>
              <a:rect l="l" t="t" r="r" b="b"/>
              <a:pathLst>
                <a:path w="8" h="29" extrusionOk="0">
                  <a:moveTo>
                    <a:pt x="8" y="0"/>
                  </a:moveTo>
                  <a:cubicBezTo>
                    <a:pt x="5" y="0"/>
                    <a:pt x="4" y="0"/>
                    <a:pt x="0" y="0"/>
                  </a:cubicBezTo>
                  <a:cubicBezTo>
                    <a:pt x="0" y="29"/>
                    <a:pt x="0" y="29"/>
                    <a:pt x="0" y="29"/>
                  </a:cubicBezTo>
                  <a:cubicBezTo>
                    <a:pt x="8" y="29"/>
                    <a:pt x="8" y="29"/>
                    <a:pt x="8" y="29"/>
                  </a:cubicBezTo>
                  <a:cubicBezTo>
                    <a:pt x="8" y="21"/>
                    <a:pt x="8" y="5"/>
                    <a:pt x="8" y="0"/>
                  </a:cubicBez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5" name="Google Shape;2205;p37"/>
            <p:cNvSpPr/>
            <p:nvPr/>
          </p:nvSpPr>
          <p:spPr>
            <a:xfrm>
              <a:off x="929180" y="4346333"/>
              <a:ext cx="21037" cy="49826"/>
            </a:xfrm>
            <a:custGeom>
              <a:avLst/>
              <a:gdLst/>
              <a:ahLst/>
              <a:cxnLst/>
              <a:rect l="l" t="t" r="r" b="b"/>
              <a:pathLst>
                <a:path w="8" h="19" extrusionOk="0">
                  <a:moveTo>
                    <a:pt x="8" y="16"/>
                  </a:moveTo>
                  <a:cubicBezTo>
                    <a:pt x="4" y="19"/>
                    <a:pt x="4" y="19"/>
                    <a:pt x="4" y="19"/>
                  </a:cubicBezTo>
                  <a:cubicBezTo>
                    <a:pt x="0" y="16"/>
                    <a:pt x="0" y="16"/>
                    <a:pt x="0" y="16"/>
                  </a:cubicBezTo>
                  <a:cubicBezTo>
                    <a:pt x="0" y="14"/>
                    <a:pt x="0" y="2"/>
                    <a:pt x="0" y="0"/>
                  </a:cubicBezTo>
                  <a:cubicBezTo>
                    <a:pt x="8" y="0"/>
                    <a:pt x="8" y="0"/>
                    <a:pt x="8" y="0"/>
                  </a:cubicBezTo>
                  <a:lnTo>
                    <a:pt x="8" y="16"/>
                  </a:ln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6" name="Google Shape;2206;p37"/>
            <p:cNvSpPr/>
            <p:nvPr/>
          </p:nvSpPr>
          <p:spPr>
            <a:xfrm>
              <a:off x="929180" y="4388408"/>
              <a:ext cx="21037" cy="44290"/>
            </a:xfrm>
            <a:custGeom>
              <a:avLst/>
              <a:gdLst/>
              <a:ahLst/>
              <a:cxnLst/>
              <a:rect l="l" t="t" r="r" b="b"/>
              <a:pathLst>
                <a:path w="8" h="17" extrusionOk="0">
                  <a:moveTo>
                    <a:pt x="8" y="17"/>
                  </a:moveTo>
                  <a:cubicBezTo>
                    <a:pt x="5" y="17"/>
                    <a:pt x="3" y="17"/>
                    <a:pt x="0" y="17"/>
                  </a:cubicBezTo>
                  <a:cubicBezTo>
                    <a:pt x="0" y="15"/>
                    <a:pt x="0" y="2"/>
                    <a:pt x="0" y="0"/>
                  </a:cubicBezTo>
                  <a:cubicBezTo>
                    <a:pt x="8" y="0"/>
                    <a:pt x="8" y="0"/>
                    <a:pt x="8" y="0"/>
                  </a:cubicBezTo>
                  <a:lnTo>
                    <a:pt x="8" y="17"/>
                  </a:ln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72">
          <a:extLst>
            <a:ext uri="{FF2B5EF4-FFF2-40B4-BE49-F238E27FC236}">
              <a16:creationId xmlns:a16="http://schemas.microsoft.com/office/drawing/2014/main" id="{F0E4DDF6-7FFD-DC3E-5300-8C29AEC578BE}"/>
            </a:ext>
          </a:extLst>
        </p:cNvPr>
        <p:cNvGrpSpPr/>
        <p:nvPr/>
      </p:nvGrpSpPr>
      <p:grpSpPr>
        <a:xfrm>
          <a:off x="0" y="0"/>
          <a:ext cx="0" cy="0"/>
          <a:chOff x="0" y="0"/>
          <a:chExt cx="0" cy="0"/>
        </a:xfrm>
      </p:grpSpPr>
      <p:sp>
        <p:nvSpPr>
          <p:cNvPr id="2079" name="Google Shape;2079;p37">
            <a:extLst>
              <a:ext uri="{FF2B5EF4-FFF2-40B4-BE49-F238E27FC236}">
                <a16:creationId xmlns:a16="http://schemas.microsoft.com/office/drawing/2014/main" id="{8DFAFF75-2AFE-4363-2501-DEBBA32EC067}"/>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Data Preprocessing</a:t>
            </a:r>
            <a:endParaRPr dirty="0"/>
          </a:p>
        </p:txBody>
      </p:sp>
      <p:sp>
        <p:nvSpPr>
          <p:cNvPr id="26" name="TextBox 25">
            <a:extLst>
              <a:ext uri="{FF2B5EF4-FFF2-40B4-BE49-F238E27FC236}">
                <a16:creationId xmlns:a16="http://schemas.microsoft.com/office/drawing/2014/main" id="{CF8E5188-ACDF-1CB5-3006-E2C6C3EBC640}"/>
              </a:ext>
            </a:extLst>
          </p:cNvPr>
          <p:cNvSpPr txBox="1"/>
          <p:nvPr/>
        </p:nvSpPr>
        <p:spPr>
          <a:xfrm>
            <a:off x="1249680" y="1170432"/>
            <a:ext cx="4504944" cy="2000612"/>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US" dirty="0">
                <a:latin typeface="Hanken Grotesk" panose="020B0604020202020204" charset="0"/>
              </a:rPr>
              <a:t>GTFS Aggregation</a:t>
            </a:r>
            <a:endParaRPr lang="en-MY" dirty="0">
              <a:latin typeface="Hanken Grotesk" panose="020B0604020202020204" charset="0"/>
            </a:endParaRPr>
          </a:p>
          <a:p>
            <a:pPr marL="285750" indent="-285750">
              <a:lnSpc>
                <a:spcPct val="150000"/>
              </a:lnSpc>
              <a:buFont typeface="Wingdings" panose="05000000000000000000" pitchFamily="2" charset="2"/>
              <a:buChar char="q"/>
            </a:pPr>
            <a:r>
              <a:rPr lang="en-MY" dirty="0">
                <a:latin typeface="Hanken Grotesk" panose="020B0604020202020204" charset="0"/>
              </a:rPr>
              <a:t>Circular Spatial Catchment (800m Buffer)</a:t>
            </a:r>
          </a:p>
          <a:p>
            <a:pPr marL="285750" indent="-285750">
              <a:lnSpc>
                <a:spcPct val="150000"/>
              </a:lnSpc>
              <a:buFont typeface="Wingdings" panose="05000000000000000000" pitchFamily="2" charset="2"/>
              <a:buChar char="q"/>
            </a:pPr>
            <a:r>
              <a:rPr lang="en-MY" dirty="0">
                <a:latin typeface="Hanken Grotesk" panose="020B0604020202020204" charset="0"/>
              </a:rPr>
              <a:t>Network-based Walking Catchment (Isochrone)</a:t>
            </a:r>
          </a:p>
          <a:p>
            <a:pPr marL="285750" indent="-285750">
              <a:lnSpc>
                <a:spcPct val="150000"/>
              </a:lnSpc>
              <a:buFont typeface="Wingdings" panose="05000000000000000000" pitchFamily="2" charset="2"/>
              <a:buChar char="q"/>
            </a:pPr>
            <a:r>
              <a:rPr lang="en-MY" dirty="0">
                <a:latin typeface="Hanken Grotesk" panose="020B0604020202020204" charset="0"/>
              </a:rPr>
              <a:t>Calendar &amp; Holiday Flagging</a:t>
            </a:r>
          </a:p>
          <a:p>
            <a:pPr marL="285750" indent="-285750">
              <a:lnSpc>
                <a:spcPct val="150000"/>
              </a:lnSpc>
              <a:buFont typeface="Wingdings" panose="05000000000000000000" pitchFamily="2" charset="2"/>
              <a:buChar char="q"/>
            </a:pPr>
            <a:r>
              <a:rPr lang="en-MY" dirty="0">
                <a:latin typeface="Hanken Grotesk" panose="020B0604020202020204" charset="0"/>
              </a:rPr>
              <a:t>MCO Phase Tagging</a:t>
            </a:r>
          </a:p>
          <a:p>
            <a:pPr marL="285750" indent="-285750">
              <a:lnSpc>
                <a:spcPct val="150000"/>
              </a:lnSpc>
              <a:buFont typeface="Wingdings" panose="05000000000000000000" pitchFamily="2" charset="2"/>
              <a:buChar char="q"/>
            </a:pPr>
            <a:r>
              <a:rPr lang="en-MY" dirty="0">
                <a:latin typeface="Hanken Grotesk" panose="020B0604020202020204" charset="0"/>
              </a:rPr>
              <a:t>Cyclical Temporal Encoding</a:t>
            </a:r>
          </a:p>
        </p:txBody>
      </p:sp>
      <p:sp>
        <p:nvSpPr>
          <p:cNvPr id="28" name="TextBox 27">
            <a:extLst>
              <a:ext uri="{FF2B5EF4-FFF2-40B4-BE49-F238E27FC236}">
                <a16:creationId xmlns:a16="http://schemas.microsoft.com/office/drawing/2014/main" id="{8D86BB97-4E41-F8EB-657F-D023870D76BE}"/>
              </a:ext>
            </a:extLst>
          </p:cNvPr>
          <p:cNvSpPr txBox="1"/>
          <p:nvPr/>
        </p:nvSpPr>
        <p:spPr>
          <a:xfrm>
            <a:off x="4419600" y="2571750"/>
            <a:ext cx="4139184" cy="1677447"/>
          </a:xfrm>
          <a:prstGeom prst="rect">
            <a:avLst/>
          </a:prstGeom>
          <a:noFill/>
        </p:spPr>
        <p:txBody>
          <a:bodyPr wrap="square">
            <a:spAutoFit/>
          </a:bodyPr>
          <a:lstStyle/>
          <a:p>
            <a:pPr marL="285750" indent="-285750">
              <a:lnSpc>
                <a:spcPct val="150000"/>
              </a:lnSpc>
              <a:buFont typeface="Wingdings" panose="05000000000000000000" pitchFamily="2" charset="2"/>
              <a:buChar char="q"/>
            </a:pPr>
            <a:r>
              <a:rPr lang="en-MY" dirty="0">
                <a:latin typeface="Hanken Grotesk" panose="020B0604020202020204" charset="0"/>
              </a:rPr>
              <a:t>Autoregressive (AR) Features</a:t>
            </a:r>
          </a:p>
          <a:p>
            <a:pPr marL="285750" indent="-285750">
              <a:lnSpc>
                <a:spcPct val="150000"/>
              </a:lnSpc>
              <a:buFont typeface="Wingdings" panose="05000000000000000000" pitchFamily="2" charset="2"/>
              <a:buChar char="q"/>
            </a:pPr>
            <a:r>
              <a:rPr lang="en-MY" dirty="0">
                <a:latin typeface="Hanken Grotesk" panose="020B0604020202020204" charset="0"/>
              </a:rPr>
              <a:t>One-hot Encoding</a:t>
            </a:r>
          </a:p>
          <a:p>
            <a:pPr marL="285750" indent="-285750">
              <a:lnSpc>
                <a:spcPct val="150000"/>
              </a:lnSpc>
              <a:buFont typeface="Wingdings" panose="05000000000000000000" pitchFamily="2" charset="2"/>
              <a:buChar char="q"/>
            </a:pPr>
            <a:r>
              <a:rPr lang="en-MY" dirty="0">
                <a:latin typeface="Hanken Grotesk" panose="020B0604020202020204" charset="0"/>
              </a:rPr>
              <a:t>Missing Value Imputation</a:t>
            </a:r>
          </a:p>
          <a:p>
            <a:pPr marL="285750" indent="-285750">
              <a:lnSpc>
                <a:spcPct val="150000"/>
              </a:lnSpc>
              <a:buFont typeface="Wingdings" panose="05000000000000000000" pitchFamily="2" charset="2"/>
              <a:buChar char="q"/>
            </a:pPr>
            <a:r>
              <a:rPr lang="en-MY" dirty="0">
                <a:latin typeface="Hanken Grotesk" panose="020B0604020202020204" charset="0"/>
              </a:rPr>
              <a:t>Min-Max Scaling</a:t>
            </a:r>
          </a:p>
          <a:p>
            <a:pPr marL="285750" indent="-285750">
              <a:lnSpc>
                <a:spcPct val="150000"/>
              </a:lnSpc>
              <a:buFont typeface="Wingdings" panose="05000000000000000000" pitchFamily="2" charset="2"/>
              <a:buChar char="q"/>
            </a:pPr>
            <a:r>
              <a:rPr lang="en-MY" dirty="0">
                <a:latin typeface="Hanken Grotesk" panose="020B0604020202020204" charset="0"/>
              </a:rPr>
              <a:t>Sequence 3D Windowing</a:t>
            </a:r>
            <a:endParaRPr lang="en-US" dirty="0">
              <a:latin typeface="Hanken Grotesk" panose="020B0604020202020204" charset="0"/>
            </a:endParaRPr>
          </a:p>
        </p:txBody>
      </p:sp>
    </p:spTree>
    <p:extLst>
      <p:ext uri="{BB962C8B-B14F-4D97-AF65-F5344CB8AC3E}">
        <p14:creationId xmlns:p14="http://schemas.microsoft.com/office/powerpoint/2010/main" val="10352016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11">
          <a:extLst>
            <a:ext uri="{FF2B5EF4-FFF2-40B4-BE49-F238E27FC236}">
              <a16:creationId xmlns:a16="http://schemas.microsoft.com/office/drawing/2014/main" id="{B9261523-0851-FC2A-C3B0-14899FF07E4F}"/>
            </a:ext>
          </a:extLst>
        </p:cNvPr>
        <p:cNvGrpSpPr/>
        <p:nvPr/>
      </p:nvGrpSpPr>
      <p:grpSpPr>
        <a:xfrm>
          <a:off x="0" y="0"/>
          <a:ext cx="0" cy="0"/>
          <a:chOff x="0" y="0"/>
          <a:chExt cx="0" cy="0"/>
        </a:xfrm>
      </p:grpSpPr>
      <p:sp>
        <p:nvSpPr>
          <p:cNvPr id="2412" name="Google Shape;2412;p41">
            <a:extLst>
              <a:ext uri="{FF2B5EF4-FFF2-40B4-BE49-F238E27FC236}">
                <a16:creationId xmlns:a16="http://schemas.microsoft.com/office/drawing/2014/main" id="{57C48FF5-6A87-59B2-D0F0-A7DC0F4BAB64}"/>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dirty="0"/>
              <a:t>Explanatory Data Analysis</a:t>
            </a:r>
            <a:endParaRPr dirty="0"/>
          </a:p>
        </p:txBody>
      </p:sp>
      <p:graphicFrame>
        <p:nvGraphicFramePr>
          <p:cNvPr id="2413" name="Google Shape;2413;p41">
            <a:extLst>
              <a:ext uri="{FF2B5EF4-FFF2-40B4-BE49-F238E27FC236}">
                <a16:creationId xmlns:a16="http://schemas.microsoft.com/office/drawing/2014/main" id="{A61C38C1-98E7-06F7-1732-2971FE7ED72B}"/>
              </a:ext>
            </a:extLst>
          </p:cNvPr>
          <p:cNvGraphicFramePr/>
          <p:nvPr>
            <p:extLst>
              <p:ext uri="{D42A27DB-BD31-4B8C-83A1-F6EECF244321}">
                <p14:modId xmlns:p14="http://schemas.microsoft.com/office/powerpoint/2010/main" val="4187747405"/>
              </p:ext>
            </p:extLst>
          </p:nvPr>
        </p:nvGraphicFramePr>
        <p:xfrm>
          <a:off x="281940" y="1017724"/>
          <a:ext cx="8484108" cy="3894157"/>
        </p:xfrm>
        <a:graphic>
          <a:graphicData uri="http://schemas.openxmlformats.org/drawingml/2006/table">
            <a:tbl>
              <a:tblPr>
                <a:noFill/>
                <a:tableStyleId>{AF8300EF-6D59-4F88-A054-7639B1576F20}</a:tableStyleId>
              </a:tblPr>
              <a:tblGrid>
                <a:gridCol w="1717548">
                  <a:extLst>
                    <a:ext uri="{9D8B030D-6E8A-4147-A177-3AD203B41FA5}">
                      <a16:colId xmlns:a16="http://schemas.microsoft.com/office/drawing/2014/main" val="20000"/>
                    </a:ext>
                  </a:extLst>
                </a:gridCol>
                <a:gridCol w="3230880">
                  <a:extLst>
                    <a:ext uri="{9D8B030D-6E8A-4147-A177-3AD203B41FA5}">
                      <a16:colId xmlns:a16="http://schemas.microsoft.com/office/drawing/2014/main" val="20001"/>
                    </a:ext>
                  </a:extLst>
                </a:gridCol>
                <a:gridCol w="3535680">
                  <a:extLst>
                    <a:ext uri="{9D8B030D-6E8A-4147-A177-3AD203B41FA5}">
                      <a16:colId xmlns:a16="http://schemas.microsoft.com/office/drawing/2014/main" val="20002"/>
                    </a:ext>
                  </a:extLst>
                </a:gridCol>
              </a:tblGrid>
              <a:tr h="404990">
                <a:tc>
                  <a:txBody>
                    <a:bodyPr/>
                    <a:lstStyle/>
                    <a:p>
                      <a:pPr marL="0" lvl="0" indent="0" algn="ctr" rtl="0">
                        <a:spcBef>
                          <a:spcPts val="0"/>
                        </a:spcBef>
                        <a:spcAft>
                          <a:spcPts val="0"/>
                        </a:spcAft>
                        <a:buNone/>
                      </a:pPr>
                      <a:r>
                        <a:rPr lang="en-US" sz="1600" b="1" dirty="0">
                          <a:solidFill>
                            <a:schemeClr val="accent6"/>
                          </a:solidFill>
                          <a:latin typeface="Sora ExtraBold" panose="020B0604020202020204" charset="0"/>
                          <a:ea typeface="Nova Square"/>
                          <a:cs typeface="Sora ExtraBold" panose="020B0604020202020204" charset="0"/>
                          <a:sym typeface="Nova Square"/>
                        </a:rPr>
                        <a:t>Method</a:t>
                      </a:r>
                      <a:endParaRPr sz="1600" b="1" dirty="0">
                        <a:solidFill>
                          <a:schemeClr val="accent6"/>
                        </a:solidFill>
                        <a:latin typeface="Sora ExtraBold" panose="020B0604020202020204" charset="0"/>
                        <a:ea typeface="Nova Square"/>
                        <a:cs typeface="Sora ExtraBold" panose="020B0604020202020204" charset="0"/>
                        <a:sym typeface="Nova Square"/>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b="1" dirty="0">
                          <a:solidFill>
                            <a:schemeClr val="accent6"/>
                          </a:solidFill>
                          <a:latin typeface="Sora ExtraBold" panose="020B0604020202020204" charset="0"/>
                          <a:ea typeface="Nova Square"/>
                          <a:cs typeface="Sora ExtraBold" panose="020B0604020202020204" charset="0"/>
                          <a:sym typeface="Nova Square"/>
                        </a:rPr>
                        <a:t>Description</a:t>
                      </a:r>
                      <a:endParaRPr lang="en-MY" sz="1600" b="1" dirty="0">
                        <a:solidFill>
                          <a:schemeClr val="accent6"/>
                        </a:solidFill>
                        <a:latin typeface="Sora ExtraBold" panose="020B0604020202020204" charset="0"/>
                        <a:ea typeface="Nova Square"/>
                        <a:cs typeface="Sora ExtraBold" panose="020B0604020202020204" charset="0"/>
                        <a:sym typeface="Nova Square"/>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ctr" rtl="0">
                        <a:spcBef>
                          <a:spcPts val="0"/>
                        </a:spcBef>
                        <a:spcAft>
                          <a:spcPts val="0"/>
                        </a:spcAft>
                        <a:buNone/>
                      </a:pPr>
                      <a:r>
                        <a:rPr lang="en-US" sz="1600" b="1" dirty="0">
                          <a:solidFill>
                            <a:schemeClr val="accent6"/>
                          </a:solidFill>
                          <a:latin typeface="Sora ExtraBold" panose="020B0604020202020204" charset="0"/>
                          <a:ea typeface="Nova Square"/>
                          <a:cs typeface="Sora ExtraBold" panose="020B0604020202020204" charset="0"/>
                          <a:sym typeface="Nova Square"/>
                        </a:rPr>
                        <a:t>Purpose</a:t>
                      </a:r>
                      <a:endParaRPr sz="1600" b="1" dirty="0">
                        <a:solidFill>
                          <a:schemeClr val="accent6"/>
                        </a:solidFill>
                        <a:latin typeface="Sora ExtraBold" panose="020B0604020202020204" charset="0"/>
                        <a:ea typeface="Nova Square"/>
                        <a:cs typeface="Sora ExtraBold" panose="020B0604020202020204" charset="0"/>
                        <a:sym typeface="Nova Square"/>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63686">
                <a:tc>
                  <a:txBody>
                    <a:bodyPr/>
                    <a:lstStyle/>
                    <a:p>
                      <a:pPr marL="0" lvl="0" indent="0" algn="l" rtl="0">
                        <a:spcBef>
                          <a:spcPts val="0"/>
                        </a:spcBef>
                        <a:spcAft>
                          <a:spcPts val="0"/>
                        </a:spcAft>
                        <a:buNone/>
                      </a:pPr>
                      <a:r>
                        <a:rPr lang="en-US" sz="1050" b="1" dirty="0">
                          <a:solidFill>
                            <a:schemeClr val="dk1"/>
                          </a:solidFill>
                          <a:latin typeface="Hanken Grotesk" panose="020B0604020202020204" charset="0"/>
                          <a:ea typeface="Hanken Grotesk"/>
                          <a:cs typeface="Hanken Grotesk"/>
                          <a:sym typeface="Hanken Grotesk"/>
                        </a:rPr>
                        <a:t>Schema Profiling &amp; Missing Data Heatmap</a:t>
                      </a:r>
                      <a:endParaRPr sz="1050" b="1"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solidFill>
                            <a:schemeClr val="dk1"/>
                          </a:solidFill>
                          <a:latin typeface="Hanken Grotesk" panose="020B0604020202020204" charset="0"/>
                          <a:ea typeface="Hanken Grotesk"/>
                          <a:cs typeface="Hanken Grotesk"/>
                          <a:sym typeface="Hanken Grotesk"/>
                        </a:rPr>
                        <a:t>Evaluates the proportion of </a:t>
                      </a:r>
                      <a:r>
                        <a:rPr lang="en-US" sz="1050" dirty="0" err="1">
                          <a:solidFill>
                            <a:schemeClr val="dk1"/>
                          </a:solidFill>
                          <a:latin typeface="Hanken Grotesk" panose="020B0604020202020204" charset="0"/>
                          <a:ea typeface="Hanken Grotesk"/>
                          <a:cs typeface="Hanken Grotesk"/>
                          <a:sym typeface="Hanken Grotesk"/>
                        </a:rPr>
                        <a:t>NaN</a:t>
                      </a:r>
                      <a:r>
                        <a:rPr lang="en-US" sz="1050" dirty="0">
                          <a:solidFill>
                            <a:schemeClr val="dk1"/>
                          </a:solidFill>
                          <a:latin typeface="Hanken Grotesk" panose="020B0604020202020204" charset="0"/>
                          <a:ea typeface="Hanken Grotesk"/>
                          <a:cs typeface="Hanken Grotesk"/>
                          <a:sym typeface="Hanken Grotesk"/>
                        </a:rPr>
                        <a:t> occurrences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solidFill>
                            <a:schemeClr val="dk1"/>
                          </a:solidFill>
                          <a:latin typeface="Hanken Grotesk" panose="020B0604020202020204" charset="0"/>
                          <a:ea typeface="Hanken Grotesk"/>
                          <a:cs typeface="Hanken Grotesk"/>
                          <a:sym typeface="Hanken Grotesk"/>
                        </a:rPr>
                        <a:t>Audit data quality to identify which transit lines have bad/missing records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3303500575"/>
                  </a:ext>
                </a:extLst>
              </a:tr>
              <a:tr h="563686">
                <a:tc>
                  <a:txBody>
                    <a:bodyPr/>
                    <a:lstStyle/>
                    <a:p>
                      <a:pPr marL="0" lvl="0" indent="0" algn="l" rtl="0">
                        <a:spcBef>
                          <a:spcPts val="0"/>
                        </a:spcBef>
                        <a:spcAft>
                          <a:spcPts val="0"/>
                        </a:spcAft>
                        <a:buNone/>
                      </a:pPr>
                      <a:r>
                        <a:rPr lang="en-US" sz="1050" b="1" dirty="0">
                          <a:solidFill>
                            <a:schemeClr val="dk1"/>
                          </a:solidFill>
                          <a:latin typeface="Hanken Grotesk" panose="020B0604020202020204" charset="0"/>
                          <a:ea typeface="Hanken Grotesk"/>
                          <a:cs typeface="Hanken Grotesk"/>
                          <a:sym typeface="Hanken Grotesk"/>
                        </a:rPr>
                        <a:t>Headline Time-series Plotting</a:t>
                      </a:r>
                      <a:endParaRPr sz="1050" b="1"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solidFill>
                            <a:schemeClr val="dk1"/>
                          </a:solidFill>
                          <a:latin typeface="Hanken Grotesk" panose="020B0604020202020204" charset="0"/>
                          <a:ea typeface="Hanken Grotesk"/>
                          <a:cs typeface="Hanken Grotesk"/>
                          <a:sym typeface="Hanken Grotesk"/>
                        </a:rPr>
                        <a:t>Overlays daily ridership with a 7-day rolling average, shading COVID-19 MCO periods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solidFill>
                            <a:schemeClr val="dk1"/>
                          </a:solidFill>
                          <a:latin typeface="Hanken Grotesk" panose="020B0604020202020204" charset="0"/>
                          <a:ea typeface="Hanken Grotesk"/>
                          <a:cs typeface="Hanken Grotesk"/>
                          <a:sym typeface="Hanken Grotesk"/>
                        </a:rPr>
                        <a:t>Macro-level visualization of trends and massive structural drops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431939940"/>
                  </a:ext>
                </a:extLst>
              </a:tr>
              <a:tr h="477315">
                <a:tc>
                  <a:txBody>
                    <a:bodyPr/>
                    <a:lstStyle/>
                    <a:p>
                      <a:pPr marL="0" lvl="0" indent="0" algn="l" rtl="0">
                        <a:spcBef>
                          <a:spcPts val="0"/>
                        </a:spcBef>
                        <a:spcAft>
                          <a:spcPts val="0"/>
                        </a:spcAft>
                        <a:buNone/>
                      </a:pPr>
                      <a:r>
                        <a:rPr lang="en-US" sz="1050" b="1" dirty="0">
                          <a:solidFill>
                            <a:schemeClr val="dk1"/>
                          </a:solidFill>
                          <a:latin typeface="Hanken Grotesk" panose="020B0604020202020204" charset="0"/>
                          <a:ea typeface="Hanken Grotesk"/>
                          <a:cs typeface="Hanken Grotesk"/>
                          <a:sym typeface="Hanken Grotesk"/>
                        </a:rPr>
                        <a:t>Boxplots (Monthly &amp; Weekday)</a:t>
                      </a:r>
                      <a:endParaRPr sz="1050" b="1"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solidFill>
                            <a:schemeClr val="dk1"/>
                          </a:solidFill>
                          <a:latin typeface="Hanken Grotesk" panose="020B0604020202020204" charset="0"/>
                          <a:ea typeface="Hanken Grotesk"/>
                          <a:cs typeface="Hanken Grotesk"/>
                          <a:sym typeface="Hanken Grotesk"/>
                        </a:rPr>
                        <a:t>Groups ridership variances by month of the year and day of the week.</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solidFill>
                            <a:schemeClr val="dk1"/>
                          </a:solidFill>
                          <a:latin typeface="Hanken Grotesk" panose="020B0604020202020204" charset="0"/>
                          <a:ea typeface="Hanken Grotesk"/>
                          <a:cs typeface="Hanken Grotesk"/>
                          <a:sym typeface="Hanken Grotesk"/>
                        </a:rPr>
                        <a:t>Visually prove seasonal and intra-week commuter rhythms (weekend slumps)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563686">
                <a:tc>
                  <a:txBody>
                    <a:bodyPr/>
                    <a:lstStyle/>
                    <a:p>
                      <a:pPr marL="0" lvl="0" indent="0" algn="l" rtl="0">
                        <a:spcBef>
                          <a:spcPts val="0"/>
                        </a:spcBef>
                        <a:spcAft>
                          <a:spcPts val="0"/>
                        </a:spcAft>
                        <a:buNone/>
                      </a:pPr>
                      <a:r>
                        <a:rPr lang="en-US" sz="1050" b="1" dirty="0">
                          <a:solidFill>
                            <a:schemeClr val="dk1"/>
                          </a:solidFill>
                          <a:latin typeface="Hanken Grotesk" panose="020B0604020202020204" charset="0"/>
                          <a:ea typeface="Hanken Grotesk"/>
                          <a:cs typeface="Hanken Grotesk"/>
                          <a:sym typeface="Hanken Grotesk"/>
                        </a:rPr>
                        <a:t>COVID Recovery Quantification</a:t>
                      </a:r>
                      <a:endParaRPr sz="1050" b="1"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solidFill>
                            <a:schemeClr val="dk1"/>
                          </a:solidFill>
                          <a:latin typeface="Hanken Grotesk" panose="020B0604020202020204" charset="0"/>
                          <a:ea typeface="Hanken Grotesk"/>
                          <a:cs typeface="Hanken Grotesk"/>
                          <a:sym typeface="Hanken Grotesk"/>
                        </a:rPr>
                        <a:t>Calculates mathematically the drops during MCO vs the post-endemic bounce back</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solidFill>
                            <a:schemeClr val="dk1"/>
                          </a:solidFill>
                          <a:latin typeface="Hanken Grotesk" panose="020B0604020202020204" charset="0"/>
                          <a:ea typeface="Hanken Grotesk"/>
                          <a:cs typeface="Hanken Grotesk"/>
                          <a:sym typeface="Hanken Grotesk"/>
                        </a:rPr>
                        <a:t>Quantify baseline systemic recovery ratio</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563686">
                <a:tc>
                  <a:txBody>
                    <a:bodyPr/>
                    <a:lstStyle/>
                    <a:p>
                      <a:pPr marL="0" lvl="0" indent="0" algn="l" rtl="0">
                        <a:spcBef>
                          <a:spcPts val="0"/>
                        </a:spcBef>
                        <a:spcAft>
                          <a:spcPts val="0"/>
                        </a:spcAft>
                        <a:buNone/>
                      </a:pPr>
                      <a:r>
                        <a:rPr lang="en-US" sz="1050" b="1" dirty="0">
                          <a:solidFill>
                            <a:schemeClr val="dk1"/>
                          </a:solidFill>
                          <a:latin typeface="Hanken Grotesk" panose="020B0604020202020204" charset="0"/>
                          <a:ea typeface="Hanken Grotesk"/>
                          <a:cs typeface="Hanken Grotesk"/>
                          <a:sym typeface="Hanken Grotesk"/>
                        </a:rPr>
                        <a:t>Cross-service Pearson Correlation Matrix</a:t>
                      </a:r>
                      <a:endParaRPr sz="1050" b="1"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solidFill>
                            <a:schemeClr val="dk1"/>
                          </a:solidFill>
                          <a:latin typeface="Hanken Grotesk" panose="020B0604020202020204" charset="0"/>
                          <a:ea typeface="Hanken Grotesk"/>
                          <a:cs typeface="Hanken Grotesk"/>
                          <a:sym typeface="Hanken Grotesk"/>
                        </a:rPr>
                        <a:t>Creates a heatmap of ridership overlaps across lines</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solidFill>
                            <a:schemeClr val="dk1"/>
                          </a:solidFill>
                          <a:latin typeface="Hanken Grotesk" panose="020B0604020202020204" charset="0"/>
                          <a:ea typeface="Hanken Grotesk"/>
                          <a:cs typeface="Hanken Grotesk"/>
                          <a:sym typeface="Hanken Grotesk"/>
                        </a:rPr>
                        <a:t>Understand inter-dependencies (observing if long-distance rail moves independently from urban rail)</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3842497558"/>
                  </a:ext>
                </a:extLst>
              </a:tr>
              <a:tr h="709833">
                <a:tc>
                  <a:txBody>
                    <a:bodyPr/>
                    <a:lstStyle/>
                    <a:p>
                      <a:pPr marL="0" lvl="0" indent="0" algn="l" rtl="0">
                        <a:spcBef>
                          <a:spcPts val="0"/>
                        </a:spcBef>
                        <a:spcAft>
                          <a:spcPts val="0"/>
                        </a:spcAft>
                        <a:buNone/>
                      </a:pPr>
                      <a:r>
                        <a:rPr lang="en-US" sz="1050" b="1" dirty="0">
                          <a:solidFill>
                            <a:schemeClr val="dk1"/>
                          </a:solidFill>
                          <a:latin typeface="Hanken Grotesk" panose="020B0604020202020204" charset="0"/>
                          <a:ea typeface="Hanken Grotesk"/>
                          <a:cs typeface="Hanken Grotesk"/>
                          <a:sym typeface="Hanken Grotesk"/>
                        </a:rPr>
                        <a:t>Autocorrelation (ACF) &amp; Partial ACF</a:t>
                      </a:r>
                      <a:endParaRPr sz="1050" b="1"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solidFill>
                            <a:schemeClr val="dk1"/>
                          </a:solidFill>
                          <a:latin typeface="Hanken Grotesk" panose="020B0604020202020204" charset="0"/>
                          <a:ea typeface="Hanken Grotesk"/>
                          <a:cs typeface="Hanken Grotesk"/>
                          <a:sym typeface="Hanken Grotesk"/>
                        </a:rPr>
                        <a:t>Performs lag regression plotting against series itself</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050" dirty="0">
                          <a:solidFill>
                            <a:schemeClr val="dk1"/>
                          </a:solidFill>
                          <a:latin typeface="Hanken Grotesk" panose="020B0604020202020204" charset="0"/>
                          <a:ea typeface="Hanken Grotesk"/>
                          <a:cs typeface="Hanken Grotesk"/>
                          <a:sym typeface="Hanken Grotesk"/>
                        </a:rPr>
                        <a:t>Statistically prove ridership heavily correlates with cycles 7 &amp; 14 days ago, perfectly justifying exact 30-day “lookback window” chosen for LSTM.</a:t>
                      </a:r>
                      <a:endParaRPr sz="105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1771195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94">
          <a:extLst>
            <a:ext uri="{FF2B5EF4-FFF2-40B4-BE49-F238E27FC236}">
              <a16:creationId xmlns:a16="http://schemas.microsoft.com/office/drawing/2014/main" id="{C84EBDEB-8C88-62A8-27C8-56DFD82CC431}"/>
            </a:ext>
          </a:extLst>
        </p:cNvPr>
        <p:cNvGrpSpPr/>
        <p:nvPr/>
      </p:nvGrpSpPr>
      <p:grpSpPr>
        <a:xfrm>
          <a:off x="0" y="0"/>
          <a:ext cx="0" cy="0"/>
          <a:chOff x="0" y="0"/>
          <a:chExt cx="0" cy="0"/>
        </a:xfrm>
      </p:grpSpPr>
      <p:sp>
        <p:nvSpPr>
          <p:cNvPr id="1795" name="Google Shape;1795;p33">
            <a:extLst>
              <a:ext uri="{FF2B5EF4-FFF2-40B4-BE49-F238E27FC236}">
                <a16:creationId xmlns:a16="http://schemas.microsoft.com/office/drawing/2014/main" id="{4058AE88-0DCB-D8FB-D215-E371AC81162F}"/>
              </a:ext>
            </a:extLst>
          </p:cNvPr>
          <p:cNvSpPr txBox="1">
            <a:spLocks noGrp="1"/>
          </p:cNvSpPr>
          <p:nvPr>
            <p:ph type="title"/>
          </p:nvPr>
        </p:nvSpPr>
        <p:spPr>
          <a:xfrm>
            <a:off x="1463040" y="1831775"/>
            <a:ext cx="6217920" cy="661800"/>
          </a:xfrm>
          <a:prstGeom prst="rect">
            <a:avLst/>
          </a:prstGeom>
        </p:spPr>
        <p:txBody>
          <a:bodyPr spcFirstLastPara="1" wrap="square" lIns="91425" tIns="91425" rIns="91425" bIns="91425" anchor="b" anchorCtr="0">
            <a:noAutofit/>
          </a:bodyPr>
          <a:lstStyle/>
          <a:p>
            <a:r>
              <a:rPr lang="en-US" dirty="0"/>
              <a:t>Baseline &amp; Comparatives</a:t>
            </a:r>
            <a:endParaRPr lang="en-MY" dirty="0">
              <a:effectLst/>
            </a:endParaRPr>
          </a:p>
        </p:txBody>
      </p:sp>
      <p:sp>
        <p:nvSpPr>
          <p:cNvPr id="1796" name="Google Shape;1796;p33">
            <a:extLst>
              <a:ext uri="{FF2B5EF4-FFF2-40B4-BE49-F238E27FC236}">
                <a16:creationId xmlns:a16="http://schemas.microsoft.com/office/drawing/2014/main" id="{89568A41-320A-ADA0-3699-E0057288B4C9}"/>
              </a:ext>
            </a:extLst>
          </p:cNvPr>
          <p:cNvSpPr txBox="1">
            <a:spLocks noGrp="1"/>
          </p:cNvSpPr>
          <p:nvPr>
            <p:ph type="title" idx="2"/>
          </p:nvPr>
        </p:nvSpPr>
        <p:spPr>
          <a:xfrm>
            <a:off x="4027050" y="1168175"/>
            <a:ext cx="1089900" cy="66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05b</a:t>
            </a:r>
            <a:endParaRPr dirty="0"/>
          </a:p>
        </p:txBody>
      </p:sp>
      <p:cxnSp>
        <p:nvCxnSpPr>
          <p:cNvPr id="1797" name="Google Shape;1797;p33">
            <a:extLst>
              <a:ext uri="{FF2B5EF4-FFF2-40B4-BE49-F238E27FC236}">
                <a16:creationId xmlns:a16="http://schemas.microsoft.com/office/drawing/2014/main" id="{1AEC3BE5-32DB-1247-8D58-617CE7FC7A56}"/>
              </a:ext>
            </a:extLst>
          </p:cNvPr>
          <p:cNvCxnSpPr>
            <a:endCxn id="1796" idx="0"/>
          </p:cNvCxnSpPr>
          <p:nvPr/>
        </p:nvCxnSpPr>
        <p:spPr>
          <a:xfrm>
            <a:off x="4572000" y="-105325"/>
            <a:ext cx="0" cy="1273500"/>
          </a:xfrm>
          <a:prstGeom prst="straightConnector1">
            <a:avLst/>
          </a:prstGeom>
          <a:noFill/>
          <a:ln w="9525" cap="flat" cmpd="sng">
            <a:solidFill>
              <a:schemeClr val="dk1"/>
            </a:solidFill>
            <a:prstDash val="solid"/>
            <a:round/>
            <a:headEnd type="none" w="med" len="med"/>
            <a:tailEnd type="diamond" w="med" len="med"/>
          </a:ln>
        </p:spPr>
      </p:cxnSp>
      <p:grpSp>
        <p:nvGrpSpPr>
          <p:cNvPr id="1798" name="Google Shape;1798;p33">
            <a:extLst>
              <a:ext uri="{FF2B5EF4-FFF2-40B4-BE49-F238E27FC236}">
                <a16:creationId xmlns:a16="http://schemas.microsoft.com/office/drawing/2014/main" id="{3610E9F2-C1C3-CF88-6E5D-1148E0A5A591}"/>
              </a:ext>
            </a:extLst>
          </p:cNvPr>
          <p:cNvGrpSpPr/>
          <p:nvPr/>
        </p:nvGrpSpPr>
        <p:grpSpPr>
          <a:xfrm>
            <a:off x="6155878" y="3623594"/>
            <a:ext cx="771265" cy="984895"/>
            <a:chOff x="5958353" y="3536019"/>
            <a:chExt cx="771265" cy="984895"/>
          </a:xfrm>
        </p:grpSpPr>
        <p:grpSp>
          <p:nvGrpSpPr>
            <p:cNvPr id="1799" name="Google Shape;1799;p33">
              <a:extLst>
                <a:ext uri="{FF2B5EF4-FFF2-40B4-BE49-F238E27FC236}">
                  <a16:creationId xmlns:a16="http://schemas.microsoft.com/office/drawing/2014/main" id="{1DB8D3EB-3B9F-C871-D9D2-448F26192127}"/>
                </a:ext>
              </a:extLst>
            </p:cNvPr>
            <p:cNvGrpSpPr/>
            <p:nvPr/>
          </p:nvGrpSpPr>
          <p:grpSpPr>
            <a:xfrm>
              <a:off x="6466976" y="3536019"/>
              <a:ext cx="262642" cy="905380"/>
              <a:chOff x="1539875" y="3257551"/>
              <a:chExt cx="511176" cy="1762125"/>
            </a:xfrm>
          </p:grpSpPr>
          <p:sp>
            <p:nvSpPr>
              <p:cNvPr id="1800" name="Google Shape;1800;p33">
                <a:extLst>
                  <a:ext uri="{FF2B5EF4-FFF2-40B4-BE49-F238E27FC236}">
                    <a16:creationId xmlns:a16="http://schemas.microsoft.com/office/drawing/2014/main" id="{1E59C4F4-F6AD-51A4-6EE6-F3508EE49375}"/>
                  </a:ext>
                </a:extLst>
              </p:cNvPr>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1" name="Google Shape;1801;p33">
                <a:extLst>
                  <a:ext uri="{FF2B5EF4-FFF2-40B4-BE49-F238E27FC236}">
                    <a16:creationId xmlns:a16="http://schemas.microsoft.com/office/drawing/2014/main" id="{3431D831-9434-61AB-37EF-158037D49D5F}"/>
                  </a:ext>
                </a:extLst>
              </p:cNvPr>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2" name="Google Shape;1802;p33">
                <a:extLst>
                  <a:ext uri="{FF2B5EF4-FFF2-40B4-BE49-F238E27FC236}">
                    <a16:creationId xmlns:a16="http://schemas.microsoft.com/office/drawing/2014/main" id="{F3D6CA11-F516-6943-BC51-15A5201B44B8}"/>
                  </a:ext>
                </a:extLst>
              </p:cNvPr>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3" name="Google Shape;1803;p33">
                <a:extLst>
                  <a:ext uri="{FF2B5EF4-FFF2-40B4-BE49-F238E27FC236}">
                    <a16:creationId xmlns:a16="http://schemas.microsoft.com/office/drawing/2014/main" id="{AD6756A9-FA1C-0C46-5E57-A5D8E4748160}"/>
                  </a:ext>
                </a:extLst>
              </p:cNvPr>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4" name="Google Shape;1804;p33">
                <a:extLst>
                  <a:ext uri="{FF2B5EF4-FFF2-40B4-BE49-F238E27FC236}">
                    <a16:creationId xmlns:a16="http://schemas.microsoft.com/office/drawing/2014/main" id="{72D10EBD-DEB4-A543-41CD-28E4583F71DF}"/>
                  </a:ext>
                </a:extLst>
              </p:cNvPr>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5" name="Google Shape;1805;p33">
                <a:extLst>
                  <a:ext uri="{FF2B5EF4-FFF2-40B4-BE49-F238E27FC236}">
                    <a16:creationId xmlns:a16="http://schemas.microsoft.com/office/drawing/2014/main" id="{A696959E-C985-862A-3288-16FA6EBBE2D6}"/>
                  </a:ext>
                </a:extLst>
              </p:cNvPr>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06" name="Google Shape;1806;p33">
              <a:extLst>
                <a:ext uri="{FF2B5EF4-FFF2-40B4-BE49-F238E27FC236}">
                  <a16:creationId xmlns:a16="http://schemas.microsoft.com/office/drawing/2014/main" id="{D834E5A7-476D-157E-6839-D1C473E05BA3}"/>
                </a:ext>
              </a:extLst>
            </p:cNvPr>
            <p:cNvGrpSpPr/>
            <p:nvPr/>
          </p:nvGrpSpPr>
          <p:grpSpPr>
            <a:xfrm>
              <a:off x="6221460" y="3978354"/>
              <a:ext cx="142363" cy="490752"/>
              <a:chOff x="1539875" y="3257551"/>
              <a:chExt cx="511176" cy="1762125"/>
            </a:xfrm>
          </p:grpSpPr>
          <p:sp>
            <p:nvSpPr>
              <p:cNvPr id="1807" name="Google Shape;1807;p33">
                <a:extLst>
                  <a:ext uri="{FF2B5EF4-FFF2-40B4-BE49-F238E27FC236}">
                    <a16:creationId xmlns:a16="http://schemas.microsoft.com/office/drawing/2014/main" id="{00D045A9-1D8E-5C84-DFEB-07802E9D462C}"/>
                  </a:ext>
                </a:extLst>
              </p:cNvPr>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8" name="Google Shape;1808;p33">
                <a:extLst>
                  <a:ext uri="{FF2B5EF4-FFF2-40B4-BE49-F238E27FC236}">
                    <a16:creationId xmlns:a16="http://schemas.microsoft.com/office/drawing/2014/main" id="{97647015-78A6-BE5A-1F6A-24298D91EA5C}"/>
                  </a:ext>
                </a:extLst>
              </p:cNvPr>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9" name="Google Shape;1809;p33">
                <a:extLst>
                  <a:ext uri="{FF2B5EF4-FFF2-40B4-BE49-F238E27FC236}">
                    <a16:creationId xmlns:a16="http://schemas.microsoft.com/office/drawing/2014/main" id="{09645C2B-B417-1708-F778-C2C55395A0FE}"/>
                  </a:ext>
                </a:extLst>
              </p:cNvPr>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0" name="Google Shape;1810;p33">
                <a:extLst>
                  <a:ext uri="{FF2B5EF4-FFF2-40B4-BE49-F238E27FC236}">
                    <a16:creationId xmlns:a16="http://schemas.microsoft.com/office/drawing/2014/main" id="{594A810A-834B-0903-CCE2-0BBFCE73EC77}"/>
                  </a:ext>
                </a:extLst>
              </p:cNvPr>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1" name="Google Shape;1811;p33">
                <a:extLst>
                  <a:ext uri="{FF2B5EF4-FFF2-40B4-BE49-F238E27FC236}">
                    <a16:creationId xmlns:a16="http://schemas.microsoft.com/office/drawing/2014/main" id="{8A77EAFD-50C1-6FF0-55D3-A41C6A5F5D5C}"/>
                  </a:ext>
                </a:extLst>
              </p:cNvPr>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2" name="Google Shape;1812;p33">
                <a:extLst>
                  <a:ext uri="{FF2B5EF4-FFF2-40B4-BE49-F238E27FC236}">
                    <a16:creationId xmlns:a16="http://schemas.microsoft.com/office/drawing/2014/main" id="{3EFE5D65-005A-506C-9D29-13F535AF2F37}"/>
                  </a:ext>
                </a:extLst>
              </p:cNvPr>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13" name="Google Shape;1813;p33">
              <a:extLst>
                <a:ext uri="{FF2B5EF4-FFF2-40B4-BE49-F238E27FC236}">
                  <a16:creationId xmlns:a16="http://schemas.microsoft.com/office/drawing/2014/main" id="{C91FAAD9-6243-AC49-3B28-409496ACCB46}"/>
                </a:ext>
              </a:extLst>
            </p:cNvPr>
            <p:cNvGrpSpPr/>
            <p:nvPr/>
          </p:nvGrpSpPr>
          <p:grpSpPr>
            <a:xfrm flipH="1">
              <a:off x="5958353" y="3926549"/>
              <a:ext cx="172369" cy="594365"/>
              <a:chOff x="1539875" y="3257551"/>
              <a:chExt cx="511176" cy="1762125"/>
            </a:xfrm>
          </p:grpSpPr>
          <p:sp>
            <p:nvSpPr>
              <p:cNvPr id="1814" name="Google Shape;1814;p33">
                <a:extLst>
                  <a:ext uri="{FF2B5EF4-FFF2-40B4-BE49-F238E27FC236}">
                    <a16:creationId xmlns:a16="http://schemas.microsoft.com/office/drawing/2014/main" id="{D58646AE-F1AB-FE18-FB67-CA481D15289C}"/>
                  </a:ext>
                </a:extLst>
              </p:cNvPr>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5" name="Google Shape;1815;p33">
                <a:extLst>
                  <a:ext uri="{FF2B5EF4-FFF2-40B4-BE49-F238E27FC236}">
                    <a16:creationId xmlns:a16="http://schemas.microsoft.com/office/drawing/2014/main" id="{8D26D786-A4B4-4849-ED91-208CADC53E1E}"/>
                  </a:ext>
                </a:extLst>
              </p:cNvPr>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6" name="Google Shape;1816;p33">
                <a:extLst>
                  <a:ext uri="{FF2B5EF4-FFF2-40B4-BE49-F238E27FC236}">
                    <a16:creationId xmlns:a16="http://schemas.microsoft.com/office/drawing/2014/main" id="{8B60C98C-9BFB-3F71-F20E-C5E72D5D0780}"/>
                  </a:ext>
                </a:extLst>
              </p:cNvPr>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7" name="Google Shape;1817;p33">
                <a:extLst>
                  <a:ext uri="{FF2B5EF4-FFF2-40B4-BE49-F238E27FC236}">
                    <a16:creationId xmlns:a16="http://schemas.microsoft.com/office/drawing/2014/main" id="{A92AFBF9-D037-8D6F-F0AE-0D9F87655D88}"/>
                  </a:ext>
                </a:extLst>
              </p:cNvPr>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8" name="Google Shape;1818;p33">
                <a:extLst>
                  <a:ext uri="{FF2B5EF4-FFF2-40B4-BE49-F238E27FC236}">
                    <a16:creationId xmlns:a16="http://schemas.microsoft.com/office/drawing/2014/main" id="{21A49D14-9557-A5FB-7E9A-4F5C993CB615}"/>
                  </a:ext>
                </a:extLst>
              </p:cNvPr>
              <p:cNvSpPr/>
              <p:nvPr/>
            </p:nvSpPr>
            <p:spPr>
              <a:xfrm>
                <a:off x="1801813" y="3711460"/>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9" name="Google Shape;1819;p33">
                <a:extLst>
                  <a:ext uri="{FF2B5EF4-FFF2-40B4-BE49-F238E27FC236}">
                    <a16:creationId xmlns:a16="http://schemas.microsoft.com/office/drawing/2014/main" id="{1603161B-E0EC-BED3-9928-F9C573C98C92}"/>
                  </a:ext>
                </a:extLst>
              </p:cNvPr>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820" name="Google Shape;1820;p33">
            <a:extLst>
              <a:ext uri="{FF2B5EF4-FFF2-40B4-BE49-F238E27FC236}">
                <a16:creationId xmlns:a16="http://schemas.microsoft.com/office/drawing/2014/main" id="{243F7E4A-3AE2-366B-A0A1-EE2F7BA91AFC}"/>
              </a:ext>
            </a:extLst>
          </p:cNvPr>
          <p:cNvGrpSpPr/>
          <p:nvPr/>
        </p:nvGrpSpPr>
        <p:grpSpPr>
          <a:xfrm>
            <a:off x="-47199" y="3215348"/>
            <a:ext cx="2776112" cy="1418574"/>
            <a:chOff x="-46" y="2299799"/>
            <a:chExt cx="3480146" cy="1778330"/>
          </a:xfrm>
        </p:grpSpPr>
        <p:sp>
          <p:nvSpPr>
            <p:cNvPr id="1821" name="Google Shape;1821;p33">
              <a:extLst>
                <a:ext uri="{FF2B5EF4-FFF2-40B4-BE49-F238E27FC236}">
                  <a16:creationId xmlns:a16="http://schemas.microsoft.com/office/drawing/2014/main" id="{2A68D50E-AFC6-AD0B-3C52-9E29E6EC7698}"/>
                </a:ext>
              </a:extLst>
            </p:cNvPr>
            <p:cNvSpPr/>
            <p:nvPr/>
          </p:nvSpPr>
          <p:spPr>
            <a:xfrm flipH="1">
              <a:off x="138" y="2416729"/>
              <a:ext cx="3479961" cy="1476449"/>
            </a:xfrm>
            <a:custGeom>
              <a:avLst/>
              <a:gdLst/>
              <a:ahLst/>
              <a:cxnLst/>
              <a:rect l="l" t="t" r="r" b="b"/>
              <a:pathLst>
                <a:path w="2432" h="1031" extrusionOk="0">
                  <a:moveTo>
                    <a:pt x="2432" y="0"/>
                  </a:moveTo>
                  <a:cubicBezTo>
                    <a:pt x="1493" y="0"/>
                    <a:pt x="1493" y="0"/>
                    <a:pt x="1493" y="0"/>
                  </a:cubicBezTo>
                  <a:cubicBezTo>
                    <a:pt x="1493" y="18"/>
                    <a:pt x="1493" y="18"/>
                    <a:pt x="1493" y="18"/>
                  </a:cubicBezTo>
                  <a:cubicBezTo>
                    <a:pt x="1493" y="18"/>
                    <a:pt x="1262" y="18"/>
                    <a:pt x="1104" y="127"/>
                  </a:cubicBezTo>
                  <a:cubicBezTo>
                    <a:pt x="1079" y="146"/>
                    <a:pt x="1079" y="146"/>
                    <a:pt x="1079" y="146"/>
                  </a:cubicBezTo>
                  <a:cubicBezTo>
                    <a:pt x="1325" y="87"/>
                    <a:pt x="1325" y="87"/>
                    <a:pt x="1325" y="87"/>
                  </a:cubicBezTo>
                  <a:cubicBezTo>
                    <a:pt x="1376" y="109"/>
                    <a:pt x="1376" y="109"/>
                    <a:pt x="1376" y="109"/>
                  </a:cubicBezTo>
                  <a:cubicBezTo>
                    <a:pt x="1132" y="326"/>
                    <a:pt x="1132" y="326"/>
                    <a:pt x="1132" y="326"/>
                  </a:cubicBezTo>
                  <a:cubicBezTo>
                    <a:pt x="1132" y="326"/>
                    <a:pt x="637" y="428"/>
                    <a:pt x="384" y="565"/>
                  </a:cubicBezTo>
                  <a:cubicBezTo>
                    <a:pt x="384" y="565"/>
                    <a:pt x="0" y="819"/>
                    <a:pt x="34" y="875"/>
                  </a:cubicBezTo>
                  <a:cubicBezTo>
                    <a:pt x="67" y="931"/>
                    <a:pt x="284" y="1031"/>
                    <a:pt x="284" y="1031"/>
                  </a:cubicBezTo>
                  <a:cubicBezTo>
                    <a:pt x="1117" y="1031"/>
                    <a:pt x="1117" y="1031"/>
                    <a:pt x="1117" y="1031"/>
                  </a:cubicBezTo>
                  <a:cubicBezTo>
                    <a:pt x="1197" y="948"/>
                    <a:pt x="1197" y="948"/>
                    <a:pt x="1197" y="948"/>
                  </a:cubicBezTo>
                  <a:cubicBezTo>
                    <a:pt x="2432" y="948"/>
                    <a:pt x="2432" y="948"/>
                    <a:pt x="2432" y="948"/>
                  </a:cubicBezTo>
                  <a:cubicBezTo>
                    <a:pt x="2432" y="0"/>
                    <a:pt x="2432" y="0"/>
                    <a:pt x="2432" y="0"/>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2" name="Google Shape;1822;p33">
              <a:extLst>
                <a:ext uri="{FF2B5EF4-FFF2-40B4-BE49-F238E27FC236}">
                  <a16:creationId xmlns:a16="http://schemas.microsoft.com/office/drawing/2014/main" id="{B7BE0D4B-CBD3-CF24-2837-19563E468965}"/>
                </a:ext>
              </a:extLst>
            </p:cNvPr>
            <p:cNvSpPr/>
            <p:nvPr/>
          </p:nvSpPr>
          <p:spPr>
            <a:xfrm flipH="1">
              <a:off x="137" y="3589512"/>
              <a:ext cx="3434586" cy="303667"/>
            </a:xfrm>
            <a:custGeom>
              <a:avLst/>
              <a:gdLst/>
              <a:ahLst/>
              <a:cxnLst/>
              <a:rect l="l" t="t" r="r" b="b"/>
              <a:pathLst>
                <a:path w="2400" h="212" extrusionOk="0">
                  <a:moveTo>
                    <a:pt x="1165" y="129"/>
                  </a:moveTo>
                  <a:cubicBezTo>
                    <a:pt x="2400" y="129"/>
                    <a:pt x="2400" y="129"/>
                    <a:pt x="2400" y="129"/>
                  </a:cubicBezTo>
                  <a:cubicBezTo>
                    <a:pt x="2400" y="0"/>
                    <a:pt x="2400" y="0"/>
                    <a:pt x="2400" y="0"/>
                  </a:cubicBezTo>
                  <a:cubicBezTo>
                    <a:pt x="1222" y="0"/>
                    <a:pt x="1222" y="0"/>
                    <a:pt x="1222" y="0"/>
                  </a:cubicBezTo>
                  <a:cubicBezTo>
                    <a:pt x="903" y="121"/>
                    <a:pt x="903" y="121"/>
                    <a:pt x="903" y="121"/>
                  </a:cubicBezTo>
                  <a:cubicBezTo>
                    <a:pt x="903" y="121"/>
                    <a:pt x="552" y="121"/>
                    <a:pt x="305" y="121"/>
                  </a:cubicBezTo>
                  <a:cubicBezTo>
                    <a:pt x="58" y="121"/>
                    <a:pt x="3" y="48"/>
                    <a:pt x="3" y="48"/>
                  </a:cubicBezTo>
                  <a:cubicBezTo>
                    <a:pt x="3" y="48"/>
                    <a:pt x="2" y="48"/>
                    <a:pt x="0" y="50"/>
                  </a:cubicBezTo>
                  <a:cubicBezTo>
                    <a:pt x="0" y="52"/>
                    <a:pt x="0" y="54"/>
                    <a:pt x="2" y="56"/>
                  </a:cubicBezTo>
                  <a:cubicBezTo>
                    <a:pt x="35" y="112"/>
                    <a:pt x="252" y="212"/>
                    <a:pt x="252" y="212"/>
                  </a:cubicBezTo>
                  <a:cubicBezTo>
                    <a:pt x="1085" y="212"/>
                    <a:pt x="1085" y="212"/>
                    <a:pt x="1085" y="212"/>
                  </a:cubicBezTo>
                  <a:lnTo>
                    <a:pt x="1165" y="129"/>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3" name="Google Shape;1823;p33">
              <a:extLst>
                <a:ext uri="{FF2B5EF4-FFF2-40B4-BE49-F238E27FC236}">
                  <a16:creationId xmlns:a16="http://schemas.microsoft.com/office/drawing/2014/main" id="{9DC60DEF-B662-35D6-2F63-FB97EF4F3F5E}"/>
                </a:ext>
              </a:extLst>
            </p:cNvPr>
            <p:cNvSpPr/>
            <p:nvPr/>
          </p:nvSpPr>
          <p:spPr>
            <a:xfrm flipH="1">
              <a:off x="135" y="3774504"/>
              <a:ext cx="1834224" cy="280980"/>
            </a:xfrm>
            <a:custGeom>
              <a:avLst/>
              <a:gdLst/>
              <a:ahLst/>
              <a:cxnLst/>
              <a:rect l="l" t="t" r="r" b="b"/>
              <a:pathLst>
                <a:path w="1051" h="161" extrusionOk="0">
                  <a:moveTo>
                    <a:pt x="30" y="161"/>
                  </a:moveTo>
                  <a:lnTo>
                    <a:pt x="1051" y="161"/>
                  </a:lnTo>
                  <a:lnTo>
                    <a:pt x="1051" y="0"/>
                  </a:lnTo>
                  <a:lnTo>
                    <a:pt x="93" y="0"/>
                  </a:lnTo>
                  <a:lnTo>
                    <a:pt x="0" y="90"/>
                  </a:lnTo>
                  <a:lnTo>
                    <a:pt x="30" y="161"/>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4" name="Google Shape;1824;p33">
              <a:extLst>
                <a:ext uri="{FF2B5EF4-FFF2-40B4-BE49-F238E27FC236}">
                  <a16:creationId xmlns:a16="http://schemas.microsoft.com/office/drawing/2014/main" id="{5F347DAE-10E9-C233-15DF-07124A946B4D}"/>
                </a:ext>
              </a:extLst>
            </p:cNvPr>
            <p:cNvSpPr/>
            <p:nvPr/>
          </p:nvSpPr>
          <p:spPr>
            <a:xfrm flipH="1">
              <a:off x="1450398" y="3783230"/>
              <a:ext cx="2967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5" name="Google Shape;1825;p33">
              <a:extLst>
                <a:ext uri="{FF2B5EF4-FFF2-40B4-BE49-F238E27FC236}">
                  <a16:creationId xmlns:a16="http://schemas.microsoft.com/office/drawing/2014/main" id="{063D874B-8AEE-B975-2B48-D85E7BDB9DAD}"/>
                </a:ext>
              </a:extLst>
            </p:cNvPr>
            <p:cNvSpPr/>
            <p:nvPr/>
          </p:nvSpPr>
          <p:spPr>
            <a:xfrm flipH="1">
              <a:off x="1474865" y="3805918"/>
              <a:ext cx="2478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6" name="Google Shape;1826;p33">
              <a:extLst>
                <a:ext uri="{FF2B5EF4-FFF2-40B4-BE49-F238E27FC236}">
                  <a16:creationId xmlns:a16="http://schemas.microsoft.com/office/drawing/2014/main" id="{92251196-4C9B-14EB-202F-566BE0164215}"/>
                </a:ext>
              </a:extLst>
            </p:cNvPr>
            <p:cNvSpPr/>
            <p:nvPr/>
          </p:nvSpPr>
          <p:spPr>
            <a:xfrm flipH="1">
              <a:off x="1487061"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09" y="21"/>
                    <a:pt x="135" y="46"/>
                    <a:pt x="135" y="78"/>
                  </a:cubicBezTo>
                  <a:cubicBezTo>
                    <a:pt x="135" y="109"/>
                    <a:pt x="109"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7" name="Google Shape;1827;p33">
              <a:extLst>
                <a:ext uri="{FF2B5EF4-FFF2-40B4-BE49-F238E27FC236}">
                  <a16:creationId xmlns:a16="http://schemas.microsoft.com/office/drawing/2014/main" id="{2303AA09-FD6D-CEAA-BDD6-3C661F8F5C7D}"/>
                </a:ext>
              </a:extLst>
            </p:cNvPr>
            <p:cNvSpPr/>
            <p:nvPr/>
          </p:nvSpPr>
          <p:spPr>
            <a:xfrm flipH="1">
              <a:off x="1141440"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8" name="Google Shape;1828;p33">
              <a:extLst>
                <a:ext uri="{FF2B5EF4-FFF2-40B4-BE49-F238E27FC236}">
                  <a16:creationId xmlns:a16="http://schemas.microsoft.com/office/drawing/2014/main" id="{D654B50B-81FD-36CC-9FD1-CFF75F4C2750}"/>
                </a:ext>
              </a:extLst>
            </p:cNvPr>
            <p:cNvSpPr/>
            <p:nvPr/>
          </p:nvSpPr>
          <p:spPr>
            <a:xfrm flipH="1">
              <a:off x="1165907"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9" name="Google Shape;1829;p33">
              <a:extLst>
                <a:ext uri="{FF2B5EF4-FFF2-40B4-BE49-F238E27FC236}">
                  <a16:creationId xmlns:a16="http://schemas.microsoft.com/office/drawing/2014/main" id="{B323031C-3B8C-507B-3068-130EE9D2A80F}"/>
                </a:ext>
              </a:extLst>
            </p:cNvPr>
            <p:cNvSpPr/>
            <p:nvPr/>
          </p:nvSpPr>
          <p:spPr>
            <a:xfrm flipH="1">
              <a:off x="1179903"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09" y="21"/>
                    <a:pt x="135" y="46"/>
                    <a:pt x="135" y="78"/>
                  </a:cubicBezTo>
                  <a:cubicBezTo>
                    <a:pt x="135" y="109"/>
                    <a:pt x="109"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0" name="Google Shape;1830;p33">
              <a:extLst>
                <a:ext uri="{FF2B5EF4-FFF2-40B4-BE49-F238E27FC236}">
                  <a16:creationId xmlns:a16="http://schemas.microsoft.com/office/drawing/2014/main" id="{B67C8BA5-FD5B-2C4F-FD0B-DD6FAE5EB255}"/>
                </a:ext>
              </a:extLst>
            </p:cNvPr>
            <p:cNvSpPr/>
            <p:nvPr/>
          </p:nvSpPr>
          <p:spPr>
            <a:xfrm flipH="1">
              <a:off x="307226"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1" name="Google Shape;1831;p33">
              <a:extLst>
                <a:ext uri="{FF2B5EF4-FFF2-40B4-BE49-F238E27FC236}">
                  <a16:creationId xmlns:a16="http://schemas.microsoft.com/office/drawing/2014/main" id="{87E90426-B098-5AEE-BD29-9EF0BC2DF12B}"/>
                </a:ext>
              </a:extLst>
            </p:cNvPr>
            <p:cNvSpPr/>
            <p:nvPr/>
          </p:nvSpPr>
          <p:spPr>
            <a:xfrm flipH="1">
              <a:off x="331693"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2" name="Google Shape;1832;p33">
              <a:extLst>
                <a:ext uri="{FF2B5EF4-FFF2-40B4-BE49-F238E27FC236}">
                  <a16:creationId xmlns:a16="http://schemas.microsoft.com/office/drawing/2014/main" id="{D85DA579-EBE5-F076-2DA5-91C4CDDE93B8}"/>
                </a:ext>
              </a:extLst>
            </p:cNvPr>
            <p:cNvSpPr/>
            <p:nvPr/>
          </p:nvSpPr>
          <p:spPr>
            <a:xfrm flipH="1">
              <a:off x="345689"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10" y="21"/>
                    <a:pt x="135" y="46"/>
                    <a:pt x="135" y="78"/>
                  </a:cubicBezTo>
                  <a:cubicBezTo>
                    <a:pt x="135" y="109"/>
                    <a:pt x="110"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3" name="Google Shape;1833;p33">
              <a:extLst>
                <a:ext uri="{FF2B5EF4-FFF2-40B4-BE49-F238E27FC236}">
                  <a16:creationId xmlns:a16="http://schemas.microsoft.com/office/drawing/2014/main" id="{F12B0D1D-6C76-D86F-3407-118BF8D4E543}"/>
                </a:ext>
              </a:extLst>
            </p:cNvPr>
            <p:cNvSpPr/>
            <p:nvPr/>
          </p:nvSpPr>
          <p:spPr>
            <a:xfrm flipH="1">
              <a:off x="68"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4" name="Google Shape;1834;p33">
              <a:extLst>
                <a:ext uri="{FF2B5EF4-FFF2-40B4-BE49-F238E27FC236}">
                  <a16:creationId xmlns:a16="http://schemas.microsoft.com/office/drawing/2014/main" id="{EAB60BFC-6213-C018-FEE8-9714D7CC010E}"/>
                </a:ext>
              </a:extLst>
            </p:cNvPr>
            <p:cNvSpPr/>
            <p:nvPr/>
          </p:nvSpPr>
          <p:spPr>
            <a:xfrm flipH="1">
              <a:off x="24535"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5" name="Google Shape;1835;p33">
              <a:extLst>
                <a:ext uri="{FF2B5EF4-FFF2-40B4-BE49-F238E27FC236}">
                  <a16:creationId xmlns:a16="http://schemas.microsoft.com/office/drawing/2014/main" id="{C8F9D638-7084-3E70-890B-D63DACC3C43A}"/>
                </a:ext>
              </a:extLst>
            </p:cNvPr>
            <p:cNvSpPr/>
            <p:nvPr/>
          </p:nvSpPr>
          <p:spPr>
            <a:xfrm flipH="1">
              <a:off x="36785"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10" y="21"/>
                    <a:pt x="135" y="46"/>
                    <a:pt x="135" y="78"/>
                  </a:cubicBezTo>
                  <a:cubicBezTo>
                    <a:pt x="135" y="109"/>
                    <a:pt x="110"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6" name="Google Shape;1836;p33">
              <a:extLst>
                <a:ext uri="{FF2B5EF4-FFF2-40B4-BE49-F238E27FC236}">
                  <a16:creationId xmlns:a16="http://schemas.microsoft.com/office/drawing/2014/main" id="{A2CD7D80-FB3E-BDA6-AD98-9EA2F74CCCD2}"/>
                </a:ext>
              </a:extLst>
            </p:cNvPr>
            <p:cNvSpPr/>
            <p:nvPr/>
          </p:nvSpPr>
          <p:spPr>
            <a:xfrm flipH="1">
              <a:off x="115321" y="3893179"/>
              <a:ext cx="1518339" cy="172777"/>
            </a:xfrm>
            <a:custGeom>
              <a:avLst/>
              <a:gdLst/>
              <a:ahLst/>
              <a:cxnLst/>
              <a:rect l="l" t="t" r="r" b="b"/>
              <a:pathLst>
                <a:path w="1061" h="121" extrusionOk="0">
                  <a:moveTo>
                    <a:pt x="714" y="14"/>
                  </a:moveTo>
                  <a:cubicBezTo>
                    <a:pt x="702" y="0"/>
                    <a:pt x="702" y="0"/>
                    <a:pt x="702" y="0"/>
                  </a:cubicBezTo>
                  <a:cubicBezTo>
                    <a:pt x="359" y="0"/>
                    <a:pt x="359" y="0"/>
                    <a:pt x="359" y="0"/>
                  </a:cubicBezTo>
                  <a:cubicBezTo>
                    <a:pt x="347" y="14"/>
                    <a:pt x="347" y="14"/>
                    <a:pt x="347" y="14"/>
                  </a:cubicBezTo>
                  <a:cubicBezTo>
                    <a:pt x="21" y="14"/>
                    <a:pt x="21" y="14"/>
                    <a:pt x="21" y="14"/>
                  </a:cubicBezTo>
                  <a:cubicBezTo>
                    <a:pt x="16" y="14"/>
                    <a:pt x="11" y="16"/>
                    <a:pt x="7" y="19"/>
                  </a:cubicBezTo>
                  <a:cubicBezTo>
                    <a:pt x="3" y="23"/>
                    <a:pt x="0" y="28"/>
                    <a:pt x="0" y="35"/>
                  </a:cubicBezTo>
                  <a:cubicBezTo>
                    <a:pt x="0" y="39"/>
                    <a:pt x="1" y="43"/>
                    <a:pt x="3" y="46"/>
                  </a:cubicBezTo>
                  <a:cubicBezTo>
                    <a:pt x="7" y="52"/>
                    <a:pt x="13" y="56"/>
                    <a:pt x="21" y="56"/>
                  </a:cubicBezTo>
                  <a:cubicBezTo>
                    <a:pt x="222" y="56"/>
                    <a:pt x="222" y="56"/>
                    <a:pt x="222" y="56"/>
                  </a:cubicBezTo>
                  <a:cubicBezTo>
                    <a:pt x="292" y="121"/>
                    <a:pt x="292" y="121"/>
                    <a:pt x="292" y="121"/>
                  </a:cubicBezTo>
                  <a:cubicBezTo>
                    <a:pt x="769" y="121"/>
                    <a:pt x="769" y="121"/>
                    <a:pt x="769" y="121"/>
                  </a:cubicBezTo>
                  <a:cubicBezTo>
                    <a:pt x="839" y="56"/>
                    <a:pt x="839" y="56"/>
                    <a:pt x="839" y="56"/>
                  </a:cubicBezTo>
                  <a:cubicBezTo>
                    <a:pt x="1040" y="56"/>
                    <a:pt x="1040" y="56"/>
                    <a:pt x="1040" y="56"/>
                  </a:cubicBezTo>
                  <a:cubicBezTo>
                    <a:pt x="1047" y="56"/>
                    <a:pt x="1053" y="53"/>
                    <a:pt x="1057" y="48"/>
                  </a:cubicBezTo>
                  <a:cubicBezTo>
                    <a:pt x="1059" y="45"/>
                    <a:pt x="1061" y="40"/>
                    <a:pt x="1061" y="35"/>
                  </a:cubicBezTo>
                  <a:cubicBezTo>
                    <a:pt x="1061" y="30"/>
                    <a:pt x="1060" y="26"/>
                    <a:pt x="1057" y="23"/>
                  </a:cubicBezTo>
                  <a:cubicBezTo>
                    <a:pt x="1054" y="17"/>
                    <a:pt x="1047" y="14"/>
                    <a:pt x="1040" y="14"/>
                  </a:cubicBezTo>
                  <a:lnTo>
                    <a:pt x="714" y="1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7" name="Google Shape;1837;p33">
              <a:extLst>
                <a:ext uri="{FF2B5EF4-FFF2-40B4-BE49-F238E27FC236}">
                  <a16:creationId xmlns:a16="http://schemas.microsoft.com/office/drawing/2014/main" id="{A93029E6-C392-BE05-90B0-A1CC3AFD0872}"/>
                </a:ext>
              </a:extLst>
            </p:cNvPr>
            <p:cNvSpPr/>
            <p:nvPr/>
          </p:nvSpPr>
          <p:spPr>
            <a:xfrm flipH="1">
              <a:off x="1457296"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8" name="Google Shape;1838;p33">
              <a:extLst>
                <a:ext uri="{FF2B5EF4-FFF2-40B4-BE49-F238E27FC236}">
                  <a16:creationId xmlns:a16="http://schemas.microsoft.com/office/drawing/2014/main" id="{8EA30877-D749-90BE-D3DE-C42D458F9031}"/>
                </a:ext>
              </a:extLst>
            </p:cNvPr>
            <p:cNvSpPr/>
            <p:nvPr/>
          </p:nvSpPr>
          <p:spPr>
            <a:xfrm flipH="1">
              <a:off x="1340367"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9" name="Google Shape;1839;p33">
              <a:extLst>
                <a:ext uri="{FF2B5EF4-FFF2-40B4-BE49-F238E27FC236}">
                  <a16:creationId xmlns:a16="http://schemas.microsoft.com/office/drawing/2014/main" id="{6B7263BE-D204-079C-9B16-57CD91851BE3}"/>
                </a:ext>
              </a:extLst>
            </p:cNvPr>
            <p:cNvSpPr/>
            <p:nvPr/>
          </p:nvSpPr>
          <p:spPr>
            <a:xfrm flipH="1">
              <a:off x="1291607" y="3758797"/>
              <a:ext cx="324600" cy="43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0" name="Google Shape;1840;p33">
              <a:extLst>
                <a:ext uri="{FF2B5EF4-FFF2-40B4-BE49-F238E27FC236}">
                  <a16:creationId xmlns:a16="http://schemas.microsoft.com/office/drawing/2014/main" id="{2586F60A-C461-7842-3698-8D6D8462D8B6}"/>
                </a:ext>
              </a:extLst>
            </p:cNvPr>
            <p:cNvSpPr/>
            <p:nvPr/>
          </p:nvSpPr>
          <p:spPr>
            <a:xfrm flipH="1">
              <a:off x="312679" y="3758797"/>
              <a:ext cx="1098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1" name="Google Shape;1841;p33">
              <a:extLst>
                <a:ext uri="{FF2B5EF4-FFF2-40B4-BE49-F238E27FC236}">
                  <a16:creationId xmlns:a16="http://schemas.microsoft.com/office/drawing/2014/main" id="{4061EE2E-5894-B8B1-DB3D-26AAFF004D6D}"/>
                </a:ext>
              </a:extLst>
            </p:cNvPr>
            <p:cNvSpPr/>
            <p:nvPr/>
          </p:nvSpPr>
          <p:spPr>
            <a:xfrm flipH="1">
              <a:off x="195504"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2" name="Google Shape;1842;p33">
              <a:extLst>
                <a:ext uri="{FF2B5EF4-FFF2-40B4-BE49-F238E27FC236}">
                  <a16:creationId xmlns:a16="http://schemas.microsoft.com/office/drawing/2014/main" id="{544FDB58-08CF-96E3-487D-8871BAA1B24F}"/>
                </a:ext>
              </a:extLst>
            </p:cNvPr>
            <p:cNvSpPr/>
            <p:nvPr/>
          </p:nvSpPr>
          <p:spPr>
            <a:xfrm flipH="1">
              <a:off x="146745" y="3758797"/>
              <a:ext cx="324600" cy="43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3" name="Google Shape;1843;p33">
              <a:extLst>
                <a:ext uri="{FF2B5EF4-FFF2-40B4-BE49-F238E27FC236}">
                  <a16:creationId xmlns:a16="http://schemas.microsoft.com/office/drawing/2014/main" id="{E6E76292-2B1D-BA9B-4BF2-9DC020788578}"/>
                </a:ext>
              </a:extLst>
            </p:cNvPr>
            <p:cNvSpPr/>
            <p:nvPr/>
          </p:nvSpPr>
          <p:spPr>
            <a:xfrm flipH="1">
              <a:off x="-46" y="2416729"/>
              <a:ext cx="1344000" cy="261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4" name="Google Shape;1844;p33">
              <a:extLst>
                <a:ext uri="{FF2B5EF4-FFF2-40B4-BE49-F238E27FC236}">
                  <a16:creationId xmlns:a16="http://schemas.microsoft.com/office/drawing/2014/main" id="{98E77BD6-DECD-27AE-1198-E7EAEBA13C29}"/>
                </a:ext>
              </a:extLst>
            </p:cNvPr>
            <p:cNvSpPr/>
            <p:nvPr/>
          </p:nvSpPr>
          <p:spPr>
            <a:xfrm flipH="1">
              <a:off x="490383" y="2299799"/>
              <a:ext cx="769800" cy="768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5" name="Google Shape;1845;p33">
              <a:extLst>
                <a:ext uri="{FF2B5EF4-FFF2-40B4-BE49-F238E27FC236}">
                  <a16:creationId xmlns:a16="http://schemas.microsoft.com/office/drawing/2014/main" id="{EEDFFE42-5443-3B3B-D247-F9407610F59B}"/>
                </a:ext>
              </a:extLst>
            </p:cNvPr>
            <p:cNvSpPr/>
            <p:nvPr/>
          </p:nvSpPr>
          <p:spPr>
            <a:xfrm flipH="1">
              <a:off x="572808" y="2376589"/>
              <a:ext cx="642000" cy="402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6" name="Google Shape;1846;p33">
              <a:extLst>
                <a:ext uri="{FF2B5EF4-FFF2-40B4-BE49-F238E27FC236}">
                  <a16:creationId xmlns:a16="http://schemas.microsoft.com/office/drawing/2014/main" id="{086ADF5D-8CDD-0F12-D255-F653216BE863}"/>
                </a:ext>
              </a:extLst>
            </p:cNvPr>
            <p:cNvSpPr/>
            <p:nvPr/>
          </p:nvSpPr>
          <p:spPr>
            <a:xfrm flipH="1">
              <a:off x="530681" y="3956006"/>
              <a:ext cx="685871" cy="66318"/>
            </a:xfrm>
            <a:custGeom>
              <a:avLst/>
              <a:gdLst/>
              <a:ahLst/>
              <a:cxnLst/>
              <a:rect l="l" t="t" r="r" b="b"/>
              <a:pathLst>
                <a:path w="393" h="38" extrusionOk="0">
                  <a:moveTo>
                    <a:pt x="0" y="0"/>
                  </a:moveTo>
                  <a:lnTo>
                    <a:pt x="34" y="38"/>
                  </a:lnTo>
                  <a:lnTo>
                    <a:pt x="359" y="38"/>
                  </a:lnTo>
                  <a:lnTo>
                    <a:pt x="393"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7" name="Google Shape;1847;p33">
              <a:extLst>
                <a:ext uri="{FF2B5EF4-FFF2-40B4-BE49-F238E27FC236}">
                  <a16:creationId xmlns:a16="http://schemas.microsoft.com/office/drawing/2014/main" id="{6F293E61-266B-6B7C-DE35-0DDD6DEAAFB8}"/>
                </a:ext>
              </a:extLst>
            </p:cNvPr>
            <p:cNvSpPr/>
            <p:nvPr/>
          </p:nvSpPr>
          <p:spPr>
            <a:xfrm flipH="1">
              <a:off x="131" y="3713421"/>
              <a:ext cx="3328134" cy="342062"/>
            </a:xfrm>
            <a:custGeom>
              <a:avLst/>
              <a:gdLst/>
              <a:ahLst/>
              <a:cxnLst/>
              <a:rect l="l" t="t" r="r" b="b"/>
              <a:pathLst>
                <a:path w="2326" h="239" extrusionOk="0">
                  <a:moveTo>
                    <a:pt x="1081" y="239"/>
                  </a:moveTo>
                  <a:cubicBezTo>
                    <a:pt x="1044" y="152"/>
                    <a:pt x="1044" y="152"/>
                    <a:pt x="1044" y="152"/>
                  </a:cubicBezTo>
                  <a:cubicBezTo>
                    <a:pt x="1158" y="42"/>
                    <a:pt x="1158" y="42"/>
                    <a:pt x="1158" y="42"/>
                  </a:cubicBezTo>
                  <a:cubicBezTo>
                    <a:pt x="2326" y="42"/>
                    <a:pt x="2326" y="42"/>
                    <a:pt x="2326" y="42"/>
                  </a:cubicBezTo>
                  <a:cubicBezTo>
                    <a:pt x="2326" y="0"/>
                    <a:pt x="2326" y="0"/>
                    <a:pt x="2326" y="0"/>
                  </a:cubicBezTo>
                  <a:cubicBezTo>
                    <a:pt x="1010" y="0"/>
                    <a:pt x="1010" y="0"/>
                    <a:pt x="1010" y="0"/>
                  </a:cubicBezTo>
                  <a:cubicBezTo>
                    <a:pt x="880" y="125"/>
                    <a:pt x="880" y="125"/>
                    <a:pt x="880" y="125"/>
                  </a:cubicBezTo>
                  <a:cubicBezTo>
                    <a:pt x="178" y="125"/>
                    <a:pt x="178" y="125"/>
                    <a:pt x="178" y="125"/>
                  </a:cubicBezTo>
                  <a:cubicBezTo>
                    <a:pt x="178" y="125"/>
                    <a:pt x="88" y="239"/>
                    <a:pt x="0" y="239"/>
                  </a:cubicBezTo>
                  <a:lnTo>
                    <a:pt x="1081" y="239"/>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8" name="Google Shape;1848;p33">
              <a:extLst>
                <a:ext uri="{FF2B5EF4-FFF2-40B4-BE49-F238E27FC236}">
                  <a16:creationId xmlns:a16="http://schemas.microsoft.com/office/drawing/2014/main" id="{FBF6F44B-9B28-DBDD-7DF5-4B458E28E5CA}"/>
                </a:ext>
              </a:extLst>
            </p:cNvPr>
            <p:cNvSpPr/>
            <p:nvPr/>
          </p:nvSpPr>
          <p:spPr>
            <a:xfrm flipH="1">
              <a:off x="135" y="3210800"/>
              <a:ext cx="2947672" cy="530545"/>
            </a:xfrm>
            <a:custGeom>
              <a:avLst/>
              <a:gdLst/>
              <a:ahLst/>
              <a:cxnLst/>
              <a:rect l="l" t="t" r="r" b="b"/>
              <a:pathLst>
                <a:path w="1689" h="304" extrusionOk="0">
                  <a:moveTo>
                    <a:pt x="1689" y="184"/>
                  </a:moveTo>
                  <a:lnTo>
                    <a:pt x="709" y="184"/>
                  </a:lnTo>
                  <a:lnTo>
                    <a:pt x="453" y="304"/>
                  </a:lnTo>
                  <a:lnTo>
                    <a:pt x="0" y="304"/>
                  </a:lnTo>
                  <a:lnTo>
                    <a:pt x="447" y="288"/>
                  </a:lnTo>
                  <a:lnTo>
                    <a:pt x="960" y="0"/>
                  </a:lnTo>
                  <a:lnTo>
                    <a:pt x="1689" y="0"/>
                  </a:lnTo>
                  <a:lnTo>
                    <a:pt x="1689" y="184"/>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9" name="Google Shape;1849;p33">
              <a:extLst>
                <a:ext uri="{FF2B5EF4-FFF2-40B4-BE49-F238E27FC236}">
                  <a16:creationId xmlns:a16="http://schemas.microsoft.com/office/drawing/2014/main" id="{B2CA2C68-ECE5-4A3E-A03C-03C91D60C242}"/>
                </a:ext>
              </a:extLst>
            </p:cNvPr>
            <p:cNvSpPr/>
            <p:nvPr/>
          </p:nvSpPr>
          <p:spPr>
            <a:xfrm flipH="1">
              <a:off x="2129398" y="3497015"/>
              <a:ext cx="694500" cy="4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0" name="Google Shape;1850;p33">
              <a:extLst>
                <a:ext uri="{FF2B5EF4-FFF2-40B4-BE49-F238E27FC236}">
                  <a16:creationId xmlns:a16="http://schemas.microsoft.com/office/drawing/2014/main" id="{D8EA7877-0D66-8A59-D2E9-060F7BB8D4D0}"/>
                </a:ext>
              </a:extLst>
            </p:cNvPr>
            <p:cNvSpPr/>
            <p:nvPr/>
          </p:nvSpPr>
          <p:spPr>
            <a:xfrm flipH="1">
              <a:off x="135" y="2554600"/>
              <a:ext cx="769641" cy="394418"/>
            </a:xfrm>
            <a:custGeom>
              <a:avLst/>
              <a:gdLst/>
              <a:ahLst/>
              <a:cxnLst/>
              <a:rect l="l" t="t" r="r" b="b"/>
              <a:pathLst>
                <a:path w="538" h="276" extrusionOk="0">
                  <a:moveTo>
                    <a:pt x="46" y="0"/>
                  </a:moveTo>
                  <a:cubicBezTo>
                    <a:pt x="538" y="0"/>
                    <a:pt x="538" y="0"/>
                    <a:pt x="538" y="0"/>
                  </a:cubicBezTo>
                  <a:cubicBezTo>
                    <a:pt x="538" y="276"/>
                    <a:pt x="538" y="276"/>
                    <a:pt x="538" y="276"/>
                  </a:cubicBezTo>
                  <a:cubicBezTo>
                    <a:pt x="46" y="276"/>
                    <a:pt x="46" y="276"/>
                    <a:pt x="46" y="276"/>
                  </a:cubicBezTo>
                  <a:cubicBezTo>
                    <a:pt x="34" y="276"/>
                    <a:pt x="24" y="272"/>
                    <a:pt x="16" y="265"/>
                  </a:cubicBezTo>
                  <a:cubicBezTo>
                    <a:pt x="6" y="256"/>
                    <a:pt x="0" y="244"/>
                    <a:pt x="0" y="230"/>
                  </a:cubicBezTo>
                  <a:cubicBezTo>
                    <a:pt x="0" y="46"/>
                    <a:pt x="0" y="46"/>
                    <a:pt x="0" y="46"/>
                  </a:cubicBezTo>
                  <a:cubicBezTo>
                    <a:pt x="0" y="32"/>
                    <a:pt x="6" y="20"/>
                    <a:pt x="15" y="12"/>
                  </a:cubicBezTo>
                  <a:cubicBezTo>
                    <a:pt x="23" y="5"/>
                    <a:pt x="34" y="0"/>
                    <a:pt x="46"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1" name="Google Shape;1851;p33">
              <a:extLst>
                <a:ext uri="{FF2B5EF4-FFF2-40B4-BE49-F238E27FC236}">
                  <a16:creationId xmlns:a16="http://schemas.microsoft.com/office/drawing/2014/main" id="{B7C648C6-7839-13CE-22F3-926D763C5A55}"/>
                </a:ext>
              </a:extLst>
            </p:cNvPr>
            <p:cNvSpPr/>
            <p:nvPr/>
          </p:nvSpPr>
          <p:spPr>
            <a:xfrm flipH="1">
              <a:off x="135" y="2554600"/>
              <a:ext cx="769641" cy="83770"/>
            </a:xfrm>
            <a:custGeom>
              <a:avLst/>
              <a:gdLst/>
              <a:ahLst/>
              <a:cxnLst/>
              <a:rect l="l" t="t" r="r" b="b"/>
              <a:pathLst>
                <a:path w="538" h="59" extrusionOk="0">
                  <a:moveTo>
                    <a:pt x="46" y="0"/>
                  </a:moveTo>
                  <a:cubicBezTo>
                    <a:pt x="34" y="0"/>
                    <a:pt x="23" y="5"/>
                    <a:pt x="15" y="12"/>
                  </a:cubicBezTo>
                  <a:cubicBezTo>
                    <a:pt x="6" y="20"/>
                    <a:pt x="0" y="32"/>
                    <a:pt x="0" y="46"/>
                  </a:cubicBezTo>
                  <a:cubicBezTo>
                    <a:pt x="0" y="59"/>
                    <a:pt x="0" y="59"/>
                    <a:pt x="0" y="59"/>
                  </a:cubicBezTo>
                  <a:cubicBezTo>
                    <a:pt x="0" y="46"/>
                    <a:pt x="6" y="34"/>
                    <a:pt x="15" y="25"/>
                  </a:cubicBezTo>
                  <a:cubicBezTo>
                    <a:pt x="23" y="18"/>
                    <a:pt x="34" y="14"/>
                    <a:pt x="46" y="14"/>
                  </a:cubicBezTo>
                  <a:cubicBezTo>
                    <a:pt x="538" y="14"/>
                    <a:pt x="538" y="14"/>
                    <a:pt x="538" y="14"/>
                  </a:cubicBezTo>
                  <a:cubicBezTo>
                    <a:pt x="538" y="0"/>
                    <a:pt x="538" y="0"/>
                    <a:pt x="538" y="0"/>
                  </a:cubicBezTo>
                  <a:lnTo>
                    <a:pt x="46"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2" name="Google Shape;1852;p33">
              <a:extLst>
                <a:ext uri="{FF2B5EF4-FFF2-40B4-BE49-F238E27FC236}">
                  <a16:creationId xmlns:a16="http://schemas.microsoft.com/office/drawing/2014/main" id="{941847BB-A65F-BDE3-2CF4-3567D11C6093}"/>
                </a:ext>
              </a:extLst>
            </p:cNvPr>
            <p:cNvSpPr/>
            <p:nvPr/>
          </p:nvSpPr>
          <p:spPr>
            <a:xfrm flipH="1">
              <a:off x="1511496" y="2540639"/>
              <a:ext cx="1486923" cy="731244"/>
            </a:xfrm>
            <a:custGeom>
              <a:avLst/>
              <a:gdLst/>
              <a:ahLst/>
              <a:cxnLst/>
              <a:rect l="l" t="t" r="r" b="b"/>
              <a:pathLst>
                <a:path w="1039" h="510" extrusionOk="0">
                  <a:moveTo>
                    <a:pt x="988" y="0"/>
                  </a:moveTo>
                  <a:cubicBezTo>
                    <a:pt x="742" y="59"/>
                    <a:pt x="742" y="59"/>
                    <a:pt x="742" y="59"/>
                  </a:cubicBezTo>
                  <a:cubicBezTo>
                    <a:pt x="415" y="213"/>
                    <a:pt x="11" y="503"/>
                    <a:pt x="0" y="510"/>
                  </a:cubicBezTo>
                  <a:cubicBezTo>
                    <a:pt x="28" y="491"/>
                    <a:pt x="47" y="479"/>
                    <a:pt x="47" y="478"/>
                  </a:cubicBezTo>
                  <a:cubicBezTo>
                    <a:pt x="47" y="478"/>
                    <a:pt x="47" y="478"/>
                    <a:pt x="47" y="478"/>
                  </a:cubicBezTo>
                  <a:cubicBezTo>
                    <a:pt x="300" y="341"/>
                    <a:pt x="795" y="239"/>
                    <a:pt x="795" y="239"/>
                  </a:cubicBezTo>
                  <a:cubicBezTo>
                    <a:pt x="1039" y="22"/>
                    <a:pt x="1039" y="22"/>
                    <a:pt x="1039" y="22"/>
                  </a:cubicBezTo>
                  <a:cubicBezTo>
                    <a:pt x="988" y="0"/>
                    <a:pt x="988" y="0"/>
                    <a:pt x="988" y="0"/>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3" name="Google Shape;1853;p33">
              <a:extLst>
                <a:ext uri="{FF2B5EF4-FFF2-40B4-BE49-F238E27FC236}">
                  <a16:creationId xmlns:a16="http://schemas.microsoft.com/office/drawing/2014/main" id="{4B309A56-63A8-898F-A45F-688336CABD8B}"/>
                </a:ext>
              </a:extLst>
            </p:cNvPr>
            <p:cNvSpPr/>
            <p:nvPr/>
          </p:nvSpPr>
          <p:spPr>
            <a:xfrm flipH="1">
              <a:off x="2930355" y="3224762"/>
              <a:ext cx="68064" cy="48866"/>
            </a:xfrm>
            <a:custGeom>
              <a:avLst/>
              <a:gdLst/>
              <a:ahLst/>
              <a:cxnLst/>
              <a:rect l="l" t="t" r="r" b="b"/>
              <a:pathLst>
                <a:path w="47" h="33" extrusionOk="0">
                  <a:moveTo>
                    <a:pt x="47" y="0"/>
                  </a:moveTo>
                  <a:cubicBezTo>
                    <a:pt x="47" y="1"/>
                    <a:pt x="28" y="13"/>
                    <a:pt x="0" y="32"/>
                  </a:cubicBezTo>
                  <a:cubicBezTo>
                    <a:pt x="0" y="33"/>
                    <a:pt x="0" y="33"/>
                    <a:pt x="0" y="33"/>
                  </a:cubicBezTo>
                  <a:cubicBezTo>
                    <a:pt x="28" y="13"/>
                    <a:pt x="47" y="1"/>
                    <a:pt x="47" y="0"/>
                  </a:cubicBezTo>
                </a:path>
              </a:pathLst>
            </a:custGeom>
            <a:solidFill>
              <a:srgbClr val="2FCBE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4" name="Google Shape;1854;p33">
              <a:extLst>
                <a:ext uri="{FF2B5EF4-FFF2-40B4-BE49-F238E27FC236}">
                  <a16:creationId xmlns:a16="http://schemas.microsoft.com/office/drawing/2014/main" id="{5A139C69-A145-9977-5103-4FEAB63C2D4F}"/>
                </a:ext>
              </a:extLst>
            </p:cNvPr>
            <p:cNvSpPr/>
            <p:nvPr/>
          </p:nvSpPr>
          <p:spPr>
            <a:xfrm flipH="1">
              <a:off x="1511494" y="2516206"/>
              <a:ext cx="425833" cy="109949"/>
            </a:xfrm>
            <a:custGeom>
              <a:avLst/>
              <a:gdLst/>
              <a:ahLst/>
              <a:cxnLst/>
              <a:rect l="l" t="t" r="r" b="b"/>
              <a:pathLst>
                <a:path w="244" h="63" extrusionOk="0">
                  <a:moveTo>
                    <a:pt x="189" y="0"/>
                  </a:moveTo>
                  <a:lnTo>
                    <a:pt x="0" y="63"/>
                  </a:lnTo>
                  <a:lnTo>
                    <a:pt x="202" y="14"/>
                  </a:lnTo>
                  <a:lnTo>
                    <a:pt x="244" y="32"/>
                  </a:lnTo>
                  <a:lnTo>
                    <a:pt x="189"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5" name="Google Shape;1855;p33">
              <a:extLst>
                <a:ext uri="{FF2B5EF4-FFF2-40B4-BE49-F238E27FC236}">
                  <a16:creationId xmlns:a16="http://schemas.microsoft.com/office/drawing/2014/main" id="{820AEE2F-B349-690A-B92C-B49A9FE6D732}"/>
                </a:ext>
              </a:extLst>
            </p:cNvPr>
            <p:cNvSpPr/>
            <p:nvPr/>
          </p:nvSpPr>
          <p:spPr>
            <a:xfrm flipH="1">
              <a:off x="1511494" y="2516206"/>
              <a:ext cx="425833" cy="109949"/>
            </a:xfrm>
            <a:custGeom>
              <a:avLst/>
              <a:gdLst/>
              <a:ahLst/>
              <a:cxnLst/>
              <a:rect l="l" t="t" r="r" b="b"/>
              <a:pathLst>
                <a:path w="244" h="63" extrusionOk="0">
                  <a:moveTo>
                    <a:pt x="189" y="0"/>
                  </a:moveTo>
                  <a:lnTo>
                    <a:pt x="0" y="63"/>
                  </a:lnTo>
                  <a:lnTo>
                    <a:pt x="202" y="14"/>
                  </a:lnTo>
                  <a:lnTo>
                    <a:pt x="244" y="32"/>
                  </a:lnTo>
                  <a:lnTo>
                    <a:pt x="189" y="0"/>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6" name="Google Shape;1856;p33">
              <a:extLst>
                <a:ext uri="{FF2B5EF4-FFF2-40B4-BE49-F238E27FC236}">
                  <a16:creationId xmlns:a16="http://schemas.microsoft.com/office/drawing/2014/main" id="{D64A1F2A-DC71-416A-C93D-8FC31A458DE4}"/>
                </a:ext>
              </a:extLst>
            </p:cNvPr>
            <p:cNvSpPr/>
            <p:nvPr/>
          </p:nvSpPr>
          <p:spPr>
            <a:xfrm flipH="1">
              <a:off x="1511494" y="2512656"/>
              <a:ext cx="425833" cy="366495"/>
            </a:xfrm>
            <a:custGeom>
              <a:avLst/>
              <a:gdLst/>
              <a:ahLst/>
              <a:cxnLst/>
              <a:rect l="l" t="t" r="r" b="b"/>
              <a:pathLst>
                <a:path w="244" h="210" extrusionOk="0">
                  <a:moveTo>
                    <a:pt x="0" y="63"/>
                  </a:moveTo>
                  <a:lnTo>
                    <a:pt x="189" y="11"/>
                  </a:lnTo>
                  <a:lnTo>
                    <a:pt x="228" y="36"/>
                  </a:lnTo>
                  <a:lnTo>
                    <a:pt x="44" y="210"/>
                  </a:lnTo>
                  <a:lnTo>
                    <a:pt x="244" y="32"/>
                  </a:lnTo>
                  <a:lnTo>
                    <a:pt x="189" y="0"/>
                  </a:lnTo>
                  <a:lnTo>
                    <a:pt x="0" y="63"/>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7" name="Google Shape;1857;p33">
              <a:extLst>
                <a:ext uri="{FF2B5EF4-FFF2-40B4-BE49-F238E27FC236}">
                  <a16:creationId xmlns:a16="http://schemas.microsoft.com/office/drawing/2014/main" id="{6E54F074-9849-C7BC-1E89-A248D9BB9214}"/>
                </a:ext>
              </a:extLst>
            </p:cNvPr>
            <p:cNvSpPr/>
            <p:nvPr/>
          </p:nvSpPr>
          <p:spPr>
            <a:xfrm flipH="1">
              <a:off x="136" y="2577289"/>
              <a:ext cx="1853421" cy="465972"/>
            </a:xfrm>
            <a:custGeom>
              <a:avLst/>
              <a:gdLst/>
              <a:ahLst/>
              <a:cxnLst/>
              <a:rect l="l" t="t" r="r" b="b"/>
              <a:pathLst>
                <a:path w="1062" h="267" extrusionOk="0">
                  <a:moveTo>
                    <a:pt x="1062" y="236"/>
                  </a:moveTo>
                  <a:lnTo>
                    <a:pt x="1062" y="234"/>
                  </a:lnTo>
                  <a:lnTo>
                    <a:pt x="599" y="234"/>
                  </a:lnTo>
                  <a:lnTo>
                    <a:pt x="599" y="0"/>
                  </a:lnTo>
                  <a:lnTo>
                    <a:pt x="263" y="0"/>
                  </a:lnTo>
                  <a:lnTo>
                    <a:pt x="0" y="236"/>
                  </a:lnTo>
                  <a:lnTo>
                    <a:pt x="597" y="236"/>
                  </a:lnTo>
                  <a:lnTo>
                    <a:pt x="597" y="267"/>
                  </a:lnTo>
                  <a:lnTo>
                    <a:pt x="1062" y="267"/>
                  </a:lnTo>
                  <a:lnTo>
                    <a:pt x="1062" y="265"/>
                  </a:lnTo>
                  <a:lnTo>
                    <a:pt x="599" y="265"/>
                  </a:lnTo>
                  <a:lnTo>
                    <a:pt x="599" y="236"/>
                  </a:lnTo>
                  <a:lnTo>
                    <a:pt x="1062" y="236"/>
                  </a:lnTo>
                  <a:close/>
                  <a:moveTo>
                    <a:pt x="597" y="234"/>
                  </a:moveTo>
                  <a:lnTo>
                    <a:pt x="7" y="234"/>
                  </a:lnTo>
                  <a:lnTo>
                    <a:pt x="264" y="2"/>
                  </a:lnTo>
                  <a:lnTo>
                    <a:pt x="597" y="2"/>
                  </a:lnTo>
                  <a:lnTo>
                    <a:pt x="597" y="23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8" name="Google Shape;1858;p33">
              <a:extLst>
                <a:ext uri="{FF2B5EF4-FFF2-40B4-BE49-F238E27FC236}">
                  <a16:creationId xmlns:a16="http://schemas.microsoft.com/office/drawing/2014/main" id="{4112789A-B445-9BA5-F124-D1B9E1968633}"/>
                </a:ext>
              </a:extLst>
            </p:cNvPr>
            <p:cNvSpPr/>
            <p:nvPr/>
          </p:nvSpPr>
          <p:spPr>
            <a:xfrm flipH="1">
              <a:off x="872625" y="3041515"/>
              <a:ext cx="1284600" cy="69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29906590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79">
          <a:extLst>
            <a:ext uri="{FF2B5EF4-FFF2-40B4-BE49-F238E27FC236}">
              <a16:creationId xmlns:a16="http://schemas.microsoft.com/office/drawing/2014/main" id="{B30C1EC7-FB2B-77E7-C66C-A2CD3C48001B}"/>
            </a:ext>
          </a:extLst>
        </p:cNvPr>
        <p:cNvGrpSpPr/>
        <p:nvPr/>
      </p:nvGrpSpPr>
      <p:grpSpPr>
        <a:xfrm>
          <a:off x="0" y="0"/>
          <a:ext cx="0" cy="0"/>
          <a:chOff x="0" y="0"/>
          <a:chExt cx="0" cy="0"/>
        </a:xfrm>
      </p:grpSpPr>
      <p:grpSp>
        <p:nvGrpSpPr>
          <p:cNvPr id="2280" name="Google Shape;2280;p39">
            <a:extLst>
              <a:ext uri="{FF2B5EF4-FFF2-40B4-BE49-F238E27FC236}">
                <a16:creationId xmlns:a16="http://schemas.microsoft.com/office/drawing/2014/main" id="{2CAD58BF-9FF0-0A0E-967D-B099CA220165}"/>
              </a:ext>
            </a:extLst>
          </p:cNvPr>
          <p:cNvGrpSpPr/>
          <p:nvPr/>
        </p:nvGrpSpPr>
        <p:grpSpPr>
          <a:xfrm>
            <a:off x="-1825649" y="3143212"/>
            <a:ext cx="6203950" cy="565150"/>
            <a:chOff x="1168401" y="2498362"/>
            <a:chExt cx="6203950" cy="565150"/>
          </a:xfrm>
        </p:grpSpPr>
        <p:sp>
          <p:nvSpPr>
            <p:cNvPr id="2281" name="Google Shape;2281;p39">
              <a:extLst>
                <a:ext uri="{FF2B5EF4-FFF2-40B4-BE49-F238E27FC236}">
                  <a16:creationId xmlns:a16="http://schemas.microsoft.com/office/drawing/2014/main" id="{57E71135-2CF5-601F-0681-B8FEE96D6604}"/>
                </a:ext>
              </a:extLst>
            </p:cNvPr>
            <p:cNvSpPr/>
            <p:nvPr/>
          </p:nvSpPr>
          <p:spPr>
            <a:xfrm>
              <a:off x="3708401" y="2534875"/>
              <a:ext cx="127000" cy="528637"/>
            </a:xfrm>
            <a:custGeom>
              <a:avLst/>
              <a:gdLst/>
              <a:ahLst/>
              <a:cxnLst/>
              <a:rect l="l" t="t" r="r" b="b"/>
              <a:pathLst>
                <a:path w="69" h="289" extrusionOk="0">
                  <a:moveTo>
                    <a:pt x="69" y="268"/>
                  </a:moveTo>
                  <a:cubicBezTo>
                    <a:pt x="69" y="279"/>
                    <a:pt x="60" y="289"/>
                    <a:pt x="48" y="289"/>
                  </a:cubicBezTo>
                  <a:cubicBezTo>
                    <a:pt x="21" y="289"/>
                    <a:pt x="21" y="289"/>
                    <a:pt x="21" y="289"/>
                  </a:cubicBezTo>
                  <a:cubicBezTo>
                    <a:pt x="10" y="289"/>
                    <a:pt x="0" y="279"/>
                    <a:pt x="0" y="268"/>
                  </a:cubicBezTo>
                  <a:cubicBezTo>
                    <a:pt x="0" y="21"/>
                    <a:pt x="0" y="21"/>
                    <a:pt x="0" y="21"/>
                  </a:cubicBezTo>
                  <a:cubicBezTo>
                    <a:pt x="0" y="9"/>
                    <a:pt x="10" y="0"/>
                    <a:pt x="21" y="0"/>
                  </a:cubicBezTo>
                  <a:cubicBezTo>
                    <a:pt x="48" y="0"/>
                    <a:pt x="48" y="0"/>
                    <a:pt x="48" y="0"/>
                  </a:cubicBezTo>
                  <a:cubicBezTo>
                    <a:pt x="60" y="0"/>
                    <a:pt x="69" y="9"/>
                    <a:pt x="69" y="21"/>
                  </a:cubicBezTo>
                  <a:cubicBezTo>
                    <a:pt x="69" y="268"/>
                    <a:pt x="69" y="268"/>
                    <a:pt x="69" y="268"/>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82" name="Google Shape;2282;p39">
              <a:extLst>
                <a:ext uri="{FF2B5EF4-FFF2-40B4-BE49-F238E27FC236}">
                  <a16:creationId xmlns:a16="http://schemas.microsoft.com/office/drawing/2014/main" id="{A48D8EA7-B2F3-1BC3-5060-C7596BDA12AD}"/>
                </a:ext>
              </a:extLst>
            </p:cNvPr>
            <p:cNvSpPr/>
            <p:nvPr/>
          </p:nvSpPr>
          <p:spPr>
            <a:xfrm>
              <a:off x="1168401" y="2534875"/>
              <a:ext cx="80963" cy="528637"/>
            </a:xfrm>
            <a:custGeom>
              <a:avLst/>
              <a:gdLst/>
              <a:ahLst/>
              <a:cxnLst/>
              <a:rect l="l" t="t" r="r" b="b"/>
              <a:pathLst>
                <a:path w="44" h="289" extrusionOk="0">
                  <a:moveTo>
                    <a:pt x="23" y="0"/>
                  </a:moveTo>
                  <a:cubicBezTo>
                    <a:pt x="0" y="0"/>
                    <a:pt x="0" y="0"/>
                    <a:pt x="0" y="0"/>
                  </a:cubicBezTo>
                  <a:cubicBezTo>
                    <a:pt x="0" y="289"/>
                    <a:pt x="0" y="289"/>
                    <a:pt x="0" y="289"/>
                  </a:cubicBezTo>
                  <a:cubicBezTo>
                    <a:pt x="23" y="289"/>
                    <a:pt x="23" y="289"/>
                    <a:pt x="23" y="289"/>
                  </a:cubicBezTo>
                  <a:cubicBezTo>
                    <a:pt x="34" y="289"/>
                    <a:pt x="44" y="279"/>
                    <a:pt x="44" y="268"/>
                  </a:cubicBezTo>
                  <a:cubicBezTo>
                    <a:pt x="44" y="21"/>
                    <a:pt x="44" y="21"/>
                    <a:pt x="44" y="21"/>
                  </a:cubicBezTo>
                  <a:cubicBezTo>
                    <a:pt x="44" y="9"/>
                    <a:pt x="34" y="0"/>
                    <a:pt x="23" y="0"/>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83" name="Google Shape;2283;p39">
              <a:extLst>
                <a:ext uri="{FF2B5EF4-FFF2-40B4-BE49-F238E27FC236}">
                  <a16:creationId xmlns:a16="http://schemas.microsoft.com/office/drawing/2014/main" id="{319FD2D6-7BA9-B76A-AD82-18D0012528E7}"/>
                </a:ext>
              </a:extLst>
            </p:cNvPr>
            <p:cNvSpPr/>
            <p:nvPr/>
          </p:nvSpPr>
          <p:spPr>
            <a:xfrm>
              <a:off x="1208088" y="2498362"/>
              <a:ext cx="2532063" cy="565150"/>
            </a:xfrm>
            <a:custGeom>
              <a:avLst/>
              <a:gdLst/>
              <a:ahLst/>
              <a:cxnLst/>
              <a:rect l="l" t="t" r="r" b="b"/>
              <a:pathLst>
                <a:path w="1384" h="309" extrusionOk="0">
                  <a:moveTo>
                    <a:pt x="1366" y="0"/>
                  </a:moveTo>
                  <a:cubicBezTo>
                    <a:pt x="17" y="0"/>
                    <a:pt x="17" y="0"/>
                    <a:pt x="17" y="0"/>
                  </a:cubicBezTo>
                  <a:cubicBezTo>
                    <a:pt x="8" y="0"/>
                    <a:pt x="0" y="8"/>
                    <a:pt x="0" y="17"/>
                  </a:cubicBezTo>
                  <a:cubicBezTo>
                    <a:pt x="0" y="291"/>
                    <a:pt x="0" y="291"/>
                    <a:pt x="0" y="291"/>
                  </a:cubicBezTo>
                  <a:cubicBezTo>
                    <a:pt x="0" y="301"/>
                    <a:pt x="8" y="309"/>
                    <a:pt x="17" y="309"/>
                  </a:cubicBezTo>
                  <a:cubicBezTo>
                    <a:pt x="1366" y="309"/>
                    <a:pt x="1366" y="309"/>
                    <a:pt x="1366" y="309"/>
                  </a:cubicBezTo>
                  <a:cubicBezTo>
                    <a:pt x="1376" y="309"/>
                    <a:pt x="1384" y="301"/>
                    <a:pt x="1384" y="291"/>
                  </a:cubicBezTo>
                  <a:cubicBezTo>
                    <a:pt x="1384" y="17"/>
                    <a:pt x="1384" y="17"/>
                    <a:pt x="1384" y="17"/>
                  </a:cubicBezTo>
                  <a:cubicBezTo>
                    <a:pt x="1384" y="8"/>
                    <a:pt x="1376" y="0"/>
                    <a:pt x="1366" y="0"/>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84" name="Google Shape;2284;p39">
              <a:extLst>
                <a:ext uri="{FF2B5EF4-FFF2-40B4-BE49-F238E27FC236}">
                  <a16:creationId xmlns:a16="http://schemas.microsoft.com/office/drawing/2014/main" id="{32D3D43A-FC16-7DDC-4B6F-39A773CD1D0D}"/>
                </a:ext>
              </a:extLst>
            </p:cNvPr>
            <p:cNvSpPr/>
            <p:nvPr/>
          </p:nvSpPr>
          <p:spPr>
            <a:xfrm>
              <a:off x="1787526" y="2990487"/>
              <a:ext cx="1371600" cy="73025"/>
            </a:xfrm>
            <a:custGeom>
              <a:avLst/>
              <a:gdLst/>
              <a:ahLst/>
              <a:cxnLst/>
              <a:rect l="l" t="t" r="r" b="b"/>
              <a:pathLst>
                <a:path w="750" h="40" extrusionOk="0">
                  <a:moveTo>
                    <a:pt x="750" y="40"/>
                  </a:moveTo>
                  <a:cubicBezTo>
                    <a:pt x="750" y="20"/>
                    <a:pt x="750" y="20"/>
                    <a:pt x="750" y="20"/>
                  </a:cubicBezTo>
                  <a:cubicBezTo>
                    <a:pt x="750" y="9"/>
                    <a:pt x="740" y="0"/>
                    <a:pt x="729" y="0"/>
                  </a:cubicBezTo>
                  <a:cubicBezTo>
                    <a:pt x="20" y="0"/>
                    <a:pt x="20" y="0"/>
                    <a:pt x="20" y="0"/>
                  </a:cubicBezTo>
                  <a:cubicBezTo>
                    <a:pt x="9" y="0"/>
                    <a:pt x="0" y="9"/>
                    <a:pt x="0" y="20"/>
                  </a:cubicBezTo>
                  <a:cubicBezTo>
                    <a:pt x="0" y="40"/>
                    <a:pt x="0" y="40"/>
                    <a:pt x="0" y="40"/>
                  </a:cubicBezTo>
                  <a:lnTo>
                    <a:pt x="750" y="4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85" name="Google Shape;2285;p39">
              <a:extLst>
                <a:ext uri="{FF2B5EF4-FFF2-40B4-BE49-F238E27FC236}">
                  <a16:creationId xmlns:a16="http://schemas.microsoft.com/office/drawing/2014/main" id="{E1FCCD0D-711F-831D-365C-3CFF5F680D06}"/>
                </a:ext>
              </a:extLst>
            </p:cNvPr>
            <p:cNvSpPr/>
            <p:nvPr/>
          </p:nvSpPr>
          <p:spPr>
            <a:xfrm>
              <a:off x="1208088" y="2814275"/>
              <a:ext cx="2532063" cy="68262"/>
            </a:xfrm>
            <a:custGeom>
              <a:avLst/>
              <a:gdLst/>
              <a:ahLst/>
              <a:cxnLst/>
              <a:rect l="l" t="t" r="r" b="b"/>
              <a:pathLst>
                <a:path w="1384" h="37" extrusionOk="0">
                  <a:moveTo>
                    <a:pt x="1384" y="37"/>
                  </a:moveTo>
                  <a:cubicBezTo>
                    <a:pt x="1384" y="0"/>
                    <a:pt x="1384" y="0"/>
                    <a:pt x="1384" y="0"/>
                  </a:cubicBezTo>
                  <a:cubicBezTo>
                    <a:pt x="1377" y="0"/>
                    <a:pt x="1370" y="0"/>
                    <a:pt x="1363" y="0"/>
                  </a:cubicBezTo>
                  <a:cubicBezTo>
                    <a:pt x="0" y="0"/>
                    <a:pt x="0" y="0"/>
                    <a:pt x="0" y="0"/>
                  </a:cubicBezTo>
                  <a:cubicBezTo>
                    <a:pt x="0" y="37"/>
                    <a:pt x="0" y="37"/>
                    <a:pt x="0" y="37"/>
                  </a:cubicBezTo>
                  <a:cubicBezTo>
                    <a:pt x="1363" y="37"/>
                    <a:pt x="1363" y="37"/>
                    <a:pt x="1363" y="37"/>
                  </a:cubicBezTo>
                  <a:cubicBezTo>
                    <a:pt x="1370" y="37"/>
                    <a:pt x="1377" y="37"/>
                    <a:pt x="1384" y="37"/>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86" name="Google Shape;2286;p39">
              <a:extLst>
                <a:ext uri="{FF2B5EF4-FFF2-40B4-BE49-F238E27FC236}">
                  <a16:creationId xmlns:a16="http://schemas.microsoft.com/office/drawing/2014/main" id="{4AE0148F-4E96-6138-E36C-29F70F75DBD2}"/>
                </a:ext>
              </a:extLst>
            </p:cNvPr>
            <p:cNvSpPr/>
            <p:nvPr/>
          </p:nvSpPr>
          <p:spPr>
            <a:xfrm>
              <a:off x="1208088" y="2969962"/>
              <a:ext cx="2532000" cy="33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87" name="Google Shape;2287;p39">
              <a:extLst>
                <a:ext uri="{FF2B5EF4-FFF2-40B4-BE49-F238E27FC236}">
                  <a16:creationId xmlns:a16="http://schemas.microsoft.com/office/drawing/2014/main" id="{9F12E5DB-14D4-A6C2-6700-E83658FA2563}"/>
                </a:ext>
              </a:extLst>
            </p:cNvPr>
            <p:cNvSpPr/>
            <p:nvPr/>
          </p:nvSpPr>
          <p:spPr>
            <a:xfrm>
              <a:off x="3368676" y="2530112"/>
              <a:ext cx="196850" cy="427037"/>
            </a:xfrm>
            <a:custGeom>
              <a:avLst/>
              <a:gdLst/>
              <a:ahLst/>
              <a:cxnLst/>
              <a:rect l="l" t="t" r="r" b="b"/>
              <a:pathLst>
                <a:path w="108" h="234" extrusionOk="0">
                  <a:moveTo>
                    <a:pt x="108" y="193"/>
                  </a:moveTo>
                  <a:cubicBezTo>
                    <a:pt x="106" y="193"/>
                    <a:pt x="106" y="193"/>
                    <a:pt x="106" y="193"/>
                  </a:cubicBezTo>
                  <a:cubicBezTo>
                    <a:pt x="106" y="221"/>
                    <a:pt x="106" y="221"/>
                    <a:pt x="106" y="221"/>
                  </a:cubicBezTo>
                  <a:cubicBezTo>
                    <a:pt x="106" y="227"/>
                    <a:pt x="101" y="232"/>
                    <a:pt x="95" y="232"/>
                  </a:cubicBezTo>
                  <a:cubicBezTo>
                    <a:pt x="13" y="232"/>
                    <a:pt x="13" y="232"/>
                    <a:pt x="13" y="232"/>
                  </a:cubicBezTo>
                  <a:cubicBezTo>
                    <a:pt x="7" y="232"/>
                    <a:pt x="2" y="227"/>
                    <a:pt x="2" y="221"/>
                  </a:cubicBezTo>
                  <a:cubicBezTo>
                    <a:pt x="2" y="193"/>
                    <a:pt x="2" y="193"/>
                    <a:pt x="2" y="193"/>
                  </a:cubicBezTo>
                  <a:cubicBezTo>
                    <a:pt x="0" y="193"/>
                    <a:pt x="0" y="193"/>
                    <a:pt x="0" y="193"/>
                  </a:cubicBezTo>
                  <a:cubicBezTo>
                    <a:pt x="0" y="221"/>
                    <a:pt x="0" y="221"/>
                    <a:pt x="0" y="221"/>
                  </a:cubicBezTo>
                  <a:cubicBezTo>
                    <a:pt x="0" y="228"/>
                    <a:pt x="6" y="234"/>
                    <a:pt x="13" y="234"/>
                  </a:cubicBezTo>
                  <a:cubicBezTo>
                    <a:pt x="95" y="234"/>
                    <a:pt x="95" y="234"/>
                    <a:pt x="95" y="234"/>
                  </a:cubicBezTo>
                  <a:cubicBezTo>
                    <a:pt x="103" y="234"/>
                    <a:pt x="108" y="228"/>
                    <a:pt x="108" y="221"/>
                  </a:cubicBezTo>
                  <a:cubicBezTo>
                    <a:pt x="108" y="193"/>
                    <a:pt x="108" y="193"/>
                    <a:pt x="108" y="193"/>
                  </a:cubicBezTo>
                  <a:moveTo>
                    <a:pt x="95" y="0"/>
                  </a:moveTo>
                  <a:cubicBezTo>
                    <a:pt x="13" y="0"/>
                    <a:pt x="13" y="0"/>
                    <a:pt x="13" y="0"/>
                  </a:cubicBezTo>
                  <a:cubicBezTo>
                    <a:pt x="6" y="0"/>
                    <a:pt x="0" y="6"/>
                    <a:pt x="0" y="13"/>
                  </a:cubicBezTo>
                  <a:cubicBezTo>
                    <a:pt x="0" y="156"/>
                    <a:pt x="0" y="156"/>
                    <a:pt x="0" y="156"/>
                  </a:cubicBezTo>
                  <a:cubicBezTo>
                    <a:pt x="2" y="156"/>
                    <a:pt x="2" y="156"/>
                    <a:pt x="2" y="156"/>
                  </a:cubicBezTo>
                  <a:cubicBezTo>
                    <a:pt x="2" y="13"/>
                    <a:pt x="2" y="13"/>
                    <a:pt x="2" y="13"/>
                  </a:cubicBezTo>
                  <a:cubicBezTo>
                    <a:pt x="2" y="7"/>
                    <a:pt x="7" y="2"/>
                    <a:pt x="13" y="2"/>
                  </a:cubicBezTo>
                  <a:cubicBezTo>
                    <a:pt x="95" y="2"/>
                    <a:pt x="95" y="2"/>
                    <a:pt x="95" y="2"/>
                  </a:cubicBezTo>
                  <a:cubicBezTo>
                    <a:pt x="101" y="2"/>
                    <a:pt x="106" y="7"/>
                    <a:pt x="106" y="13"/>
                  </a:cubicBezTo>
                  <a:cubicBezTo>
                    <a:pt x="106" y="156"/>
                    <a:pt x="106" y="156"/>
                    <a:pt x="106" y="156"/>
                  </a:cubicBezTo>
                  <a:cubicBezTo>
                    <a:pt x="108" y="156"/>
                    <a:pt x="108" y="156"/>
                    <a:pt x="108" y="156"/>
                  </a:cubicBezTo>
                  <a:cubicBezTo>
                    <a:pt x="108" y="13"/>
                    <a:pt x="108" y="13"/>
                    <a:pt x="108" y="13"/>
                  </a:cubicBezTo>
                  <a:cubicBezTo>
                    <a:pt x="108" y="6"/>
                    <a:pt x="103" y="0"/>
                    <a:pt x="95" y="0"/>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88" name="Google Shape;2288;p39">
              <a:extLst>
                <a:ext uri="{FF2B5EF4-FFF2-40B4-BE49-F238E27FC236}">
                  <a16:creationId xmlns:a16="http://schemas.microsoft.com/office/drawing/2014/main" id="{D72835D3-04BB-F4ED-4868-6DBD35CD6987}"/>
                </a:ext>
              </a:extLst>
            </p:cNvPr>
            <p:cNvSpPr/>
            <p:nvPr/>
          </p:nvSpPr>
          <p:spPr>
            <a:xfrm>
              <a:off x="3368676" y="2814275"/>
              <a:ext cx="196850" cy="68262"/>
            </a:xfrm>
            <a:custGeom>
              <a:avLst/>
              <a:gdLst/>
              <a:ahLst/>
              <a:cxnLst/>
              <a:rect l="l" t="t" r="r" b="b"/>
              <a:pathLst>
                <a:path w="124" h="43" extrusionOk="0">
                  <a:moveTo>
                    <a:pt x="2" y="0"/>
                  </a:moveTo>
                  <a:lnTo>
                    <a:pt x="0" y="0"/>
                  </a:lnTo>
                  <a:lnTo>
                    <a:pt x="0" y="43"/>
                  </a:lnTo>
                  <a:lnTo>
                    <a:pt x="2" y="43"/>
                  </a:lnTo>
                  <a:lnTo>
                    <a:pt x="2" y="0"/>
                  </a:lnTo>
                  <a:close/>
                  <a:moveTo>
                    <a:pt x="124" y="0"/>
                  </a:moveTo>
                  <a:lnTo>
                    <a:pt x="122" y="0"/>
                  </a:lnTo>
                  <a:lnTo>
                    <a:pt x="122" y="43"/>
                  </a:lnTo>
                  <a:lnTo>
                    <a:pt x="124" y="43"/>
                  </a:lnTo>
                  <a:lnTo>
                    <a:pt x="124" y="0"/>
                  </a:lnTo>
                  <a:close/>
                </a:path>
              </a:pathLst>
            </a:custGeom>
            <a:solidFill>
              <a:srgbClr val="BC45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89" name="Google Shape;2289;p39">
              <a:extLst>
                <a:ext uri="{FF2B5EF4-FFF2-40B4-BE49-F238E27FC236}">
                  <a16:creationId xmlns:a16="http://schemas.microsoft.com/office/drawing/2014/main" id="{4BD96CA2-E8F1-6B97-6B10-D1C6E2FE9132}"/>
                </a:ext>
              </a:extLst>
            </p:cNvPr>
            <p:cNvSpPr/>
            <p:nvPr/>
          </p:nvSpPr>
          <p:spPr>
            <a:xfrm>
              <a:off x="1379538" y="2530112"/>
              <a:ext cx="196850" cy="427037"/>
            </a:xfrm>
            <a:custGeom>
              <a:avLst/>
              <a:gdLst/>
              <a:ahLst/>
              <a:cxnLst/>
              <a:rect l="l" t="t" r="r" b="b"/>
              <a:pathLst>
                <a:path w="108" h="234" extrusionOk="0">
                  <a:moveTo>
                    <a:pt x="108" y="193"/>
                  </a:moveTo>
                  <a:cubicBezTo>
                    <a:pt x="106" y="193"/>
                    <a:pt x="106" y="193"/>
                    <a:pt x="106" y="193"/>
                  </a:cubicBezTo>
                  <a:cubicBezTo>
                    <a:pt x="106" y="221"/>
                    <a:pt x="106" y="221"/>
                    <a:pt x="106" y="221"/>
                  </a:cubicBezTo>
                  <a:cubicBezTo>
                    <a:pt x="106" y="227"/>
                    <a:pt x="101" y="232"/>
                    <a:pt x="95" y="232"/>
                  </a:cubicBezTo>
                  <a:cubicBezTo>
                    <a:pt x="13" y="232"/>
                    <a:pt x="13" y="232"/>
                    <a:pt x="13" y="232"/>
                  </a:cubicBezTo>
                  <a:cubicBezTo>
                    <a:pt x="7" y="232"/>
                    <a:pt x="2" y="227"/>
                    <a:pt x="2" y="221"/>
                  </a:cubicBezTo>
                  <a:cubicBezTo>
                    <a:pt x="2" y="193"/>
                    <a:pt x="2" y="193"/>
                    <a:pt x="2" y="193"/>
                  </a:cubicBezTo>
                  <a:cubicBezTo>
                    <a:pt x="0" y="193"/>
                    <a:pt x="0" y="193"/>
                    <a:pt x="0" y="193"/>
                  </a:cubicBezTo>
                  <a:cubicBezTo>
                    <a:pt x="0" y="221"/>
                    <a:pt x="0" y="221"/>
                    <a:pt x="0" y="221"/>
                  </a:cubicBezTo>
                  <a:cubicBezTo>
                    <a:pt x="0" y="228"/>
                    <a:pt x="6" y="234"/>
                    <a:pt x="13" y="234"/>
                  </a:cubicBezTo>
                  <a:cubicBezTo>
                    <a:pt x="95" y="234"/>
                    <a:pt x="95" y="234"/>
                    <a:pt x="95" y="234"/>
                  </a:cubicBezTo>
                  <a:cubicBezTo>
                    <a:pt x="103" y="234"/>
                    <a:pt x="108" y="228"/>
                    <a:pt x="108" y="221"/>
                  </a:cubicBezTo>
                  <a:cubicBezTo>
                    <a:pt x="108" y="193"/>
                    <a:pt x="108" y="193"/>
                    <a:pt x="108" y="193"/>
                  </a:cubicBezTo>
                  <a:moveTo>
                    <a:pt x="95" y="0"/>
                  </a:moveTo>
                  <a:cubicBezTo>
                    <a:pt x="13" y="0"/>
                    <a:pt x="13" y="0"/>
                    <a:pt x="13" y="0"/>
                  </a:cubicBezTo>
                  <a:cubicBezTo>
                    <a:pt x="6" y="0"/>
                    <a:pt x="0" y="6"/>
                    <a:pt x="0" y="13"/>
                  </a:cubicBezTo>
                  <a:cubicBezTo>
                    <a:pt x="0" y="156"/>
                    <a:pt x="0" y="156"/>
                    <a:pt x="0" y="156"/>
                  </a:cubicBezTo>
                  <a:cubicBezTo>
                    <a:pt x="2" y="156"/>
                    <a:pt x="2" y="156"/>
                    <a:pt x="2" y="156"/>
                  </a:cubicBezTo>
                  <a:cubicBezTo>
                    <a:pt x="2" y="13"/>
                    <a:pt x="2" y="13"/>
                    <a:pt x="2" y="13"/>
                  </a:cubicBezTo>
                  <a:cubicBezTo>
                    <a:pt x="2" y="7"/>
                    <a:pt x="7" y="2"/>
                    <a:pt x="13" y="2"/>
                  </a:cubicBezTo>
                  <a:cubicBezTo>
                    <a:pt x="95" y="2"/>
                    <a:pt x="95" y="2"/>
                    <a:pt x="95" y="2"/>
                  </a:cubicBezTo>
                  <a:cubicBezTo>
                    <a:pt x="101" y="2"/>
                    <a:pt x="106" y="7"/>
                    <a:pt x="106" y="13"/>
                  </a:cubicBezTo>
                  <a:cubicBezTo>
                    <a:pt x="106" y="156"/>
                    <a:pt x="106" y="156"/>
                    <a:pt x="106" y="156"/>
                  </a:cubicBezTo>
                  <a:cubicBezTo>
                    <a:pt x="108" y="156"/>
                    <a:pt x="108" y="156"/>
                    <a:pt x="108" y="156"/>
                  </a:cubicBezTo>
                  <a:cubicBezTo>
                    <a:pt x="108" y="13"/>
                    <a:pt x="108" y="13"/>
                    <a:pt x="108" y="13"/>
                  </a:cubicBezTo>
                  <a:cubicBezTo>
                    <a:pt x="108" y="6"/>
                    <a:pt x="103" y="0"/>
                    <a:pt x="95" y="0"/>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0" name="Google Shape;2290;p39">
              <a:extLst>
                <a:ext uri="{FF2B5EF4-FFF2-40B4-BE49-F238E27FC236}">
                  <a16:creationId xmlns:a16="http://schemas.microsoft.com/office/drawing/2014/main" id="{F7DB7D72-BBDC-D86B-044D-7517BA36EBC2}"/>
                </a:ext>
              </a:extLst>
            </p:cNvPr>
            <p:cNvSpPr/>
            <p:nvPr/>
          </p:nvSpPr>
          <p:spPr>
            <a:xfrm>
              <a:off x="1379538" y="2814275"/>
              <a:ext cx="196850" cy="68262"/>
            </a:xfrm>
            <a:custGeom>
              <a:avLst/>
              <a:gdLst/>
              <a:ahLst/>
              <a:cxnLst/>
              <a:rect l="l" t="t" r="r" b="b"/>
              <a:pathLst>
                <a:path w="124" h="43" extrusionOk="0">
                  <a:moveTo>
                    <a:pt x="2" y="0"/>
                  </a:moveTo>
                  <a:lnTo>
                    <a:pt x="0" y="0"/>
                  </a:lnTo>
                  <a:lnTo>
                    <a:pt x="0" y="43"/>
                  </a:lnTo>
                  <a:lnTo>
                    <a:pt x="2" y="43"/>
                  </a:lnTo>
                  <a:lnTo>
                    <a:pt x="2" y="0"/>
                  </a:lnTo>
                  <a:close/>
                  <a:moveTo>
                    <a:pt x="124" y="0"/>
                  </a:moveTo>
                  <a:lnTo>
                    <a:pt x="122" y="0"/>
                  </a:lnTo>
                  <a:lnTo>
                    <a:pt x="122" y="43"/>
                  </a:lnTo>
                  <a:lnTo>
                    <a:pt x="124" y="43"/>
                  </a:lnTo>
                  <a:lnTo>
                    <a:pt x="124" y="0"/>
                  </a:lnTo>
                  <a:close/>
                </a:path>
              </a:pathLst>
            </a:custGeom>
            <a:solidFill>
              <a:srgbClr val="BC45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1" name="Google Shape;2291;p39">
              <a:extLst>
                <a:ext uri="{FF2B5EF4-FFF2-40B4-BE49-F238E27FC236}">
                  <a16:creationId xmlns:a16="http://schemas.microsoft.com/office/drawing/2014/main" id="{99772A0A-363C-A9D7-4F21-246A4E79F795}"/>
                </a:ext>
              </a:extLst>
            </p:cNvPr>
            <p:cNvSpPr/>
            <p:nvPr/>
          </p:nvSpPr>
          <p:spPr>
            <a:xfrm>
              <a:off x="3416301" y="2606312"/>
              <a:ext cx="101600" cy="177800"/>
            </a:xfrm>
            <a:custGeom>
              <a:avLst/>
              <a:gdLst/>
              <a:ahLst/>
              <a:cxnLst/>
              <a:rect l="l" t="t" r="r" b="b"/>
              <a:pathLst>
                <a:path w="56" h="97" extrusionOk="0">
                  <a:moveTo>
                    <a:pt x="56" y="71"/>
                  </a:moveTo>
                  <a:cubicBezTo>
                    <a:pt x="56" y="86"/>
                    <a:pt x="45" y="97"/>
                    <a:pt x="31" y="97"/>
                  </a:cubicBezTo>
                  <a:cubicBezTo>
                    <a:pt x="26" y="97"/>
                    <a:pt x="26" y="97"/>
                    <a:pt x="26" y="97"/>
                  </a:cubicBezTo>
                  <a:cubicBezTo>
                    <a:pt x="12" y="97"/>
                    <a:pt x="0" y="86"/>
                    <a:pt x="0" y="71"/>
                  </a:cubicBezTo>
                  <a:cubicBezTo>
                    <a:pt x="0" y="25"/>
                    <a:pt x="0" y="25"/>
                    <a:pt x="0" y="25"/>
                  </a:cubicBezTo>
                  <a:cubicBezTo>
                    <a:pt x="0" y="11"/>
                    <a:pt x="12" y="0"/>
                    <a:pt x="26" y="0"/>
                  </a:cubicBezTo>
                  <a:cubicBezTo>
                    <a:pt x="31" y="0"/>
                    <a:pt x="31" y="0"/>
                    <a:pt x="31" y="0"/>
                  </a:cubicBezTo>
                  <a:cubicBezTo>
                    <a:pt x="45" y="0"/>
                    <a:pt x="56" y="11"/>
                    <a:pt x="56" y="25"/>
                  </a:cubicBezTo>
                  <a:lnTo>
                    <a:pt x="56" y="7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2" name="Google Shape;2292;p39">
              <a:extLst>
                <a:ext uri="{FF2B5EF4-FFF2-40B4-BE49-F238E27FC236}">
                  <a16:creationId xmlns:a16="http://schemas.microsoft.com/office/drawing/2014/main" id="{1B7CB8A2-2A75-107E-A7E0-AF49261B58BE}"/>
                </a:ext>
              </a:extLst>
            </p:cNvPr>
            <p:cNvSpPr/>
            <p:nvPr/>
          </p:nvSpPr>
          <p:spPr>
            <a:xfrm>
              <a:off x="1427163" y="2606312"/>
              <a:ext cx="101600" cy="177800"/>
            </a:xfrm>
            <a:custGeom>
              <a:avLst/>
              <a:gdLst/>
              <a:ahLst/>
              <a:cxnLst/>
              <a:rect l="l" t="t" r="r" b="b"/>
              <a:pathLst>
                <a:path w="56" h="97" extrusionOk="0">
                  <a:moveTo>
                    <a:pt x="56" y="71"/>
                  </a:moveTo>
                  <a:cubicBezTo>
                    <a:pt x="56" y="86"/>
                    <a:pt x="45" y="97"/>
                    <a:pt x="31" y="97"/>
                  </a:cubicBezTo>
                  <a:cubicBezTo>
                    <a:pt x="26" y="97"/>
                    <a:pt x="26" y="97"/>
                    <a:pt x="26" y="97"/>
                  </a:cubicBezTo>
                  <a:cubicBezTo>
                    <a:pt x="12" y="97"/>
                    <a:pt x="0" y="86"/>
                    <a:pt x="0" y="71"/>
                  </a:cubicBezTo>
                  <a:cubicBezTo>
                    <a:pt x="0" y="25"/>
                    <a:pt x="0" y="25"/>
                    <a:pt x="0" y="25"/>
                  </a:cubicBezTo>
                  <a:cubicBezTo>
                    <a:pt x="0" y="11"/>
                    <a:pt x="12" y="0"/>
                    <a:pt x="26" y="0"/>
                  </a:cubicBezTo>
                  <a:cubicBezTo>
                    <a:pt x="31" y="0"/>
                    <a:pt x="31" y="0"/>
                    <a:pt x="31" y="0"/>
                  </a:cubicBezTo>
                  <a:cubicBezTo>
                    <a:pt x="45" y="0"/>
                    <a:pt x="56" y="11"/>
                    <a:pt x="56" y="25"/>
                  </a:cubicBezTo>
                  <a:lnTo>
                    <a:pt x="56" y="7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3" name="Google Shape;2293;p39">
              <a:extLst>
                <a:ext uri="{FF2B5EF4-FFF2-40B4-BE49-F238E27FC236}">
                  <a16:creationId xmlns:a16="http://schemas.microsoft.com/office/drawing/2014/main" id="{07CE7EFF-6382-A81D-8C95-6CA9988CD7BF}"/>
                </a:ext>
              </a:extLst>
            </p:cNvPr>
            <p:cNvSpPr/>
            <p:nvPr/>
          </p:nvSpPr>
          <p:spPr>
            <a:xfrm>
              <a:off x="1241426" y="2652350"/>
              <a:ext cx="111125" cy="6350"/>
            </a:xfrm>
            <a:custGeom>
              <a:avLst/>
              <a:gdLst/>
              <a:ahLst/>
              <a:cxnLst/>
              <a:rect l="l" t="t" r="r" b="b"/>
              <a:pathLst>
                <a:path w="60" h="4" extrusionOk="0">
                  <a:moveTo>
                    <a:pt x="60" y="2"/>
                  </a:moveTo>
                  <a:cubicBezTo>
                    <a:pt x="60" y="3"/>
                    <a:pt x="60" y="4"/>
                    <a:pt x="59" y="4"/>
                  </a:cubicBezTo>
                  <a:cubicBezTo>
                    <a:pt x="2" y="4"/>
                    <a:pt x="2" y="4"/>
                    <a:pt x="2" y="4"/>
                  </a:cubicBezTo>
                  <a:cubicBezTo>
                    <a:pt x="1" y="4"/>
                    <a:pt x="0" y="3"/>
                    <a:pt x="0" y="2"/>
                  </a:cubicBezTo>
                  <a:cubicBezTo>
                    <a:pt x="0" y="1"/>
                    <a:pt x="1" y="0"/>
                    <a:pt x="2" y="0"/>
                  </a:cubicBezTo>
                  <a:cubicBezTo>
                    <a:pt x="59" y="0"/>
                    <a:pt x="59" y="0"/>
                    <a:pt x="59" y="0"/>
                  </a:cubicBezTo>
                  <a:cubicBezTo>
                    <a:pt x="60" y="0"/>
                    <a:pt x="60" y="1"/>
                    <a:pt x="60"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4" name="Google Shape;2294;p39">
              <a:extLst>
                <a:ext uri="{FF2B5EF4-FFF2-40B4-BE49-F238E27FC236}">
                  <a16:creationId xmlns:a16="http://schemas.microsoft.com/office/drawing/2014/main" id="{B068F3E1-0B51-350F-C80D-4D697B449CA6}"/>
                </a:ext>
              </a:extLst>
            </p:cNvPr>
            <p:cNvSpPr/>
            <p:nvPr/>
          </p:nvSpPr>
          <p:spPr>
            <a:xfrm>
              <a:off x="1241426" y="2677750"/>
              <a:ext cx="111125" cy="7937"/>
            </a:xfrm>
            <a:custGeom>
              <a:avLst/>
              <a:gdLst/>
              <a:ahLst/>
              <a:cxnLst/>
              <a:rect l="l" t="t" r="r" b="b"/>
              <a:pathLst>
                <a:path w="60" h="4" extrusionOk="0">
                  <a:moveTo>
                    <a:pt x="60" y="2"/>
                  </a:moveTo>
                  <a:cubicBezTo>
                    <a:pt x="60" y="3"/>
                    <a:pt x="60" y="4"/>
                    <a:pt x="59" y="4"/>
                  </a:cubicBezTo>
                  <a:cubicBezTo>
                    <a:pt x="2" y="4"/>
                    <a:pt x="2" y="4"/>
                    <a:pt x="2" y="4"/>
                  </a:cubicBezTo>
                  <a:cubicBezTo>
                    <a:pt x="1" y="4"/>
                    <a:pt x="0" y="3"/>
                    <a:pt x="0" y="2"/>
                  </a:cubicBezTo>
                  <a:cubicBezTo>
                    <a:pt x="0" y="1"/>
                    <a:pt x="1" y="0"/>
                    <a:pt x="2" y="0"/>
                  </a:cubicBezTo>
                  <a:cubicBezTo>
                    <a:pt x="59" y="0"/>
                    <a:pt x="59" y="0"/>
                    <a:pt x="59" y="0"/>
                  </a:cubicBezTo>
                  <a:cubicBezTo>
                    <a:pt x="60" y="0"/>
                    <a:pt x="60" y="1"/>
                    <a:pt x="60"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5" name="Google Shape;2295;p39">
              <a:extLst>
                <a:ext uri="{FF2B5EF4-FFF2-40B4-BE49-F238E27FC236}">
                  <a16:creationId xmlns:a16="http://schemas.microsoft.com/office/drawing/2014/main" id="{8D81FFC2-B728-ED60-AA72-746C8AF9D4A2}"/>
                </a:ext>
              </a:extLst>
            </p:cNvPr>
            <p:cNvSpPr/>
            <p:nvPr/>
          </p:nvSpPr>
          <p:spPr>
            <a:xfrm>
              <a:off x="1241426" y="2704737"/>
              <a:ext cx="111125" cy="6350"/>
            </a:xfrm>
            <a:custGeom>
              <a:avLst/>
              <a:gdLst/>
              <a:ahLst/>
              <a:cxnLst/>
              <a:rect l="l" t="t" r="r" b="b"/>
              <a:pathLst>
                <a:path w="60" h="3" extrusionOk="0">
                  <a:moveTo>
                    <a:pt x="60" y="1"/>
                  </a:moveTo>
                  <a:cubicBezTo>
                    <a:pt x="60" y="2"/>
                    <a:pt x="60" y="3"/>
                    <a:pt x="59" y="3"/>
                  </a:cubicBezTo>
                  <a:cubicBezTo>
                    <a:pt x="2" y="3"/>
                    <a:pt x="2" y="3"/>
                    <a:pt x="2" y="3"/>
                  </a:cubicBezTo>
                  <a:cubicBezTo>
                    <a:pt x="1" y="3"/>
                    <a:pt x="0" y="2"/>
                    <a:pt x="0" y="1"/>
                  </a:cubicBezTo>
                  <a:cubicBezTo>
                    <a:pt x="0" y="0"/>
                    <a:pt x="1" y="0"/>
                    <a:pt x="2" y="0"/>
                  </a:cubicBezTo>
                  <a:cubicBezTo>
                    <a:pt x="59" y="0"/>
                    <a:pt x="59" y="0"/>
                    <a:pt x="59" y="0"/>
                  </a:cubicBezTo>
                  <a:cubicBezTo>
                    <a:pt x="60" y="0"/>
                    <a:pt x="60" y="0"/>
                    <a:pt x="60" y="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6" name="Google Shape;2296;p39">
              <a:extLst>
                <a:ext uri="{FF2B5EF4-FFF2-40B4-BE49-F238E27FC236}">
                  <a16:creationId xmlns:a16="http://schemas.microsoft.com/office/drawing/2014/main" id="{152109B3-CFB4-E45D-536F-0F3C6D770169}"/>
                </a:ext>
              </a:extLst>
            </p:cNvPr>
            <p:cNvSpPr/>
            <p:nvPr/>
          </p:nvSpPr>
          <p:spPr>
            <a:xfrm>
              <a:off x="1241426" y="2730137"/>
              <a:ext cx="111125" cy="6350"/>
            </a:xfrm>
            <a:custGeom>
              <a:avLst/>
              <a:gdLst/>
              <a:ahLst/>
              <a:cxnLst/>
              <a:rect l="l" t="t" r="r" b="b"/>
              <a:pathLst>
                <a:path w="60" h="3" extrusionOk="0">
                  <a:moveTo>
                    <a:pt x="60" y="2"/>
                  </a:moveTo>
                  <a:cubicBezTo>
                    <a:pt x="60" y="2"/>
                    <a:pt x="60" y="3"/>
                    <a:pt x="59" y="3"/>
                  </a:cubicBezTo>
                  <a:cubicBezTo>
                    <a:pt x="2" y="3"/>
                    <a:pt x="2" y="3"/>
                    <a:pt x="2" y="3"/>
                  </a:cubicBezTo>
                  <a:cubicBezTo>
                    <a:pt x="1" y="3"/>
                    <a:pt x="0" y="2"/>
                    <a:pt x="0" y="2"/>
                  </a:cubicBezTo>
                  <a:cubicBezTo>
                    <a:pt x="0" y="1"/>
                    <a:pt x="1" y="0"/>
                    <a:pt x="2" y="0"/>
                  </a:cubicBezTo>
                  <a:cubicBezTo>
                    <a:pt x="59" y="0"/>
                    <a:pt x="59" y="0"/>
                    <a:pt x="59" y="0"/>
                  </a:cubicBezTo>
                  <a:cubicBezTo>
                    <a:pt x="60" y="0"/>
                    <a:pt x="60" y="1"/>
                    <a:pt x="60"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7" name="Google Shape;2297;p39">
              <a:extLst>
                <a:ext uri="{FF2B5EF4-FFF2-40B4-BE49-F238E27FC236}">
                  <a16:creationId xmlns:a16="http://schemas.microsoft.com/office/drawing/2014/main" id="{C57C7555-9DA4-DD3D-3307-A5104AD6B336}"/>
                </a:ext>
              </a:extLst>
            </p:cNvPr>
            <p:cNvSpPr/>
            <p:nvPr/>
          </p:nvSpPr>
          <p:spPr>
            <a:xfrm>
              <a:off x="1671638" y="2622187"/>
              <a:ext cx="1601788" cy="161925"/>
            </a:xfrm>
            <a:custGeom>
              <a:avLst/>
              <a:gdLst/>
              <a:ahLst/>
              <a:cxnLst/>
              <a:rect l="l" t="t" r="r" b="b"/>
              <a:pathLst>
                <a:path w="875" h="88" extrusionOk="0">
                  <a:moveTo>
                    <a:pt x="0" y="76"/>
                  </a:moveTo>
                  <a:cubicBezTo>
                    <a:pt x="0" y="83"/>
                    <a:pt x="6" y="88"/>
                    <a:pt x="12" y="88"/>
                  </a:cubicBezTo>
                  <a:cubicBezTo>
                    <a:pt x="863" y="88"/>
                    <a:pt x="863" y="88"/>
                    <a:pt x="863" y="88"/>
                  </a:cubicBezTo>
                  <a:cubicBezTo>
                    <a:pt x="870" y="88"/>
                    <a:pt x="875" y="83"/>
                    <a:pt x="875" y="76"/>
                  </a:cubicBezTo>
                  <a:cubicBezTo>
                    <a:pt x="875" y="12"/>
                    <a:pt x="875" y="12"/>
                    <a:pt x="875" y="12"/>
                  </a:cubicBezTo>
                  <a:cubicBezTo>
                    <a:pt x="875" y="5"/>
                    <a:pt x="870" y="0"/>
                    <a:pt x="863" y="0"/>
                  </a:cubicBezTo>
                  <a:cubicBezTo>
                    <a:pt x="12" y="0"/>
                    <a:pt x="12" y="0"/>
                    <a:pt x="12" y="0"/>
                  </a:cubicBezTo>
                  <a:cubicBezTo>
                    <a:pt x="6" y="0"/>
                    <a:pt x="0" y="5"/>
                    <a:pt x="0" y="12"/>
                  </a:cubicBezTo>
                  <a:cubicBezTo>
                    <a:pt x="0" y="76"/>
                    <a:pt x="0" y="76"/>
                    <a:pt x="0" y="76"/>
                  </a:cubicBezTo>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8" name="Google Shape;2298;p39">
              <a:extLst>
                <a:ext uri="{FF2B5EF4-FFF2-40B4-BE49-F238E27FC236}">
                  <a16:creationId xmlns:a16="http://schemas.microsoft.com/office/drawing/2014/main" id="{CCFEF176-4F45-8E8B-BD45-DF906DEFDB3F}"/>
                </a:ext>
              </a:extLst>
            </p:cNvPr>
            <p:cNvSpPr/>
            <p:nvPr/>
          </p:nvSpPr>
          <p:spPr>
            <a:xfrm>
              <a:off x="1892300" y="2622288"/>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9" name="Google Shape;2299;p39">
              <a:extLst>
                <a:ext uri="{FF2B5EF4-FFF2-40B4-BE49-F238E27FC236}">
                  <a16:creationId xmlns:a16="http://schemas.microsoft.com/office/drawing/2014/main" id="{8F8D856E-D152-793D-2E1D-74800CA6D711}"/>
                </a:ext>
              </a:extLst>
            </p:cNvPr>
            <p:cNvSpPr/>
            <p:nvPr/>
          </p:nvSpPr>
          <p:spPr>
            <a:xfrm>
              <a:off x="1892300" y="2622288"/>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0" name="Google Shape;2300;p39">
              <a:extLst>
                <a:ext uri="{FF2B5EF4-FFF2-40B4-BE49-F238E27FC236}">
                  <a16:creationId xmlns:a16="http://schemas.microsoft.com/office/drawing/2014/main" id="{2B7CAC31-CF04-F733-5504-9E366B40750B}"/>
                </a:ext>
              </a:extLst>
            </p:cNvPr>
            <p:cNvSpPr/>
            <p:nvPr/>
          </p:nvSpPr>
          <p:spPr>
            <a:xfrm>
              <a:off x="2122490" y="2622288"/>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1" name="Google Shape;2301;p39">
              <a:extLst>
                <a:ext uri="{FF2B5EF4-FFF2-40B4-BE49-F238E27FC236}">
                  <a16:creationId xmlns:a16="http://schemas.microsoft.com/office/drawing/2014/main" id="{E0D8A87C-3453-D57B-22A8-661793F5CCE5}"/>
                </a:ext>
              </a:extLst>
            </p:cNvPr>
            <p:cNvSpPr/>
            <p:nvPr/>
          </p:nvSpPr>
          <p:spPr>
            <a:xfrm>
              <a:off x="2122490" y="2622288"/>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2" name="Google Shape;2302;p39">
              <a:extLst>
                <a:ext uri="{FF2B5EF4-FFF2-40B4-BE49-F238E27FC236}">
                  <a16:creationId xmlns:a16="http://schemas.microsoft.com/office/drawing/2014/main" id="{375729CB-B32F-456B-6E63-FD2A1AC1F50C}"/>
                </a:ext>
              </a:extLst>
            </p:cNvPr>
            <p:cNvSpPr/>
            <p:nvPr/>
          </p:nvSpPr>
          <p:spPr>
            <a:xfrm>
              <a:off x="2351092" y="2622288"/>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3" name="Google Shape;2303;p39">
              <a:extLst>
                <a:ext uri="{FF2B5EF4-FFF2-40B4-BE49-F238E27FC236}">
                  <a16:creationId xmlns:a16="http://schemas.microsoft.com/office/drawing/2014/main" id="{FD477359-8841-F8A2-9485-D3B4B6BB591B}"/>
                </a:ext>
              </a:extLst>
            </p:cNvPr>
            <p:cNvSpPr/>
            <p:nvPr/>
          </p:nvSpPr>
          <p:spPr>
            <a:xfrm>
              <a:off x="2351092" y="2622288"/>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4" name="Google Shape;2304;p39">
              <a:extLst>
                <a:ext uri="{FF2B5EF4-FFF2-40B4-BE49-F238E27FC236}">
                  <a16:creationId xmlns:a16="http://schemas.microsoft.com/office/drawing/2014/main" id="{11D55C7A-3505-846B-2DBF-7846CB768C71}"/>
                </a:ext>
              </a:extLst>
            </p:cNvPr>
            <p:cNvSpPr/>
            <p:nvPr/>
          </p:nvSpPr>
          <p:spPr>
            <a:xfrm>
              <a:off x="2581283" y="2622288"/>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5" name="Google Shape;2305;p39">
              <a:extLst>
                <a:ext uri="{FF2B5EF4-FFF2-40B4-BE49-F238E27FC236}">
                  <a16:creationId xmlns:a16="http://schemas.microsoft.com/office/drawing/2014/main" id="{5862F67C-44F0-F604-C41D-1A03F3FF008B}"/>
                </a:ext>
              </a:extLst>
            </p:cNvPr>
            <p:cNvSpPr/>
            <p:nvPr/>
          </p:nvSpPr>
          <p:spPr>
            <a:xfrm>
              <a:off x="2581283" y="2622288"/>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6" name="Google Shape;2306;p39">
              <a:extLst>
                <a:ext uri="{FF2B5EF4-FFF2-40B4-BE49-F238E27FC236}">
                  <a16:creationId xmlns:a16="http://schemas.microsoft.com/office/drawing/2014/main" id="{41A99A0A-FB7F-33E4-2A59-98C3A80DC629}"/>
                </a:ext>
              </a:extLst>
            </p:cNvPr>
            <p:cNvSpPr/>
            <p:nvPr/>
          </p:nvSpPr>
          <p:spPr>
            <a:xfrm>
              <a:off x="2811472" y="2622288"/>
              <a:ext cx="144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7" name="Google Shape;2307;p39">
              <a:extLst>
                <a:ext uri="{FF2B5EF4-FFF2-40B4-BE49-F238E27FC236}">
                  <a16:creationId xmlns:a16="http://schemas.microsoft.com/office/drawing/2014/main" id="{B4D3015F-C734-D337-5EB5-42CBF8528692}"/>
                </a:ext>
              </a:extLst>
            </p:cNvPr>
            <p:cNvSpPr/>
            <p:nvPr/>
          </p:nvSpPr>
          <p:spPr>
            <a:xfrm>
              <a:off x="2811472" y="2622288"/>
              <a:ext cx="144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8" name="Google Shape;2308;p39">
              <a:extLst>
                <a:ext uri="{FF2B5EF4-FFF2-40B4-BE49-F238E27FC236}">
                  <a16:creationId xmlns:a16="http://schemas.microsoft.com/office/drawing/2014/main" id="{544C934E-410B-9A0A-96C2-0379BF63EA83}"/>
                </a:ext>
              </a:extLst>
            </p:cNvPr>
            <p:cNvSpPr/>
            <p:nvPr/>
          </p:nvSpPr>
          <p:spPr>
            <a:xfrm>
              <a:off x="3043250" y="2622288"/>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9" name="Google Shape;2309;p39">
              <a:extLst>
                <a:ext uri="{FF2B5EF4-FFF2-40B4-BE49-F238E27FC236}">
                  <a16:creationId xmlns:a16="http://schemas.microsoft.com/office/drawing/2014/main" id="{53B3B733-4C4E-427F-816B-E3B3AF321EF7}"/>
                </a:ext>
              </a:extLst>
            </p:cNvPr>
            <p:cNvSpPr/>
            <p:nvPr/>
          </p:nvSpPr>
          <p:spPr>
            <a:xfrm>
              <a:off x="3043250" y="2622288"/>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0" name="Google Shape;2310;p39">
              <a:extLst>
                <a:ext uri="{FF2B5EF4-FFF2-40B4-BE49-F238E27FC236}">
                  <a16:creationId xmlns:a16="http://schemas.microsoft.com/office/drawing/2014/main" id="{C27C869B-EF2D-99E7-4B75-3BE6C361C5D2}"/>
                </a:ext>
              </a:extLst>
            </p:cNvPr>
            <p:cNvSpPr/>
            <p:nvPr/>
          </p:nvSpPr>
          <p:spPr>
            <a:xfrm>
              <a:off x="3587751" y="2630125"/>
              <a:ext cx="57300" cy="840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1" name="Google Shape;2311;p39">
              <a:extLst>
                <a:ext uri="{FF2B5EF4-FFF2-40B4-BE49-F238E27FC236}">
                  <a16:creationId xmlns:a16="http://schemas.microsoft.com/office/drawing/2014/main" id="{96525138-A23B-8B9B-EB7E-0F23BC3C07FE}"/>
                </a:ext>
              </a:extLst>
            </p:cNvPr>
            <p:cNvSpPr/>
            <p:nvPr/>
          </p:nvSpPr>
          <p:spPr>
            <a:xfrm>
              <a:off x="3789363" y="2498362"/>
              <a:ext cx="3582988" cy="565150"/>
            </a:xfrm>
            <a:custGeom>
              <a:avLst/>
              <a:gdLst/>
              <a:ahLst/>
              <a:cxnLst/>
              <a:rect l="l" t="t" r="r" b="b"/>
              <a:pathLst>
                <a:path w="1958" h="309" extrusionOk="0">
                  <a:moveTo>
                    <a:pt x="1801" y="309"/>
                  </a:moveTo>
                  <a:cubicBezTo>
                    <a:pt x="18" y="309"/>
                    <a:pt x="18" y="309"/>
                    <a:pt x="18" y="309"/>
                  </a:cubicBezTo>
                  <a:cubicBezTo>
                    <a:pt x="8" y="309"/>
                    <a:pt x="0" y="301"/>
                    <a:pt x="0" y="291"/>
                  </a:cubicBezTo>
                  <a:cubicBezTo>
                    <a:pt x="0" y="17"/>
                    <a:pt x="0" y="17"/>
                    <a:pt x="0" y="17"/>
                  </a:cubicBezTo>
                  <a:cubicBezTo>
                    <a:pt x="0" y="8"/>
                    <a:pt x="8" y="0"/>
                    <a:pt x="18" y="0"/>
                  </a:cubicBezTo>
                  <a:cubicBezTo>
                    <a:pt x="1376" y="0"/>
                    <a:pt x="1376" y="0"/>
                    <a:pt x="1376" y="0"/>
                  </a:cubicBezTo>
                  <a:cubicBezTo>
                    <a:pt x="1528" y="0"/>
                    <a:pt x="1706" y="45"/>
                    <a:pt x="1811" y="115"/>
                  </a:cubicBezTo>
                  <a:cubicBezTo>
                    <a:pt x="1916" y="184"/>
                    <a:pt x="1955" y="230"/>
                    <a:pt x="1955" y="240"/>
                  </a:cubicBezTo>
                  <a:cubicBezTo>
                    <a:pt x="1955" y="249"/>
                    <a:pt x="1958" y="264"/>
                    <a:pt x="1930" y="276"/>
                  </a:cubicBezTo>
                  <a:cubicBezTo>
                    <a:pt x="1903" y="288"/>
                    <a:pt x="1885" y="290"/>
                    <a:pt x="1885" y="290"/>
                  </a:cubicBezTo>
                  <a:cubicBezTo>
                    <a:pt x="1885" y="309"/>
                    <a:pt x="1885" y="309"/>
                    <a:pt x="1885" y="309"/>
                  </a:cubicBezTo>
                  <a:cubicBezTo>
                    <a:pt x="1801" y="309"/>
                    <a:pt x="1801" y="309"/>
                    <a:pt x="1801" y="309"/>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2" name="Google Shape;2312;p39">
              <a:extLst>
                <a:ext uri="{FF2B5EF4-FFF2-40B4-BE49-F238E27FC236}">
                  <a16:creationId xmlns:a16="http://schemas.microsoft.com/office/drawing/2014/main" id="{7F6DE3BA-EE41-31CD-A5E2-E73C25E60416}"/>
                </a:ext>
              </a:extLst>
            </p:cNvPr>
            <p:cNvSpPr/>
            <p:nvPr/>
          </p:nvSpPr>
          <p:spPr>
            <a:xfrm>
              <a:off x="4368801" y="2990487"/>
              <a:ext cx="1373188" cy="73025"/>
            </a:xfrm>
            <a:custGeom>
              <a:avLst/>
              <a:gdLst/>
              <a:ahLst/>
              <a:cxnLst/>
              <a:rect l="l" t="t" r="r" b="b"/>
              <a:pathLst>
                <a:path w="750" h="40" extrusionOk="0">
                  <a:moveTo>
                    <a:pt x="750" y="40"/>
                  </a:moveTo>
                  <a:cubicBezTo>
                    <a:pt x="750" y="20"/>
                    <a:pt x="750" y="20"/>
                    <a:pt x="750" y="20"/>
                  </a:cubicBezTo>
                  <a:cubicBezTo>
                    <a:pt x="750" y="9"/>
                    <a:pt x="741" y="0"/>
                    <a:pt x="730" y="0"/>
                  </a:cubicBezTo>
                  <a:cubicBezTo>
                    <a:pt x="21" y="0"/>
                    <a:pt x="21" y="0"/>
                    <a:pt x="21" y="0"/>
                  </a:cubicBezTo>
                  <a:cubicBezTo>
                    <a:pt x="10" y="0"/>
                    <a:pt x="0" y="9"/>
                    <a:pt x="0" y="20"/>
                  </a:cubicBezTo>
                  <a:cubicBezTo>
                    <a:pt x="0" y="40"/>
                    <a:pt x="0" y="40"/>
                    <a:pt x="0" y="40"/>
                  </a:cubicBezTo>
                  <a:lnTo>
                    <a:pt x="750" y="4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3" name="Google Shape;2313;p39">
              <a:extLst>
                <a:ext uri="{FF2B5EF4-FFF2-40B4-BE49-F238E27FC236}">
                  <a16:creationId xmlns:a16="http://schemas.microsoft.com/office/drawing/2014/main" id="{4D5F0539-63CD-755E-23BC-A018327568FB}"/>
                </a:ext>
              </a:extLst>
            </p:cNvPr>
            <p:cNvSpPr/>
            <p:nvPr/>
          </p:nvSpPr>
          <p:spPr>
            <a:xfrm>
              <a:off x="3789363" y="2814275"/>
              <a:ext cx="3581398" cy="176212"/>
            </a:xfrm>
            <a:custGeom>
              <a:avLst/>
              <a:gdLst/>
              <a:ahLst/>
              <a:cxnLst/>
              <a:rect l="l" t="t" r="r" b="b"/>
              <a:pathLst>
                <a:path w="1957" h="96" extrusionOk="0">
                  <a:moveTo>
                    <a:pt x="0" y="0"/>
                  </a:moveTo>
                  <a:cubicBezTo>
                    <a:pt x="0" y="37"/>
                    <a:pt x="0" y="37"/>
                    <a:pt x="0" y="37"/>
                  </a:cubicBezTo>
                  <a:cubicBezTo>
                    <a:pt x="1363" y="37"/>
                    <a:pt x="1363" y="37"/>
                    <a:pt x="1363" y="37"/>
                  </a:cubicBezTo>
                  <a:cubicBezTo>
                    <a:pt x="1536" y="37"/>
                    <a:pt x="1714" y="37"/>
                    <a:pt x="1943" y="96"/>
                  </a:cubicBezTo>
                  <a:cubicBezTo>
                    <a:pt x="1957" y="86"/>
                    <a:pt x="1955" y="74"/>
                    <a:pt x="1955" y="67"/>
                  </a:cubicBezTo>
                  <a:cubicBezTo>
                    <a:pt x="1955" y="66"/>
                    <a:pt x="1955" y="64"/>
                    <a:pt x="1953" y="61"/>
                  </a:cubicBezTo>
                  <a:cubicBezTo>
                    <a:pt x="1719" y="0"/>
                    <a:pt x="1538" y="0"/>
                    <a:pt x="1363" y="0"/>
                  </a:cubicBezTo>
                  <a:cubicBezTo>
                    <a:pt x="0" y="0"/>
                    <a:pt x="0" y="0"/>
                    <a:pt x="0" y="0"/>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4" name="Google Shape;2314;p39">
              <a:extLst>
                <a:ext uri="{FF2B5EF4-FFF2-40B4-BE49-F238E27FC236}">
                  <a16:creationId xmlns:a16="http://schemas.microsoft.com/office/drawing/2014/main" id="{8D1A8C2F-DBC2-5163-41BF-D3BE05D6D539}"/>
                </a:ext>
              </a:extLst>
            </p:cNvPr>
            <p:cNvSpPr/>
            <p:nvPr/>
          </p:nvSpPr>
          <p:spPr>
            <a:xfrm>
              <a:off x="6218238" y="2626950"/>
              <a:ext cx="869950" cy="193675"/>
            </a:xfrm>
            <a:custGeom>
              <a:avLst/>
              <a:gdLst/>
              <a:ahLst/>
              <a:cxnLst/>
              <a:rect l="l" t="t" r="r" b="b"/>
              <a:pathLst>
                <a:path w="476" h="106" extrusionOk="0">
                  <a:moveTo>
                    <a:pt x="0" y="6"/>
                  </a:moveTo>
                  <a:cubicBezTo>
                    <a:pt x="0" y="79"/>
                    <a:pt x="0" y="79"/>
                    <a:pt x="0" y="79"/>
                  </a:cubicBezTo>
                  <a:cubicBezTo>
                    <a:pt x="0" y="79"/>
                    <a:pt x="194" y="79"/>
                    <a:pt x="260" y="79"/>
                  </a:cubicBezTo>
                  <a:cubicBezTo>
                    <a:pt x="326" y="79"/>
                    <a:pt x="476" y="106"/>
                    <a:pt x="476" y="101"/>
                  </a:cubicBezTo>
                  <a:cubicBezTo>
                    <a:pt x="475" y="97"/>
                    <a:pt x="362" y="36"/>
                    <a:pt x="265" y="16"/>
                  </a:cubicBezTo>
                  <a:cubicBezTo>
                    <a:pt x="189" y="0"/>
                    <a:pt x="42" y="6"/>
                    <a:pt x="0"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5" name="Google Shape;2315;p39">
              <a:extLst>
                <a:ext uri="{FF2B5EF4-FFF2-40B4-BE49-F238E27FC236}">
                  <a16:creationId xmlns:a16="http://schemas.microsoft.com/office/drawing/2014/main" id="{1C2757A7-2F3E-AC42-7961-88FC45E529CD}"/>
                </a:ext>
              </a:extLst>
            </p:cNvPr>
            <p:cNvSpPr/>
            <p:nvPr/>
          </p:nvSpPr>
          <p:spPr>
            <a:xfrm>
              <a:off x="6799263" y="2572975"/>
              <a:ext cx="382588" cy="193675"/>
            </a:xfrm>
            <a:custGeom>
              <a:avLst/>
              <a:gdLst/>
              <a:ahLst/>
              <a:cxnLst/>
              <a:rect l="l" t="t" r="r" b="b"/>
              <a:pathLst>
                <a:path w="209" h="106" extrusionOk="0">
                  <a:moveTo>
                    <a:pt x="166" y="74"/>
                  </a:moveTo>
                  <a:cubicBezTo>
                    <a:pt x="121" y="44"/>
                    <a:pt x="63" y="19"/>
                    <a:pt x="0" y="0"/>
                  </a:cubicBezTo>
                  <a:cubicBezTo>
                    <a:pt x="7" y="13"/>
                    <a:pt x="23" y="36"/>
                    <a:pt x="52" y="51"/>
                  </a:cubicBezTo>
                  <a:cubicBezTo>
                    <a:pt x="93" y="71"/>
                    <a:pt x="145" y="97"/>
                    <a:pt x="159" y="102"/>
                  </a:cubicBezTo>
                  <a:cubicBezTo>
                    <a:pt x="168" y="106"/>
                    <a:pt x="193" y="105"/>
                    <a:pt x="209" y="104"/>
                  </a:cubicBezTo>
                  <a:cubicBezTo>
                    <a:pt x="196" y="94"/>
                    <a:pt x="182" y="84"/>
                    <a:pt x="166" y="74"/>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6" name="Google Shape;2316;p39">
              <a:extLst>
                <a:ext uri="{FF2B5EF4-FFF2-40B4-BE49-F238E27FC236}">
                  <a16:creationId xmlns:a16="http://schemas.microsoft.com/office/drawing/2014/main" id="{8424C4EB-3B24-0141-EA55-DD1DE1023EAA}"/>
                </a:ext>
              </a:extLst>
            </p:cNvPr>
            <p:cNvSpPr/>
            <p:nvPr/>
          </p:nvSpPr>
          <p:spPr>
            <a:xfrm>
              <a:off x="7240588" y="3028587"/>
              <a:ext cx="1588" cy="0"/>
            </a:xfrm>
            <a:custGeom>
              <a:avLst/>
              <a:gdLst/>
              <a:ahLst/>
              <a:cxnLst/>
              <a:rect l="l" t="t" r="r" b="b"/>
              <a:pathLst>
                <a:path w="1" h="120000" extrusionOk="0">
                  <a:moveTo>
                    <a:pt x="1" y="0"/>
                  </a:moveTo>
                  <a:cubicBezTo>
                    <a:pt x="1" y="0"/>
                    <a:pt x="1" y="0"/>
                    <a:pt x="0" y="0"/>
                  </a:cubicBezTo>
                  <a:cubicBezTo>
                    <a:pt x="1" y="0"/>
                    <a:pt x="1" y="0"/>
                    <a:pt x="1" y="0"/>
                  </a:cubicBezTo>
                  <a:cubicBezTo>
                    <a:pt x="1" y="0"/>
                    <a:pt x="1" y="0"/>
                    <a:pt x="1" y="0"/>
                  </a:cubicBezTo>
                </a:path>
              </a:pathLst>
            </a:custGeom>
            <a:solidFill>
              <a:srgbClr val="8C929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7" name="Google Shape;2317;p39">
              <a:extLst>
                <a:ext uri="{FF2B5EF4-FFF2-40B4-BE49-F238E27FC236}">
                  <a16:creationId xmlns:a16="http://schemas.microsoft.com/office/drawing/2014/main" id="{9A5EE20F-8A15-F8FE-0A07-3A73BBD72AB3}"/>
                </a:ext>
              </a:extLst>
            </p:cNvPr>
            <p:cNvSpPr/>
            <p:nvPr/>
          </p:nvSpPr>
          <p:spPr>
            <a:xfrm>
              <a:off x="3789363" y="2969962"/>
              <a:ext cx="3452814" cy="71437"/>
            </a:xfrm>
            <a:custGeom>
              <a:avLst/>
              <a:gdLst/>
              <a:ahLst/>
              <a:cxnLst/>
              <a:rect l="l" t="t" r="r" b="b"/>
              <a:pathLst>
                <a:path w="1887" h="39" extrusionOk="0">
                  <a:moveTo>
                    <a:pt x="1815" y="0"/>
                  </a:moveTo>
                  <a:cubicBezTo>
                    <a:pt x="0" y="0"/>
                    <a:pt x="0" y="0"/>
                    <a:pt x="0" y="0"/>
                  </a:cubicBezTo>
                  <a:cubicBezTo>
                    <a:pt x="0" y="2"/>
                    <a:pt x="0" y="2"/>
                    <a:pt x="0" y="2"/>
                  </a:cubicBezTo>
                  <a:cubicBezTo>
                    <a:pt x="1815" y="2"/>
                    <a:pt x="1815" y="2"/>
                    <a:pt x="1815" y="2"/>
                  </a:cubicBezTo>
                  <a:cubicBezTo>
                    <a:pt x="1885" y="38"/>
                    <a:pt x="1885" y="38"/>
                    <a:pt x="1885" y="38"/>
                  </a:cubicBezTo>
                  <a:cubicBezTo>
                    <a:pt x="1885" y="39"/>
                    <a:pt x="1885" y="39"/>
                    <a:pt x="1885" y="39"/>
                  </a:cubicBezTo>
                  <a:cubicBezTo>
                    <a:pt x="1885" y="37"/>
                    <a:pt x="1885" y="37"/>
                    <a:pt x="1885" y="37"/>
                  </a:cubicBezTo>
                  <a:cubicBezTo>
                    <a:pt x="1885" y="37"/>
                    <a:pt x="1885" y="37"/>
                    <a:pt x="1885" y="37"/>
                  </a:cubicBezTo>
                  <a:cubicBezTo>
                    <a:pt x="1885" y="37"/>
                    <a:pt x="1886" y="37"/>
                    <a:pt x="1886" y="37"/>
                  </a:cubicBezTo>
                  <a:cubicBezTo>
                    <a:pt x="1887" y="37"/>
                    <a:pt x="1887" y="37"/>
                    <a:pt x="1887" y="37"/>
                  </a:cubicBezTo>
                  <a:cubicBezTo>
                    <a:pt x="1886" y="36"/>
                    <a:pt x="1886" y="36"/>
                    <a:pt x="1886" y="36"/>
                  </a:cubicBezTo>
                  <a:cubicBezTo>
                    <a:pt x="1815" y="0"/>
                    <a:pt x="1815" y="0"/>
                    <a:pt x="1815" y="0"/>
                  </a:cubicBezTo>
                  <a:cubicBezTo>
                    <a:pt x="1815" y="0"/>
                    <a:pt x="1815" y="0"/>
                    <a:pt x="1815" y="0"/>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8" name="Google Shape;2318;p39">
              <a:extLst>
                <a:ext uri="{FF2B5EF4-FFF2-40B4-BE49-F238E27FC236}">
                  <a16:creationId xmlns:a16="http://schemas.microsoft.com/office/drawing/2014/main" id="{DAF57D92-5531-B773-AA79-A299AED16287}"/>
                </a:ext>
              </a:extLst>
            </p:cNvPr>
            <p:cNvSpPr/>
            <p:nvPr/>
          </p:nvSpPr>
          <p:spPr>
            <a:xfrm>
              <a:off x="5951538" y="2530112"/>
              <a:ext cx="198438" cy="427037"/>
            </a:xfrm>
            <a:custGeom>
              <a:avLst/>
              <a:gdLst/>
              <a:ahLst/>
              <a:cxnLst/>
              <a:rect l="l" t="t" r="r" b="b"/>
              <a:pathLst>
                <a:path w="108" h="234" extrusionOk="0">
                  <a:moveTo>
                    <a:pt x="108" y="193"/>
                  </a:moveTo>
                  <a:cubicBezTo>
                    <a:pt x="106" y="193"/>
                    <a:pt x="106" y="193"/>
                    <a:pt x="106" y="193"/>
                  </a:cubicBezTo>
                  <a:cubicBezTo>
                    <a:pt x="106" y="221"/>
                    <a:pt x="106" y="221"/>
                    <a:pt x="106" y="221"/>
                  </a:cubicBezTo>
                  <a:cubicBezTo>
                    <a:pt x="106" y="227"/>
                    <a:pt x="101" y="232"/>
                    <a:pt x="95" y="232"/>
                  </a:cubicBezTo>
                  <a:cubicBezTo>
                    <a:pt x="13" y="232"/>
                    <a:pt x="13" y="232"/>
                    <a:pt x="13" y="232"/>
                  </a:cubicBezTo>
                  <a:cubicBezTo>
                    <a:pt x="7" y="232"/>
                    <a:pt x="2" y="227"/>
                    <a:pt x="2" y="221"/>
                  </a:cubicBezTo>
                  <a:cubicBezTo>
                    <a:pt x="2" y="193"/>
                    <a:pt x="2" y="193"/>
                    <a:pt x="2" y="193"/>
                  </a:cubicBezTo>
                  <a:cubicBezTo>
                    <a:pt x="0" y="193"/>
                    <a:pt x="0" y="193"/>
                    <a:pt x="0" y="193"/>
                  </a:cubicBezTo>
                  <a:cubicBezTo>
                    <a:pt x="0" y="221"/>
                    <a:pt x="0" y="221"/>
                    <a:pt x="0" y="221"/>
                  </a:cubicBezTo>
                  <a:cubicBezTo>
                    <a:pt x="0" y="228"/>
                    <a:pt x="5" y="234"/>
                    <a:pt x="13" y="234"/>
                  </a:cubicBezTo>
                  <a:cubicBezTo>
                    <a:pt x="95" y="234"/>
                    <a:pt x="95" y="234"/>
                    <a:pt x="95" y="234"/>
                  </a:cubicBezTo>
                  <a:cubicBezTo>
                    <a:pt x="102" y="234"/>
                    <a:pt x="108" y="228"/>
                    <a:pt x="108" y="221"/>
                  </a:cubicBezTo>
                  <a:cubicBezTo>
                    <a:pt x="108" y="193"/>
                    <a:pt x="108" y="193"/>
                    <a:pt x="108" y="193"/>
                  </a:cubicBezTo>
                  <a:moveTo>
                    <a:pt x="95" y="0"/>
                  </a:moveTo>
                  <a:cubicBezTo>
                    <a:pt x="13" y="0"/>
                    <a:pt x="13" y="0"/>
                    <a:pt x="13" y="0"/>
                  </a:cubicBezTo>
                  <a:cubicBezTo>
                    <a:pt x="5" y="0"/>
                    <a:pt x="0" y="6"/>
                    <a:pt x="0" y="13"/>
                  </a:cubicBezTo>
                  <a:cubicBezTo>
                    <a:pt x="0" y="156"/>
                    <a:pt x="0" y="156"/>
                    <a:pt x="0" y="156"/>
                  </a:cubicBezTo>
                  <a:cubicBezTo>
                    <a:pt x="2" y="156"/>
                    <a:pt x="2" y="156"/>
                    <a:pt x="2" y="156"/>
                  </a:cubicBezTo>
                  <a:cubicBezTo>
                    <a:pt x="2" y="13"/>
                    <a:pt x="2" y="13"/>
                    <a:pt x="2" y="13"/>
                  </a:cubicBezTo>
                  <a:cubicBezTo>
                    <a:pt x="2" y="7"/>
                    <a:pt x="7" y="2"/>
                    <a:pt x="13" y="2"/>
                  </a:cubicBezTo>
                  <a:cubicBezTo>
                    <a:pt x="95" y="2"/>
                    <a:pt x="95" y="2"/>
                    <a:pt x="95" y="2"/>
                  </a:cubicBezTo>
                  <a:cubicBezTo>
                    <a:pt x="101" y="2"/>
                    <a:pt x="106" y="7"/>
                    <a:pt x="106" y="13"/>
                  </a:cubicBezTo>
                  <a:cubicBezTo>
                    <a:pt x="106" y="156"/>
                    <a:pt x="106" y="156"/>
                    <a:pt x="106" y="156"/>
                  </a:cubicBezTo>
                  <a:cubicBezTo>
                    <a:pt x="108" y="156"/>
                    <a:pt x="108" y="156"/>
                    <a:pt x="108" y="156"/>
                  </a:cubicBezTo>
                  <a:cubicBezTo>
                    <a:pt x="108" y="13"/>
                    <a:pt x="108" y="13"/>
                    <a:pt x="108" y="13"/>
                  </a:cubicBezTo>
                  <a:cubicBezTo>
                    <a:pt x="108" y="6"/>
                    <a:pt x="102" y="0"/>
                    <a:pt x="95" y="0"/>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9" name="Google Shape;2319;p39">
              <a:extLst>
                <a:ext uri="{FF2B5EF4-FFF2-40B4-BE49-F238E27FC236}">
                  <a16:creationId xmlns:a16="http://schemas.microsoft.com/office/drawing/2014/main" id="{93846CF4-F354-48A8-AC54-7FC5AD9834C2}"/>
                </a:ext>
              </a:extLst>
            </p:cNvPr>
            <p:cNvSpPr/>
            <p:nvPr/>
          </p:nvSpPr>
          <p:spPr>
            <a:xfrm>
              <a:off x="5951538" y="2814275"/>
              <a:ext cx="198438" cy="68262"/>
            </a:xfrm>
            <a:custGeom>
              <a:avLst/>
              <a:gdLst/>
              <a:ahLst/>
              <a:cxnLst/>
              <a:rect l="l" t="t" r="r" b="b"/>
              <a:pathLst>
                <a:path w="125" h="43" extrusionOk="0">
                  <a:moveTo>
                    <a:pt x="3" y="0"/>
                  </a:moveTo>
                  <a:lnTo>
                    <a:pt x="0" y="0"/>
                  </a:lnTo>
                  <a:lnTo>
                    <a:pt x="0" y="43"/>
                  </a:lnTo>
                  <a:lnTo>
                    <a:pt x="3" y="43"/>
                  </a:lnTo>
                  <a:lnTo>
                    <a:pt x="3" y="0"/>
                  </a:lnTo>
                  <a:close/>
                  <a:moveTo>
                    <a:pt x="125" y="0"/>
                  </a:moveTo>
                  <a:lnTo>
                    <a:pt x="123" y="0"/>
                  </a:lnTo>
                  <a:lnTo>
                    <a:pt x="123" y="43"/>
                  </a:lnTo>
                  <a:lnTo>
                    <a:pt x="125" y="43"/>
                  </a:lnTo>
                  <a:lnTo>
                    <a:pt x="125" y="0"/>
                  </a:lnTo>
                  <a:close/>
                </a:path>
              </a:pathLst>
            </a:custGeom>
            <a:solidFill>
              <a:srgbClr val="BC45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0" name="Google Shape;2320;p39">
              <a:extLst>
                <a:ext uri="{FF2B5EF4-FFF2-40B4-BE49-F238E27FC236}">
                  <a16:creationId xmlns:a16="http://schemas.microsoft.com/office/drawing/2014/main" id="{46B4EACE-7FB2-F28E-14E0-4E92856A992B}"/>
                </a:ext>
              </a:extLst>
            </p:cNvPr>
            <p:cNvSpPr/>
            <p:nvPr/>
          </p:nvSpPr>
          <p:spPr>
            <a:xfrm>
              <a:off x="3962401" y="2530112"/>
              <a:ext cx="198438" cy="427037"/>
            </a:xfrm>
            <a:custGeom>
              <a:avLst/>
              <a:gdLst/>
              <a:ahLst/>
              <a:cxnLst/>
              <a:rect l="l" t="t" r="r" b="b"/>
              <a:pathLst>
                <a:path w="108" h="234" extrusionOk="0">
                  <a:moveTo>
                    <a:pt x="108" y="193"/>
                  </a:moveTo>
                  <a:cubicBezTo>
                    <a:pt x="106" y="193"/>
                    <a:pt x="106" y="193"/>
                    <a:pt x="106" y="193"/>
                  </a:cubicBezTo>
                  <a:cubicBezTo>
                    <a:pt x="106" y="221"/>
                    <a:pt x="106" y="221"/>
                    <a:pt x="106" y="221"/>
                  </a:cubicBezTo>
                  <a:cubicBezTo>
                    <a:pt x="106" y="227"/>
                    <a:pt x="101" y="232"/>
                    <a:pt x="95" y="232"/>
                  </a:cubicBezTo>
                  <a:cubicBezTo>
                    <a:pt x="13" y="232"/>
                    <a:pt x="13" y="232"/>
                    <a:pt x="13" y="232"/>
                  </a:cubicBezTo>
                  <a:cubicBezTo>
                    <a:pt x="7" y="232"/>
                    <a:pt x="2" y="227"/>
                    <a:pt x="2" y="221"/>
                  </a:cubicBezTo>
                  <a:cubicBezTo>
                    <a:pt x="2" y="193"/>
                    <a:pt x="2" y="193"/>
                    <a:pt x="2" y="193"/>
                  </a:cubicBezTo>
                  <a:cubicBezTo>
                    <a:pt x="0" y="193"/>
                    <a:pt x="0" y="193"/>
                    <a:pt x="0" y="193"/>
                  </a:cubicBezTo>
                  <a:cubicBezTo>
                    <a:pt x="0" y="221"/>
                    <a:pt x="0" y="221"/>
                    <a:pt x="0" y="221"/>
                  </a:cubicBezTo>
                  <a:cubicBezTo>
                    <a:pt x="0" y="228"/>
                    <a:pt x="5" y="234"/>
                    <a:pt x="13" y="234"/>
                  </a:cubicBezTo>
                  <a:cubicBezTo>
                    <a:pt x="95" y="234"/>
                    <a:pt x="95" y="234"/>
                    <a:pt x="95" y="234"/>
                  </a:cubicBezTo>
                  <a:cubicBezTo>
                    <a:pt x="102" y="234"/>
                    <a:pt x="108" y="228"/>
                    <a:pt x="108" y="221"/>
                  </a:cubicBezTo>
                  <a:cubicBezTo>
                    <a:pt x="108" y="193"/>
                    <a:pt x="108" y="193"/>
                    <a:pt x="108" y="193"/>
                  </a:cubicBezTo>
                  <a:moveTo>
                    <a:pt x="95" y="0"/>
                  </a:moveTo>
                  <a:cubicBezTo>
                    <a:pt x="13" y="0"/>
                    <a:pt x="13" y="0"/>
                    <a:pt x="13" y="0"/>
                  </a:cubicBezTo>
                  <a:cubicBezTo>
                    <a:pt x="5" y="0"/>
                    <a:pt x="0" y="6"/>
                    <a:pt x="0" y="13"/>
                  </a:cubicBezTo>
                  <a:cubicBezTo>
                    <a:pt x="0" y="156"/>
                    <a:pt x="0" y="156"/>
                    <a:pt x="0" y="156"/>
                  </a:cubicBezTo>
                  <a:cubicBezTo>
                    <a:pt x="2" y="156"/>
                    <a:pt x="2" y="156"/>
                    <a:pt x="2" y="156"/>
                  </a:cubicBezTo>
                  <a:cubicBezTo>
                    <a:pt x="2" y="13"/>
                    <a:pt x="2" y="13"/>
                    <a:pt x="2" y="13"/>
                  </a:cubicBezTo>
                  <a:cubicBezTo>
                    <a:pt x="2" y="7"/>
                    <a:pt x="7" y="2"/>
                    <a:pt x="13" y="2"/>
                  </a:cubicBezTo>
                  <a:cubicBezTo>
                    <a:pt x="95" y="2"/>
                    <a:pt x="95" y="2"/>
                    <a:pt x="95" y="2"/>
                  </a:cubicBezTo>
                  <a:cubicBezTo>
                    <a:pt x="101" y="2"/>
                    <a:pt x="106" y="7"/>
                    <a:pt x="106" y="13"/>
                  </a:cubicBezTo>
                  <a:cubicBezTo>
                    <a:pt x="106" y="156"/>
                    <a:pt x="106" y="156"/>
                    <a:pt x="106" y="156"/>
                  </a:cubicBezTo>
                  <a:cubicBezTo>
                    <a:pt x="108" y="156"/>
                    <a:pt x="108" y="156"/>
                    <a:pt x="108" y="156"/>
                  </a:cubicBezTo>
                  <a:cubicBezTo>
                    <a:pt x="108" y="13"/>
                    <a:pt x="108" y="13"/>
                    <a:pt x="108" y="13"/>
                  </a:cubicBezTo>
                  <a:cubicBezTo>
                    <a:pt x="108" y="6"/>
                    <a:pt x="102" y="0"/>
                    <a:pt x="95" y="0"/>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1" name="Google Shape;2321;p39">
              <a:extLst>
                <a:ext uri="{FF2B5EF4-FFF2-40B4-BE49-F238E27FC236}">
                  <a16:creationId xmlns:a16="http://schemas.microsoft.com/office/drawing/2014/main" id="{030AD268-378A-2DE3-DCE2-24B512BA31EE}"/>
                </a:ext>
              </a:extLst>
            </p:cNvPr>
            <p:cNvSpPr/>
            <p:nvPr/>
          </p:nvSpPr>
          <p:spPr>
            <a:xfrm>
              <a:off x="3962400" y="2814275"/>
              <a:ext cx="198438" cy="68262"/>
            </a:xfrm>
            <a:custGeom>
              <a:avLst/>
              <a:gdLst/>
              <a:ahLst/>
              <a:cxnLst/>
              <a:rect l="l" t="t" r="r" b="b"/>
              <a:pathLst>
                <a:path w="125" h="43" extrusionOk="0">
                  <a:moveTo>
                    <a:pt x="3" y="0"/>
                  </a:moveTo>
                  <a:lnTo>
                    <a:pt x="0" y="0"/>
                  </a:lnTo>
                  <a:lnTo>
                    <a:pt x="0" y="43"/>
                  </a:lnTo>
                  <a:lnTo>
                    <a:pt x="3" y="43"/>
                  </a:lnTo>
                  <a:lnTo>
                    <a:pt x="3" y="0"/>
                  </a:lnTo>
                  <a:close/>
                  <a:moveTo>
                    <a:pt x="125" y="0"/>
                  </a:moveTo>
                  <a:lnTo>
                    <a:pt x="123" y="0"/>
                  </a:lnTo>
                  <a:lnTo>
                    <a:pt x="123" y="43"/>
                  </a:lnTo>
                  <a:lnTo>
                    <a:pt x="125" y="43"/>
                  </a:lnTo>
                  <a:lnTo>
                    <a:pt x="125" y="0"/>
                  </a:lnTo>
                  <a:close/>
                </a:path>
              </a:pathLst>
            </a:custGeom>
            <a:solidFill>
              <a:srgbClr val="BC45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2" name="Google Shape;2322;p39">
              <a:extLst>
                <a:ext uri="{FF2B5EF4-FFF2-40B4-BE49-F238E27FC236}">
                  <a16:creationId xmlns:a16="http://schemas.microsoft.com/office/drawing/2014/main" id="{532DA613-7B63-EA26-68F0-B58DCB842116}"/>
                </a:ext>
              </a:extLst>
            </p:cNvPr>
            <p:cNvSpPr/>
            <p:nvPr/>
          </p:nvSpPr>
          <p:spPr>
            <a:xfrm>
              <a:off x="5999163" y="2606313"/>
              <a:ext cx="103188" cy="177800"/>
            </a:xfrm>
            <a:custGeom>
              <a:avLst/>
              <a:gdLst/>
              <a:ahLst/>
              <a:cxnLst/>
              <a:rect l="l" t="t" r="r" b="b"/>
              <a:pathLst>
                <a:path w="56" h="97" extrusionOk="0">
                  <a:moveTo>
                    <a:pt x="56" y="71"/>
                  </a:moveTo>
                  <a:cubicBezTo>
                    <a:pt x="56" y="86"/>
                    <a:pt x="44" y="97"/>
                    <a:pt x="30" y="97"/>
                  </a:cubicBezTo>
                  <a:cubicBezTo>
                    <a:pt x="25" y="97"/>
                    <a:pt x="25" y="97"/>
                    <a:pt x="25" y="97"/>
                  </a:cubicBezTo>
                  <a:cubicBezTo>
                    <a:pt x="11" y="97"/>
                    <a:pt x="0" y="86"/>
                    <a:pt x="0" y="71"/>
                  </a:cubicBezTo>
                  <a:cubicBezTo>
                    <a:pt x="0" y="25"/>
                    <a:pt x="0" y="25"/>
                    <a:pt x="0" y="25"/>
                  </a:cubicBezTo>
                  <a:cubicBezTo>
                    <a:pt x="0" y="11"/>
                    <a:pt x="11" y="0"/>
                    <a:pt x="25" y="0"/>
                  </a:cubicBezTo>
                  <a:cubicBezTo>
                    <a:pt x="30" y="0"/>
                    <a:pt x="30" y="0"/>
                    <a:pt x="30" y="0"/>
                  </a:cubicBezTo>
                  <a:cubicBezTo>
                    <a:pt x="44" y="0"/>
                    <a:pt x="56" y="11"/>
                    <a:pt x="56" y="25"/>
                  </a:cubicBezTo>
                  <a:lnTo>
                    <a:pt x="56" y="7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3" name="Google Shape;2323;p39">
              <a:extLst>
                <a:ext uri="{FF2B5EF4-FFF2-40B4-BE49-F238E27FC236}">
                  <a16:creationId xmlns:a16="http://schemas.microsoft.com/office/drawing/2014/main" id="{BD6952C4-0E22-12C2-8777-82A99451F888}"/>
                </a:ext>
              </a:extLst>
            </p:cNvPr>
            <p:cNvSpPr/>
            <p:nvPr/>
          </p:nvSpPr>
          <p:spPr>
            <a:xfrm>
              <a:off x="4010025" y="2606313"/>
              <a:ext cx="103188" cy="177800"/>
            </a:xfrm>
            <a:custGeom>
              <a:avLst/>
              <a:gdLst/>
              <a:ahLst/>
              <a:cxnLst/>
              <a:rect l="l" t="t" r="r" b="b"/>
              <a:pathLst>
                <a:path w="56" h="97" extrusionOk="0">
                  <a:moveTo>
                    <a:pt x="56" y="71"/>
                  </a:moveTo>
                  <a:cubicBezTo>
                    <a:pt x="56" y="86"/>
                    <a:pt x="44" y="97"/>
                    <a:pt x="30" y="97"/>
                  </a:cubicBezTo>
                  <a:cubicBezTo>
                    <a:pt x="25" y="97"/>
                    <a:pt x="25" y="97"/>
                    <a:pt x="25" y="97"/>
                  </a:cubicBezTo>
                  <a:cubicBezTo>
                    <a:pt x="11" y="97"/>
                    <a:pt x="0" y="86"/>
                    <a:pt x="0" y="71"/>
                  </a:cubicBezTo>
                  <a:cubicBezTo>
                    <a:pt x="0" y="25"/>
                    <a:pt x="0" y="25"/>
                    <a:pt x="0" y="25"/>
                  </a:cubicBezTo>
                  <a:cubicBezTo>
                    <a:pt x="0" y="11"/>
                    <a:pt x="11" y="0"/>
                    <a:pt x="25" y="0"/>
                  </a:cubicBezTo>
                  <a:cubicBezTo>
                    <a:pt x="30" y="0"/>
                    <a:pt x="30" y="0"/>
                    <a:pt x="30" y="0"/>
                  </a:cubicBezTo>
                  <a:cubicBezTo>
                    <a:pt x="44" y="0"/>
                    <a:pt x="56" y="11"/>
                    <a:pt x="56" y="25"/>
                  </a:cubicBezTo>
                  <a:lnTo>
                    <a:pt x="56" y="7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4" name="Google Shape;2324;p39">
              <a:extLst>
                <a:ext uri="{FF2B5EF4-FFF2-40B4-BE49-F238E27FC236}">
                  <a16:creationId xmlns:a16="http://schemas.microsoft.com/office/drawing/2014/main" id="{14C92EFF-285D-768B-F4DE-EEA19D50C329}"/>
                </a:ext>
              </a:extLst>
            </p:cNvPr>
            <p:cNvSpPr/>
            <p:nvPr/>
          </p:nvSpPr>
          <p:spPr>
            <a:xfrm>
              <a:off x="3825875" y="2652350"/>
              <a:ext cx="109538" cy="6350"/>
            </a:xfrm>
            <a:custGeom>
              <a:avLst/>
              <a:gdLst/>
              <a:ahLst/>
              <a:cxnLst/>
              <a:rect l="l" t="t" r="r" b="b"/>
              <a:pathLst>
                <a:path w="60" h="4" extrusionOk="0">
                  <a:moveTo>
                    <a:pt x="60" y="2"/>
                  </a:moveTo>
                  <a:cubicBezTo>
                    <a:pt x="60" y="3"/>
                    <a:pt x="59" y="4"/>
                    <a:pt x="58" y="4"/>
                  </a:cubicBezTo>
                  <a:cubicBezTo>
                    <a:pt x="2" y="4"/>
                    <a:pt x="2" y="4"/>
                    <a:pt x="2" y="4"/>
                  </a:cubicBezTo>
                  <a:cubicBezTo>
                    <a:pt x="1" y="4"/>
                    <a:pt x="0" y="3"/>
                    <a:pt x="0" y="2"/>
                  </a:cubicBezTo>
                  <a:cubicBezTo>
                    <a:pt x="0" y="1"/>
                    <a:pt x="1" y="0"/>
                    <a:pt x="2" y="0"/>
                  </a:cubicBezTo>
                  <a:cubicBezTo>
                    <a:pt x="58" y="0"/>
                    <a:pt x="58" y="0"/>
                    <a:pt x="58" y="0"/>
                  </a:cubicBezTo>
                  <a:cubicBezTo>
                    <a:pt x="59" y="0"/>
                    <a:pt x="60" y="1"/>
                    <a:pt x="60"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5" name="Google Shape;2325;p39">
              <a:extLst>
                <a:ext uri="{FF2B5EF4-FFF2-40B4-BE49-F238E27FC236}">
                  <a16:creationId xmlns:a16="http://schemas.microsoft.com/office/drawing/2014/main" id="{06386ADD-3AC7-7ECE-20A1-B9005AD89929}"/>
                </a:ext>
              </a:extLst>
            </p:cNvPr>
            <p:cNvSpPr/>
            <p:nvPr/>
          </p:nvSpPr>
          <p:spPr>
            <a:xfrm>
              <a:off x="3825875" y="2677750"/>
              <a:ext cx="109538" cy="7937"/>
            </a:xfrm>
            <a:custGeom>
              <a:avLst/>
              <a:gdLst/>
              <a:ahLst/>
              <a:cxnLst/>
              <a:rect l="l" t="t" r="r" b="b"/>
              <a:pathLst>
                <a:path w="60" h="4" extrusionOk="0">
                  <a:moveTo>
                    <a:pt x="60" y="2"/>
                  </a:moveTo>
                  <a:cubicBezTo>
                    <a:pt x="60" y="3"/>
                    <a:pt x="59" y="4"/>
                    <a:pt x="58" y="4"/>
                  </a:cubicBezTo>
                  <a:cubicBezTo>
                    <a:pt x="2" y="4"/>
                    <a:pt x="2" y="4"/>
                    <a:pt x="2" y="4"/>
                  </a:cubicBezTo>
                  <a:cubicBezTo>
                    <a:pt x="1" y="4"/>
                    <a:pt x="0" y="3"/>
                    <a:pt x="0" y="2"/>
                  </a:cubicBezTo>
                  <a:cubicBezTo>
                    <a:pt x="0" y="1"/>
                    <a:pt x="1" y="0"/>
                    <a:pt x="2" y="0"/>
                  </a:cubicBezTo>
                  <a:cubicBezTo>
                    <a:pt x="58" y="0"/>
                    <a:pt x="58" y="0"/>
                    <a:pt x="58" y="0"/>
                  </a:cubicBezTo>
                  <a:cubicBezTo>
                    <a:pt x="59" y="0"/>
                    <a:pt x="60" y="1"/>
                    <a:pt x="60"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6" name="Google Shape;2326;p39">
              <a:extLst>
                <a:ext uri="{FF2B5EF4-FFF2-40B4-BE49-F238E27FC236}">
                  <a16:creationId xmlns:a16="http://schemas.microsoft.com/office/drawing/2014/main" id="{FF644DE0-486A-CDB5-15B4-2E80637E5EAF}"/>
                </a:ext>
              </a:extLst>
            </p:cNvPr>
            <p:cNvSpPr/>
            <p:nvPr/>
          </p:nvSpPr>
          <p:spPr>
            <a:xfrm>
              <a:off x="3825875" y="2704738"/>
              <a:ext cx="109538" cy="6350"/>
            </a:xfrm>
            <a:custGeom>
              <a:avLst/>
              <a:gdLst/>
              <a:ahLst/>
              <a:cxnLst/>
              <a:rect l="l" t="t" r="r" b="b"/>
              <a:pathLst>
                <a:path w="60" h="3" extrusionOk="0">
                  <a:moveTo>
                    <a:pt x="60" y="1"/>
                  </a:moveTo>
                  <a:cubicBezTo>
                    <a:pt x="60" y="2"/>
                    <a:pt x="59" y="3"/>
                    <a:pt x="58" y="3"/>
                  </a:cubicBezTo>
                  <a:cubicBezTo>
                    <a:pt x="2" y="3"/>
                    <a:pt x="2" y="3"/>
                    <a:pt x="2" y="3"/>
                  </a:cubicBezTo>
                  <a:cubicBezTo>
                    <a:pt x="1" y="3"/>
                    <a:pt x="0" y="2"/>
                    <a:pt x="0" y="1"/>
                  </a:cubicBezTo>
                  <a:cubicBezTo>
                    <a:pt x="0" y="0"/>
                    <a:pt x="1" y="0"/>
                    <a:pt x="2" y="0"/>
                  </a:cubicBezTo>
                  <a:cubicBezTo>
                    <a:pt x="58" y="0"/>
                    <a:pt x="58" y="0"/>
                    <a:pt x="58" y="0"/>
                  </a:cubicBezTo>
                  <a:cubicBezTo>
                    <a:pt x="59" y="0"/>
                    <a:pt x="60" y="0"/>
                    <a:pt x="60" y="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7" name="Google Shape;2327;p39">
              <a:extLst>
                <a:ext uri="{FF2B5EF4-FFF2-40B4-BE49-F238E27FC236}">
                  <a16:creationId xmlns:a16="http://schemas.microsoft.com/office/drawing/2014/main" id="{44FE1D50-F7B7-F11B-8563-987ACBAB9B2E}"/>
                </a:ext>
              </a:extLst>
            </p:cNvPr>
            <p:cNvSpPr/>
            <p:nvPr/>
          </p:nvSpPr>
          <p:spPr>
            <a:xfrm>
              <a:off x="3825875" y="2730138"/>
              <a:ext cx="109538" cy="6350"/>
            </a:xfrm>
            <a:custGeom>
              <a:avLst/>
              <a:gdLst/>
              <a:ahLst/>
              <a:cxnLst/>
              <a:rect l="l" t="t" r="r" b="b"/>
              <a:pathLst>
                <a:path w="60" h="3" extrusionOk="0">
                  <a:moveTo>
                    <a:pt x="60" y="2"/>
                  </a:moveTo>
                  <a:cubicBezTo>
                    <a:pt x="60" y="2"/>
                    <a:pt x="59" y="3"/>
                    <a:pt x="58" y="3"/>
                  </a:cubicBezTo>
                  <a:cubicBezTo>
                    <a:pt x="2" y="3"/>
                    <a:pt x="2" y="3"/>
                    <a:pt x="2" y="3"/>
                  </a:cubicBezTo>
                  <a:cubicBezTo>
                    <a:pt x="1" y="3"/>
                    <a:pt x="0" y="2"/>
                    <a:pt x="0" y="2"/>
                  </a:cubicBezTo>
                  <a:cubicBezTo>
                    <a:pt x="0" y="1"/>
                    <a:pt x="1" y="0"/>
                    <a:pt x="2" y="0"/>
                  </a:cubicBezTo>
                  <a:cubicBezTo>
                    <a:pt x="58" y="0"/>
                    <a:pt x="58" y="0"/>
                    <a:pt x="58" y="0"/>
                  </a:cubicBezTo>
                  <a:cubicBezTo>
                    <a:pt x="59" y="0"/>
                    <a:pt x="60" y="1"/>
                    <a:pt x="60"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8" name="Google Shape;2328;p39">
              <a:extLst>
                <a:ext uri="{FF2B5EF4-FFF2-40B4-BE49-F238E27FC236}">
                  <a16:creationId xmlns:a16="http://schemas.microsoft.com/office/drawing/2014/main" id="{79ECA52C-AB5C-08AA-9CEC-5F1CD2B69586}"/>
                </a:ext>
              </a:extLst>
            </p:cNvPr>
            <p:cNvSpPr/>
            <p:nvPr/>
          </p:nvSpPr>
          <p:spPr>
            <a:xfrm>
              <a:off x="4256088" y="2622188"/>
              <a:ext cx="1600200" cy="161925"/>
            </a:xfrm>
            <a:custGeom>
              <a:avLst/>
              <a:gdLst/>
              <a:ahLst/>
              <a:cxnLst/>
              <a:rect l="l" t="t" r="r" b="b"/>
              <a:pathLst>
                <a:path w="875" h="88" extrusionOk="0">
                  <a:moveTo>
                    <a:pt x="0" y="76"/>
                  </a:moveTo>
                  <a:cubicBezTo>
                    <a:pt x="0" y="83"/>
                    <a:pt x="5" y="88"/>
                    <a:pt x="12" y="88"/>
                  </a:cubicBezTo>
                  <a:cubicBezTo>
                    <a:pt x="863" y="88"/>
                    <a:pt x="863" y="88"/>
                    <a:pt x="863" y="88"/>
                  </a:cubicBezTo>
                  <a:cubicBezTo>
                    <a:pt x="869" y="88"/>
                    <a:pt x="875" y="83"/>
                    <a:pt x="875" y="76"/>
                  </a:cubicBezTo>
                  <a:cubicBezTo>
                    <a:pt x="875" y="12"/>
                    <a:pt x="875" y="12"/>
                    <a:pt x="875" y="12"/>
                  </a:cubicBezTo>
                  <a:cubicBezTo>
                    <a:pt x="875" y="5"/>
                    <a:pt x="869" y="0"/>
                    <a:pt x="863" y="0"/>
                  </a:cubicBezTo>
                  <a:cubicBezTo>
                    <a:pt x="12" y="0"/>
                    <a:pt x="12" y="0"/>
                    <a:pt x="12" y="0"/>
                  </a:cubicBezTo>
                  <a:cubicBezTo>
                    <a:pt x="5" y="0"/>
                    <a:pt x="0" y="5"/>
                    <a:pt x="0" y="12"/>
                  </a:cubicBezTo>
                  <a:cubicBezTo>
                    <a:pt x="0" y="76"/>
                    <a:pt x="0" y="76"/>
                    <a:pt x="0" y="76"/>
                  </a:cubicBezTo>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9" name="Google Shape;2329;p39">
              <a:extLst>
                <a:ext uri="{FF2B5EF4-FFF2-40B4-BE49-F238E27FC236}">
                  <a16:creationId xmlns:a16="http://schemas.microsoft.com/office/drawing/2014/main" id="{56992F90-EC16-232C-A217-9EB43D144247}"/>
                </a:ext>
              </a:extLst>
            </p:cNvPr>
            <p:cNvSpPr/>
            <p:nvPr/>
          </p:nvSpPr>
          <p:spPr>
            <a:xfrm>
              <a:off x="4473575"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0" name="Google Shape;2330;p39">
              <a:extLst>
                <a:ext uri="{FF2B5EF4-FFF2-40B4-BE49-F238E27FC236}">
                  <a16:creationId xmlns:a16="http://schemas.microsoft.com/office/drawing/2014/main" id="{BC7D00FE-1EF7-5159-2F77-AD65BD58DB4C}"/>
                </a:ext>
              </a:extLst>
            </p:cNvPr>
            <p:cNvSpPr/>
            <p:nvPr/>
          </p:nvSpPr>
          <p:spPr>
            <a:xfrm>
              <a:off x="4473575"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1" name="Google Shape;2331;p39">
              <a:extLst>
                <a:ext uri="{FF2B5EF4-FFF2-40B4-BE49-F238E27FC236}">
                  <a16:creationId xmlns:a16="http://schemas.microsoft.com/office/drawing/2014/main" id="{84085872-FD74-377A-F5F4-A6E272F98A80}"/>
                </a:ext>
              </a:extLst>
            </p:cNvPr>
            <p:cNvSpPr/>
            <p:nvPr/>
          </p:nvSpPr>
          <p:spPr>
            <a:xfrm>
              <a:off x="4703765"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2" name="Google Shape;2332;p39">
              <a:extLst>
                <a:ext uri="{FF2B5EF4-FFF2-40B4-BE49-F238E27FC236}">
                  <a16:creationId xmlns:a16="http://schemas.microsoft.com/office/drawing/2014/main" id="{68C573FB-9013-EC93-03DA-CFAB71094AB2}"/>
                </a:ext>
              </a:extLst>
            </p:cNvPr>
            <p:cNvSpPr/>
            <p:nvPr/>
          </p:nvSpPr>
          <p:spPr>
            <a:xfrm>
              <a:off x="4703765"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3" name="Google Shape;2333;p39">
              <a:extLst>
                <a:ext uri="{FF2B5EF4-FFF2-40B4-BE49-F238E27FC236}">
                  <a16:creationId xmlns:a16="http://schemas.microsoft.com/office/drawing/2014/main" id="{3E717D57-7F05-0328-9F8B-28FB3B141082}"/>
                </a:ext>
              </a:extLst>
            </p:cNvPr>
            <p:cNvSpPr/>
            <p:nvPr/>
          </p:nvSpPr>
          <p:spPr>
            <a:xfrm>
              <a:off x="4935543"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4" name="Google Shape;2334;p39">
              <a:extLst>
                <a:ext uri="{FF2B5EF4-FFF2-40B4-BE49-F238E27FC236}">
                  <a16:creationId xmlns:a16="http://schemas.microsoft.com/office/drawing/2014/main" id="{A41825BB-F462-726B-580D-CB9EC98C4EFF}"/>
                </a:ext>
              </a:extLst>
            </p:cNvPr>
            <p:cNvSpPr/>
            <p:nvPr/>
          </p:nvSpPr>
          <p:spPr>
            <a:xfrm>
              <a:off x="4935543"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5" name="Google Shape;2335;p39">
              <a:extLst>
                <a:ext uri="{FF2B5EF4-FFF2-40B4-BE49-F238E27FC236}">
                  <a16:creationId xmlns:a16="http://schemas.microsoft.com/office/drawing/2014/main" id="{C8B1915B-F8F2-DCE9-0748-E405752BBA76}"/>
                </a:ext>
              </a:extLst>
            </p:cNvPr>
            <p:cNvSpPr/>
            <p:nvPr/>
          </p:nvSpPr>
          <p:spPr>
            <a:xfrm>
              <a:off x="5165732"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6" name="Google Shape;2336;p39">
              <a:extLst>
                <a:ext uri="{FF2B5EF4-FFF2-40B4-BE49-F238E27FC236}">
                  <a16:creationId xmlns:a16="http://schemas.microsoft.com/office/drawing/2014/main" id="{64B543FB-DCFF-D696-5814-A97B806185E2}"/>
                </a:ext>
              </a:extLst>
            </p:cNvPr>
            <p:cNvSpPr/>
            <p:nvPr/>
          </p:nvSpPr>
          <p:spPr>
            <a:xfrm>
              <a:off x="5165732"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7" name="Google Shape;2337;p39">
              <a:extLst>
                <a:ext uri="{FF2B5EF4-FFF2-40B4-BE49-F238E27FC236}">
                  <a16:creationId xmlns:a16="http://schemas.microsoft.com/office/drawing/2014/main" id="{48E04C6E-9969-DEA3-6FE3-9E8F9FD68B7A}"/>
                </a:ext>
              </a:extLst>
            </p:cNvPr>
            <p:cNvSpPr/>
            <p:nvPr/>
          </p:nvSpPr>
          <p:spPr>
            <a:xfrm>
              <a:off x="5394334"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8" name="Google Shape;2338;p39">
              <a:extLst>
                <a:ext uri="{FF2B5EF4-FFF2-40B4-BE49-F238E27FC236}">
                  <a16:creationId xmlns:a16="http://schemas.microsoft.com/office/drawing/2014/main" id="{9D1BA81C-6002-15D8-C8AC-ACD4C269AB31}"/>
                </a:ext>
              </a:extLst>
            </p:cNvPr>
            <p:cNvSpPr/>
            <p:nvPr/>
          </p:nvSpPr>
          <p:spPr>
            <a:xfrm>
              <a:off x="5394334"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9" name="Google Shape;2339;p39">
              <a:extLst>
                <a:ext uri="{FF2B5EF4-FFF2-40B4-BE49-F238E27FC236}">
                  <a16:creationId xmlns:a16="http://schemas.microsoft.com/office/drawing/2014/main" id="{221CCAED-8B8F-9F19-5A45-26FA0EB1DB5D}"/>
                </a:ext>
              </a:extLst>
            </p:cNvPr>
            <p:cNvSpPr/>
            <p:nvPr/>
          </p:nvSpPr>
          <p:spPr>
            <a:xfrm>
              <a:off x="5624525"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40" name="Google Shape;2340;p39">
              <a:extLst>
                <a:ext uri="{FF2B5EF4-FFF2-40B4-BE49-F238E27FC236}">
                  <a16:creationId xmlns:a16="http://schemas.microsoft.com/office/drawing/2014/main" id="{86EBEE1B-6EAD-39B5-F7C2-28B60A4298A0}"/>
                </a:ext>
              </a:extLst>
            </p:cNvPr>
            <p:cNvSpPr/>
            <p:nvPr/>
          </p:nvSpPr>
          <p:spPr>
            <a:xfrm>
              <a:off x="5624525"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341" name="Google Shape;2341;p39">
            <a:extLst>
              <a:ext uri="{FF2B5EF4-FFF2-40B4-BE49-F238E27FC236}">
                <a16:creationId xmlns:a16="http://schemas.microsoft.com/office/drawing/2014/main" id="{573A6246-EF2C-77CE-F8D8-B99019F65CE1}"/>
              </a:ext>
            </a:extLst>
          </p:cNvPr>
          <p:cNvSpPr txBox="1">
            <a:spLocks noGrp="1"/>
          </p:cNvSpPr>
          <p:nvPr>
            <p:ph type="title"/>
          </p:nvPr>
        </p:nvSpPr>
        <p:spPr>
          <a:xfrm>
            <a:off x="1682151" y="1112428"/>
            <a:ext cx="5779698" cy="106365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5400" dirty="0"/>
              <a:t>Baseline LSTM</a:t>
            </a:r>
            <a:endParaRPr sz="5400" dirty="0"/>
          </a:p>
        </p:txBody>
      </p:sp>
      <p:cxnSp>
        <p:nvCxnSpPr>
          <p:cNvPr id="2343" name="Google Shape;2343;p39">
            <a:extLst>
              <a:ext uri="{FF2B5EF4-FFF2-40B4-BE49-F238E27FC236}">
                <a16:creationId xmlns:a16="http://schemas.microsoft.com/office/drawing/2014/main" id="{D9DB5602-E9DF-108B-7B50-796DD0495B71}"/>
              </a:ext>
            </a:extLst>
          </p:cNvPr>
          <p:cNvCxnSpPr>
            <a:cxnSpLocks/>
            <a:endCxn id="2341" idx="0"/>
          </p:cNvCxnSpPr>
          <p:nvPr/>
        </p:nvCxnSpPr>
        <p:spPr>
          <a:xfrm>
            <a:off x="4572000" y="-360620"/>
            <a:ext cx="0" cy="1473048"/>
          </a:xfrm>
          <a:prstGeom prst="straightConnector1">
            <a:avLst/>
          </a:prstGeom>
          <a:noFill/>
          <a:ln w="9525" cap="flat" cmpd="sng">
            <a:solidFill>
              <a:schemeClr val="dk1"/>
            </a:solidFill>
            <a:prstDash val="solid"/>
            <a:round/>
            <a:headEnd type="none" w="med" len="med"/>
            <a:tailEnd type="diamond" w="med" len="med"/>
          </a:ln>
        </p:spPr>
      </p:cxnSp>
      <p:grpSp>
        <p:nvGrpSpPr>
          <p:cNvPr id="2344" name="Google Shape;2344;p39">
            <a:extLst>
              <a:ext uri="{FF2B5EF4-FFF2-40B4-BE49-F238E27FC236}">
                <a16:creationId xmlns:a16="http://schemas.microsoft.com/office/drawing/2014/main" id="{3D5CD203-D627-05C8-FAE8-F0142EE519C2}"/>
              </a:ext>
            </a:extLst>
          </p:cNvPr>
          <p:cNvGrpSpPr/>
          <p:nvPr/>
        </p:nvGrpSpPr>
        <p:grpSpPr>
          <a:xfrm>
            <a:off x="0" y="3593000"/>
            <a:ext cx="9186902" cy="1703200"/>
            <a:chOff x="0" y="3593000"/>
            <a:chExt cx="9186902" cy="1703200"/>
          </a:xfrm>
        </p:grpSpPr>
        <p:sp>
          <p:nvSpPr>
            <p:cNvPr id="2345" name="Google Shape;2345;p39">
              <a:extLst>
                <a:ext uri="{FF2B5EF4-FFF2-40B4-BE49-F238E27FC236}">
                  <a16:creationId xmlns:a16="http://schemas.microsoft.com/office/drawing/2014/main" id="{19807CEA-9F73-E405-0FA5-5126CB955E0E}"/>
                </a:ext>
              </a:extLst>
            </p:cNvPr>
            <p:cNvSpPr/>
            <p:nvPr/>
          </p:nvSpPr>
          <p:spPr>
            <a:xfrm>
              <a:off x="0" y="3593000"/>
              <a:ext cx="9186902" cy="1702900"/>
            </a:xfrm>
            <a:custGeom>
              <a:avLst/>
              <a:gdLst/>
              <a:ahLst/>
              <a:cxnLst/>
              <a:rect l="l" t="t" r="r" b="b"/>
              <a:pathLst>
                <a:path w="4160" h="775" extrusionOk="0">
                  <a:moveTo>
                    <a:pt x="1292" y="51"/>
                  </a:moveTo>
                  <a:cubicBezTo>
                    <a:pt x="1292" y="39"/>
                    <a:pt x="1292" y="39"/>
                    <a:pt x="1292" y="39"/>
                  </a:cubicBezTo>
                  <a:cubicBezTo>
                    <a:pt x="1283" y="39"/>
                    <a:pt x="1283" y="39"/>
                    <a:pt x="1283" y="39"/>
                  </a:cubicBezTo>
                  <a:cubicBezTo>
                    <a:pt x="1283" y="21"/>
                    <a:pt x="1283" y="21"/>
                    <a:pt x="1283" y="21"/>
                  </a:cubicBezTo>
                  <a:cubicBezTo>
                    <a:pt x="1283" y="9"/>
                    <a:pt x="1274" y="0"/>
                    <a:pt x="1262" y="0"/>
                  </a:cubicBezTo>
                  <a:cubicBezTo>
                    <a:pt x="1049" y="0"/>
                    <a:pt x="1049" y="0"/>
                    <a:pt x="1049" y="0"/>
                  </a:cubicBezTo>
                  <a:cubicBezTo>
                    <a:pt x="1038" y="0"/>
                    <a:pt x="1029" y="9"/>
                    <a:pt x="1029" y="21"/>
                  </a:cubicBezTo>
                  <a:cubicBezTo>
                    <a:pt x="1029" y="39"/>
                    <a:pt x="1029" y="39"/>
                    <a:pt x="1029" y="39"/>
                  </a:cubicBezTo>
                  <a:cubicBezTo>
                    <a:pt x="1020" y="39"/>
                    <a:pt x="1020" y="39"/>
                    <a:pt x="1020" y="39"/>
                  </a:cubicBezTo>
                  <a:cubicBezTo>
                    <a:pt x="1020" y="51"/>
                    <a:pt x="1020" y="51"/>
                    <a:pt x="1020" y="51"/>
                  </a:cubicBezTo>
                  <a:cubicBezTo>
                    <a:pt x="0" y="51"/>
                    <a:pt x="0" y="51"/>
                    <a:pt x="0" y="51"/>
                  </a:cubicBezTo>
                  <a:cubicBezTo>
                    <a:pt x="0" y="55"/>
                    <a:pt x="0" y="55"/>
                    <a:pt x="0" y="55"/>
                  </a:cubicBezTo>
                  <a:cubicBezTo>
                    <a:pt x="0" y="55"/>
                    <a:pt x="0" y="55"/>
                    <a:pt x="0" y="55"/>
                  </a:cubicBezTo>
                  <a:cubicBezTo>
                    <a:pt x="0" y="475"/>
                    <a:pt x="0" y="475"/>
                    <a:pt x="0" y="475"/>
                  </a:cubicBezTo>
                  <a:cubicBezTo>
                    <a:pt x="27" y="475"/>
                    <a:pt x="27" y="475"/>
                    <a:pt x="27" y="475"/>
                  </a:cubicBezTo>
                  <a:cubicBezTo>
                    <a:pt x="110" y="475"/>
                    <a:pt x="110" y="475"/>
                    <a:pt x="110" y="475"/>
                  </a:cubicBezTo>
                  <a:cubicBezTo>
                    <a:pt x="136" y="475"/>
                    <a:pt x="136" y="475"/>
                    <a:pt x="136" y="475"/>
                  </a:cubicBezTo>
                  <a:cubicBezTo>
                    <a:pt x="136" y="340"/>
                    <a:pt x="469" y="230"/>
                    <a:pt x="882" y="229"/>
                  </a:cubicBezTo>
                  <a:cubicBezTo>
                    <a:pt x="1301" y="230"/>
                    <a:pt x="1638" y="340"/>
                    <a:pt x="1638" y="475"/>
                  </a:cubicBezTo>
                  <a:cubicBezTo>
                    <a:pt x="1644" y="475"/>
                    <a:pt x="1644" y="475"/>
                    <a:pt x="1644" y="475"/>
                  </a:cubicBezTo>
                  <a:cubicBezTo>
                    <a:pt x="1759" y="475"/>
                    <a:pt x="1759" y="475"/>
                    <a:pt x="1759" y="475"/>
                  </a:cubicBezTo>
                  <a:cubicBezTo>
                    <a:pt x="1759" y="775"/>
                    <a:pt x="1759" y="775"/>
                    <a:pt x="1759" y="775"/>
                  </a:cubicBezTo>
                  <a:cubicBezTo>
                    <a:pt x="1763" y="775"/>
                    <a:pt x="1763" y="775"/>
                    <a:pt x="1763" y="775"/>
                  </a:cubicBezTo>
                  <a:cubicBezTo>
                    <a:pt x="2386" y="775"/>
                    <a:pt x="2386" y="775"/>
                    <a:pt x="2386" y="775"/>
                  </a:cubicBezTo>
                  <a:cubicBezTo>
                    <a:pt x="2390" y="775"/>
                    <a:pt x="2390" y="775"/>
                    <a:pt x="2390" y="775"/>
                  </a:cubicBezTo>
                  <a:cubicBezTo>
                    <a:pt x="2390" y="475"/>
                    <a:pt x="2390" y="475"/>
                    <a:pt x="2390" y="475"/>
                  </a:cubicBezTo>
                  <a:cubicBezTo>
                    <a:pt x="2505" y="475"/>
                    <a:pt x="2505" y="475"/>
                    <a:pt x="2505" y="475"/>
                  </a:cubicBezTo>
                  <a:cubicBezTo>
                    <a:pt x="2511" y="475"/>
                    <a:pt x="2511" y="475"/>
                    <a:pt x="2511" y="475"/>
                  </a:cubicBezTo>
                  <a:cubicBezTo>
                    <a:pt x="2511" y="340"/>
                    <a:pt x="2849" y="230"/>
                    <a:pt x="3267" y="229"/>
                  </a:cubicBezTo>
                  <a:cubicBezTo>
                    <a:pt x="3680" y="230"/>
                    <a:pt x="4014" y="340"/>
                    <a:pt x="4014" y="475"/>
                  </a:cubicBezTo>
                  <a:cubicBezTo>
                    <a:pt x="4039" y="475"/>
                    <a:pt x="4039" y="475"/>
                    <a:pt x="4039" y="475"/>
                  </a:cubicBezTo>
                  <a:cubicBezTo>
                    <a:pt x="4133" y="475"/>
                    <a:pt x="4133" y="475"/>
                    <a:pt x="4133" y="475"/>
                  </a:cubicBezTo>
                  <a:cubicBezTo>
                    <a:pt x="4160" y="475"/>
                    <a:pt x="4160" y="475"/>
                    <a:pt x="4160" y="475"/>
                  </a:cubicBezTo>
                  <a:cubicBezTo>
                    <a:pt x="4160" y="184"/>
                    <a:pt x="4160" y="184"/>
                    <a:pt x="4160" y="184"/>
                  </a:cubicBezTo>
                  <a:cubicBezTo>
                    <a:pt x="4160" y="175"/>
                    <a:pt x="4160" y="175"/>
                    <a:pt x="4160" y="175"/>
                  </a:cubicBezTo>
                  <a:cubicBezTo>
                    <a:pt x="4160" y="173"/>
                    <a:pt x="4160" y="173"/>
                    <a:pt x="4160" y="173"/>
                  </a:cubicBezTo>
                  <a:cubicBezTo>
                    <a:pt x="4160" y="137"/>
                    <a:pt x="4160" y="137"/>
                    <a:pt x="4160" y="137"/>
                  </a:cubicBezTo>
                  <a:cubicBezTo>
                    <a:pt x="4160" y="129"/>
                    <a:pt x="4160" y="129"/>
                    <a:pt x="4160" y="129"/>
                  </a:cubicBezTo>
                  <a:cubicBezTo>
                    <a:pt x="4160" y="121"/>
                    <a:pt x="4160" y="121"/>
                    <a:pt x="4160" y="121"/>
                  </a:cubicBezTo>
                  <a:cubicBezTo>
                    <a:pt x="4160" y="60"/>
                    <a:pt x="4160" y="60"/>
                    <a:pt x="4160" y="60"/>
                  </a:cubicBezTo>
                  <a:cubicBezTo>
                    <a:pt x="4160" y="55"/>
                    <a:pt x="4160" y="55"/>
                    <a:pt x="4160" y="55"/>
                  </a:cubicBezTo>
                  <a:cubicBezTo>
                    <a:pt x="4160" y="51"/>
                    <a:pt x="4160" y="51"/>
                    <a:pt x="4160" y="51"/>
                  </a:cubicBezTo>
                  <a:lnTo>
                    <a:pt x="1292" y="51"/>
                  </a:lnTo>
                  <a:close/>
                  <a:moveTo>
                    <a:pt x="1239" y="2"/>
                  </a:moveTo>
                  <a:cubicBezTo>
                    <a:pt x="1262" y="2"/>
                    <a:pt x="1262" y="2"/>
                    <a:pt x="1262" y="2"/>
                  </a:cubicBezTo>
                  <a:cubicBezTo>
                    <a:pt x="1272" y="2"/>
                    <a:pt x="1281" y="10"/>
                    <a:pt x="1281" y="21"/>
                  </a:cubicBezTo>
                  <a:cubicBezTo>
                    <a:pt x="1281" y="39"/>
                    <a:pt x="1281" y="39"/>
                    <a:pt x="1281" y="39"/>
                  </a:cubicBezTo>
                  <a:cubicBezTo>
                    <a:pt x="1239" y="39"/>
                    <a:pt x="1239" y="39"/>
                    <a:pt x="1239" y="39"/>
                  </a:cubicBezTo>
                  <a:lnTo>
                    <a:pt x="1239" y="2"/>
                  </a:lnTo>
                  <a:close/>
                  <a:moveTo>
                    <a:pt x="1197" y="2"/>
                  </a:moveTo>
                  <a:cubicBezTo>
                    <a:pt x="1237" y="2"/>
                    <a:pt x="1237" y="2"/>
                    <a:pt x="1237" y="2"/>
                  </a:cubicBezTo>
                  <a:cubicBezTo>
                    <a:pt x="1237" y="39"/>
                    <a:pt x="1237" y="39"/>
                    <a:pt x="1237" y="39"/>
                  </a:cubicBezTo>
                  <a:cubicBezTo>
                    <a:pt x="1197" y="39"/>
                    <a:pt x="1197" y="39"/>
                    <a:pt x="1197" y="39"/>
                  </a:cubicBezTo>
                  <a:lnTo>
                    <a:pt x="1197" y="2"/>
                  </a:lnTo>
                  <a:close/>
                  <a:moveTo>
                    <a:pt x="1155" y="2"/>
                  </a:moveTo>
                  <a:cubicBezTo>
                    <a:pt x="1196" y="2"/>
                    <a:pt x="1196" y="2"/>
                    <a:pt x="1196" y="2"/>
                  </a:cubicBezTo>
                  <a:cubicBezTo>
                    <a:pt x="1196" y="39"/>
                    <a:pt x="1196" y="39"/>
                    <a:pt x="1196" y="39"/>
                  </a:cubicBezTo>
                  <a:cubicBezTo>
                    <a:pt x="1155" y="39"/>
                    <a:pt x="1155" y="39"/>
                    <a:pt x="1155" y="39"/>
                  </a:cubicBezTo>
                  <a:lnTo>
                    <a:pt x="1155" y="2"/>
                  </a:lnTo>
                  <a:close/>
                  <a:moveTo>
                    <a:pt x="1117" y="2"/>
                  </a:moveTo>
                  <a:cubicBezTo>
                    <a:pt x="1153" y="2"/>
                    <a:pt x="1153" y="2"/>
                    <a:pt x="1153" y="2"/>
                  </a:cubicBezTo>
                  <a:cubicBezTo>
                    <a:pt x="1153" y="39"/>
                    <a:pt x="1153" y="39"/>
                    <a:pt x="1153" y="39"/>
                  </a:cubicBezTo>
                  <a:cubicBezTo>
                    <a:pt x="1117" y="39"/>
                    <a:pt x="1117" y="39"/>
                    <a:pt x="1117" y="39"/>
                  </a:cubicBezTo>
                  <a:lnTo>
                    <a:pt x="1117" y="2"/>
                  </a:lnTo>
                  <a:close/>
                  <a:moveTo>
                    <a:pt x="1075" y="2"/>
                  </a:moveTo>
                  <a:cubicBezTo>
                    <a:pt x="1115" y="2"/>
                    <a:pt x="1115" y="2"/>
                    <a:pt x="1115" y="2"/>
                  </a:cubicBezTo>
                  <a:cubicBezTo>
                    <a:pt x="1115" y="39"/>
                    <a:pt x="1115" y="39"/>
                    <a:pt x="1115" y="39"/>
                  </a:cubicBezTo>
                  <a:cubicBezTo>
                    <a:pt x="1075" y="39"/>
                    <a:pt x="1075" y="39"/>
                    <a:pt x="1075" y="39"/>
                  </a:cubicBezTo>
                  <a:lnTo>
                    <a:pt x="1075" y="2"/>
                  </a:lnTo>
                  <a:close/>
                  <a:moveTo>
                    <a:pt x="1031" y="21"/>
                  </a:moveTo>
                  <a:cubicBezTo>
                    <a:pt x="1031" y="10"/>
                    <a:pt x="1039" y="2"/>
                    <a:pt x="1049" y="2"/>
                  </a:cubicBezTo>
                  <a:cubicBezTo>
                    <a:pt x="1073" y="2"/>
                    <a:pt x="1073" y="2"/>
                    <a:pt x="1073" y="2"/>
                  </a:cubicBezTo>
                  <a:cubicBezTo>
                    <a:pt x="1073" y="39"/>
                    <a:pt x="1073" y="39"/>
                    <a:pt x="1073" y="39"/>
                  </a:cubicBezTo>
                  <a:cubicBezTo>
                    <a:pt x="1031" y="39"/>
                    <a:pt x="1031" y="39"/>
                    <a:pt x="1031" y="39"/>
                  </a:cubicBezTo>
                  <a:lnTo>
                    <a:pt x="1031" y="21"/>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46" name="Google Shape;2346;p39">
              <a:extLst>
                <a:ext uri="{FF2B5EF4-FFF2-40B4-BE49-F238E27FC236}">
                  <a16:creationId xmlns:a16="http://schemas.microsoft.com/office/drawing/2014/main" id="{5EA7D1EA-4033-1D01-96FD-B831B596C910}"/>
                </a:ext>
              </a:extLst>
            </p:cNvPr>
            <p:cNvSpPr/>
            <p:nvPr/>
          </p:nvSpPr>
          <p:spPr>
            <a:xfrm>
              <a:off x="0" y="4601525"/>
              <a:ext cx="297900" cy="6861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sp>
          <p:nvSpPr>
            <p:cNvPr id="2347" name="Google Shape;2347;p39">
              <a:extLst>
                <a:ext uri="{FF2B5EF4-FFF2-40B4-BE49-F238E27FC236}">
                  <a16:creationId xmlns:a16="http://schemas.microsoft.com/office/drawing/2014/main" id="{83E6C75E-1257-D927-062B-628104643888}"/>
                </a:ext>
              </a:extLst>
            </p:cNvPr>
            <p:cNvSpPr/>
            <p:nvPr/>
          </p:nvSpPr>
          <p:spPr>
            <a:xfrm>
              <a:off x="3867063" y="4630500"/>
              <a:ext cx="1431600" cy="6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grpSp>
          <p:nvGrpSpPr>
            <p:cNvPr id="2348" name="Google Shape;2348;p39">
              <a:extLst>
                <a:ext uri="{FF2B5EF4-FFF2-40B4-BE49-F238E27FC236}">
                  <a16:creationId xmlns:a16="http://schemas.microsoft.com/office/drawing/2014/main" id="{3782E0F7-65FF-D480-4C2B-77D38A74F06B}"/>
                </a:ext>
              </a:extLst>
            </p:cNvPr>
            <p:cNvGrpSpPr/>
            <p:nvPr/>
          </p:nvGrpSpPr>
          <p:grpSpPr>
            <a:xfrm>
              <a:off x="109020" y="4065169"/>
              <a:ext cx="8197094" cy="1044961"/>
              <a:chOff x="69670" y="3912769"/>
              <a:chExt cx="8197094" cy="1044961"/>
            </a:xfrm>
          </p:grpSpPr>
          <p:sp>
            <p:nvSpPr>
              <p:cNvPr id="2349" name="Google Shape;2349;p39">
                <a:extLst>
                  <a:ext uri="{FF2B5EF4-FFF2-40B4-BE49-F238E27FC236}">
                    <a16:creationId xmlns:a16="http://schemas.microsoft.com/office/drawing/2014/main" id="{856318F4-D92B-829B-AC6D-060490D39CCF}"/>
                  </a:ext>
                </a:extLst>
              </p:cNvPr>
              <p:cNvSpPr/>
              <p:nvPr/>
            </p:nvSpPr>
            <p:spPr>
              <a:xfrm>
                <a:off x="3676701" y="3933410"/>
                <a:ext cx="105786" cy="46443"/>
              </a:xfrm>
              <a:custGeom>
                <a:avLst/>
                <a:gdLst/>
                <a:ahLst/>
                <a:cxnLst/>
                <a:rect l="l" t="t" r="r" b="b"/>
                <a:pathLst>
                  <a:path w="47" h="20" extrusionOk="0">
                    <a:moveTo>
                      <a:pt x="42" y="0"/>
                    </a:moveTo>
                    <a:cubicBezTo>
                      <a:pt x="5" y="0"/>
                      <a:pt x="5" y="0"/>
                      <a:pt x="5" y="0"/>
                    </a:cubicBezTo>
                    <a:cubicBezTo>
                      <a:pt x="2" y="0"/>
                      <a:pt x="0" y="2"/>
                      <a:pt x="0" y="5"/>
                    </a:cubicBezTo>
                    <a:cubicBezTo>
                      <a:pt x="0" y="16"/>
                      <a:pt x="0" y="16"/>
                      <a:pt x="0" y="16"/>
                    </a:cubicBezTo>
                    <a:cubicBezTo>
                      <a:pt x="0" y="18"/>
                      <a:pt x="2" y="20"/>
                      <a:pt x="5" y="20"/>
                    </a:cubicBezTo>
                    <a:cubicBezTo>
                      <a:pt x="42" y="20"/>
                      <a:pt x="42" y="20"/>
                      <a:pt x="42" y="20"/>
                    </a:cubicBezTo>
                    <a:cubicBezTo>
                      <a:pt x="45" y="20"/>
                      <a:pt x="47" y="18"/>
                      <a:pt x="47" y="16"/>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0" name="Google Shape;2350;p39">
                <a:extLst>
                  <a:ext uri="{FF2B5EF4-FFF2-40B4-BE49-F238E27FC236}">
                    <a16:creationId xmlns:a16="http://schemas.microsoft.com/office/drawing/2014/main" id="{AFD3BC1D-1C25-2488-1C15-4A29C9580CED}"/>
                  </a:ext>
                </a:extLst>
              </p:cNvPr>
              <p:cNvSpPr/>
              <p:nvPr/>
            </p:nvSpPr>
            <p:spPr>
              <a:xfrm>
                <a:off x="105792" y="3933410"/>
                <a:ext cx="103206" cy="46443"/>
              </a:xfrm>
              <a:custGeom>
                <a:avLst/>
                <a:gdLst/>
                <a:ahLst/>
                <a:cxnLst/>
                <a:rect l="l" t="t" r="r" b="b"/>
                <a:pathLst>
                  <a:path w="47" h="20" extrusionOk="0">
                    <a:moveTo>
                      <a:pt x="42" y="0"/>
                    </a:moveTo>
                    <a:cubicBezTo>
                      <a:pt x="5" y="0"/>
                      <a:pt x="5" y="0"/>
                      <a:pt x="5" y="0"/>
                    </a:cubicBezTo>
                    <a:cubicBezTo>
                      <a:pt x="2" y="0"/>
                      <a:pt x="0" y="2"/>
                      <a:pt x="0" y="5"/>
                    </a:cubicBezTo>
                    <a:cubicBezTo>
                      <a:pt x="0" y="16"/>
                      <a:pt x="0" y="16"/>
                      <a:pt x="0" y="16"/>
                    </a:cubicBezTo>
                    <a:cubicBezTo>
                      <a:pt x="0" y="18"/>
                      <a:pt x="2" y="20"/>
                      <a:pt x="5" y="20"/>
                    </a:cubicBezTo>
                    <a:cubicBezTo>
                      <a:pt x="42" y="20"/>
                      <a:pt x="42" y="20"/>
                      <a:pt x="42" y="20"/>
                    </a:cubicBezTo>
                    <a:cubicBezTo>
                      <a:pt x="45" y="20"/>
                      <a:pt x="47" y="18"/>
                      <a:pt x="47" y="16"/>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1" name="Google Shape;2351;p39">
                <a:extLst>
                  <a:ext uri="{FF2B5EF4-FFF2-40B4-BE49-F238E27FC236}">
                    <a16:creationId xmlns:a16="http://schemas.microsoft.com/office/drawing/2014/main" id="{55C3FB3F-0CC6-5DA1-5FF5-6489361F01AF}"/>
                  </a:ext>
                </a:extLst>
              </p:cNvPr>
              <p:cNvSpPr/>
              <p:nvPr/>
            </p:nvSpPr>
            <p:spPr>
              <a:xfrm>
                <a:off x="229639" y="4041776"/>
                <a:ext cx="103206" cy="43863"/>
              </a:xfrm>
              <a:custGeom>
                <a:avLst/>
                <a:gdLst/>
                <a:ahLst/>
                <a:cxnLst/>
                <a:rect l="l" t="t" r="r" b="b"/>
                <a:pathLst>
                  <a:path w="47" h="20" extrusionOk="0">
                    <a:moveTo>
                      <a:pt x="43" y="0"/>
                    </a:moveTo>
                    <a:cubicBezTo>
                      <a:pt x="5" y="0"/>
                      <a:pt x="5" y="0"/>
                      <a:pt x="5" y="0"/>
                    </a:cubicBezTo>
                    <a:cubicBezTo>
                      <a:pt x="2" y="0"/>
                      <a:pt x="0" y="2"/>
                      <a:pt x="0" y="5"/>
                    </a:cubicBezTo>
                    <a:cubicBezTo>
                      <a:pt x="0" y="16"/>
                      <a:pt x="0" y="16"/>
                      <a:pt x="0" y="16"/>
                    </a:cubicBezTo>
                    <a:cubicBezTo>
                      <a:pt x="0" y="18"/>
                      <a:pt x="2" y="20"/>
                      <a:pt x="5" y="20"/>
                    </a:cubicBezTo>
                    <a:cubicBezTo>
                      <a:pt x="43" y="20"/>
                      <a:pt x="43" y="20"/>
                      <a:pt x="43" y="20"/>
                    </a:cubicBezTo>
                    <a:cubicBezTo>
                      <a:pt x="45" y="20"/>
                      <a:pt x="47" y="18"/>
                      <a:pt x="47" y="16"/>
                    </a:cubicBezTo>
                    <a:cubicBezTo>
                      <a:pt x="47" y="5"/>
                      <a:pt x="47" y="5"/>
                      <a:pt x="47" y="5"/>
                    </a:cubicBezTo>
                    <a:cubicBezTo>
                      <a:pt x="47" y="2"/>
                      <a:pt x="45" y="0"/>
                      <a:pt x="43"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2" name="Google Shape;2352;p39">
                <a:extLst>
                  <a:ext uri="{FF2B5EF4-FFF2-40B4-BE49-F238E27FC236}">
                    <a16:creationId xmlns:a16="http://schemas.microsoft.com/office/drawing/2014/main" id="{D6F436FF-EF9A-827F-9D09-9F7A7FCDC0D8}"/>
                  </a:ext>
                </a:extLst>
              </p:cNvPr>
              <p:cNvSpPr/>
              <p:nvPr/>
            </p:nvSpPr>
            <p:spPr>
              <a:xfrm>
                <a:off x="69670" y="4168204"/>
                <a:ext cx="103206" cy="43863"/>
              </a:xfrm>
              <a:custGeom>
                <a:avLst/>
                <a:gdLst/>
                <a:ahLst/>
                <a:cxnLst/>
                <a:rect l="l" t="t" r="r" b="b"/>
                <a:pathLst>
                  <a:path w="47" h="20" extrusionOk="0">
                    <a:moveTo>
                      <a:pt x="42" y="0"/>
                    </a:moveTo>
                    <a:cubicBezTo>
                      <a:pt x="5" y="0"/>
                      <a:pt x="5" y="0"/>
                      <a:pt x="5" y="0"/>
                    </a:cubicBezTo>
                    <a:cubicBezTo>
                      <a:pt x="2" y="0"/>
                      <a:pt x="0" y="2"/>
                      <a:pt x="0" y="5"/>
                    </a:cubicBezTo>
                    <a:cubicBezTo>
                      <a:pt x="0" y="16"/>
                      <a:pt x="0" y="16"/>
                      <a:pt x="0" y="16"/>
                    </a:cubicBezTo>
                    <a:cubicBezTo>
                      <a:pt x="0" y="18"/>
                      <a:pt x="2" y="20"/>
                      <a:pt x="5" y="20"/>
                    </a:cubicBezTo>
                    <a:cubicBezTo>
                      <a:pt x="42" y="20"/>
                      <a:pt x="42" y="20"/>
                      <a:pt x="42" y="20"/>
                    </a:cubicBezTo>
                    <a:cubicBezTo>
                      <a:pt x="45" y="20"/>
                      <a:pt x="47" y="18"/>
                      <a:pt x="47" y="16"/>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3" name="Google Shape;2353;p39">
                <a:extLst>
                  <a:ext uri="{FF2B5EF4-FFF2-40B4-BE49-F238E27FC236}">
                    <a16:creationId xmlns:a16="http://schemas.microsoft.com/office/drawing/2014/main" id="{4C139BB6-7519-5A5D-E561-2893D6802994}"/>
                  </a:ext>
                </a:extLst>
              </p:cNvPr>
              <p:cNvSpPr/>
              <p:nvPr/>
            </p:nvSpPr>
            <p:spPr>
              <a:xfrm>
                <a:off x="3914073" y="4018556"/>
                <a:ext cx="105786" cy="43863"/>
              </a:xfrm>
              <a:custGeom>
                <a:avLst/>
                <a:gdLst/>
                <a:ahLst/>
                <a:cxnLst/>
                <a:rect l="l" t="t" r="r" b="b"/>
                <a:pathLst>
                  <a:path w="47" h="20" extrusionOk="0">
                    <a:moveTo>
                      <a:pt x="47" y="15"/>
                    </a:moveTo>
                    <a:cubicBezTo>
                      <a:pt x="47" y="5"/>
                      <a:pt x="47" y="5"/>
                      <a:pt x="47" y="5"/>
                    </a:cubicBezTo>
                    <a:cubicBezTo>
                      <a:pt x="47" y="2"/>
                      <a:pt x="45" y="0"/>
                      <a:pt x="42" y="0"/>
                    </a:cubicBezTo>
                    <a:cubicBezTo>
                      <a:pt x="5" y="0"/>
                      <a:pt x="5" y="0"/>
                      <a:pt x="5" y="0"/>
                    </a:cubicBezTo>
                    <a:cubicBezTo>
                      <a:pt x="2" y="0"/>
                      <a:pt x="0" y="2"/>
                      <a:pt x="0" y="5"/>
                    </a:cubicBezTo>
                    <a:cubicBezTo>
                      <a:pt x="0" y="15"/>
                      <a:pt x="0" y="15"/>
                      <a:pt x="0" y="15"/>
                    </a:cubicBezTo>
                    <a:cubicBezTo>
                      <a:pt x="0" y="18"/>
                      <a:pt x="2" y="20"/>
                      <a:pt x="5" y="20"/>
                    </a:cubicBezTo>
                    <a:cubicBezTo>
                      <a:pt x="42" y="20"/>
                      <a:pt x="42" y="20"/>
                      <a:pt x="42" y="20"/>
                    </a:cubicBezTo>
                    <a:cubicBezTo>
                      <a:pt x="45" y="20"/>
                      <a:pt x="47" y="18"/>
                      <a:pt x="47" y="15"/>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4" name="Google Shape;2354;p39">
                <a:extLst>
                  <a:ext uri="{FF2B5EF4-FFF2-40B4-BE49-F238E27FC236}">
                    <a16:creationId xmlns:a16="http://schemas.microsoft.com/office/drawing/2014/main" id="{F01CB294-40DF-FD12-D87B-684C9BE7DF72}"/>
                  </a:ext>
                </a:extLst>
              </p:cNvPr>
              <p:cNvSpPr/>
              <p:nvPr/>
            </p:nvSpPr>
            <p:spPr>
              <a:xfrm>
                <a:off x="3343864" y="4064998"/>
                <a:ext cx="103206" cy="46443"/>
              </a:xfrm>
              <a:custGeom>
                <a:avLst/>
                <a:gdLst/>
                <a:ahLst/>
                <a:cxnLst/>
                <a:rect l="l" t="t" r="r" b="b"/>
                <a:pathLst>
                  <a:path w="47" h="21" extrusionOk="0">
                    <a:moveTo>
                      <a:pt x="42" y="0"/>
                    </a:moveTo>
                    <a:cubicBezTo>
                      <a:pt x="4" y="0"/>
                      <a:pt x="4" y="0"/>
                      <a:pt x="4" y="0"/>
                    </a:cubicBezTo>
                    <a:cubicBezTo>
                      <a:pt x="2" y="0"/>
                      <a:pt x="0" y="2"/>
                      <a:pt x="0" y="5"/>
                    </a:cubicBezTo>
                    <a:cubicBezTo>
                      <a:pt x="0" y="16"/>
                      <a:pt x="0" y="16"/>
                      <a:pt x="0" y="16"/>
                    </a:cubicBezTo>
                    <a:cubicBezTo>
                      <a:pt x="0" y="18"/>
                      <a:pt x="2" y="21"/>
                      <a:pt x="4" y="21"/>
                    </a:cubicBezTo>
                    <a:cubicBezTo>
                      <a:pt x="42" y="21"/>
                      <a:pt x="42" y="21"/>
                      <a:pt x="42" y="21"/>
                    </a:cubicBezTo>
                    <a:cubicBezTo>
                      <a:pt x="44" y="21"/>
                      <a:pt x="47" y="18"/>
                      <a:pt x="47" y="16"/>
                    </a:cubicBezTo>
                    <a:cubicBezTo>
                      <a:pt x="47" y="5"/>
                      <a:pt x="47" y="5"/>
                      <a:pt x="47" y="5"/>
                    </a:cubicBezTo>
                    <a:cubicBezTo>
                      <a:pt x="47" y="2"/>
                      <a:pt x="44"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5" name="Google Shape;2355;p39">
                <a:extLst>
                  <a:ext uri="{FF2B5EF4-FFF2-40B4-BE49-F238E27FC236}">
                    <a16:creationId xmlns:a16="http://schemas.microsoft.com/office/drawing/2014/main" id="{00961276-5733-3782-040B-D5FE17ECD45C}"/>
                  </a:ext>
                </a:extLst>
              </p:cNvPr>
              <p:cNvSpPr/>
              <p:nvPr/>
            </p:nvSpPr>
            <p:spPr>
              <a:xfrm>
                <a:off x="3952776" y="4591349"/>
                <a:ext cx="103206" cy="46443"/>
              </a:xfrm>
              <a:custGeom>
                <a:avLst/>
                <a:gdLst/>
                <a:ahLst/>
                <a:cxnLst/>
                <a:rect l="l" t="t" r="r" b="b"/>
                <a:pathLst>
                  <a:path w="47" h="21" extrusionOk="0">
                    <a:moveTo>
                      <a:pt x="42" y="0"/>
                    </a:moveTo>
                    <a:cubicBezTo>
                      <a:pt x="5" y="0"/>
                      <a:pt x="5" y="0"/>
                      <a:pt x="5" y="0"/>
                    </a:cubicBezTo>
                    <a:cubicBezTo>
                      <a:pt x="2" y="0"/>
                      <a:pt x="0" y="2"/>
                      <a:pt x="0" y="5"/>
                    </a:cubicBezTo>
                    <a:cubicBezTo>
                      <a:pt x="0" y="16"/>
                      <a:pt x="0" y="16"/>
                      <a:pt x="0" y="16"/>
                    </a:cubicBezTo>
                    <a:cubicBezTo>
                      <a:pt x="0" y="18"/>
                      <a:pt x="2" y="21"/>
                      <a:pt x="5" y="21"/>
                    </a:cubicBezTo>
                    <a:cubicBezTo>
                      <a:pt x="42" y="21"/>
                      <a:pt x="42" y="21"/>
                      <a:pt x="42" y="21"/>
                    </a:cubicBezTo>
                    <a:cubicBezTo>
                      <a:pt x="45" y="21"/>
                      <a:pt x="47" y="18"/>
                      <a:pt x="47" y="16"/>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6" name="Google Shape;2356;p39">
                <a:extLst>
                  <a:ext uri="{FF2B5EF4-FFF2-40B4-BE49-F238E27FC236}">
                    <a16:creationId xmlns:a16="http://schemas.microsoft.com/office/drawing/2014/main" id="{C555A52F-AE97-6802-1CF6-92D15CF5130A}"/>
                  </a:ext>
                </a:extLst>
              </p:cNvPr>
              <p:cNvSpPr/>
              <p:nvPr/>
            </p:nvSpPr>
            <p:spPr>
              <a:xfrm>
                <a:off x="3952776" y="4694554"/>
                <a:ext cx="103206" cy="43863"/>
              </a:xfrm>
              <a:custGeom>
                <a:avLst/>
                <a:gdLst/>
                <a:ahLst/>
                <a:cxnLst/>
                <a:rect l="l" t="t" r="r" b="b"/>
                <a:pathLst>
                  <a:path w="47" h="20" extrusionOk="0">
                    <a:moveTo>
                      <a:pt x="42" y="0"/>
                    </a:moveTo>
                    <a:cubicBezTo>
                      <a:pt x="5" y="0"/>
                      <a:pt x="5" y="0"/>
                      <a:pt x="5" y="0"/>
                    </a:cubicBezTo>
                    <a:cubicBezTo>
                      <a:pt x="2" y="0"/>
                      <a:pt x="0" y="2"/>
                      <a:pt x="0" y="5"/>
                    </a:cubicBezTo>
                    <a:cubicBezTo>
                      <a:pt x="0" y="15"/>
                      <a:pt x="0" y="15"/>
                      <a:pt x="0" y="15"/>
                    </a:cubicBezTo>
                    <a:cubicBezTo>
                      <a:pt x="0" y="18"/>
                      <a:pt x="2" y="20"/>
                      <a:pt x="5" y="20"/>
                    </a:cubicBezTo>
                    <a:cubicBezTo>
                      <a:pt x="42" y="20"/>
                      <a:pt x="42" y="20"/>
                      <a:pt x="42" y="20"/>
                    </a:cubicBezTo>
                    <a:cubicBezTo>
                      <a:pt x="45" y="20"/>
                      <a:pt x="47" y="18"/>
                      <a:pt x="47" y="15"/>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7" name="Google Shape;2357;p39">
                <a:extLst>
                  <a:ext uri="{FF2B5EF4-FFF2-40B4-BE49-F238E27FC236}">
                    <a16:creationId xmlns:a16="http://schemas.microsoft.com/office/drawing/2014/main" id="{F431CDD3-7376-BB6C-0C28-1CF12426F8E4}"/>
                  </a:ext>
                </a:extLst>
              </p:cNvPr>
              <p:cNvSpPr/>
              <p:nvPr/>
            </p:nvSpPr>
            <p:spPr>
              <a:xfrm>
                <a:off x="4112745" y="4648112"/>
                <a:ext cx="103206" cy="46443"/>
              </a:xfrm>
              <a:custGeom>
                <a:avLst/>
                <a:gdLst/>
                <a:ahLst/>
                <a:cxnLst/>
                <a:rect l="l" t="t" r="r" b="b"/>
                <a:pathLst>
                  <a:path w="47" h="21" extrusionOk="0">
                    <a:moveTo>
                      <a:pt x="42" y="0"/>
                    </a:moveTo>
                    <a:cubicBezTo>
                      <a:pt x="5" y="0"/>
                      <a:pt x="5" y="0"/>
                      <a:pt x="5" y="0"/>
                    </a:cubicBezTo>
                    <a:cubicBezTo>
                      <a:pt x="2" y="0"/>
                      <a:pt x="0" y="3"/>
                      <a:pt x="0" y="5"/>
                    </a:cubicBezTo>
                    <a:cubicBezTo>
                      <a:pt x="0" y="16"/>
                      <a:pt x="0" y="16"/>
                      <a:pt x="0" y="16"/>
                    </a:cubicBezTo>
                    <a:cubicBezTo>
                      <a:pt x="0" y="19"/>
                      <a:pt x="2" y="21"/>
                      <a:pt x="5" y="21"/>
                    </a:cubicBezTo>
                    <a:cubicBezTo>
                      <a:pt x="42" y="21"/>
                      <a:pt x="42" y="21"/>
                      <a:pt x="42" y="21"/>
                    </a:cubicBezTo>
                    <a:cubicBezTo>
                      <a:pt x="45" y="21"/>
                      <a:pt x="47" y="19"/>
                      <a:pt x="47" y="16"/>
                    </a:cubicBezTo>
                    <a:cubicBezTo>
                      <a:pt x="47" y="5"/>
                      <a:pt x="47" y="5"/>
                      <a:pt x="47" y="5"/>
                    </a:cubicBezTo>
                    <a:cubicBezTo>
                      <a:pt x="47" y="3"/>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8" name="Google Shape;2358;p39">
                <a:extLst>
                  <a:ext uri="{FF2B5EF4-FFF2-40B4-BE49-F238E27FC236}">
                    <a16:creationId xmlns:a16="http://schemas.microsoft.com/office/drawing/2014/main" id="{97A678DD-8AD0-ACBD-6852-3B3F6AF80102}"/>
                  </a:ext>
                </a:extLst>
              </p:cNvPr>
              <p:cNvSpPr/>
              <p:nvPr/>
            </p:nvSpPr>
            <p:spPr>
              <a:xfrm>
                <a:off x="5255744" y="3982434"/>
                <a:ext cx="105786" cy="43863"/>
              </a:xfrm>
              <a:custGeom>
                <a:avLst/>
                <a:gdLst/>
                <a:ahLst/>
                <a:cxnLst/>
                <a:rect l="l" t="t" r="r" b="b"/>
                <a:pathLst>
                  <a:path w="48" h="20" extrusionOk="0">
                    <a:moveTo>
                      <a:pt x="43" y="0"/>
                    </a:moveTo>
                    <a:cubicBezTo>
                      <a:pt x="5" y="0"/>
                      <a:pt x="5" y="0"/>
                      <a:pt x="5" y="0"/>
                    </a:cubicBezTo>
                    <a:cubicBezTo>
                      <a:pt x="3" y="0"/>
                      <a:pt x="0" y="2"/>
                      <a:pt x="0" y="4"/>
                    </a:cubicBezTo>
                    <a:cubicBezTo>
                      <a:pt x="0" y="15"/>
                      <a:pt x="0" y="15"/>
                      <a:pt x="0" y="15"/>
                    </a:cubicBezTo>
                    <a:cubicBezTo>
                      <a:pt x="0" y="18"/>
                      <a:pt x="3" y="20"/>
                      <a:pt x="5" y="20"/>
                    </a:cubicBezTo>
                    <a:cubicBezTo>
                      <a:pt x="43" y="20"/>
                      <a:pt x="43" y="20"/>
                      <a:pt x="43" y="20"/>
                    </a:cubicBezTo>
                    <a:cubicBezTo>
                      <a:pt x="45" y="20"/>
                      <a:pt x="48" y="18"/>
                      <a:pt x="48" y="15"/>
                    </a:cubicBezTo>
                    <a:cubicBezTo>
                      <a:pt x="48" y="4"/>
                      <a:pt x="48" y="4"/>
                      <a:pt x="48" y="4"/>
                    </a:cubicBezTo>
                    <a:cubicBezTo>
                      <a:pt x="48" y="2"/>
                      <a:pt x="45" y="0"/>
                      <a:pt x="43"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9" name="Google Shape;2359;p39">
                <a:extLst>
                  <a:ext uri="{FF2B5EF4-FFF2-40B4-BE49-F238E27FC236}">
                    <a16:creationId xmlns:a16="http://schemas.microsoft.com/office/drawing/2014/main" id="{A59D81E2-D6C5-6743-8AEF-26E59069024E}"/>
                  </a:ext>
                </a:extLst>
              </p:cNvPr>
              <p:cNvSpPr/>
              <p:nvPr/>
            </p:nvSpPr>
            <p:spPr>
              <a:xfrm>
                <a:off x="8163558" y="3912769"/>
                <a:ext cx="103206" cy="43863"/>
              </a:xfrm>
              <a:custGeom>
                <a:avLst/>
                <a:gdLst/>
                <a:ahLst/>
                <a:cxnLst/>
                <a:rect l="l" t="t" r="r" b="b"/>
                <a:pathLst>
                  <a:path w="47" h="20" extrusionOk="0">
                    <a:moveTo>
                      <a:pt x="42" y="0"/>
                    </a:moveTo>
                    <a:cubicBezTo>
                      <a:pt x="5" y="0"/>
                      <a:pt x="5" y="0"/>
                      <a:pt x="5" y="0"/>
                    </a:cubicBezTo>
                    <a:cubicBezTo>
                      <a:pt x="2" y="0"/>
                      <a:pt x="0" y="2"/>
                      <a:pt x="0" y="5"/>
                    </a:cubicBezTo>
                    <a:cubicBezTo>
                      <a:pt x="0" y="15"/>
                      <a:pt x="0" y="15"/>
                      <a:pt x="0" y="15"/>
                    </a:cubicBezTo>
                    <a:cubicBezTo>
                      <a:pt x="0" y="18"/>
                      <a:pt x="2" y="20"/>
                      <a:pt x="5" y="20"/>
                    </a:cubicBezTo>
                    <a:cubicBezTo>
                      <a:pt x="42" y="20"/>
                      <a:pt x="42" y="20"/>
                      <a:pt x="42" y="20"/>
                    </a:cubicBezTo>
                    <a:cubicBezTo>
                      <a:pt x="45" y="20"/>
                      <a:pt x="47" y="18"/>
                      <a:pt x="47" y="15"/>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0" name="Google Shape;2360;p39">
                <a:extLst>
                  <a:ext uri="{FF2B5EF4-FFF2-40B4-BE49-F238E27FC236}">
                    <a16:creationId xmlns:a16="http://schemas.microsoft.com/office/drawing/2014/main" id="{119D97EB-8A0D-11BD-7B3A-DB5C624F6175}"/>
                  </a:ext>
                </a:extLst>
              </p:cNvPr>
              <p:cNvSpPr/>
              <p:nvPr/>
            </p:nvSpPr>
            <p:spPr>
              <a:xfrm>
                <a:off x="4868724" y="4790019"/>
                <a:ext cx="103206" cy="43863"/>
              </a:xfrm>
              <a:custGeom>
                <a:avLst/>
                <a:gdLst/>
                <a:ahLst/>
                <a:cxnLst/>
                <a:rect l="l" t="t" r="r" b="b"/>
                <a:pathLst>
                  <a:path w="47" h="20" extrusionOk="0">
                    <a:moveTo>
                      <a:pt x="42" y="0"/>
                    </a:moveTo>
                    <a:cubicBezTo>
                      <a:pt x="5" y="0"/>
                      <a:pt x="5" y="0"/>
                      <a:pt x="5" y="0"/>
                    </a:cubicBezTo>
                    <a:cubicBezTo>
                      <a:pt x="2" y="0"/>
                      <a:pt x="0" y="2"/>
                      <a:pt x="0" y="5"/>
                    </a:cubicBezTo>
                    <a:cubicBezTo>
                      <a:pt x="0" y="15"/>
                      <a:pt x="0" y="15"/>
                      <a:pt x="0" y="15"/>
                    </a:cubicBezTo>
                    <a:cubicBezTo>
                      <a:pt x="0" y="18"/>
                      <a:pt x="2" y="20"/>
                      <a:pt x="5" y="20"/>
                    </a:cubicBezTo>
                    <a:cubicBezTo>
                      <a:pt x="42" y="20"/>
                      <a:pt x="42" y="20"/>
                      <a:pt x="42" y="20"/>
                    </a:cubicBezTo>
                    <a:cubicBezTo>
                      <a:pt x="45" y="20"/>
                      <a:pt x="47" y="18"/>
                      <a:pt x="47" y="15"/>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1" name="Google Shape;2361;p39">
                <a:extLst>
                  <a:ext uri="{FF2B5EF4-FFF2-40B4-BE49-F238E27FC236}">
                    <a16:creationId xmlns:a16="http://schemas.microsoft.com/office/drawing/2014/main" id="{34F198C6-A8BD-532A-948E-CC7ADAE65924}"/>
                  </a:ext>
                </a:extLst>
              </p:cNvPr>
              <p:cNvSpPr/>
              <p:nvPr/>
            </p:nvSpPr>
            <p:spPr>
              <a:xfrm>
                <a:off x="4572009" y="4578447"/>
                <a:ext cx="103206" cy="43863"/>
              </a:xfrm>
              <a:custGeom>
                <a:avLst/>
                <a:gdLst/>
                <a:ahLst/>
                <a:cxnLst/>
                <a:rect l="l" t="t" r="r" b="b"/>
                <a:pathLst>
                  <a:path w="47" h="20" extrusionOk="0">
                    <a:moveTo>
                      <a:pt x="42" y="0"/>
                    </a:moveTo>
                    <a:cubicBezTo>
                      <a:pt x="5" y="0"/>
                      <a:pt x="5" y="0"/>
                      <a:pt x="5" y="0"/>
                    </a:cubicBezTo>
                    <a:cubicBezTo>
                      <a:pt x="2" y="0"/>
                      <a:pt x="0" y="2"/>
                      <a:pt x="0" y="4"/>
                    </a:cubicBezTo>
                    <a:cubicBezTo>
                      <a:pt x="0" y="15"/>
                      <a:pt x="0" y="15"/>
                      <a:pt x="0" y="15"/>
                    </a:cubicBezTo>
                    <a:cubicBezTo>
                      <a:pt x="0" y="18"/>
                      <a:pt x="2" y="20"/>
                      <a:pt x="5" y="20"/>
                    </a:cubicBezTo>
                    <a:cubicBezTo>
                      <a:pt x="42" y="20"/>
                      <a:pt x="42" y="20"/>
                      <a:pt x="42" y="20"/>
                    </a:cubicBezTo>
                    <a:cubicBezTo>
                      <a:pt x="45" y="20"/>
                      <a:pt x="47" y="18"/>
                      <a:pt x="47" y="15"/>
                    </a:cubicBezTo>
                    <a:cubicBezTo>
                      <a:pt x="47" y="4"/>
                      <a:pt x="47" y="4"/>
                      <a:pt x="47" y="4"/>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2" name="Google Shape;2362;p39">
                <a:extLst>
                  <a:ext uri="{FF2B5EF4-FFF2-40B4-BE49-F238E27FC236}">
                    <a16:creationId xmlns:a16="http://schemas.microsoft.com/office/drawing/2014/main" id="{7F4EBF2E-C5B4-7A35-3A37-A20330D91CB1}"/>
                  </a:ext>
                </a:extLst>
              </p:cNvPr>
              <p:cNvSpPr/>
              <p:nvPr/>
            </p:nvSpPr>
            <p:spPr>
              <a:xfrm>
                <a:off x="4270132" y="4294631"/>
                <a:ext cx="103206" cy="43863"/>
              </a:xfrm>
              <a:custGeom>
                <a:avLst/>
                <a:gdLst/>
                <a:ahLst/>
                <a:cxnLst/>
                <a:rect l="l" t="t" r="r" b="b"/>
                <a:pathLst>
                  <a:path w="47" h="20" extrusionOk="0">
                    <a:moveTo>
                      <a:pt x="47" y="15"/>
                    </a:moveTo>
                    <a:cubicBezTo>
                      <a:pt x="47" y="5"/>
                      <a:pt x="47" y="5"/>
                      <a:pt x="47" y="5"/>
                    </a:cubicBezTo>
                    <a:cubicBezTo>
                      <a:pt x="47" y="2"/>
                      <a:pt x="45" y="0"/>
                      <a:pt x="42" y="0"/>
                    </a:cubicBezTo>
                    <a:cubicBezTo>
                      <a:pt x="5" y="0"/>
                      <a:pt x="5" y="0"/>
                      <a:pt x="5" y="0"/>
                    </a:cubicBezTo>
                    <a:cubicBezTo>
                      <a:pt x="2" y="0"/>
                      <a:pt x="0" y="2"/>
                      <a:pt x="0" y="5"/>
                    </a:cubicBezTo>
                    <a:cubicBezTo>
                      <a:pt x="0" y="15"/>
                      <a:pt x="0" y="15"/>
                      <a:pt x="0" y="15"/>
                    </a:cubicBezTo>
                    <a:cubicBezTo>
                      <a:pt x="0" y="18"/>
                      <a:pt x="2" y="20"/>
                      <a:pt x="5" y="20"/>
                    </a:cubicBezTo>
                    <a:cubicBezTo>
                      <a:pt x="42" y="20"/>
                      <a:pt x="42" y="20"/>
                      <a:pt x="42" y="20"/>
                    </a:cubicBezTo>
                    <a:cubicBezTo>
                      <a:pt x="45" y="20"/>
                      <a:pt x="47" y="18"/>
                      <a:pt x="47" y="15"/>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3" name="Google Shape;2363;p39">
                <a:extLst>
                  <a:ext uri="{FF2B5EF4-FFF2-40B4-BE49-F238E27FC236}">
                    <a16:creationId xmlns:a16="http://schemas.microsoft.com/office/drawing/2014/main" id="{9A6EEF98-2BB5-59F2-5CBC-58E4249A0837}"/>
                  </a:ext>
                </a:extLst>
              </p:cNvPr>
              <p:cNvSpPr/>
              <p:nvPr/>
            </p:nvSpPr>
            <p:spPr>
              <a:xfrm>
                <a:off x="4711336" y="4694554"/>
                <a:ext cx="103206" cy="43863"/>
              </a:xfrm>
              <a:custGeom>
                <a:avLst/>
                <a:gdLst/>
                <a:ahLst/>
                <a:cxnLst/>
                <a:rect l="l" t="t" r="r" b="b"/>
                <a:pathLst>
                  <a:path w="47" h="20" extrusionOk="0">
                    <a:moveTo>
                      <a:pt x="42" y="0"/>
                    </a:moveTo>
                    <a:cubicBezTo>
                      <a:pt x="5" y="0"/>
                      <a:pt x="5" y="0"/>
                      <a:pt x="5" y="0"/>
                    </a:cubicBezTo>
                    <a:cubicBezTo>
                      <a:pt x="2" y="0"/>
                      <a:pt x="0" y="2"/>
                      <a:pt x="0" y="5"/>
                    </a:cubicBezTo>
                    <a:cubicBezTo>
                      <a:pt x="0" y="15"/>
                      <a:pt x="0" y="15"/>
                      <a:pt x="0" y="15"/>
                    </a:cubicBezTo>
                    <a:cubicBezTo>
                      <a:pt x="0" y="18"/>
                      <a:pt x="2" y="20"/>
                      <a:pt x="5" y="20"/>
                    </a:cubicBezTo>
                    <a:cubicBezTo>
                      <a:pt x="42" y="20"/>
                      <a:pt x="42" y="20"/>
                      <a:pt x="42" y="20"/>
                    </a:cubicBezTo>
                    <a:cubicBezTo>
                      <a:pt x="45" y="20"/>
                      <a:pt x="47" y="18"/>
                      <a:pt x="47" y="15"/>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4" name="Google Shape;2364;p39">
                <a:extLst>
                  <a:ext uri="{FF2B5EF4-FFF2-40B4-BE49-F238E27FC236}">
                    <a16:creationId xmlns:a16="http://schemas.microsoft.com/office/drawing/2014/main" id="{3189B661-C2B1-52C2-885C-D04B0046BB1D}"/>
                  </a:ext>
                </a:extLst>
              </p:cNvPr>
              <p:cNvSpPr/>
              <p:nvPr/>
            </p:nvSpPr>
            <p:spPr>
              <a:xfrm>
                <a:off x="4316574" y="4911287"/>
                <a:ext cx="103206" cy="46443"/>
              </a:xfrm>
              <a:custGeom>
                <a:avLst/>
                <a:gdLst/>
                <a:ahLst/>
                <a:cxnLst/>
                <a:rect l="l" t="t" r="r" b="b"/>
                <a:pathLst>
                  <a:path w="47" h="21" extrusionOk="0">
                    <a:moveTo>
                      <a:pt x="42" y="0"/>
                    </a:moveTo>
                    <a:cubicBezTo>
                      <a:pt x="4" y="0"/>
                      <a:pt x="4" y="0"/>
                      <a:pt x="4" y="0"/>
                    </a:cubicBezTo>
                    <a:cubicBezTo>
                      <a:pt x="2" y="0"/>
                      <a:pt x="0" y="3"/>
                      <a:pt x="0" y="5"/>
                    </a:cubicBezTo>
                    <a:cubicBezTo>
                      <a:pt x="0" y="16"/>
                      <a:pt x="0" y="16"/>
                      <a:pt x="0" y="16"/>
                    </a:cubicBezTo>
                    <a:cubicBezTo>
                      <a:pt x="0" y="19"/>
                      <a:pt x="2" y="21"/>
                      <a:pt x="4" y="21"/>
                    </a:cubicBezTo>
                    <a:cubicBezTo>
                      <a:pt x="42" y="21"/>
                      <a:pt x="42" y="21"/>
                      <a:pt x="42" y="21"/>
                    </a:cubicBezTo>
                    <a:cubicBezTo>
                      <a:pt x="45" y="21"/>
                      <a:pt x="47" y="19"/>
                      <a:pt x="47" y="16"/>
                    </a:cubicBezTo>
                    <a:cubicBezTo>
                      <a:pt x="47" y="5"/>
                      <a:pt x="47" y="5"/>
                      <a:pt x="47" y="5"/>
                    </a:cubicBezTo>
                    <a:cubicBezTo>
                      <a:pt x="47" y="3"/>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5" name="Google Shape;2365;p39">
                <a:extLst>
                  <a:ext uri="{FF2B5EF4-FFF2-40B4-BE49-F238E27FC236}">
                    <a16:creationId xmlns:a16="http://schemas.microsoft.com/office/drawing/2014/main" id="{218D29BE-F356-1E5D-3C3F-7EED3903D4B5}"/>
                  </a:ext>
                </a:extLst>
              </p:cNvPr>
              <p:cNvSpPr/>
              <p:nvPr/>
            </p:nvSpPr>
            <p:spPr>
              <a:xfrm>
                <a:off x="4572009" y="4831302"/>
                <a:ext cx="103206" cy="46443"/>
              </a:xfrm>
              <a:custGeom>
                <a:avLst/>
                <a:gdLst/>
                <a:ahLst/>
                <a:cxnLst/>
                <a:rect l="l" t="t" r="r" b="b"/>
                <a:pathLst>
                  <a:path w="47" h="21" extrusionOk="0">
                    <a:moveTo>
                      <a:pt x="42" y="0"/>
                    </a:moveTo>
                    <a:cubicBezTo>
                      <a:pt x="4" y="0"/>
                      <a:pt x="4" y="0"/>
                      <a:pt x="4" y="0"/>
                    </a:cubicBezTo>
                    <a:cubicBezTo>
                      <a:pt x="2" y="0"/>
                      <a:pt x="0" y="3"/>
                      <a:pt x="0" y="5"/>
                    </a:cubicBezTo>
                    <a:cubicBezTo>
                      <a:pt x="0" y="16"/>
                      <a:pt x="0" y="16"/>
                      <a:pt x="0" y="16"/>
                    </a:cubicBezTo>
                    <a:cubicBezTo>
                      <a:pt x="0" y="19"/>
                      <a:pt x="2" y="21"/>
                      <a:pt x="4" y="21"/>
                    </a:cubicBezTo>
                    <a:cubicBezTo>
                      <a:pt x="42" y="21"/>
                      <a:pt x="42" y="21"/>
                      <a:pt x="42" y="21"/>
                    </a:cubicBezTo>
                    <a:cubicBezTo>
                      <a:pt x="44" y="21"/>
                      <a:pt x="47" y="19"/>
                      <a:pt x="47" y="16"/>
                    </a:cubicBezTo>
                    <a:cubicBezTo>
                      <a:pt x="47" y="5"/>
                      <a:pt x="47" y="5"/>
                      <a:pt x="47" y="5"/>
                    </a:cubicBezTo>
                    <a:cubicBezTo>
                      <a:pt x="47" y="3"/>
                      <a:pt x="44"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6" name="Google Shape;2366;p39">
                <a:extLst>
                  <a:ext uri="{FF2B5EF4-FFF2-40B4-BE49-F238E27FC236}">
                    <a16:creationId xmlns:a16="http://schemas.microsoft.com/office/drawing/2014/main" id="{FA5C974B-6699-D93E-1BC5-35D70667BF09}"/>
                  </a:ext>
                </a:extLst>
              </p:cNvPr>
              <p:cNvSpPr/>
              <p:nvPr/>
            </p:nvSpPr>
            <p:spPr>
              <a:xfrm>
                <a:off x="4711336" y="4178525"/>
                <a:ext cx="103206" cy="43863"/>
              </a:xfrm>
              <a:custGeom>
                <a:avLst/>
                <a:gdLst/>
                <a:ahLst/>
                <a:cxnLst/>
                <a:rect l="l" t="t" r="r" b="b"/>
                <a:pathLst>
                  <a:path w="47" h="20" extrusionOk="0">
                    <a:moveTo>
                      <a:pt x="42" y="0"/>
                    </a:moveTo>
                    <a:cubicBezTo>
                      <a:pt x="5" y="0"/>
                      <a:pt x="5" y="0"/>
                      <a:pt x="5" y="0"/>
                    </a:cubicBezTo>
                    <a:cubicBezTo>
                      <a:pt x="2" y="0"/>
                      <a:pt x="0" y="2"/>
                      <a:pt x="0" y="5"/>
                    </a:cubicBezTo>
                    <a:cubicBezTo>
                      <a:pt x="0" y="15"/>
                      <a:pt x="0" y="15"/>
                      <a:pt x="0" y="15"/>
                    </a:cubicBezTo>
                    <a:cubicBezTo>
                      <a:pt x="0" y="18"/>
                      <a:pt x="2" y="20"/>
                      <a:pt x="5" y="20"/>
                    </a:cubicBezTo>
                    <a:cubicBezTo>
                      <a:pt x="42" y="20"/>
                      <a:pt x="42" y="20"/>
                      <a:pt x="42" y="20"/>
                    </a:cubicBezTo>
                    <a:cubicBezTo>
                      <a:pt x="45" y="20"/>
                      <a:pt x="47" y="18"/>
                      <a:pt x="47" y="15"/>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7" name="Google Shape;2367;p39">
                <a:extLst>
                  <a:ext uri="{FF2B5EF4-FFF2-40B4-BE49-F238E27FC236}">
                    <a16:creationId xmlns:a16="http://schemas.microsoft.com/office/drawing/2014/main" id="{F2191A48-7D75-6627-C0E5-0A0825F3D4A2}"/>
                  </a:ext>
                </a:extLst>
              </p:cNvPr>
              <p:cNvSpPr/>
              <p:nvPr/>
            </p:nvSpPr>
            <p:spPr>
              <a:xfrm>
                <a:off x="5000311" y="4178525"/>
                <a:ext cx="103206" cy="43863"/>
              </a:xfrm>
              <a:custGeom>
                <a:avLst/>
                <a:gdLst/>
                <a:ahLst/>
                <a:cxnLst/>
                <a:rect l="l" t="t" r="r" b="b"/>
                <a:pathLst>
                  <a:path w="47" h="20" extrusionOk="0">
                    <a:moveTo>
                      <a:pt x="42" y="0"/>
                    </a:moveTo>
                    <a:cubicBezTo>
                      <a:pt x="4" y="0"/>
                      <a:pt x="4" y="0"/>
                      <a:pt x="4" y="0"/>
                    </a:cubicBezTo>
                    <a:cubicBezTo>
                      <a:pt x="2" y="0"/>
                      <a:pt x="0" y="2"/>
                      <a:pt x="0" y="5"/>
                    </a:cubicBezTo>
                    <a:cubicBezTo>
                      <a:pt x="0" y="15"/>
                      <a:pt x="0" y="15"/>
                      <a:pt x="0" y="15"/>
                    </a:cubicBezTo>
                    <a:cubicBezTo>
                      <a:pt x="0" y="18"/>
                      <a:pt x="2" y="20"/>
                      <a:pt x="4" y="20"/>
                    </a:cubicBezTo>
                    <a:cubicBezTo>
                      <a:pt x="42" y="20"/>
                      <a:pt x="42" y="20"/>
                      <a:pt x="42" y="20"/>
                    </a:cubicBezTo>
                    <a:cubicBezTo>
                      <a:pt x="45" y="20"/>
                      <a:pt x="47" y="18"/>
                      <a:pt x="47" y="15"/>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8" name="Google Shape;2368;p39">
                <a:extLst>
                  <a:ext uri="{FF2B5EF4-FFF2-40B4-BE49-F238E27FC236}">
                    <a16:creationId xmlns:a16="http://schemas.microsoft.com/office/drawing/2014/main" id="{F75938D1-0912-A97C-A4B3-906418DA3D5E}"/>
                  </a:ext>
                </a:extLst>
              </p:cNvPr>
              <p:cNvSpPr/>
              <p:nvPr/>
            </p:nvSpPr>
            <p:spPr>
              <a:xfrm>
                <a:off x="5000311" y="4374616"/>
                <a:ext cx="103206" cy="43863"/>
              </a:xfrm>
              <a:custGeom>
                <a:avLst/>
                <a:gdLst/>
                <a:ahLst/>
                <a:cxnLst/>
                <a:rect l="l" t="t" r="r" b="b"/>
                <a:pathLst>
                  <a:path w="47" h="20" extrusionOk="0">
                    <a:moveTo>
                      <a:pt x="42" y="0"/>
                    </a:moveTo>
                    <a:cubicBezTo>
                      <a:pt x="4" y="0"/>
                      <a:pt x="4" y="0"/>
                      <a:pt x="4" y="0"/>
                    </a:cubicBezTo>
                    <a:cubicBezTo>
                      <a:pt x="2" y="0"/>
                      <a:pt x="0" y="2"/>
                      <a:pt x="0" y="5"/>
                    </a:cubicBezTo>
                    <a:cubicBezTo>
                      <a:pt x="0" y="15"/>
                      <a:pt x="0" y="15"/>
                      <a:pt x="0" y="15"/>
                    </a:cubicBezTo>
                    <a:cubicBezTo>
                      <a:pt x="0" y="18"/>
                      <a:pt x="2" y="20"/>
                      <a:pt x="4" y="20"/>
                    </a:cubicBezTo>
                    <a:cubicBezTo>
                      <a:pt x="42" y="20"/>
                      <a:pt x="42" y="20"/>
                      <a:pt x="42" y="20"/>
                    </a:cubicBezTo>
                    <a:cubicBezTo>
                      <a:pt x="45" y="20"/>
                      <a:pt x="47" y="18"/>
                      <a:pt x="47" y="15"/>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9" name="Google Shape;2369;p39">
                <a:extLst>
                  <a:ext uri="{FF2B5EF4-FFF2-40B4-BE49-F238E27FC236}">
                    <a16:creationId xmlns:a16="http://schemas.microsoft.com/office/drawing/2014/main" id="{8F01410A-2677-C87F-B834-9E77A2753D57}"/>
                  </a:ext>
                </a:extLst>
              </p:cNvPr>
              <p:cNvSpPr/>
              <p:nvPr/>
            </p:nvSpPr>
            <p:spPr>
              <a:xfrm>
                <a:off x="3795387" y="3933410"/>
                <a:ext cx="103206" cy="46443"/>
              </a:xfrm>
              <a:custGeom>
                <a:avLst/>
                <a:gdLst/>
                <a:ahLst/>
                <a:cxnLst/>
                <a:rect l="l" t="t" r="r" b="b"/>
                <a:pathLst>
                  <a:path w="47" h="20" extrusionOk="0">
                    <a:moveTo>
                      <a:pt x="42" y="0"/>
                    </a:moveTo>
                    <a:cubicBezTo>
                      <a:pt x="5" y="0"/>
                      <a:pt x="5" y="0"/>
                      <a:pt x="5" y="0"/>
                    </a:cubicBezTo>
                    <a:cubicBezTo>
                      <a:pt x="2" y="0"/>
                      <a:pt x="0" y="2"/>
                      <a:pt x="0" y="5"/>
                    </a:cubicBezTo>
                    <a:cubicBezTo>
                      <a:pt x="0" y="16"/>
                      <a:pt x="0" y="16"/>
                      <a:pt x="0" y="16"/>
                    </a:cubicBezTo>
                    <a:cubicBezTo>
                      <a:pt x="0" y="18"/>
                      <a:pt x="2" y="20"/>
                      <a:pt x="5" y="20"/>
                    </a:cubicBezTo>
                    <a:cubicBezTo>
                      <a:pt x="42" y="20"/>
                      <a:pt x="42" y="20"/>
                      <a:pt x="42" y="20"/>
                    </a:cubicBezTo>
                    <a:cubicBezTo>
                      <a:pt x="45" y="20"/>
                      <a:pt x="47" y="18"/>
                      <a:pt x="47" y="16"/>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370" name="Google Shape;2370;p39">
              <a:extLst>
                <a:ext uri="{FF2B5EF4-FFF2-40B4-BE49-F238E27FC236}">
                  <a16:creationId xmlns:a16="http://schemas.microsoft.com/office/drawing/2014/main" id="{6E81B0F9-CA68-4863-96D7-E876FBA8A566}"/>
                </a:ext>
              </a:extLst>
            </p:cNvPr>
            <p:cNvSpPr/>
            <p:nvPr/>
          </p:nvSpPr>
          <p:spPr>
            <a:xfrm>
              <a:off x="8865900" y="4630500"/>
              <a:ext cx="321000" cy="6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grpSp>
      <p:grpSp>
        <p:nvGrpSpPr>
          <p:cNvPr id="2371" name="Google Shape;2371;p39">
            <a:extLst>
              <a:ext uri="{FF2B5EF4-FFF2-40B4-BE49-F238E27FC236}">
                <a16:creationId xmlns:a16="http://schemas.microsoft.com/office/drawing/2014/main" id="{B793C9E2-8EE3-9B7B-8624-2965425D93A6}"/>
              </a:ext>
            </a:extLst>
          </p:cNvPr>
          <p:cNvGrpSpPr/>
          <p:nvPr/>
        </p:nvGrpSpPr>
        <p:grpSpPr>
          <a:xfrm>
            <a:off x="7088110" y="2631244"/>
            <a:ext cx="1226485" cy="1077101"/>
            <a:chOff x="7410610" y="2637069"/>
            <a:chExt cx="1226485" cy="1077101"/>
          </a:xfrm>
        </p:grpSpPr>
        <p:grpSp>
          <p:nvGrpSpPr>
            <p:cNvPr id="2372" name="Google Shape;2372;p39">
              <a:extLst>
                <a:ext uri="{FF2B5EF4-FFF2-40B4-BE49-F238E27FC236}">
                  <a16:creationId xmlns:a16="http://schemas.microsoft.com/office/drawing/2014/main" id="{B6106074-FBBE-56FE-DF3F-7E7D36100F47}"/>
                </a:ext>
              </a:extLst>
            </p:cNvPr>
            <p:cNvGrpSpPr/>
            <p:nvPr/>
          </p:nvGrpSpPr>
          <p:grpSpPr>
            <a:xfrm>
              <a:off x="8386635" y="3027970"/>
              <a:ext cx="250461" cy="686200"/>
              <a:chOff x="6178550" y="415926"/>
              <a:chExt cx="774700" cy="2122487"/>
            </a:xfrm>
          </p:grpSpPr>
          <p:sp>
            <p:nvSpPr>
              <p:cNvPr id="2373" name="Google Shape;2373;p39">
                <a:extLst>
                  <a:ext uri="{FF2B5EF4-FFF2-40B4-BE49-F238E27FC236}">
                    <a16:creationId xmlns:a16="http://schemas.microsoft.com/office/drawing/2014/main" id="{8641E52B-E16E-3D93-2897-439129BB9564}"/>
                  </a:ext>
                </a:extLst>
              </p:cNvPr>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4" name="Google Shape;2374;p39">
                <a:extLst>
                  <a:ext uri="{FF2B5EF4-FFF2-40B4-BE49-F238E27FC236}">
                    <a16:creationId xmlns:a16="http://schemas.microsoft.com/office/drawing/2014/main" id="{169890A8-C66F-A628-CDD1-DC9B0CCF5926}"/>
                  </a:ext>
                </a:extLst>
              </p:cNvPr>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5" name="Google Shape;2375;p39">
                <a:extLst>
                  <a:ext uri="{FF2B5EF4-FFF2-40B4-BE49-F238E27FC236}">
                    <a16:creationId xmlns:a16="http://schemas.microsoft.com/office/drawing/2014/main" id="{18D48F68-E9E6-1B84-4079-7E0DB5481972}"/>
                  </a:ext>
                </a:extLst>
              </p:cNvPr>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6" name="Google Shape;2376;p39">
                <a:extLst>
                  <a:ext uri="{FF2B5EF4-FFF2-40B4-BE49-F238E27FC236}">
                    <a16:creationId xmlns:a16="http://schemas.microsoft.com/office/drawing/2014/main" id="{F2111764-4DC6-2D1E-9087-469CF0F64D58}"/>
                  </a:ext>
                </a:extLst>
              </p:cNvPr>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7" name="Google Shape;2377;p39">
                <a:extLst>
                  <a:ext uri="{FF2B5EF4-FFF2-40B4-BE49-F238E27FC236}">
                    <a16:creationId xmlns:a16="http://schemas.microsoft.com/office/drawing/2014/main" id="{8EEBD4B1-5E68-F21F-B4D8-589F4CB5344D}"/>
                  </a:ext>
                </a:extLst>
              </p:cNvPr>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8" name="Google Shape;2378;p39">
                <a:extLst>
                  <a:ext uri="{FF2B5EF4-FFF2-40B4-BE49-F238E27FC236}">
                    <a16:creationId xmlns:a16="http://schemas.microsoft.com/office/drawing/2014/main" id="{152B2551-9CD6-02C8-7A48-3E8EB9034AA3}"/>
                  </a:ext>
                </a:extLst>
              </p:cNvPr>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9" name="Google Shape;2379;p39">
                <a:extLst>
                  <a:ext uri="{FF2B5EF4-FFF2-40B4-BE49-F238E27FC236}">
                    <a16:creationId xmlns:a16="http://schemas.microsoft.com/office/drawing/2014/main" id="{77CCC662-7A11-3526-D0E8-C2380BA88107}"/>
                  </a:ext>
                </a:extLst>
              </p:cNvPr>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0" name="Google Shape;2380;p39">
                <a:extLst>
                  <a:ext uri="{FF2B5EF4-FFF2-40B4-BE49-F238E27FC236}">
                    <a16:creationId xmlns:a16="http://schemas.microsoft.com/office/drawing/2014/main" id="{B50FCDEA-502B-B0B2-472A-BF8004B8EE87}"/>
                  </a:ext>
                </a:extLst>
              </p:cNvPr>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381" name="Google Shape;2381;p39">
              <a:extLst>
                <a:ext uri="{FF2B5EF4-FFF2-40B4-BE49-F238E27FC236}">
                  <a16:creationId xmlns:a16="http://schemas.microsoft.com/office/drawing/2014/main" id="{728EFFB0-7023-C1CC-4936-FA60CAE90DAF}"/>
                </a:ext>
              </a:extLst>
            </p:cNvPr>
            <p:cNvGrpSpPr/>
            <p:nvPr/>
          </p:nvGrpSpPr>
          <p:grpSpPr>
            <a:xfrm>
              <a:off x="7898536" y="2637069"/>
              <a:ext cx="321036" cy="1076950"/>
              <a:chOff x="6178550" y="415926"/>
              <a:chExt cx="774700" cy="2122487"/>
            </a:xfrm>
          </p:grpSpPr>
          <p:sp>
            <p:nvSpPr>
              <p:cNvPr id="2382" name="Google Shape;2382;p39">
                <a:extLst>
                  <a:ext uri="{FF2B5EF4-FFF2-40B4-BE49-F238E27FC236}">
                    <a16:creationId xmlns:a16="http://schemas.microsoft.com/office/drawing/2014/main" id="{764D7723-DDF9-33C5-1458-0BEC76902FA9}"/>
                  </a:ext>
                </a:extLst>
              </p:cNvPr>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3" name="Google Shape;2383;p39">
                <a:extLst>
                  <a:ext uri="{FF2B5EF4-FFF2-40B4-BE49-F238E27FC236}">
                    <a16:creationId xmlns:a16="http://schemas.microsoft.com/office/drawing/2014/main" id="{B6E23F07-9023-A1A0-8C22-5D8147AF1BD0}"/>
                  </a:ext>
                </a:extLst>
              </p:cNvPr>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4" name="Google Shape;2384;p39">
                <a:extLst>
                  <a:ext uri="{FF2B5EF4-FFF2-40B4-BE49-F238E27FC236}">
                    <a16:creationId xmlns:a16="http://schemas.microsoft.com/office/drawing/2014/main" id="{43C3EC46-25B1-F7C5-E7EF-06FDF87C5A72}"/>
                  </a:ext>
                </a:extLst>
              </p:cNvPr>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5" name="Google Shape;2385;p39">
                <a:extLst>
                  <a:ext uri="{FF2B5EF4-FFF2-40B4-BE49-F238E27FC236}">
                    <a16:creationId xmlns:a16="http://schemas.microsoft.com/office/drawing/2014/main" id="{CCCA1EE8-8BDE-CB5E-4B44-DFB35038C4D0}"/>
                  </a:ext>
                </a:extLst>
              </p:cNvPr>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6" name="Google Shape;2386;p39">
                <a:extLst>
                  <a:ext uri="{FF2B5EF4-FFF2-40B4-BE49-F238E27FC236}">
                    <a16:creationId xmlns:a16="http://schemas.microsoft.com/office/drawing/2014/main" id="{23833349-85E2-FAA9-EFD9-0FCD284D1BF1}"/>
                  </a:ext>
                </a:extLst>
              </p:cNvPr>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7" name="Google Shape;2387;p39">
                <a:extLst>
                  <a:ext uri="{FF2B5EF4-FFF2-40B4-BE49-F238E27FC236}">
                    <a16:creationId xmlns:a16="http://schemas.microsoft.com/office/drawing/2014/main" id="{DF04DB9E-23CA-E35B-8FF0-DD8340F43858}"/>
                  </a:ext>
                </a:extLst>
              </p:cNvPr>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8" name="Google Shape;2388;p39">
                <a:extLst>
                  <a:ext uri="{FF2B5EF4-FFF2-40B4-BE49-F238E27FC236}">
                    <a16:creationId xmlns:a16="http://schemas.microsoft.com/office/drawing/2014/main" id="{462A5D4D-0E3B-9A60-A729-4D4C13B54B68}"/>
                  </a:ext>
                </a:extLst>
              </p:cNvPr>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9" name="Google Shape;2389;p39">
                <a:extLst>
                  <a:ext uri="{FF2B5EF4-FFF2-40B4-BE49-F238E27FC236}">
                    <a16:creationId xmlns:a16="http://schemas.microsoft.com/office/drawing/2014/main" id="{2C9AB265-1B8E-5059-5AD8-CD246FF6E145}"/>
                  </a:ext>
                </a:extLst>
              </p:cNvPr>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390" name="Google Shape;2390;p39">
              <a:extLst>
                <a:ext uri="{FF2B5EF4-FFF2-40B4-BE49-F238E27FC236}">
                  <a16:creationId xmlns:a16="http://schemas.microsoft.com/office/drawing/2014/main" id="{51597873-5E7A-2767-5018-0A48292A0230}"/>
                </a:ext>
              </a:extLst>
            </p:cNvPr>
            <p:cNvGrpSpPr/>
            <p:nvPr/>
          </p:nvGrpSpPr>
          <p:grpSpPr>
            <a:xfrm>
              <a:off x="7410610" y="2834495"/>
              <a:ext cx="321036" cy="879559"/>
              <a:chOff x="6178550" y="415926"/>
              <a:chExt cx="774700" cy="2122487"/>
            </a:xfrm>
          </p:grpSpPr>
          <p:sp>
            <p:nvSpPr>
              <p:cNvPr id="2391" name="Google Shape;2391;p39">
                <a:extLst>
                  <a:ext uri="{FF2B5EF4-FFF2-40B4-BE49-F238E27FC236}">
                    <a16:creationId xmlns:a16="http://schemas.microsoft.com/office/drawing/2014/main" id="{DA8FB642-4CA8-D4E6-8618-86A696921BBF}"/>
                  </a:ext>
                </a:extLst>
              </p:cNvPr>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2" name="Google Shape;2392;p39">
                <a:extLst>
                  <a:ext uri="{FF2B5EF4-FFF2-40B4-BE49-F238E27FC236}">
                    <a16:creationId xmlns:a16="http://schemas.microsoft.com/office/drawing/2014/main" id="{852AD40B-DBF1-270B-3296-B416A93D4452}"/>
                  </a:ext>
                </a:extLst>
              </p:cNvPr>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3" name="Google Shape;2393;p39">
                <a:extLst>
                  <a:ext uri="{FF2B5EF4-FFF2-40B4-BE49-F238E27FC236}">
                    <a16:creationId xmlns:a16="http://schemas.microsoft.com/office/drawing/2014/main" id="{C590081A-2C7C-5D8C-7BAF-23FE41F479D4}"/>
                  </a:ext>
                </a:extLst>
              </p:cNvPr>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4" name="Google Shape;2394;p39">
                <a:extLst>
                  <a:ext uri="{FF2B5EF4-FFF2-40B4-BE49-F238E27FC236}">
                    <a16:creationId xmlns:a16="http://schemas.microsoft.com/office/drawing/2014/main" id="{0953FA1D-0606-6D4E-062A-1BA5B9396E91}"/>
                  </a:ext>
                </a:extLst>
              </p:cNvPr>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5" name="Google Shape;2395;p39">
                <a:extLst>
                  <a:ext uri="{FF2B5EF4-FFF2-40B4-BE49-F238E27FC236}">
                    <a16:creationId xmlns:a16="http://schemas.microsoft.com/office/drawing/2014/main" id="{E597A70A-D96B-D502-BDB7-C17AD3B5C179}"/>
                  </a:ext>
                </a:extLst>
              </p:cNvPr>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6" name="Google Shape;2396;p39">
                <a:extLst>
                  <a:ext uri="{FF2B5EF4-FFF2-40B4-BE49-F238E27FC236}">
                    <a16:creationId xmlns:a16="http://schemas.microsoft.com/office/drawing/2014/main" id="{45E7ACF5-BA92-06DA-7490-583B93580861}"/>
                  </a:ext>
                </a:extLst>
              </p:cNvPr>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7" name="Google Shape;2397;p39">
                <a:extLst>
                  <a:ext uri="{FF2B5EF4-FFF2-40B4-BE49-F238E27FC236}">
                    <a16:creationId xmlns:a16="http://schemas.microsoft.com/office/drawing/2014/main" id="{C5E0FCCA-19EA-C255-1A6F-5493FCF6F80E}"/>
                  </a:ext>
                </a:extLst>
              </p:cNvPr>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8" name="Google Shape;2398;p39">
                <a:extLst>
                  <a:ext uri="{FF2B5EF4-FFF2-40B4-BE49-F238E27FC236}">
                    <a16:creationId xmlns:a16="http://schemas.microsoft.com/office/drawing/2014/main" id="{22484A5C-F7CC-4574-B038-4A5D1B8FEAE7}"/>
                  </a:ext>
                </a:extLst>
              </p:cNvPr>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3" name="Subtitle 2">
            <a:extLst>
              <a:ext uri="{FF2B5EF4-FFF2-40B4-BE49-F238E27FC236}">
                <a16:creationId xmlns:a16="http://schemas.microsoft.com/office/drawing/2014/main" id="{5421D423-FD26-2462-6426-3C488EBAF236}"/>
              </a:ext>
            </a:extLst>
          </p:cNvPr>
          <p:cNvSpPr>
            <a:spLocks noGrp="1"/>
          </p:cNvSpPr>
          <p:nvPr>
            <p:ph type="subTitle" idx="1"/>
          </p:nvPr>
        </p:nvSpPr>
        <p:spPr>
          <a:xfrm>
            <a:off x="155123" y="2180545"/>
            <a:ext cx="8833754" cy="572987"/>
          </a:xfrm>
        </p:spPr>
        <p:txBody>
          <a:bodyPr/>
          <a:lstStyle/>
          <a:p>
            <a:r>
              <a:rPr lang="en-US" b="1" u="sng" dirty="0"/>
              <a:t>Long-Short Term Memory Model</a:t>
            </a:r>
          </a:p>
          <a:p>
            <a:pPr>
              <a:lnSpc>
                <a:spcPct val="150000"/>
              </a:lnSpc>
            </a:pPr>
            <a:r>
              <a:rPr lang="en-US" dirty="0"/>
              <a:t>Simple, effective for stable trends, but ignores network topology and gradient vanishing </a:t>
            </a:r>
            <a:endParaRPr lang="en-MY" dirty="0"/>
          </a:p>
        </p:txBody>
      </p:sp>
    </p:spTree>
    <p:extLst>
      <p:ext uri="{BB962C8B-B14F-4D97-AF65-F5344CB8AC3E}">
        <p14:creationId xmlns:p14="http://schemas.microsoft.com/office/powerpoint/2010/main" val="38976925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11">
          <a:extLst>
            <a:ext uri="{FF2B5EF4-FFF2-40B4-BE49-F238E27FC236}">
              <a16:creationId xmlns:a16="http://schemas.microsoft.com/office/drawing/2014/main" id="{F239E077-2277-8C24-5659-1BF0F32BBF52}"/>
            </a:ext>
          </a:extLst>
        </p:cNvPr>
        <p:cNvGrpSpPr/>
        <p:nvPr/>
      </p:nvGrpSpPr>
      <p:grpSpPr>
        <a:xfrm>
          <a:off x="0" y="0"/>
          <a:ext cx="0" cy="0"/>
          <a:chOff x="0" y="0"/>
          <a:chExt cx="0" cy="0"/>
        </a:xfrm>
      </p:grpSpPr>
      <p:sp>
        <p:nvSpPr>
          <p:cNvPr id="2412" name="Google Shape;2412;p41">
            <a:extLst>
              <a:ext uri="{FF2B5EF4-FFF2-40B4-BE49-F238E27FC236}">
                <a16:creationId xmlns:a16="http://schemas.microsoft.com/office/drawing/2014/main" id="{3A513211-187D-AC15-EAB4-648D9D70E4F3}"/>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dirty="0"/>
              <a:t>Selected SOTA Comparative Models</a:t>
            </a:r>
            <a:endParaRPr dirty="0"/>
          </a:p>
        </p:txBody>
      </p:sp>
      <p:graphicFrame>
        <p:nvGraphicFramePr>
          <p:cNvPr id="2413" name="Google Shape;2413;p41">
            <a:extLst>
              <a:ext uri="{FF2B5EF4-FFF2-40B4-BE49-F238E27FC236}">
                <a16:creationId xmlns:a16="http://schemas.microsoft.com/office/drawing/2014/main" id="{B0E9F9B8-A771-D0D8-12D7-8A653FAB7365}"/>
              </a:ext>
            </a:extLst>
          </p:cNvPr>
          <p:cNvGraphicFramePr/>
          <p:nvPr>
            <p:extLst>
              <p:ext uri="{D42A27DB-BD31-4B8C-83A1-F6EECF244321}">
                <p14:modId xmlns:p14="http://schemas.microsoft.com/office/powerpoint/2010/main" val="2756264399"/>
              </p:ext>
            </p:extLst>
          </p:nvPr>
        </p:nvGraphicFramePr>
        <p:xfrm>
          <a:off x="281940" y="1017724"/>
          <a:ext cx="8568147" cy="3949571"/>
        </p:xfrm>
        <a:graphic>
          <a:graphicData uri="http://schemas.openxmlformats.org/drawingml/2006/table">
            <a:tbl>
              <a:tblPr>
                <a:noFill/>
                <a:tableStyleId>{AF8300EF-6D59-4F88-A054-7639B1576F20}</a:tableStyleId>
              </a:tblPr>
              <a:tblGrid>
                <a:gridCol w="1114153">
                  <a:extLst>
                    <a:ext uri="{9D8B030D-6E8A-4147-A177-3AD203B41FA5}">
                      <a16:colId xmlns:a16="http://schemas.microsoft.com/office/drawing/2014/main" val="20000"/>
                    </a:ext>
                  </a:extLst>
                </a:gridCol>
                <a:gridCol w="1763486">
                  <a:extLst>
                    <a:ext uri="{9D8B030D-6E8A-4147-A177-3AD203B41FA5}">
                      <a16:colId xmlns:a16="http://schemas.microsoft.com/office/drawing/2014/main" val="20001"/>
                    </a:ext>
                  </a:extLst>
                </a:gridCol>
                <a:gridCol w="1738992">
                  <a:extLst>
                    <a:ext uri="{9D8B030D-6E8A-4147-A177-3AD203B41FA5}">
                      <a16:colId xmlns:a16="http://schemas.microsoft.com/office/drawing/2014/main" val="20002"/>
                    </a:ext>
                  </a:extLst>
                </a:gridCol>
                <a:gridCol w="1918608">
                  <a:extLst>
                    <a:ext uri="{9D8B030D-6E8A-4147-A177-3AD203B41FA5}">
                      <a16:colId xmlns:a16="http://schemas.microsoft.com/office/drawing/2014/main" val="20003"/>
                    </a:ext>
                  </a:extLst>
                </a:gridCol>
                <a:gridCol w="2032908">
                  <a:extLst>
                    <a:ext uri="{9D8B030D-6E8A-4147-A177-3AD203B41FA5}">
                      <a16:colId xmlns:a16="http://schemas.microsoft.com/office/drawing/2014/main" val="295096471"/>
                    </a:ext>
                  </a:extLst>
                </a:gridCol>
              </a:tblGrid>
              <a:tr h="401692">
                <a:tc>
                  <a:txBody>
                    <a:bodyPr/>
                    <a:lstStyle/>
                    <a:p>
                      <a:pPr marL="0" lvl="0" indent="0" algn="ctr" rtl="0">
                        <a:spcBef>
                          <a:spcPts val="0"/>
                        </a:spcBef>
                        <a:spcAft>
                          <a:spcPts val="0"/>
                        </a:spcAft>
                        <a:buNone/>
                      </a:pPr>
                      <a:r>
                        <a:rPr lang="en" sz="1600" b="1" dirty="0">
                          <a:solidFill>
                            <a:schemeClr val="accent6"/>
                          </a:solidFill>
                          <a:latin typeface="Sora ExtraBold" panose="020B0604020202020204" charset="0"/>
                          <a:ea typeface="Nova Square"/>
                          <a:cs typeface="Sora ExtraBold" panose="020B0604020202020204" charset="0"/>
                          <a:sym typeface="Nova Square"/>
                        </a:rPr>
                        <a:t>Model</a:t>
                      </a:r>
                      <a:endParaRPr sz="1600" b="1" dirty="0">
                        <a:solidFill>
                          <a:schemeClr val="accent6"/>
                        </a:solidFill>
                        <a:latin typeface="Sora ExtraBold" panose="020B0604020202020204" charset="0"/>
                        <a:ea typeface="Nova Square"/>
                        <a:cs typeface="Sora ExtraBold" panose="020B0604020202020204" charset="0"/>
                        <a:sym typeface="Nova Square"/>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MY" sz="1600" b="1" dirty="0">
                          <a:solidFill>
                            <a:schemeClr val="accent6"/>
                          </a:solidFill>
                          <a:latin typeface="Sora ExtraBold" panose="020B0604020202020204" charset="0"/>
                          <a:ea typeface="Nova Square"/>
                          <a:cs typeface="Sora ExtraBold" panose="020B0604020202020204" charset="0"/>
                          <a:sym typeface="Nova Square"/>
                        </a:rPr>
                        <a:t>Spatial</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ctr" rtl="0">
                        <a:spcBef>
                          <a:spcPts val="0"/>
                        </a:spcBef>
                        <a:spcAft>
                          <a:spcPts val="0"/>
                        </a:spcAft>
                        <a:buNone/>
                      </a:pPr>
                      <a:r>
                        <a:rPr lang="en-US" sz="1600" b="1" dirty="0">
                          <a:solidFill>
                            <a:schemeClr val="accent6"/>
                          </a:solidFill>
                          <a:latin typeface="Sora ExtraBold" panose="020B0604020202020204" charset="0"/>
                          <a:ea typeface="Nova Square"/>
                          <a:cs typeface="Sora ExtraBold" panose="020B0604020202020204" charset="0"/>
                          <a:sym typeface="Nova Square"/>
                        </a:rPr>
                        <a:t>Temporal</a:t>
                      </a:r>
                      <a:endParaRPr sz="1600" b="1" dirty="0">
                        <a:solidFill>
                          <a:schemeClr val="accent6"/>
                        </a:solidFill>
                        <a:latin typeface="Sora ExtraBold" panose="020B0604020202020204" charset="0"/>
                        <a:ea typeface="Nova Square"/>
                        <a:cs typeface="Sora ExtraBold" panose="020B0604020202020204" charset="0"/>
                        <a:sym typeface="Nova Square"/>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ctr" rtl="0">
                        <a:spcBef>
                          <a:spcPts val="0"/>
                        </a:spcBef>
                        <a:spcAft>
                          <a:spcPts val="0"/>
                        </a:spcAft>
                        <a:buNone/>
                      </a:pPr>
                      <a:r>
                        <a:rPr lang="en" sz="1600" b="1" dirty="0">
                          <a:solidFill>
                            <a:schemeClr val="accent6"/>
                          </a:solidFill>
                          <a:latin typeface="Sora ExtraBold" panose="020B0604020202020204" charset="0"/>
                          <a:ea typeface="Nova Square"/>
                          <a:cs typeface="Sora ExtraBold" panose="020B0604020202020204" charset="0"/>
                          <a:sym typeface="Nova Square"/>
                        </a:rPr>
                        <a:t>Strength</a:t>
                      </a:r>
                      <a:endParaRPr sz="1600" b="1" dirty="0">
                        <a:solidFill>
                          <a:schemeClr val="accent6"/>
                        </a:solidFill>
                        <a:latin typeface="Sora ExtraBold" panose="020B0604020202020204" charset="0"/>
                        <a:ea typeface="Nova Square"/>
                        <a:cs typeface="Sora ExtraBold" panose="020B0604020202020204" charset="0"/>
                        <a:sym typeface="Nova Square"/>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ctr" rtl="0">
                        <a:spcBef>
                          <a:spcPts val="0"/>
                        </a:spcBef>
                        <a:spcAft>
                          <a:spcPts val="0"/>
                        </a:spcAft>
                        <a:buNone/>
                      </a:pPr>
                      <a:r>
                        <a:rPr lang="en-MY" sz="1400" b="1" dirty="0">
                          <a:solidFill>
                            <a:schemeClr val="accent6"/>
                          </a:solidFill>
                          <a:latin typeface="Sora ExtraBold" panose="020B0604020202020204" charset="0"/>
                          <a:ea typeface="Nova Square"/>
                          <a:cs typeface="Sora ExtraBold" panose="020B0604020202020204" charset="0"/>
                          <a:sym typeface="Nova Square"/>
                        </a:rPr>
                        <a:t>Weakness</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774717">
                <a:tc>
                  <a:txBody>
                    <a:bodyPr/>
                    <a:lstStyle/>
                    <a:p>
                      <a:pPr marL="0" lvl="0" indent="0" algn="l" rtl="0">
                        <a:spcBef>
                          <a:spcPts val="0"/>
                        </a:spcBef>
                        <a:spcAft>
                          <a:spcPts val="0"/>
                        </a:spcAft>
                        <a:buNone/>
                      </a:pPr>
                      <a:r>
                        <a:rPr lang="en-MY" sz="1400" b="1" dirty="0">
                          <a:effectLst/>
                          <a:latin typeface="Hanken Grotesk" panose="020B0604020202020204" charset="0"/>
                        </a:rPr>
                        <a:t>TGACN</a:t>
                      </a:r>
                      <a:endParaRPr sz="1400" b="1"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MY" sz="1400" dirty="0">
                          <a:effectLst/>
                          <a:latin typeface="Hanken Grotesk" panose="020B0604020202020204" charset="0"/>
                        </a:rPr>
                        <a:t>Multi-graph (Geo + Semantic)</a:t>
                      </a:r>
                      <a:endParaRPr sz="140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MY" sz="1400" dirty="0">
                          <a:effectLst/>
                          <a:latin typeface="Hanken Grotesk" panose="020B0604020202020204" charset="0"/>
                        </a:rPr>
                        <a:t>Trend fusion</a:t>
                      </a:r>
                      <a:endParaRPr sz="140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MY" sz="1400" dirty="0">
                          <a:effectLst/>
                          <a:latin typeface="Hanken Grotesk" panose="020B0604020202020204" charset="0"/>
                        </a:rPr>
                        <a:t>Captures latent passenger flow semantics</a:t>
                      </a:r>
                      <a:endParaRPr sz="140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400" dirty="0">
                          <a:effectLst/>
                          <a:latin typeface="Hanken Grotesk" panose="020B0604020202020204" charset="0"/>
                        </a:rPr>
                        <a:t>Complex graph construction; high compute</a:t>
                      </a:r>
                      <a:endParaRPr sz="140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607345">
                <a:tc>
                  <a:txBody>
                    <a:bodyPr/>
                    <a:lstStyle/>
                    <a:p>
                      <a:pPr marL="0" lvl="0" indent="0" algn="l" rtl="0">
                        <a:spcBef>
                          <a:spcPts val="0"/>
                        </a:spcBef>
                        <a:spcAft>
                          <a:spcPts val="0"/>
                        </a:spcAft>
                        <a:buNone/>
                      </a:pPr>
                      <a:r>
                        <a:rPr lang="en-MY" sz="1400" b="1" dirty="0">
                          <a:effectLst/>
                          <a:latin typeface="Hanken Grotesk" panose="020B0604020202020204" charset="0"/>
                        </a:rPr>
                        <a:t>GCN-SBULSTM</a:t>
                      </a:r>
                      <a:endParaRPr sz="1400" b="1"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MY" sz="1400" dirty="0">
                          <a:effectLst/>
                          <a:latin typeface="Hanken Grotesk" panose="020B0604020202020204" charset="0"/>
                        </a:rPr>
                        <a:t>K-hop Matrix (Distance + Flow)</a:t>
                      </a:r>
                      <a:endParaRPr sz="140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MY" sz="1400" dirty="0">
                          <a:effectLst/>
                          <a:latin typeface="Hanken Grotesk" panose="020B0604020202020204" charset="0"/>
                        </a:rPr>
                        <a:t>Stacked Bi-Uni LSTM</a:t>
                      </a:r>
                      <a:endParaRPr sz="140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400" dirty="0">
                          <a:effectLst/>
                          <a:latin typeface="Hanken Grotesk" panose="020B0604020202020204" charset="0"/>
                        </a:rPr>
                        <a:t>Parallel structure prevents feature loss</a:t>
                      </a:r>
                      <a:endParaRPr sz="140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400" dirty="0">
                          <a:effectLst/>
                          <a:latin typeface="Hanken Grotesk" panose="020B0604020202020204" charset="0"/>
                        </a:rPr>
                        <a:t>Requires detailed OD and distance data</a:t>
                      </a:r>
                      <a:endParaRPr sz="140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607345">
                <a:tc>
                  <a:txBody>
                    <a:bodyPr/>
                    <a:lstStyle/>
                    <a:p>
                      <a:pPr marL="0" lvl="0" indent="0" algn="l" rtl="0">
                        <a:spcBef>
                          <a:spcPts val="0"/>
                        </a:spcBef>
                        <a:spcAft>
                          <a:spcPts val="0"/>
                        </a:spcAft>
                        <a:buNone/>
                      </a:pPr>
                      <a:r>
                        <a:rPr lang="en-MY" sz="1400" b="1" dirty="0">
                          <a:effectLst/>
                          <a:latin typeface="Hanken Grotesk" panose="020B0604020202020204" charset="0"/>
                        </a:rPr>
                        <a:t>TPA-LSTM</a:t>
                      </a:r>
                      <a:endParaRPr sz="1400" b="1"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MY" sz="1400" dirty="0">
                          <a:effectLst/>
                          <a:latin typeface="Hanken Grotesk" panose="020B0604020202020204" charset="0"/>
                        </a:rPr>
                        <a:t>Cross-series Attention</a:t>
                      </a:r>
                      <a:endParaRPr sz="140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MY" sz="1400" dirty="0">
                          <a:effectLst/>
                          <a:latin typeface="Hanken Grotesk" panose="020B0604020202020204" charset="0"/>
                        </a:rPr>
                        <a:t>Temporal Pattern Attention</a:t>
                      </a:r>
                      <a:endParaRPr sz="140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MY" sz="1400" dirty="0">
                          <a:effectLst/>
                          <a:latin typeface="Hanken Grotesk" panose="020B0604020202020204" charset="0"/>
                        </a:rPr>
                        <a:t>Interpretable; avoids vanishing gradients</a:t>
                      </a:r>
                      <a:endParaRPr sz="140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MY" sz="1400" dirty="0">
                          <a:effectLst/>
                          <a:latin typeface="Hanken Grotesk" panose="020B0604020202020204" charset="0"/>
                        </a:rPr>
                        <a:t>Limited explicit spatial topology</a:t>
                      </a:r>
                      <a:endParaRPr sz="140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3842497558"/>
                  </a:ext>
                </a:extLst>
              </a:tr>
              <a:tr h="657881">
                <a:tc>
                  <a:txBody>
                    <a:bodyPr/>
                    <a:lstStyle/>
                    <a:p>
                      <a:pPr marL="0" lvl="0" indent="0" algn="l" rtl="0">
                        <a:spcBef>
                          <a:spcPts val="0"/>
                        </a:spcBef>
                        <a:spcAft>
                          <a:spcPts val="0"/>
                        </a:spcAft>
                        <a:buNone/>
                      </a:pPr>
                      <a:r>
                        <a:rPr lang="en-MY" sz="1400" b="1" dirty="0">
                          <a:effectLst/>
                          <a:latin typeface="Hanken Grotesk" panose="020B0604020202020204" charset="0"/>
                        </a:rPr>
                        <a:t>STEP</a:t>
                      </a:r>
                      <a:endParaRPr sz="1400" b="1"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MY" sz="1400" dirty="0">
                          <a:effectLst/>
                          <a:latin typeface="Hanken Grotesk" panose="020B0604020202020204" charset="0"/>
                        </a:rPr>
                        <a:t>Graph Structure Learning</a:t>
                      </a:r>
                      <a:endParaRPr sz="140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MY" sz="1400" dirty="0">
                          <a:effectLst/>
                          <a:latin typeface="Hanken Grotesk" panose="020B0604020202020204" charset="0"/>
                        </a:rPr>
                        <a:t>Transformer (</a:t>
                      </a:r>
                      <a:r>
                        <a:rPr lang="en-MY" sz="1400" dirty="0" err="1">
                          <a:effectLst/>
                          <a:latin typeface="Hanken Grotesk" panose="020B0604020202020204" charset="0"/>
                        </a:rPr>
                        <a:t>TSFormer</a:t>
                      </a:r>
                      <a:r>
                        <a:rPr lang="en-MY" sz="1400" dirty="0">
                          <a:effectLst/>
                          <a:latin typeface="Hanken Grotesk" panose="020B0604020202020204" charset="0"/>
                        </a:rPr>
                        <a:t>)</a:t>
                      </a:r>
                      <a:endParaRPr sz="140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400" dirty="0">
                          <a:effectLst/>
                          <a:latin typeface="Hanken Grotesk" panose="020B0604020202020204" charset="0"/>
                        </a:rPr>
                        <a:t>Handles very long-term history (weeks)</a:t>
                      </a:r>
                      <a:endParaRPr sz="140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MY" sz="1400" dirty="0">
                          <a:effectLst/>
                          <a:latin typeface="Hanken Grotesk" panose="020B0604020202020204" charset="0"/>
                        </a:rPr>
                        <a:t>Two-stage training is resource-intensive</a:t>
                      </a:r>
                      <a:endParaRPr sz="140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r h="774717">
                <a:tc>
                  <a:txBody>
                    <a:bodyPr/>
                    <a:lstStyle/>
                    <a:p>
                      <a:pPr marL="0" lvl="0" indent="0" algn="l" rtl="0">
                        <a:spcBef>
                          <a:spcPts val="0"/>
                        </a:spcBef>
                        <a:spcAft>
                          <a:spcPts val="0"/>
                        </a:spcAft>
                        <a:buNone/>
                      </a:pPr>
                      <a:r>
                        <a:rPr lang="en-MY" sz="1400" b="1" dirty="0" err="1">
                          <a:effectLst/>
                          <a:latin typeface="Hanken Grotesk" panose="020B0604020202020204" charset="0"/>
                        </a:rPr>
                        <a:t>BiLSTM</a:t>
                      </a:r>
                      <a:endParaRPr sz="1400" b="1"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400" dirty="0">
                          <a:solidFill>
                            <a:schemeClr val="dk1"/>
                          </a:solidFill>
                          <a:latin typeface="Hanken Grotesk" panose="020B0604020202020204" charset="0"/>
                          <a:ea typeface="Hanken Grotesk"/>
                          <a:cs typeface="Hanken Grotesk"/>
                          <a:sym typeface="Hanken Grotesk"/>
                        </a:rPr>
                        <a:t>L</a:t>
                      </a:r>
                      <a:r>
                        <a:rPr lang="en-MY" sz="1400" dirty="0">
                          <a:effectLst/>
                          <a:latin typeface="Hanken Grotesk" panose="020B0604020202020204" charset="0"/>
                        </a:rPr>
                        <a:t>ocal stop features</a:t>
                      </a:r>
                      <a:endParaRPr sz="140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MY" sz="1400" dirty="0">
                          <a:effectLst/>
                          <a:latin typeface="Hanken Grotesk" panose="020B0604020202020204" charset="0"/>
                        </a:rPr>
                        <a:t>Forward + Backward states</a:t>
                      </a:r>
                      <a:endParaRPr sz="140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400" dirty="0">
                          <a:effectLst/>
                          <a:latin typeface="Hanken Grotesk" panose="020B0604020202020204" charset="0"/>
                        </a:rPr>
                        <a:t>High accuracy; handles noisy bus data</a:t>
                      </a:r>
                      <a:endParaRPr sz="140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sz="1400" dirty="0">
                          <a:effectLst/>
                          <a:latin typeface="Hanken Grotesk" panose="020B0604020202020204" charset="0"/>
                        </a:rPr>
                        <a:t>No global network-wide spatial modeling</a:t>
                      </a:r>
                      <a:endParaRPr sz="1400" dirty="0">
                        <a:solidFill>
                          <a:schemeClr val="dk1"/>
                        </a:solidFill>
                        <a:latin typeface="Hanken Grotesk" panose="020B0604020202020204" charset="0"/>
                        <a:ea typeface="Hanken Grotesk"/>
                        <a:cs typeface="Hanken Grotesk"/>
                        <a:sym typeface="Hanken Grotes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4868063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94">
          <a:extLst>
            <a:ext uri="{FF2B5EF4-FFF2-40B4-BE49-F238E27FC236}">
              <a16:creationId xmlns:a16="http://schemas.microsoft.com/office/drawing/2014/main" id="{38F2A224-D790-3EC0-F906-B61A73796AEF}"/>
            </a:ext>
          </a:extLst>
        </p:cNvPr>
        <p:cNvGrpSpPr/>
        <p:nvPr/>
      </p:nvGrpSpPr>
      <p:grpSpPr>
        <a:xfrm>
          <a:off x="0" y="0"/>
          <a:ext cx="0" cy="0"/>
          <a:chOff x="0" y="0"/>
          <a:chExt cx="0" cy="0"/>
        </a:xfrm>
      </p:grpSpPr>
      <p:sp>
        <p:nvSpPr>
          <p:cNvPr id="1795" name="Google Shape;1795;p33">
            <a:extLst>
              <a:ext uri="{FF2B5EF4-FFF2-40B4-BE49-F238E27FC236}">
                <a16:creationId xmlns:a16="http://schemas.microsoft.com/office/drawing/2014/main" id="{5F94A77F-9329-4F34-1593-F99FCAEC4C2D}"/>
              </a:ext>
            </a:extLst>
          </p:cNvPr>
          <p:cNvSpPr txBox="1">
            <a:spLocks noGrp="1"/>
          </p:cNvSpPr>
          <p:nvPr>
            <p:ph type="title"/>
          </p:nvPr>
        </p:nvSpPr>
        <p:spPr>
          <a:xfrm>
            <a:off x="1463040" y="1831775"/>
            <a:ext cx="6217920" cy="661800"/>
          </a:xfrm>
          <a:prstGeom prst="rect">
            <a:avLst/>
          </a:prstGeom>
        </p:spPr>
        <p:txBody>
          <a:bodyPr spcFirstLastPara="1" wrap="square" lIns="91425" tIns="91425" rIns="91425" bIns="91425" anchor="b" anchorCtr="0">
            <a:noAutofit/>
          </a:bodyPr>
          <a:lstStyle/>
          <a:p>
            <a:r>
              <a:rPr lang="en-US" dirty="0"/>
              <a:t>Benchmark &amp; Evaluation</a:t>
            </a:r>
            <a:endParaRPr lang="en-MY" dirty="0">
              <a:effectLst/>
            </a:endParaRPr>
          </a:p>
        </p:txBody>
      </p:sp>
      <p:sp>
        <p:nvSpPr>
          <p:cNvPr id="1796" name="Google Shape;1796;p33">
            <a:extLst>
              <a:ext uri="{FF2B5EF4-FFF2-40B4-BE49-F238E27FC236}">
                <a16:creationId xmlns:a16="http://schemas.microsoft.com/office/drawing/2014/main" id="{13A356FE-1550-0D2D-BF5F-AA40292AC819}"/>
              </a:ext>
            </a:extLst>
          </p:cNvPr>
          <p:cNvSpPr txBox="1">
            <a:spLocks noGrp="1"/>
          </p:cNvSpPr>
          <p:nvPr>
            <p:ph type="title" idx="2"/>
          </p:nvPr>
        </p:nvSpPr>
        <p:spPr>
          <a:xfrm>
            <a:off x="4027050" y="1168175"/>
            <a:ext cx="1089900" cy="66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05b</a:t>
            </a:r>
            <a:endParaRPr dirty="0"/>
          </a:p>
        </p:txBody>
      </p:sp>
      <p:cxnSp>
        <p:nvCxnSpPr>
          <p:cNvPr id="1797" name="Google Shape;1797;p33">
            <a:extLst>
              <a:ext uri="{FF2B5EF4-FFF2-40B4-BE49-F238E27FC236}">
                <a16:creationId xmlns:a16="http://schemas.microsoft.com/office/drawing/2014/main" id="{9570DAD2-A369-7136-15BC-883128D69903}"/>
              </a:ext>
            </a:extLst>
          </p:cNvPr>
          <p:cNvCxnSpPr>
            <a:endCxn id="1796" idx="0"/>
          </p:cNvCxnSpPr>
          <p:nvPr/>
        </p:nvCxnSpPr>
        <p:spPr>
          <a:xfrm>
            <a:off x="4572000" y="-105325"/>
            <a:ext cx="0" cy="1273500"/>
          </a:xfrm>
          <a:prstGeom prst="straightConnector1">
            <a:avLst/>
          </a:prstGeom>
          <a:noFill/>
          <a:ln w="9525" cap="flat" cmpd="sng">
            <a:solidFill>
              <a:schemeClr val="dk1"/>
            </a:solidFill>
            <a:prstDash val="solid"/>
            <a:round/>
            <a:headEnd type="none" w="med" len="med"/>
            <a:tailEnd type="diamond" w="med" len="med"/>
          </a:ln>
        </p:spPr>
      </p:cxnSp>
      <p:grpSp>
        <p:nvGrpSpPr>
          <p:cNvPr id="1798" name="Google Shape;1798;p33">
            <a:extLst>
              <a:ext uri="{FF2B5EF4-FFF2-40B4-BE49-F238E27FC236}">
                <a16:creationId xmlns:a16="http://schemas.microsoft.com/office/drawing/2014/main" id="{FCFCCEE5-FC68-1E7E-2BEC-5819C61099C4}"/>
              </a:ext>
            </a:extLst>
          </p:cNvPr>
          <p:cNvGrpSpPr/>
          <p:nvPr/>
        </p:nvGrpSpPr>
        <p:grpSpPr>
          <a:xfrm>
            <a:off x="6155878" y="3623594"/>
            <a:ext cx="771265" cy="984895"/>
            <a:chOff x="5958353" y="3536019"/>
            <a:chExt cx="771265" cy="984895"/>
          </a:xfrm>
        </p:grpSpPr>
        <p:grpSp>
          <p:nvGrpSpPr>
            <p:cNvPr id="1799" name="Google Shape;1799;p33">
              <a:extLst>
                <a:ext uri="{FF2B5EF4-FFF2-40B4-BE49-F238E27FC236}">
                  <a16:creationId xmlns:a16="http://schemas.microsoft.com/office/drawing/2014/main" id="{EC466C20-400E-A2D6-CEEB-2FD7B8A1BED1}"/>
                </a:ext>
              </a:extLst>
            </p:cNvPr>
            <p:cNvGrpSpPr/>
            <p:nvPr/>
          </p:nvGrpSpPr>
          <p:grpSpPr>
            <a:xfrm>
              <a:off x="6466976" y="3536019"/>
              <a:ext cx="262642" cy="905380"/>
              <a:chOff x="1539875" y="3257551"/>
              <a:chExt cx="511176" cy="1762125"/>
            </a:xfrm>
          </p:grpSpPr>
          <p:sp>
            <p:nvSpPr>
              <p:cNvPr id="1800" name="Google Shape;1800;p33">
                <a:extLst>
                  <a:ext uri="{FF2B5EF4-FFF2-40B4-BE49-F238E27FC236}">
                    <a16:creationId xmlns:a16="http://schemas.microsoft.com/office/drawing/2014/main" id="{A70FB6C0-6750-5D28-34A4-03AD2589A543}"/>
                  </a:ext>
                </a:extLst>
              </p:cNvPr>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1" name="Google Shape;1801;p33">
                <a:extLst>
                  <a:ext uri="{FF2B5EF4-FFF2-40B4-BE49-F238E27FC236}">
                    <a16:creationId xmlns:a16="http://schemas.microsoft.com/office/drawing/2014/main" id="{385E9A3A-FBEF-B809-AF62-6F8FD8A0DC71}"/>
                  </a:ext>
                </a:extLst>
              </p:cNvPr>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2" name="Google Shape;1802;p33">
                <a:extLst>
                  <a:ext uri="{FF2B5EF4-FFF2-40B4-BE49-F238E27FC236}">
                    <a16:creationId xmlns:a16="http://schemas.microsoft.com/office/drawing/2014/main" id="{21363DD3-0F6D-15B4-03D8-8FCF1B1B877B}"/>
                  </a:ext>
                </a:extLst>
              </p:cNvPr>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3" name="Google Shape;1803;p33">
                <a:extLst>
                  <a:ext uri="{FF2B5EF4-FFF2-40B4-BE49-F238E27FC236}">
                    <a16:creationId xmlns:a16="http://schemas.microsoft.com/office/drawing/2014/main" id="{A5F9E068-7A69-D27B-256D-DB5B4D39231D}"/>
                  </a:ext>
                </a:extLst>
              </p:cNvPr>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4" name="Google Shape;1804;p33">
                <a:extLst>
                  <a:ext uri="{FF2B5EF4-FFF2-40B4-BE49-F238E27FC236}">
                    <a16:creationId xmlns:a16="http://schemas.microsoft.com/office/drawing/2014/main" id="{56FB4868-5E1B-6430-4A05-B32EAF6B6BFB}"/>
                  </a:ext>
                </a:extLst>
              </p:cNvPr>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5" name="Google Shape;1805;p33">
                <a:extLst>
                  <a:ext uri="{FF2B5EF4-FFF2-40B4-BE49-F238E27FC236}">
                    <a16:creationId xmlns:a16="http://schemas.microsoft.com/office/drawing/2014/main" id="{262D7A1B-4474-4324-ACC3-F1DEC1EC5E1A}"/>
                  </a:ext>
                </a:extLst>
              </p:cNvPr>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06" name="Google Shape;1806;p33">
              <a:extLst>
                <a:ext uri="{FF2B5EF4-FFF2-40B4-BE49-F238E27FC236}">
                  <a16:creationId xmlns:a16="http://schemas.microsoft.com/office/drawing/2014/main" id="{7967764B-B995-2DA5-0CA2-318B37450E40}"/>
                </a:ext>
              </a:extLst>
            </p:cNvPr>
            <p:cNvGrpSpPr/>
            <p:nvPr/>
          </p:nvGrpSpPr>
          <p:grpSpPr>
            <a:xfrm>
              <a:off x="6221460" y="3978354"/>
              <a:ext cx="142363" cy="490752"/>
              <a:chOff x="1539875" y="3257551"/>
              <a:chExt cx="511176" cy="1762125"/>
            </a:xfrm>
          </p:grpSpPr>
          <p:sp>
            <p:nvSpPr>
              <p:cNvPr id="1807" name="Google Shape;1807;p33">
                <a:extLst>
                  <a:ext uri="{FF2B5EF4-FFF2-40B4-BE49-F238E27FC236}">
                    <a16:creationId xmlns:a16="http://schemas.microsoft.com/office/drawing/2014/main" id="{B296826A-EDC8-9C87-95FA-F9631413C94A}"/>
                  </a:ext>
                </a:extLst>
              </p:cNvPr>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8" name="Google Shape;1808;p33">
                <a:extLst>
                  <a:ext uri="{FF2B5EF4-FFF2-40B4-BE49-F238E27FC236}">
                    <a16:creationId xmlns:a16="http://schemas.microsoft.com/office/drawing/2014/main" id="{BD7ABCF2-0F88-8C8C-4F19-EC7D642A9F3B}"/>
                  </a:ext>
                </a:extLst>
              </p:cNvPr>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9" name="Google Shape;1809;p33">
                <a:extLst>
                  <a:ext uri="{FF2B5EF4-FFF2-40B4-BE49-F238E27FC236}">
                    <a16:creationId xmlns:a16="http://schemas.microsoft.com/office/drawing/2014/main" id="{860A1CFD-374C-F486-3C7E-5702E2D29B5C}"/>
                  </a:ext>
                </a:extLst>
              </p:cNvPr>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0" name="Google Shape;1810;p33">
                <a:extLst>
                  <a:ext uri="{FF2B5EF4-FFF2-40B4-BE49-F238E27FC236}">
                    <a16:creationId xmlns:a16="http://schemas.microsoft.com/office/drawing/2014/main" id="{F15D9D9F-6B8D-BB50-E1E4-1901953967DA}"/>
                  </a:ext>
                </a:extLst>
              </p:cNvPr>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1" name="Google Shape;1811;p33">
                <a:extLst>
                  <a:ext uri="{FF2B5EF4-FFF2-40B4-BE49-F238E27FC236}">
                    <a16:creationId xmlns:a16="http://schemas.microsoft.com/office/drawing/2014/main" id="{C73DFF50-F732-9B48-C5BC-5C51F1393FE9}"/>
                  </a:ext>
                </a:extLst>
              </p:cNvPr>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2" name="Google Shape;1812;p33">
                <a:extLst>
                  <a:ext uri="{FF2B5EF4-FFF2-40B4-BE49-F238E27FC236}">
                    <a16:creationId xmlns:a16="http://schemas.microsoft.com/office/drawing/2014/main" id="{B10A0E00-1EA5-E774-AAD8-48F23EE6066C}"/>
                  </a:ext>
                </a:extLst>
              </p:cNvPr>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13" name="Google Shape;1813;p33">
              <a:extLst>
                <a:ext uri="{FF2B5EF4-FFF2-40B4-BE49-F238E27FC236}">
                  <a16:creationId xmlns:a16="http://schemas.microsoft.com/office/drawing/2014/main" id="{598E7BA0-DF9A-E9F6-A845-717D7C61AC38}"/>
                </a:ext>
              </a:extLst>
            </p:cNvPr>
            <p:cNvGrpSpPr/>
            <p:nvPr/>
          </p:nvGrpSpPr>
          <p:grpSpPr>
            <a:xfrm flipH="1">
              <a:off x="5958353" y="3926549"/>
              <a:ext cx="172369" cy="594365"/>
              <a:chOff x="1539875" y="3257551"/>
              <a:chExt cx="511176" cy="1762125"/>
            </a:xfrm>
          </p:grpSpPr>
          <p:sp>
            <p:nvSpPr>
              <p:cNvPr id="1814" name="Google Shape;1814;p33">
                <a:extLst>
                  <a:ext uri="{FF2B5EF4-FFF2-40B4-BE49-F238E27FC236}">
                    <a16:creationId xmlns:a16="http://schemas.microsoft.com/office/drawing/2014/main" id="{82F4B39A-AAA5-BFA7-76E6-F7AFE39A1FA7}"/>
                  </a:ext>
                </a:extLst>
              </p:cNvPr>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5" name="Google Shape;1815;p33">
                <a:extLst>
                  <a:ext uri="{FF2B5EF4-FFF2-40B4-BE49-F238E27FC236}">
                    <a16:creationId xmlns:a16="http://schemas.microsoft.com/office/drawing/2014/main" id="{0667FC2C-F0F1-CDBD-D49A-49C7069189B4}"/>
                  </a:ext>
                </a:extLst>
              </p:cNvPr>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6" name="Google Shape;1816;p33">
                <a:extLst>
                  <a:ext uri="{FF2B5EF4-FFF2-40B4-BE49-F238E27FC236}">
                    <a16:creationId xmlns:a16="http://schemas.microsoft.com/office/drawing/2014/main" id="{3F9BEFB4-F51D-6D50-D14D-8EB1E699A506}"/>
                  </a:ext>
                </a:extLst>
              </p:cNvPr>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7" name="Google Shape;1817;p33">
                <a:extLst>
                  <a:ext uri="{FF2B5EF4-FFF2-40B4-BE49-F238E27FC236}">
                    <a16:creationId xmlns:a16="http://schemas.microsoft.com/office/drawing/2014/main" id="{90265488-0E85-3266-9251-D63E208A4BBC}"/>
                  </a:ext>
                </a:extLst>
              </p:cNvPr>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8" name="Google Shape;1818;p33">
                <a:extLst>
                  <a:ext uri="{FF2B5EF4-FFF2-40B4-BE49-F238E27FC236}">
                    <a16:creationId xmlns:a16="http://schemas.microsoft.com/office/drawing/2014/main" id="{4D2979DE-F057-8807-935D-CC7C68190272}"/>
                  </a:ext>
                </a:extLst>
              </p:cNvPr>
              <p:cNvSpPr/>
              <p:nvPr/>
            </p:nvSpPr>
            <p:spPr>
              <a:xfrm>
                <a:off x="1801813" y="3711460"/>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9" name="Google Shape;1819;p33">
                <a:extLst>
                  <a:ext uri="{FF2B5EF4-FFF2-40B4-BE49-F238E27FC236}">
                    <a16:creationId xmlns:a16="http://schemas.microsoft.com/office/drawing/2014/main" id="{AFC6E53C-7BFA-A925-AB41-27D00DC6351D}"/>
                  </a:ext>
                </a:extLst>
              </p:cNvPr>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820" name="Google Shape;1820;p33">
            <a:extLst>
              <a:ext uri="{FF2B5EF4-FFF2-40B4-BE49-F238E27FC236}">
                <a16:creationId xmlns:a16="http://schemas.microsoft.com/office/drawing/2014/main" id="{EA75A948-CB2D-EAC5-7453-65EDA9D90CB3}"/>
              </a:ext>
            </a:extLst>
          </p:cNvPr>
          <p:cNvGrpSpPr/>
          <p:nvPr/>
        </p:nvGrpSpPr>
        <p:grpSpPr>
          <a:xfrm>
            <a:off x="-47199" y="3215348"/>
            <a:ext cx="2776112" cy="1418574"/>
            <a:chOff x="-46" y="2299799"/>
            <a:chExt cx="3480146" cy="1778330"/>
          </a:xfrm>
        </p:grpSpPr>
        <p:sp>
          <p:nvSpPr>
            <p:cNvPr id="1821" name="Google Shape;1821;p33">
              <a:extLst>
                <a:ext uri="{FF2B5EF4-FFF2-40B4-BE49-F238E27FC236}">
                  <a16:creationId xmlns:a16="http://schemas.microsoft.com/office/drawing/2014/main" id="{31C64D4C-9AA5-5807-1D4C-2977BCFBDE4E}"/>
                </a:ext>
              </a:extLst>
            </p:cNvPr>
            <p:cNvSpPr/>
            <p:nvPr/>
          </p:nvSpPr>
          <p:spPr>
            <a:xfrm flipH="1">
              <a:off x="138" y="2416729"/>
              <a:ext cx="3479961" cy="1476449"/>
            </a:xfrm>
            <a:custGeom>
              <a:avLst/>
              <a:gdLst/>
              <a:ahLst/>
              <a:cxnLst/>
              <a:rect l="l" t="t" r="r" b="b"/>
              <a:pathLst>
                <a:path w="2432" h="1031" extrusionOk="0">
                  <a:moveTo>
                    <a:pt x="2432" y="0"/>
                  </a:moveTo>
                  <a:cubicBezTo>
                    <a:pt x="1493" y="0"/>
                    <a:pt x="1493" y="0"/>
                    <a:pt x="1493" y="0"/>
                  </a:cubicBezTo>
                  <a:cubicBezTo>
                    <a:pt x="1493" y="18"/>
                    <a:pt x="1493" y="18"/>
                    <a:pt x="1493" y="18"/>
                  </a:cubicBezTo>
                  <a:cubicBezTo>
                    <a:pt x="1493" y="18"/>
                    <a:pt x="1262" y="18"/>
                    <a:pt x="1104" y="127"/>
                  </a:cubicBezTo>
                  <a:cubicBezTo>
                    <a:pt x="1079" y="146"/>
                    <a:pt x="1079" y="146"/>
                    <a:pt x="1079" y="146"/>
                  </a:cubicBezTo>
                  <a:cubicBezTo>
                    <a:pt x="1325" y="87"/>
                    <a:pt x="1325" y="87"/>
                    <a:pt x="1325" y="87"/>
                  </a:cubicBezTo>
                  <a:cubicBezTo>
                    <a:pt x="1376" y="109"/>
                    <a:pt x="1376" y="109"/>
                    <a:pt x="1376" y="109"/>
                  </a:cubicBezTo>
                  <a:cubicBezTo>
                    <a:pt x="1132" y="326"/>
                    <a:pt x="1132" y="326"/>
                    <a:pt x="1132" y="326"/>
                  </a:cubicBezTo>
                  <a:cubicBezTo>
                    <a:pt x="1132" y="326"/>
                    <a:pt x="637" y="428"/>
                    <a:pt x="384" y="565"/>
                  </a:cubicBezTo>
                  <a:cubicBezTo>
                    <a:pt x="384" y="565"/>
                    <a:pt x="0" y="819"/>
                    <a:pt x="34" y="875"/>
                  </a:cubicBezTo>
                  <a:cubicBezTo>
                    <a:pt x="67" y="931"/>
                    <a:pt x="284" y="1031"/>
                    <a:pt x="284" y="1031"/>
                  </a:cubicBezTo>
                  <a:cubicBezTo>
                    <a:pt x="1117" y="1031"/>
                    <a:pt x="1117" y="1031"/>
                    <a:pt x="1117" y="1031"/>
                  </a:cubicBezTo>
                  <a:cubicBezTo>
                    <a:pt x="1197" y="948"/>
                    <a:pt x="1197" y="948"/>
                    <a:pt x="1197" y="948"/>
                  </a:cubicBezTo>
                  <a:cubicBezTo>
                    <a:pt x="2432" y="948"/>
                    <a:pt x="2432" y="948"/>
                    <a:pt x="2432" y="948"/>
                  </a:cubicBezTo>
                  <a:cubicBezTo>
                    <a:pt x="2432" y="0"/>
                    <a:pt x="2432" y="0"/>
                    <a:pt x="2432" y="0"/>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2" name="Google Shape;1822;p33">
              <a:extLst>
                <a:ext uri="{FF2B5EF4-FFF2-40B4-BE49-F238E27FC236}">
                  <a16:creationId xmlns:a16="http://schemas.microsoft.com/office/drawing/2014/main" id="{456EB645-1CF4-5C38-C11B-4D3EAED4A7E8}"/>
                </a:ext>
              </a:extLst>
            </p:cNvPr>
            <p:cNvSpPr/>
            <p:nvPr/>
          </p:nvSpPr>
          <p:spPr>
            <a:xfrm flipH="1">
              <a:off x="137" y="3589512"/>
              <a:ext cx="3434586" cy="303667"/>
            </a:xfrm>
            <a:custGeom>
              <a:avLst/>
              <a:gdLst/>
              <a:ahLst/>
              <a:cxnLst/>
              <a:rect l="l" t="t" r="r" b="b"/>
              <a:pathLst>
                <a:path w="2400" h="212" extrusionOk="0">
                  <a:moveTo>
                    <a:pt x="1165" y="129"/>
                  </a:moveTo>
                  <a:cubicBezTo>
                    <a:pt x="2400" y="129"/>
                    <a:pt x="2400" y="129"/>
                    <a:pt x="2400" y="129"/>
                  </a:cubicBezTo>
                  <a:cubicBezTo>
                    <a:pt x="2400" y="0"/>
                    <a:pt x="2400" y="0"/>
                    <a:pt x="2400" y="0"/>
                  </a:cubicBezTo>
                  <a:cubicBezTo>
                    <a:pt x="1222" y="0"/>
                    <a:pt x="1222" y="0"/>
                    <a:pt x="1222" y="0"/>
                  </a:cubicBezTo>
                  <a:cubicBezTo>
                    <a:pt x="903" y="121"/>
                    <a:pt x="903" y="121"/>
                    <a:pt x="903" y="121"/>
                  </a:cubicBezTo>
                  <a:cubicBezTo>
                    <a:pt x="903" y="121"/>
                    <a:pt x="552" y="121"/>
                    <a:pt x="305" y="121"/>
                  </a:cubicBezTo>
                  <a:cubicBezTo>
                    <a:pt x="58" y="121"/>
                    <a:pt x="3" y="48"/>
                    <a:pt x="3" y="48"/>
                  </a:cubicBezTo>
                  <a:cubicBezTo>
                    <a:pt x="3" y="48"/>
                    <a:pt x="2" y="48"/>
                    <a:pt x="0" y="50"/>
                  </a:cubicBezTo>
                  <a:cubicBezTo>
                    <a:pt x="0" y="52"/>
                    <a:pt x="0" y="54"/>
                    <a:pt x="2" y="56"/>
                  </a:cubicBezTo>
                  <a:cubicBezTo>
                    <a:pt x="35" y="112"/>
                    <a:pt x="252" y="212"/>
                    <a:pt x="252" y="212"/>
                  </a:cubicBezTo>
                  <a:cubicBezTo>
                    <a:pt x="1085" y="212"/>
                    <a:pt x="1085" y="212"/>
                    <a:pt x="1085" y="212"/>
                  </a:cubicBezTo>
                  <a:lnTo>
                    <a:pt x="1165" y="129"/>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3" name="Google Shape;1823;p33">
              <a:extLst>
                <a:ext uri="{FF2B5EF4-FFF2-40B4-BE49-F238E27FC236}">
                  <a16:creationId xmlns:a16="http://schemas.microsoft.com/office/drawing/2014/main" id="{1A0BA10B-9B7A-65A9-B214-B3C1669F4A16}"/>
                </a:ext>
              </a:extLst>
            </p:cNvPr>
            <p:cNvSpPr/>
            <p:nvPr/>
          </p:nvSpPr>
          <p:spPr>
            <a:xfrm flipH="1">
              <a:off x="135" y="3774504"/>
              <a:ext cx="1834224" cy="280980"/>
            </a:xfrm>
            <a:custGeom>
              <a:avLst/>
              <a:gdLst/>
              <a:ahLst/>
              <a:cxnLst/>
              <a:rect l="l" t="t" r="r" b="b"/>
              <a:pathLst>
                <a:path w="1051" h="161" extrusionOk="0">
                  <a:moveTo>
                    <a:pt x="30" y="161"/>
                  </a:moveTo>
                  <a:lnTo>
                    <a:pt x="1051" y="161"/>
                  </a:lnTo>
                  <a:lnTo>
                    <a:pt x="1051" y="0"/>
                  </a:lnTo>
                  <a:lnTo>
                    <a:pt x="93" y="0"/>
                  </a:lnTo>
                  <a:lnTo>
                    <a:pt x="0" y="90"/>
                  </a:lnTo>
                  <a:lnTo>
                    <a:pt x="30" y="161"/>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4" name="Google Shape;1824;p33">
              <a:extLst>
                <a:ext uri="{FF2B5EF4-FFF2-40B4-BE49-F238E27FC236}">
                  <a16:creationId xmlns:a16="http://schemas.microsoft.com/office/drawing/2014/main" id="{22083332-C10E-3EA9-1865-BDFDE24CA7D8}"/>
                </a:ext>
              </a:extLst>
            </p:cNvPr>
            <p:cNvSpPr/>
            <p:nvPr/>
          </p:nvSpPr>
          <p:spPr>
            <a:xfrm flipH="1">
              <a:off x="1450398" y="3783230"/>
              <a:ext cx="2967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5" name="Google Shape;1825;p33">
              <a:extLst>
                <a:ext uri="{FF2B5EF4-FFF2-40B4-BE49-F238E27FC236}">
                  <a16:creationId xmlns:a16="http://schemas.microsoft.com/office/drawing/2014/main" id="{0EA595D1-AF12-3F57-0E9C-CDB66D1D6069}"/>
                </a:ext>
              </a:extLst>
            </p:cNvPr>
            <p:cNvSpPr/>
            <p:nvPr/>
          </p:nvSpPr>
          <p:spPr>
            <a:xfrm flipH="1">
              <a:off x="1474865" y="3805918"/>
              <a:ext cx="2478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6" name="Google Shape;1826;p33">
              <a:extLst>
                <a:ext uri="{FF2B5EF4-FFF2-40B4-BE49-F238E27FC236}">
                  <a16:creationId xmlns:a16="http://schemas.microsoft.com/office/drawing/2014/main" id="{FE1CD61F-49E7-66FC-6D84-DF8B94A1F2A6}"/>
                </a:ext>
              </a:extLst>
            </p:cNvPr>
            <p:cNvSpPr/>
            <p:nvPr/>
          </p:nvSpPr>
          <p:spPr>
            <a:xfrm flipH="1">
              <a:off x="1487061"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09" y="21"/>
                    <a:pt x="135" y="46"/>
                    <a:pt x="135" y="78"/>
                  </a:cubicBezTo>
                  <a:cubicBezTo>
                    <a:pt x="135" y="109"/>
                    <a:pt x="109"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7" name="Google Shape;1827;p33">
              <a:extLst>
                <a:ext uri="{FF2B5EF4-FFF2-40B4-BE49-F238E27FC236}">
                  <a16:creationId xmlns:a16="http://schemas.microsoft.com/office/drawing/2014/main" id="{3066AA2E-DADC-6F60-DDEC-016C01CE20C6}"/>
                </a:ext>
              </a:extLst>
            </p:cNvPr>
            <p:cNvSpPr/>
            <p:nvPr/>
          </p:nvSpPr>
          <p:spPr>
            <a:xfrm flipH="1">
              <a:off x="1141440"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8" name="Google Shape;1828;p33">
              <a:extLst>
                <a:ext uri="{FF2B5EF4-FFF2-40B4-BE49-F238E27FC236}">
                  <a16:creationId xmlns:a16="http://schemas.microsoft.com/office/drawing/2014/main" id="{27519628-53E7-4158-1B73-4DFA9A2CC972}"/>
                </a:ext>
              </a:extLst>
            </p:cNvPr>
            <p:cNvSpPr/>
            <p:nvPr/>
          </p:nvSpPr>
          <p:spPr>
            <a:xfrm flipH="1">
              <a:off x="1165907"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9" name="Google Shape;1829;p33">
              <a:extLst>
                <a:ext uri="{FF2B5EF4-FFF2-40B4-BE49-F238E27FC236}">
                  <a16:creationId xmlns:a16="http://schemas.microsoft.com/office/drawing/2014/main" id="{ACF6ADBB-8939-E4C2-62E6-ADF2D9D15FAD}"/>
                </a:ext>
              </a:extLst>
            </p:cNvPr>
            <p:cNvSpPr/>
            <p:nvPr/>
          </p:nvSpPr>
          <p:spPr>
            <a:xfrm flipH="1">
              <a:off x="1179903"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09" y="21"/>
                    <a:pt x="135" y="46"/>
                    <a:pt x="135" y="78"/>
                  </a:cubicBezTo>
                  <a:cubicBezTo>
                    <a:pt x="135" y="109"/>
                    <a:pt x="109"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0" name="Google Shape;1830;p33">
              <a:extLst>
                <a:ext uri="{FF2B5EF4-FFF2-40B4-BE49-F238E27FC236}">
                  <a16:creationId xmlns:a16="http://schemas.microsoft.com/office/drawing/2014/main" id="{0F15BA10-94F1-A668-1AFC-CFC03D20B300}"/>
                </a:ext>
              </a:extLst>
            </p:cNvPr>
            <p:cNvSpPr/>
            <p:nvPr/>
          </p:nvSpPr>
          <p:spPr>
            <a:xfrm flipH="1">
              <a:off x="307226"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1" name="Google Shape;1831;p33">
              <a:extLst>
                <a:ext uri="{FF2B5EF4-FFF2-40B4-BE49-F238E27FC236}">
                  <a16:creationId xmlns:a16="http://schemas.microsoft.com/office/drawing/2014/main" id="{00392021-684A-F36E-F9AE-E3CC90C5807E}"/>
                </a:ext>
              </a:extLst>
            </p:cNvPr>
            <p:cNvSpPr/>
            <p:nvPr/>
          </p:nvSpPr>
          <p:spPr>
            <a:xfrm flipH="1">
              <a:off x="331693"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2" name="Google Shape;1832;p33">
              <a:extLst>
                <a:ext uri="{FF2B5EF4-FFF2-40B4-BE49-F238E27FC236}">
                  <a16:creationId xmlns:a16="http://schemas.microsoft.com/office/drawing/2014/main" id="{EBAE0632-9B45-D41F-FF5D-3913D000DB12}"/>
                </a:ext>
              </a:extLst>
            </p:cNvPr>
            <p:cNvSpPr/>
            <p:nvPr/>
          </p:nvSpPr>
          <p:spPr>
            <a:xfrm flipH="1">
              <a:off x="345689"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10" y="21"/>
                    <a:pt x="135" y="46"/>
                    <a:pt x="135" y="78"/>
                  </a:cubicBezTo>
                  <a:cubicBezTo>
                    <a:pt x="135" y="109"/>
                    <a:pt x="110"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3" name="Google Shape;1833;p33">
              <a:extLst>
                <a:ext uri="{FF2B5EF4-FFF2-40B4-BE49-F238E27FC236}">
                  <a16:creationId xmlns:a16="http://schemas.microsoft.com/office/drawing/2014/main" id="{E1F33CAE-1BF7-7834-BE48-6C8B9C8F0CDA}"/>
                </a:ext>
              </a:extLst>
            </p:cNvPr>
            <p:cNvSpPr/>
            <p:nvPr/>
          </p:nvSpPr>
          <p:spPr>
            <a:xfrm flipH="1">
              <a:off x="68"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4" name="Google Shape;1834;p33">
              <a:extLst>
                <a:ext uri="{FF2B5EF4-FFF2-40B4-BE49-F238E27FC236}">
                  <a16:creationId xmlns:a16="http://schemas.microsoft.com/office/drawing/2014/main" id="{72E9D8DF-CF4D-D468-D28A-8CAC0E014A5C}"/>
                </a:ext>
              </a:extLst>
            </p:cNvPr>
            <p:cNvSpPr/>
            <p:nvPr/>
          </p:nvSpPr>
          <p:spPr>
            <a:xfrm flipH="1">
              <a:off x="24535"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5" name="Google Shape;1835;p33">
              <a:extLst>
                <a:ext uri="{FF2B5EF4-FFF2-40B4-BE49-F238E27FC236}">
                  <a16:creationId xmlns:a16="http://schemas.microsoft.com/office/drawing/2014/main" id="{ACF1BFAC-48E1-1847-B795-F9129E1BD43C}"/>
                </a:ext>
              </a:extLst>
            </p:cNvPr>
            <p:cNvSpPr/>
            <p:nvPr/>
          </p:nvSpPr>
          <p:spPr>
            <a:xfrm flipH="1">
              <a:off x="36785"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10" y="21"/>
                    <a:pt x="135" y="46"/>
                    <a:pt x="135" y="78"/>
                  </a:cubicBezTo>
                  <a:cubicBezTo>
                    <a:pt x="135" y="109"/>
                    <a:pt x="110"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6" name="Google Shape;1836;p33">
              <a:extLst>
                <a:ext uri="{FF2B5EF4-FFF2-40B4-BE49-F238E27FC236}">
                  <a16:creationId xmlns:a16="http://schemas.microsoft.com/office/drawing/2014/main" id="{774908FF-E0B0-6880-6F27-45E5505910B2}"/>
                </a:ext>
              </a:extLst>
            </p:cNvPr>
            <p:cNvSpPr/>
            <p:nvPr/>
          </p:nvSpPr>
          <p:spPr>
            <a:xfrm flipH="1">
              <a:off x="115321" y="3893179"/>
              <a:ext cx="1518339" cy="172777"/>
            </a:xfrm>
            <a:custGeom>
              <a:avLst/>
              <a:gdLst/>
              <a:ahLst/>
              <a:cxnLst/>
              <a:rect l="l" t="t" r="r" b="b"/>
              <a:pathLst>
                <a:path w="1061" h="121" extrusionOk="0">
                  <a:moveTo>
                    <a:pt x="714" y="14"/>
                  </a:moveTo>
                  <a:cubicBezTo>
                    <a:pt x="702" y="0"/>
                    <a:pt x="702" y="0"/>
                    <a:pt x="702" y="0"/>
                  </a:cubicBezTo>
                  <a:cubicBezTo>
                    <a:pt x="359" y="0"/>
                    <a:pt x="359" y="0"/>
                    <a:pt x="359" y="0"/>
                  </a:cubicBezTo>
                  <a:cubicBezTo>
                    <a:pt x="347" y="14"/>
                    <a:pt x="347" y="14"/>
                    <a:pt x="347" y="14"/>
                  </a:cubicBezTo>
                  <a:cubicBezTo>
                    <a:pt x="21" y="14"/>
                    <a:pt x="21" y="14"/>
                    <a:pt x="21" y="14"/>
                  </a:cubicBezTo>
                  <a:cubicBezTo>
                    <a:pt x="16" y="14"/>
                    <a:pt x="11" y="16"/>
                    <a:pt x="7" y="19"/>
                  </a:cubicBezTo>
                  <a:cubicBezTo>
                    <a:pt x="3" y="23"/>
                    <a:pt x="0" y="28"/>
                    <a:pt x="0" y="35"/>
                  </a:cubicBezTo>
                  <a:cubicBezTo>
                    <a:pt x="0" y="39"/>
                    <a:pt x="1" y="43"/>
                    <a:pt x="3" y="46"/>
                  </a:cubicBezTo>
                  <a:cubicBezTo>
                    <a:pt x="7" y="52"/>
                    <a:pt x="13" y="56"/>
                    <a:pt x="21" y="56"/>
                  </a:cubicBezTo>
                  <a:cubicBezTo>
                    <a:pt x="222" y="56"/>
                    <a:pt x="222" y="56"/>
                    <a:pt x="222" y="56"/>
                  </a:cubicBezTo>
                  <a:cubicBezTo>
                    <a:pt x="292" y="121"/>
                    <a:pt x="292" y="121"/>
                    <a:pt x="292" y="121"/>
                  </a:cubicBezTo>
                  <a:cubicBezTo>
                    <a:pt x="769" y="121"/>
                    <a:pt x="769" y="121"/>
                    <a:pt x="769" y="121"/>
                  </a:cubicBezTo>
                  <a:cubicBezTo>
                    <a:pt x="839" y="56"/>
                    <a:pt x="839" y="56"/>
                    <a:pt x="839" y="56"/>
                  </a:cubicBezTo>
                  <a:cubicBezTo>
                    <a:pt x="1040" y="56"/>
                    <a:pt x="1040" y="56"/>
                    <a:pt x="1040" y="56"/>
                  </a:cubicBezTo>
                  <a:cubicBezTo>
                    <a:pt x="1047" y="56"/>
                    <a:pt x="1053" y="53"/>
                    <a:pt x="1057" y="48"/>
                  </a:cubicBezTo>
                  <a:cubicBezTo>
                    <a:pt x="1059" y="45"/>
                    <a:pt x="1061" y="40"/>
                    <a:pt x="1061" y="35"/>
                  </a:cubicBezTo>
                  <a:cubicBezTo>
                    <a:pt x="1061" y="30"/>
                    <a:pt x="1060" y="26"/>
                    <a:pt x="1057" y="23"/>
                  </a:cubicBezTo>
                  <a:cubicBezTo>
                    <a:pt x="1054" y="17"/>
                    <a:pt x="1047" y="14"/>
                    <a:pt x="1040" y="14"/>
                  </a:cubicBezTo>
                  <a:lnTo>
                    <a:pt x="714" y="1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7" name="Google Shape;1837;p33">
              <a:extLst>
                <a:ext uri="{FF2B5EF4-FFF2-40B4-BE49-F238E27FC236}">
                  <a16:creationId xmlns:a16="http://schemas.microsoft.com/office/drawing/2014/main" id="{E24ECBF4-14F5-9A5B-4A9A-EF9CBAEBF74D}"/>
                </a:ext>
              </a:extLst>
            </p:cNvPr>
            <p:cNvSpPr/>
            <p:nvPr/>
          </p:nvSpPr>
          <p:spPr>
            <a:xfrm flipH="1">
              <a:off x="1457296"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8" name="Google Shape;1838;p33">
              <a:extLst>
                <a:ext uri="{FF2B5EF4-FFF2-40B4-BE49-F238E27FC236}">
                  <a16:creationId xmlns:a16="http://schemas.microsoft.com/office/drawing/2014/main" id="{CF86FD73-4CAD-1797-91F2-30A6837B1A31}"/>
                </a:ext>
              </a:extLst>
            </p:cNvPr>
            <p:cNvSpPr/>
            <p:nvPr/>
          </p:nvSpPr>
          <p:spPr>
            <a:xfrm flipH="1">
              <a:off x="1340367"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9" name="Google Shape;1839;p33">
              <a:extLst>
                <a:ext uri="{FF2B5EF4-FFF2-40B4-BE49-F238E27FC236}">
                  <a16:creationId xmlns:a16="http://schemas.microsoft.com/office/drawing/2014/main" id="{556E77F4-CB7F-CB5B-FAE2-5D9477F050F8}"/>
                </a:ext>
              </a:extLst>
            </p:cNvPr>
            <p:cNvSpPr/>
            <p:nvPr/>
          </p:nvSpPr>
          <p:spPr>
            <a:xfrm flipH="1">
              <a:off x="1291607" y="3758797"/>
              <a:ext cx="324600" cy="43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0" name="Google Shape;1840;p33">
              <a:extLst>
                <a:ext uri="{FF2B5EF4-FFF2-40B4-BE49-F238E27FC236}">
                  <a16:creationId xmlns:a16="http://schemas.microsoft.com/office/drawing/2014/main" id="{209051ED-2346-D835-E3CC-8103CEEA7CA4}"/>
                </a:ext>
              </a:extLst>
            </p:cNvPr>
            <p:cNvSpPr/>
            <p:nvPr/>
          </p:nvSpPr>
          <p:spPr>
            <a:xfrm flipH="1">
              <a:off x="312679" y="3758797"/>
              <a:ext cx="1098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1" name="Google Shape;1841;p33">
              <a:extLst>
                <a:ext uri="{FF2B5EF4-FFF2-40B4-BE49-F238E27FC236}">
                  <a16:creationId xmlns:a16="http://schemas.microsoft.com/office/drawing/2014/main" id="{4CE20BDA-4DCF-8637-4C01-FFBFD7DD0769}"/>
                </a:ext>
              </a:extLst>
            </p:cNvPr>
            <p:cNvSpPr/>
            <p:nvPr/>
          </p:nvSpPr>
          <p:spPr>
            <a:xfrm flipH="1">
              <a:off x="195504"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2" name="Google Shape;1842;p33">
              <a:extLst>
                <a:ext uri="{FF2B5EF4-FFF2-40B4-BE49-F238E27FC236}">
                  <a16:creationId xmlns:a16="http://schemas.microsoft.com/office/drawing/2014/main" id="{96352F2E-AF09-FFBF-FEE9-13C6B5543233}"/>
                </a:ext>
              </a:extLst>
            </p:cNvPr>
            <p:cNvSpPr/>
            <p:nvPr/>
          </p:nvSpPr>
          <p:spPr>
            <a:xfrm flipH="1">
              <a:off x="146745" y="3758797"/>
              <a:ext cx="324600" cy="43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3" name="Google Shape;1843;p33">
              <a:extLst>
                <a:ext uri="{FF2B5EF4-FFF2-40B4-BE49-F238E27FC236}">
                  <a16:creationId xmlns:a16="http://schemas.microsoft.com/office/drawing/2014/main" id="{4517AFBE-C529-D179-B5DF-E8F5B1217E6B}"/>
                </a:ext>
              </a:extLst>
            </p:cNvPr>
            <p:cNvSpPr/>
            <p:nvPr/>
          </p:nvSpPr>
          <p:spPr>
            <a:xfrm flipH="1">
              <a:off x="-46" y="2416729"/>
              <a:ext cx="1344000" cy="261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4" name="Google Shape;1844;p33">
              <a:extLst>
                <a:ext uri="{FF2B5EF4-FFF2-40B4-BE49-F238E27FC236}">
                  <a16:creationId xmlns:a16="http://schemas.microsoft.com/office/drawing/2014/main" id="{541FB542-A145-77AD-2A8D-A0DB730BBF73}"/>
                </a:ext>
              </a:extLst>
            </p:cNvPr>
            <p:cNvSpPr/>
            <p:nvPr/>
          </p:nvSpPr>
          <p:spPr>
            <a:xfrm flipH="1">
              <a:off x="490383" y="2299799"/>
              <a:ext cx="769800" cy="768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5" name="Google Shape;1845;p33">
              <a:extLst>
                <a:ext uri="{FF2B5EF4-FFF2-40B4-BE49-F238E27FC236}">
                  <a16:creationId xmlns:a16="http://schemas.microsoft.com/office/drawing/2014/main" id="{6ADFD9C5-FED8-F329-0A49-6E4F6E138DAB}"/>
                </a:ext>
              </a:extLst>
            </p:cNvPr>
            <p:cNvSpPr/>
            <p:nvPr/>
          </p:nvSpPr>
          <p:spPr>
            <a:xfrm flipH="1">
              <a:off x="572808" y="2376589"/>
              <a:ext cx="642000" cy="402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6" name="Google Shape;1846;p33">
              <a:extLst>
                <a:ext uri="{FF2B5EF4-FFF2-40B4-BE49-F238E27FC236}">
                  <a16:creationId xmlns:a16="http://schemas.microsoft.com/office/drawing/2014/main" id="{C21A242A-8CFE-97DE-1D03-D75E30D8766E}"/>
                </a:ext>
              </a:extLst>
            </p:cNvPr>
            <p:cNvSpPr/>
            <p:nvPr/>
          </p:nvSpPr>
          <p:spPr>
            <a:xfrm flipH="1">
              <a:off x="530681" y="3956006"/>
              <a:ext cx="685871" cy="66318"/>
            </a:xfrm>
            <a:custGeom>
              <a:avLst/>
              <a:gdLst/>
              <a:ahLst/>
              <a:cxnLst/>
              <a:rect l="l" t="t" r="r" b="b"/>
              <a:pathLst>
                <a:path w="393" h="38" extrusionOk="0">
                  <a:moveTo>
                    <a:pt x="0" y="0"/>
                  </a:moveTo>
                  <a:lnTo>
                    <a:pt x="34" y="38"/>
                  </a:lnTo>
                  <a:lnTo>
                    <a:pt x="359" y="38"/>
                  </a:lnTo>
                  <a:lnTo>
                    <a:pt x="393"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7" name="Google Shape;1847;p33">
              <a:extLst>
                <a:ext uri="{FF2B5EF4-FFF2-40B4-BE49-F238E27FC236}">
                  <a16:creationId xmlns:a16="http://schemas.microsoft.com/office/drawing/2014/main" id="{04952B01-112A-77AF-7A19-0F7615B81310}"/>
                </a:ext>
              </a:extLst>
            </p:cNvPr>
            <p:cNvSpPr/>
            <p:nvPr/>
          </p:nvSpPr>
          <p:spPr>
            <a:xfrm flipH="1">
              <a:off x="131" y="3713421"/>
              <a:ext cx="3328134" cy="342062"/>
            </a:xfrm>
            <a:custGeom>
              <a:avLst/>
              <a:gdLst/>
              <a:ahLst/>
              <a:cxnLst/>
              <a:rect l="l" t="t" r="r" b="b"/>
              <a:pathLst>
                <a:path w="2326" h="239" extrusionOk="0">
                  <a:moveTo>
                    <a:pt x="1081" y="239"/>
                  </a:moveTo>
                  <a:cubicBezTo>
                    <a:pt x="1044" y="152"/>
                    <a:pt x="1044" y="152"/>
                    <a:pt x="1044" y="152"/>
                  </a:cubicBezTo>
                  <a:cubicBezTo>
                    <a:pt x="1158" y="42"/>
                    <a:pt x="1158" y="42"/>
                    <a:pt x="1158" y="42"/>
                  </a:cubicBezTo>
                  <a:cubicBezTo>
                    <a:pt x="2326" y="42"/>
                    <a:pt x="2326" y="42"/>
                    <a:pt x="2326" y="42"/>
                  </a:cubicBezTo>
                  <a:cubicBezTo>
                    <a:pt x="2326" y="0"/>
                    <a:pt x="2326" y="0"/>
                    <a:pt x="2326" y="0"/>
                  </a:cubicBezTo>
                  <a:cubicBezTo>
                    <a:pt x="1010" y="0"/>
                    <a:pt x="1010" y="0"/>
                    <a:pt x="1010" y="0"/>
                  </a:cubicBezTo>
                  <a:cubicBezTo>
                    <a:pt x="880" y="125"/>
                    <a:pt x="880" y="125"/>
                    <a:pt x="880" y="125"/>
                  </a:cubicBezTo>
                  <a:cubicBezTo>
                    <a:pt x="178" y="125"/>
                    <a:pt x="178" y="125"/>
                    <a:pt x="178" y="125"/>
                  </a:cubicBezTo>
                  <a:cubicBezTo>
                    <a:pt x="178" y="125"/>
                    <a:pt x="88" y="239"/>
                    <a:pt x="0" y="239"/>
                  </a:cubicBezTo>
                  <a:lnTo>
                    <a:pt x="1081" y="239"/>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8" name="Google Shape;1848;p33">
              <a:extLst>
                <a:ext uri="{FF2B5EF4-FFF2-40B4-BE49-F238E27FC236}">
                  <a16:creationId xmlns:a16="http://schemas.microsoft.com/office/drawing/2014/main" id="{37E52729-C8BA-85D2-B6BF-974C4C73A7B7}"/>
                </a:ext>
              </a:extLst>
            </p:cNvPr>
            <p:cNvSpPr/>
            <p:nvPr/>
          </p:nvSpPr>
          <p:spPr>
            <a:xfrm flipH="1">
              <a:off x="135" y="3210800"/>
              <a:ext cx="2947672" cy="530545"/>
            </a:xfrm>
            <a:custGeom>
              <a:avLst/>
              <a:gdLst/>
              <a:ahLst/>
              <a:cxnLst/>
              <a:rect l="l" t="t" r="r" b="b"/>
              <a:pathLst>
                <a:path w="1689" h="304" extrusionOk="0">
                  <a:moveTo>
                    <a:pt x="1689" y="184"/>
                  </a:moveTo>
                  <a:lnTo>
                    <a:pt x="709" y="184"/>
                  </a:lnTo>
                  <a:lnTo>
                    <a:pt x="453" y="304"/>
                  </a:lnTo>
                  <a:lnTo>
                    <a:pt x="0" y="304"/>
                  </a:lnTo>
                  <a:lnTo>
                    <a:pt x="447" y="288"/>
                  </a:lnTo>
                  <a:lnTo>
                    <a:pt x="960" y="0"/>
                  </a:lnTo>
                  <a:lnTo>
                    <a:pt x="1689" y="0"/>
                  </a:lnTo>
                  <a:lnTo>
                    <a:pt x="1689" y="184"/>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9" name="Google Shape;1849;p33">
              <a:extLst>
                <a:ext uri="{FF2B5EF4-FFF2-40B4-BE49-F238E27FC236}">
                  <a16:creationId xmlns:a16="http://schemas.microsoft.com/office/drawing/2014/main" id="{331B2CF9-0943-26B6-32B3-12CC5A8B80B1}"/>
                </a:ext>
              </a:extLst>
            </p:cNvPr>
            <p:cNvSpPr/>
            <p:nvPr/>
          </p:nvSpPr>
          <p:spPr>
            <a:xfrm flipH="1">
              <a:off x="2129398" y="3497015"/>
              <a:ext cx="694500" cy="4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0" name="Google Shape;1850;p33">
              <a:extLst>
                <a:ext uri="{FF2B5EF4-FFF2-40B4-BE49-F238E27FC236}">
                  <a16:creationId xmlns:a16="http://schemas.microsoft.com/office/drawing/2014/main" id="{7A07D00B-22DC-E9DB-53BA-99BA34EF29CB}"/>
                </a:ext>
              </a:extLst>
            </p:cNvPr>
            <p:cNvSpPr/>
            <p:nvPr/>
          </p:nvSpPr>
          <p:spPr>
            <a:xfrm flipH="1">
              <a:off x="135" y="2554600"/>
              <a:ext cx="769641" cy="394418"/>
            </a:xfrm>
            <a:custGeom>
              <a:avLst/>
              <a:gdLst/>
              <a:ahLst/>
              <a:cxnLst/>
              <a:rect l="l" t="t" r="r" b="b"/>
              <a:pathLst>
                <a:path w="538" h="276" extrusionOk="0">
                  <a:moveTo>
                    <a:pt x="46" y="0"/>
                  </a:moveTo>
                  <a:cubicBezTo>
                    <a:pt x="538" y="0"/>
                    <a:pt x="538" y="0"/>
                    <a:pt x="538" y="0"/>
                  </a:cubicBezTo>
                  <a:cubicBezTo>
                    <a:pt x="538" y="276"/>
                    <a:pt x="538" y="276"/>
                    <a:pt x="538" y="276"/>
                  </a:cubicBezTo>
                  <a:cubicBezTo>
                    <a:pt x="46" y="276"/>
                    <a:pt x="46" y="276"/>
                    <a:pt x="46" y="276"/>
                  </a:cubicBezTo>
                  <a:cubicBezTo>
                    <a:pt x="34" y="276"/>
                    <a:pt x="24" y="272"/>
                    <a:pt x="16" y="265"/>
                  </a:cubicBezTo>
                  <a:cubicBezTo>
                    <a:pt x="6" y="256"/>
                    <a:pt x="0" y="244"/>
                    <a:pt x="0" y="230"/>
                  </a:cubicBezTo>
                  <a:cubicBezTo>
                    <a:pt x="0" y="46"/>
                    <a:pt x="0" y="46"/>
                    <a:pt x="0" y="46"/>
                  </a:cubicBezTo>
                  <a:cubicBezTo>
                    <a:pt x="0" y="32"/>
                    <a:pt x="6" y="20"/>
                    <a:pt x="15" y="12"/>
                  </a:cubicBezTo>
                  <a:cubicBezTo>
                    <a:pt x="23" y="5"/>
                    <a:pt x="34" y="0"/>
                    <a:pt x="46"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1" name="Google Shape;1851;p33">
              <a:extLst>
                <a:ext uri="{FF2B5EF4-FFF2-40B4-BE49-F238E27FC236}">
                  <a16:creationId xmlns:a16="http://schemas.microsoft.com/office/drawing/2014/main" id="{9F9EB757-CE1F-BE81-E703-B5D8C148CB32}"/>
                </a:ext>
              </a:extLst>
            </p:cNvPr>
            <p:cNvSpPr/>
            <p:nvPr/>
          </p:nvSpPr>
          <p:spPr>
            <a:xfrm flipH="1">
              <a:off x="135" y="2554600"/>
              <a:ext cx="769641" cy="83770"/>
            </a:xfrm>
            <a:custGeom>
              <a:avLst/>
              <a:gdLst/>
              <a:ahLst/>
              <a:cxnLst/>
              <a:rect l="l" t="t" r="r" b="b"/>
              <a:pathLst>
                <a:path w="538" h="59" extrusionOk="0">
                  <a:moveTo>
                    <a:pt x="46" y="0"/>
                  </a:moveTo>
                  <a:cubicBezTo>
                    <a:pt x="34" y="0"/>
                    <a:pt x="23" y="5"/>
                    <a:pt x="15" y="12"/>
                  </a:cubicBezTo>
                  <a:cubicBezTo>
                    <a:pt x="6" y="20"/>
                    <a:pt x="0" y="32"/>
                    <a:pt x="0" y="46"/>
                  </a:cubicBezTo>
                  <a:cubicBezTo>
                    <a:pt x="0" y="59"/>
                    <a:pt x="0" y="59"/>
                    <a:pt x="0" y="59"/>
                  </a:cubicBezTo>
                  <a:cubicBezTo>
                    <a:pt x="0" y="46"/>
                    <a:pt x="6" y="34"/>
                    <a:pt x="15" y="25"/>
                  </a:cubicBezTo>
                  <a:cubicBezTo>
                    <a:pt x="23" y="18"/>
                    <a:pt x="34" y="14"/>
                    <a:pt x="46" y="14"/>
                  </a:cubicBezTo>
                  <a:cubicBezTo>
                    <a:pt x="538" y="14"/>
                    <a:pt x="538" y="14"/>
                    <a:pt x="538" y="14"/>
                  </a:cubicBezTo>
                  <a:cubicBezTo>
                    <a:pt x="538" y="0"/>
                    <a:pt x="538" y="0"/>
                    <a:pt x="538" y="0"/>
                  </a:cubicBezTo>
                  <a:lnTo>
                    <a:pt x="46"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2" name="Google Shape;1852;p33">
              <a:extLst>
                <a:ext uri="{FF2B5EF4-FFF2-40B4-BE49-F238E27FC236}">
                  <a16:creationId xmlns:a16="http://schemas.microsoft.com/office/drawing/2014/main" id="{F1244AC2-DB23-AAC0-FD38-6F20B133849E}"/>
                </a:ext>
              </a:extLst>
            </p:cNvPr>
            <p:cNvSpPr/>
            <p:nvPr/>
          </p:nvSpPr>
          <p:spPr>
            <a:xfrm flipH="1">
              <a:off x="1511496" y="2540639"/>
              <a:ext cx="1486923" cy="731244"/>
            </a:xfrm>
            <a:custGeom>
              <a:avLst/>
              <a:gdLst/>
              <a:ahLst/>
              <a:cxnLst/>
              <a:rect l="l" t="t" r="r" b="b"/>
              <a:pathLst>
                <a:path w="1039" h="510" extrusionOk="0">
                  <a:moveTo>
                    <a:pt x="988" y="0"/>
                  </a:moveTo>
                  <a:cubicBezTo>
                    <a:pt x="742" y="59"/>
                    <a:pt x="742" y="59"/>
                    <a:pt x="742" y="59"/>
                  </a:cubicBezTo>
                  <a:cubicBezTo>
                    <a:pt x="415" y="213"/>
                    <a:pt x="11" y="503"/>
                    <a:pt x="0" y="510"/>
                  </a:cubicBezTo>
                  <a:cubicBezTo>
                    <a:pt x="28" y="491"/>
                    <a:pt x="47" y="479"/>
                    <a:pt x="47" y="478"/>
                  </a:cubicBezTo>
                  <a:cubicBezTo>
                    <a:pt x="47" y="478"/>
                    <a:pt x="47" y="478"/>
                    <a:pt x="47" y="478"/>
                  </a:cubicBezTo>
                  <a:cubicBezTo>
                    <a:pt x="300" y="341"/>
                    <a:pt x="795" y="239"/>
                    <a:pt x="795" y="239"/>
                  </a:cubicBezTo>
                  <a:cubicBezTo>
                    <a:pt x="1039" y="22"/>
                    <a:pt x="1039" y="22"/>
                    <a:pt x="1039" y="22"/>
                  </a:cubicBezTo>
                  <a:cubicBezTo>
                    <a:pt x="988" y="0"/>
                    <a:pt x="988" y="0"/>
                    <a:pt x="988" y="0"/>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3" name="Google Shape;1853;p33">
              <a:extLst>
                <a:ext uri="{FF2B5EF4-FFF2-40B4-BE49-F238E27FC236}">
                  <a16:creationId xmlns:a16="http://schemas.microsoft.com/office/drawing/2014/main" id="{9A3AD7BA-419F-D8A9-61D8-0D28745C92B1}"/>
                </a:ext>
              </a:extLst>
            </p:cNvPr>
            <p:cNvSpPr/>
            <p:nvPr/>
          </p:nvSpPr>
          <p:spPr>
            <a:xfrm flipH="1">
              <a:off x="2930355" y="3224762"/>
              <a:ext cx="68064" cy="48866"/>
            </a:xfrm>
            <a:custGeom>
              <a:avLst/>
              <a:gdLst/>
              <a:ahLst/>
              <a:cxnLst/>
              <a:rect l="l" t="t" r="r" b="b"/>
              <a:pathLst>
                <a:path w="47" h="33" extrusionOk="0">
                  <a:moveTo>
                    <a:pt x="47" y="0"/>
                  </a:moveTo>
                  <a:cubicBezTo>
                    <a:pt x="47" y="1"/>
                    <a:pt x="28" y="13"/>
                    <a:pt x="0" y="32"/>
                  </a:cubicBezTo>
                  <a:cubicBezTo>
                    <a:pt x="0" y="33"/>
                    <a:pt x="0" y="33"/>
                    <a:pt x="0" y="33"/>
                  </a:cubicBezTo>
                  <a:cubicBezTo>
                    <a:pt x="28" y="13"/>
                    <a:pt x="47" y="1"/>
                    <a:pt x="47" y="0"/>
                  </a:cubicBezTo>
                </a:path>
              </a:pathLst>
            </a:custGeom>
            <a:solidFill>
              <a:srgbClr val="2FCBE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4" name="Google Shape;1854;p33">
              <a:extLst>
                <a:ext uri="{FF2B5EF4-FFF2-40B4-BE49-F238E27FC236}">
                  <a16:creationId xmlns:a16="http://schemas.microsoft.com/office/drawing/2014/main" id="{10711FA4-CDD1-CAEC-182E-4E4C15B8E725}"/>
                </a:ext>
              </a:extLst>
            </p:cNvPr>
            <p:cNvSpPr/>
            <p:nvPr/>
          </p:nvSpPr>
          <p:spPr>
            <a:xfrm flipH="1">
              <a:off x="1511494" y="2516206"/>
              <a:ext cx="425833" cy="109949"/>
            </a:xfrm>
            <a:custGeom>
              <a:avLst/>
              <a:gdLst/>
              <a:ahLst/>
              <a:cxnLst/>
              <a:rect l="l" t="t" r="r" b="b"/>
              <a:pathLst>
                <a:path w="244" h="63" extrusionOk="0">
                  <a:moveTo>
                    <a:pt x="189" y="0"/>
                  </a:moveTo>
                  <a:lnTo>
                    <a:pt x="0" y="63"/>
                  </a:lnTo>
                  <a:lnTo>
                    <a:pt x="202" y="14"/>
                  </a:lnTo>
                  <a:lnTo>
                    <a:pt x="244" y="32"/>
                  </a:lnTo>
                  <a:lnTo>
                    <a:pt x="189"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5" name="Google Shape;1855;p33">
              <a:extLst>
                <a:ext uri="{FF2B5EF4-FFF2-40B4-BE49-F238E27FC236}">
                  <a16:creationId xmlns:a16="http://schemas.microsoft.com/office/drawing/2014/main" id="{C88D2432-A5A1-A274-6B39-76D4AE76114B}"/>
                </a:ext>
              </a:extLst>
            </p:cNvPr>
            <p:cNvSpPr/>
            <p:nvPr/>
          </p:nvSpPr>
          <p:spPr>
            <a:xfrm flipH="1">
              <a:off x="1511494" y="2516206"/>
              <a:ext cx="425833" cy="109949"/>
            </a:xfrm>
            <a:custGeom>
              <a:avLst/>
              <a:gdLst/>
              <a:ahLst/>
              <a:cxnLst/>
              <a:rect l="l" t="t" r="r" b="b"/>
              <a:pathLst>
                <a:path w="244" h="63" extrusionOk="0">
                  <a:moveTo>
                    <a:pt x="189" y="0"/>
                  </a:moveTo>
                  <a:lnTo>
                    <a:pt x="0" y="63"/>
                  </a:lnTo>
                  <a:lnTo>
                    <a:pt x="202" y="14"/>
                  </a:lnTo>
                  <a:lnTo>
                    <a:pt x="244" y="32"/>
                  </a:lnTo>
                  <a:lnTo>
                    <a:pt x="189" y="0"/>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6" name="Google Shape;1856;p33">
              <a:extLst>
                <a:ext uri="{FF2B5EF4-FFF2-40B4-BE49-F238E27FC236}">
                  <a16:creationId xmlns:a16="http://schemas.microsoft.com/office/drawing/2014/main" id="{EA2D929B-3EBB-8B04-EA34-285CD6694AB9}"/>
                </a:ext>
              </a:extLst>
            </p:cNvPr>
            <p:cNvSpPr/>
            <p:nvPr/>
          </p:nvSpPr>
          <p:spPr>
            <a:xfrm flipH="1">
              <a:off x="1511494" y="2512656"/>
              <a:ext cx="425833" cy="366495"/>
            </a:xfrm>
            <a:custGeom>
              <a:avLst/>
              <a:gdLst/>
              <a:ahLst/>
              <a:cxnLst/>
              <a:rect l="l" t="t" r="r" b="b"/>
              <a:pathLst>
                <a:path w="244" h="210" extrusionOk="0">
                  <a:moveTo>
                    <a:pt x="0" y="63"/>
                  </a:moveTo>
                  <a:lnTo>
                    <a:pt x="189" y="11"/>
                  </a:lnTo>
                  <a:lnTo>
                    <a:pt x="228" y="36"/>
                  </a:lnTo>
                  <a:lnTo>
                    <a:pt x="44" y="210"/>
                  </a:lnTo>
                  <a:lnTo>
                    <a:pt x="244" y="32"/>
                  </a:lnTo>
                  <a:lnTo>
                    <a:pt x="189" y="0"/>
                  </a:lnTo>
                  <a:lnTo>
                    <a:pt x="0" y="63"/>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7" name="Google Shape;1857;p33">
              <a:extLst>
                <a:ext uri="{FF2B5EF4-FFF2-40B4-BE49-F238E27FC236}">
                  <a16:creationId xmlns:a16="http://schemas.microsoft.com/office/drawing/2014/main" id="{DC959F91-AC32-671D-5B69-41C6EFCB5EC9}"/>
                </a:ext>
              </a:extLst>
            </p:cNvPr>
            <p:cNvSpPr/>
            <p:nvPr/>
          </p:nvSpPr>
          <p:spPr>
            <a:xfrm flipH="1">
              <a:off x="136" y="2577289"/>
              <a:ext cx="1853421" cy="465972"/>
            </a:xfrm>
            <a:custGeom>
              <a:avLst/>
              <a:gdLst/>
              <a:ahLst/>
              <a:cxnLst/>
              <a:rect l="l" t="t" r="r" b="b"/>
              <a:pathLst>
                <a:path w="1062" h="267" extrusionOk="0">
                  <a:moveTo>
                    <a:pt x="1062" y="236"/>
                  </a:moveTo>
                  <a:lnTo>
                    <a:pt x="1062" y="234"/>
                  </a:lnTo>
                  <a:lnTo>
                    <a:pt x="599" y="234"/>
                  </a:lnTo>
                  <a:lnTo>
                    <a:pt x="599" y="0"/>
                  </a:lnTo>
                  <a:lnTo>
                    <a:pt x="263" y="0"/>
                  </a:lnTo>
                  <a:lnTo>
                    <a:pt x="0" y="236"/>
                  </a:lnTo>
                  <a:lnTo>
                    <a:pt x="597" y="236"/>
                  </a:lnTo>
                  <a:lnTo>
                    <a:pt x="597" y="267"/>
                  </a:lnTo>
                  <a:lnTo>
                    <a:pt x="1062" y="267"/>
                  </a:lnTo>
                  <a:lnTo>
                    <a:pt x="1062" y="265"/>
                  </a:lnTo>
                  <a:lnTo>
                    <a:pt x="599" y="265"/>
                  </a:lnTo>
                  <a:lnTo>
                    <a:pt x="599" y="236"/>
                  </a:lnTo>
                  <a:lnTo>
                    <a:pt x="1062" y="236"/>
                  </a:lnTo>
                  <a:close/>
                  <a:moveTo>
                    <a:pt x="597" y="234"/>
                  </a:moveTo>
                  <a:lnTo>
                    <a:pt x="7" y="234"/>
                  </a:lnTo>
                  <a:lnTo>
                    <a:pt x="264" y="2"/>
                  </a:lnTo>
                  <a:lnTo>
                    <a:pt x="597" y="2"/>
                  </a:lnTo>
                  <a:lnTo>
                    <a:pt x="597" y="23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8" name="Google Shape;1858;p33">
              <a:extLst>
                <a:ext uri="{FF2B5EF4-FFF2-40B4-BE49-F238E27FC236}">
                  <a16:creationId xmlns:a16="http://schemas.microsoft.com/office/drawing/2014/main" id="{8EEE438A-C403-05EE-0BAC-276048C562D8}"/>
                </a:ext>
              </a:extLst>
            </p:cNvPr>
            <p:cNvSpPr/>
            <p:nvPr/>
          </p:nvSpPr>
          <p:spPr>
            <a:xfrm flipH="1">
              <a:off x="872625" y="3041515"/>
              <a:ext cx="1284600" cy="69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39752793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79">
          <a:extLst>
            <a:ext uri="{FF2B5EF4-FFF2-40B4-BE49-F238E27FC236}">
              <a16:creationId xmlns:a16="http://schemas.microsoft.com/office/drawing/2014/main" id="{5497C284-C9E8-F677-E4B4-F1D6C3ADD81F}"/>
            </a:ext>
          </a:extLst>
        </p:cNvPr>
        <p:cNvGrpSpPr/>
        <p:nvPr/>
      </p:nvGrpSpPr>
      <p:grpSpPr>
        <a:xfrm>
          <a:off x="0" y="0"/>
          <a:ext cx="0" cy="0"/>
          <a:chOff x="0" y="0"/>
          <a:chExt cx="0" cy="0"/>
        </a:xfrm>
      </p:grpSpPr>
      <p:grpSp>
        <p:nvGrpSpPr>
          <p:cNvPr id="2280" name="Google Shape;2280;p39">
            <a:extLst>
              <a:ext uri="{FF2B5EF4-FFF2-40B4-BE49-F238E27FC236}">
                <a16:creationId xmlns:a16="http://schemas.microsoft.com/office/drawing/2014/main" id="{10D74729-D1E4-C7EC-E3C9-CB8B2F0DE4E1}"/>
              </a:ext>
            </a:extLst>
          </p:cNvPr>
          <p:cNvGrpSpPr/>
          <p:nvPr/>
        </p:nvGrpSpPr>
        <p:grpSpPr>
          <a:xfrm>
            <a:off x="-1825649" y="3143212"/>
            <a:ext cx="6203950" cy="565150"/>
            <a:chOff x="1168401" y="2498362"/>
            <a:chExt cx="6203950" cy="565150"/>
          </a:xfrm>
        </p:grpSpPr>
        <p:sp>
          <p:nvSpPr>
            <p:cNvPr id="2281" name="Google Shape;2281;p39">
              <a:extLst>
                <a:ext uri="{FF2B5EF4-FFF2-40B4-BE49-F238E27FC236}">
                  <a16:creationId xmlns:a16="http://schemas.microsoft.com/office/drawing/2014/main" id="{C1529053-0CA1-3ACD-73BE-4474F903BA92}"/>
                </a:ext>
              </a:extLst>
            </p:cNvPr>
            <p:cNvSpPr/>
            <p:nvPr/>
          </p:nvSpPr>
          <p:spPr>
            <a:xfrm>
              <a:off x="3708401" y="2534875"/>
              <a:ext cx="127000" cy="528637"/>
            </a:xfrm>
            <a:custGeom>
              <a:avLst/>
              <a:gdLst/>
              <a:ahLst/>
              <a:cxnLst/>
              <a:rect l="l" t="t" r="r" b="b"/>
              <a:pathLst>
                <a:path w="69" h="289" extrusionOk="0">
                  <a:moveTo>
                    <a:pt x="69" y="268"/>
                  </a:moveTo>
                  <a:cubicBezTo>
                    <a:pt x="69" y="279"/>
                    <a:pt x="60" y="289"/>
                    <a:pt x="48" y="289"/>
                  </a:cubicBezTo>
                  <a:cubicBezTo>
                    <a:pt x="21" y="289"/>
                    <a:pt x="21" y="289"/>
                    <a:pt x="21" y="289"/>
                  </a:cubicBezTo>
                  <a:cubicBezTo>
                    <a:pt x="10" y="289"/>
                    <a:pt x="0" y="279"/>
                    <a:pt x="0" y="268"/>
                  </a:cubicBezTo>
                  <a:cubicBezTo>
                    <a:pt x="0" y="21"/>
                    <a:pt x="0" y="21"/>
                    <a:pt x="0" y="21"/>
                  </a:cubicBezTo>
                  <a:cubicBezTo>
                    <a:pt x="0" y="9"/>
                    <a:pt x="10" y="0"/>
                    <a:pt x="21" y="0"/>
                  </a:cubicBezTo>
                  <a:cubicBezTo>
                    <a:pt x="48" y="0"/>
                    <a:pt x="48" y="0"/>
                    <a:pt x="48" y="0"/>
                  </a:cubicBezTo>
                  <a:cubicBezTo>
                    <a:pt x="60" y="0"/>
                    <a:pt x="69" y="9"/>
                    <a:pt x="69" y="21"/>
                  </a:cubicBezTo>
                  <a:cubicBezTo>
                    <a:pt x="69" y="268"/>
                    <a:pt x="69" y="268"/>
                    <a:pt x="69" y="268"/>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82" name="Google Shape;2282;p39">
              <a:extLst>
                <a:ext uri="{FF2B5EF4-FFF2-40B4-BE49-F238E27FC236}">
                  <a16:creationId xmlns:a16="http://schemas.microsoft.com/office/drawing/2014/main" id="{945C10BE-3081-1790-A7A6-A35CE9334864}"/>
                </a:ext>
              </a:extLst>
            </p:cNvPr>
            <p:cNvSpPr/>
            <p:nvPr/>
          </p:nvSpPr>
          <p:spPr>
            <a:xfrm>
              <a:off x="1168401" y="2534875"/>
              <a:ext cx="80963" cy="528637"/>
            </a:xfrm>
            <a:custGeom>
              <a:avLst/>
              <a:gdLst/>
              <a:ahLst/>
              <a:cxnLst/>
              <a:rect l="l" t="t" r="r" b="b"/>
              <a:pathLst>
                <a:path w="44" h="289" extrusionOk="0">
                  <a:moveTo>
                    <a:pt x="23" y="0"/>
                  </a:moveTo>
                  <a:cubicBezTo>
                    <a:pt x="0" y="0"/>
                    <a:pt x="0" y="0"/>
                    <a:pt x="0" y="0"/>
                  </a:cubicBezTo>
                  <a:cubicBezTo>
                    <a:pt x="0" y="289"/>
                    <a:pt x="0" y="289"/>
                    <a:pt x="0" y="289"/>
                  </a:cubicBezTo>
                  <a:cubicBezTo>
                    <a:pt x="23" y="289"/>
                    <a:pt x="23" y="289"/>
                    <a:pt x="23" y="289"/>
                  </a:cubicBezTo>
                  <a:cubicBezTo>
                    <a:pt x="34" y="289"/>
                    <a:pt x="44" y="279"/>
                    <a:pt x="44" y="268"/>
                  </a:cubicBezTo>
                  <a:cubicBezTo>
                    <a:pt x="44" y="21"/>
                    <a:pt x="44" y="21"/>
                    <a:pt x="44" y="21"/>
                  </a:cubicBezTo>
                  <a:cubicBezTo>
                    <a:pt x="44" y="9"/>
                    <a:pt x="34" y="0"/>
                    <a:pt x="23" y="0"/>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83" name="Google Shape;2283;p39">
              <a:extLst>
                <a:ext uri="{FF2B5EF4-FFF2-40B4-BE49-F238E27FC236}">
                  <a16:creationId xmlns:a16="http://schemas.microsoft.com/office/drawing/2014/main" id="{E9BF2252-CD53-B1CB-5A07-C4FC26A86AE8}"/>
                </a:ext>
              </a:extLst>
            </p:cNvPr>
            <p:cNvSpPr/>
            <p:nvPr/>
          </p:nvSpPr>
          <p:spPr>
            <a:xfrm>
              <a:off x="1208088" y="2498362"/>
              <a:ext cx="2532063" cy="565150"/>
            </a:xfrm>
            <a:custGeom>
              <a:avLst/>
              <a:gdLst/>
              <a:ahLst/>
              <a:cxnLst/>
              <a:rect l="l" t="t" r="r" b="b"/>
              <a:pathLst>
                <a:path w="1384" h="309" extrusionOk="0">
                  <a:moveTo>
                    <a:pt x="1366" y="0"/>
                  </a:moveTo>
                  <a:cubicBezTo>
                    <a:pt x="17" y="0"/>
                    <a:pt x="17" y="0"/>
                    <a:pt x="17" y="0"/>
                  </a:cubicBezTo>
                  <a:cubicBezTo>
                    <a:pt x="8" y="0"/>
                    <a:pt x="0" y="8"/>
                    <a:pt x="0" y="17"/>
                  </a:cubicBezTo>
                  <a:cubicBezTo>
                    <a:pt x="0" y="291"/>
                    <a:pt x="0" y="291"/>
                    <a:pt x="0" y="291"/>
                  </a:cubicBezTo>
                  <a:cubicBezTo>
                    <a:pt x="0" y="301"/>
                    <a:pt x="8" y="309"/>
                    <a:pt x="17" y="309"/>
                  </a:cubicBezTo>
                  <a:cubicBezTo>
                    <a:pt x="1366" y="309"/>
                    <a:pt x="1366" y="309"/>
                    <a:pt x="1366" y="309"/>
                  </a:cubicBezTo>
                  <a:cubicBezTo>
                    <a:pt x="1376" y="309"/>
                    <a:pt x="1384" y="301"/>
                    <a:pt x="1384" y="291"/>
                  </a:cubicBezTo>
                  <a:cubicBezTo>
                    <a:pt x="1384" y="17"/>
                    <a:pt x="1384" y="17"/>
                    <a:pt x="1384" y="17"/>
                  </a:cubicBezTo>
                  <a:cubicBezTo>
                    <a:pt x="1384" y="8"/>
                    <a:pt x="1376" y="0"/>
                    <a:pt x="1366" y="0"/>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84" name="Google Shape;2284;p39">
              <a:extLst>
                <a:ext uri="{FF2B5EF4-FFF2-40B4-BE49-F238E27FC236}">
                  <a16:creationId xmlns:a16="http://schemas.microsoft.com/office/drawing/2014/main" id="{EDA69429-C3C0-03ED-0FB1-DE50D0ECC998}"/>
                </a:ext>
              </a:extLst>
            </p:cNvPr>
            <p:cNvSpPr/>
            <p:nvPr/>
          </p:nvSpPr>
          <p:spPr>
            <a:xfrm>
              <a:off x="1787526" y="2990487"/>
              <a:ext cx="1371600" cy="73025"/>
            </a:xfrm>
            <a:custGeom>
              <a:avLst/>
              <a:gdLst/>
              <a:ahLst/>
              <a:cxnLst/>
              <a:rect l="l" t="t" r="r" b="b"/>
              <a:pathLst>
                <a:path w="750" h="40" extrusionOk="0">
                  <a:moveTo>
                    <a:pt x="750" y="40"/>
                  </a:moveTo>
                  <a:cubicBezTo>
                    <a:pt x="750" y="20"/>
                    <a:pt x="750" y="20"/>
                    <a:pt x="750" y="20"/>
                  </a:cubicBezTo>
                  <a:cubicBezTo>
                    <a:pt x="750" y="9"/>
                    <a:pt x="740" y="0"/>
                    <a:pt x="729" y="0"/>
                  </a:cubicBezTo>
                  <a:cubicBezTo>
                    <a:pt x="20" y="0"/>
                    <a:pt x="20" y="0"/>
                    <a:pt x="20" y="0"/>
                  </a:cubicBezTo>
                  <a:cubicBezTo>
                    <a:pt x="9" y="0"/>
                    <a:pt x="0" y="9"/>
                    <a:pt x="0" y="20"/>
                  </a:cubicBezTo>
                  <a:cubicBezTo>
                    <a:pt x="0" y="40"/>
                    <a:pt x="0" y="40"/>
                    <a:pt x="0" y="40"/>
                  </a:cubicBezTo>
                  <a:lnTo>
                    <a:pt x="750" y="4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85" name="Google Shape;2285;p39">
              <a:extLst>
                <a:ext uri="{FF2B5EF4-FFF2-40B4-BE49-F238E27FC236}">
                  <a16:creationId xmlns:a16="http://schemas.microsoft.com/office/drawing/2014/main" id="{7B97B428-9FF3-B120-F9A3-72F38D23A3C9}"/>
                </a:ext>
              </a:extLst>
            </p:cNvPr>
            <p:cNvSpPr/>
            <p:nvPr/>
          </p:nvSpPr>
          <p:spPr>
            <a:xfrm>
              <a:off x="1208088" y="2814275"/>
              <a:ext cx="2532063" cy="68262"/>
            </a:xfrm>
            <a:custGeom>
              <a:avLst/>
              <a:gdLst/>
              <a:ahLst/>
              <a:cxnLst/>
              <a:rect l="l" t="t" r="r" b="b"/>
              <a:pathLst>
                <a:path w="1384" h="37" extrusionOk="0">
                  <a:moveTo>
                    <a:pt x="1384" y="37"/>
                  </a:moveTo>
                  <a:cubicBezTo>
                    <a:pt x="1384" y="0"/>
                    <a:pt x="1384" y="0"/>
                    <a:pt x="1384" y="0"/>
                  </a:cubicBezTo>
                  <a:cubicBezTo>
                    <a:pt x="1377" y="0"/>
                    <a:pt x="1370" y="0"/>
                    <a:pt x="1363" y="0"/>
                  </a:cubicBezTo>
                  <a:cubicBezTo>
                    <a:pt x="0" y="0"/>
                    <a:pt x="0" y="0"/>
                    <a:pt x="0" y="0"/>
                  </a:cubicBezTo>
                  <a:cubicBezTo>
                    <a:pt x="0" y="37"/>
                    <a:pt x="0" y="37"/>
                    <a:pt x="0" y="37"/>
                  </a:cubicBezTo>
                  <a:cubicBezTo>
                    <a:pt x="1363" y="37"/>
                    <a:pt x="1363" y="37"/>
                    <a:pt x="1363" y="37"/>
                  </a:cubicBezTo>
                  <a:cubicBezTo>
                    <a:pt x="1370" y="37"/>
                    <a:pt x="1377" y="37"/>
                    <a:pt x="1384" y="37"/>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86" name="Google Shape;2286;p39">
              <a:extLst>
                <a:ext uri="{FF2B5EF4-FFF2-40B4-BE49-F238E27FC236}">
                  <a16:creationId xmlns:a16="http://schemas.microsoft.com/office/drawing/2014/main" id="{A10240C9-01FA-7345-B7E3-1305A797226E}"/>
                </a:ext>
              </a:extLst>
            </p:cNvPr>
            <p:cNvSpPr/>
            <p:nvPr/>
          </p:nvSpPr>
          <p:spPr>
            <a:xfrm>
              <a:off x="1208088" y="2969962"/>
              <a:ext cx="2532000" cy="33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87" name="Google Shape;2287;p39">
              <a:extLst>
                <a:ext uri="{FF2B5EF4-FFF2-40B4-BE49-F238E27FC236}">
                  <a16:creationId xmlns:a16="http://schemas.microsoft.com/office/drawing/2014/main" id="{14C5CA03-E3F9-9E27-D245-C53936CF2601}"/>
                </a:ext>
              </a:extLst>
            </p:cNvPr>
            <p:cNvSpPr/>
            <p:nvPr/>
          </p:nvSpPr>
          <p:spPr>
            <a:xfrm>
              <a:off x="3368676" y="2530112"/>
              <a:ext cx="196850" cy="427037"/>
            </a:xfrm>
            <a:custGeom>
              <a:avLst/>
              <a:gdLst/>
              <a:ahLst/>
              <a:cxnLst/>
              <a:rect l="l" t="t" r="r" b="b"/>
              <a:pathLst>
                <a:path w="108" h="234" extrusionOk="0">
                  <a:moveTo>
                    <a:pt x="108" y="193"/>
                  </a:moveTo>
                  <a:cubicBezTo>
                    <a:pt x="106" y="193"/>
                    <a:pt x="106" y="193"/>
                    <a:pt x="106" y="193"/>
                  </a:cubicBezTo>
                  <a:cubicBezTo>
                    <a:pt x="106" y="221"/>
                    <a:pt x="106" y="221"/>
                    <a:pt x="106" y="221"/>
                  </a:cubicBezTo>
                  <a:cubicBezTo>
                    <a:pt x="106" y="227"/>
                    <a:pt x="101" y="232"/>
                    <a:pt x="95" y="232"/>
                  </a:cubicBezTo>
                  <a:cubicBezTo>
                    <a:pt x="13" y="232"/>
                    <a:pt x="13" y="232"/>
                    <a:pt x="13" y="232"/>
                  </a:cubicBezTo>
                  <a:cubicBezTo>
                    <a:pt x="7" y="232"/>
                    <a:pt x="2" y="227"/>
                    <a:pt x="2" y="221"/>
                  </a:cubicBezTo>
                  <a:cubicBezTo>
                    <a:pt x="2" y="193"/>
                    <a:pt x="2" y="193"/>
                    <a:pt x="2" y="193"/>
                  </a:cubicBezTo>
                  <a:cubicBezTo>
                    <a:pt x="0" y="193"/>
                    <a:pt x="0" y="193"/>
                    <a:pt x="0" y="193"/>
                  </a:cubicBezTo>
                  <a:cubicBezTo>
                    <a:pt x="0" y="221"/>
                    <a:pt x="0" y="221"/>
                    <a:pt x="0" y="221"/>
                  </a:cubicBezTo>
                  <a:cubicBezTo>
                    <a:pt x="0" y="228"/>
                    <a:pt x="6" y="234"/>
                    <a:pt x="13" y="234"/>
                  </a:cubicBezTo>
                  <a:cubicBezTo>
                    <a:pt x="95" y="234"/>
                    <a:pt x="95" y="234"/>
                    <a:pt x="95" y="234"/>
                  </a:cubicBezTo>
                  <a:cubicBezTo>
                    <a:pt x="103" y="234"/>
                    <a:pt x="108" y="228"/>
                    <a:pt x="108" y="221"/>
                  </a:cubicBezTo>
                  <a:cubicBezTo>
                    <a:pt x="108" y="193"/>
                    <a:pt x="108" y="193"/>
                    <a:pt x="108" y="193"/>
                  </a:cubicBezTo>
                  <a:moveTo>
                    <a:pt x="95" y="0"/>
                  </a:moveTo>
                  <a:cubicBezTo>
                    <a:pt x="13" y="0"/>
                    <a:pt x="13" y="0"/>
                    <a:pt x="13" y="0"/>
                  </a:cubicBezTo>
                  <a:cubicBezTo>
                    <a:pt x="6" y="0"/>
                    <a:pt x="0" y="6"/>
                    <a:pt x="0" y="13"/>
                  </a:cubicBezTo>
                  <a:cubicBezTo>
                    <a:pt x="0" y="156"/>
                    <a:pt x="0" y="156"/>
                    <a:pt x="0" y="156"/>
                  </a:cubicBezTo>
                  <a:cubicBezTo>
                    <a:pt x="2" y="156"/>
                    <a:pt x="2" y="156"/>
                    <a:pt x="2" y="156"/>
                  </a:cubicBezTo>
                  <a:cubicBezTo>
                    <a:pt x="2" y="13"/>
                    <a:pt x="2" y="13"/>
                    <a:pt x="2" y="13"/>
                  </a:cubicBezTo>
                  <a:cubicBezTo>
                    <a:pt x="2" y="7"/>
                    <a:pt x="7" y="2"/>
                    <a:pt x="13" y="2"/>
                  </a:cubicBezTo>
                  <a:cubicBezTo>
                    <a:pt x="95" y="2"/>
                    <a:pt x="95" y="2"/>
                    <a:pt x="95" y="2"/>
                  </a:cubicBezTo>
                  <a:cubicBezTo>
                    <a:pt x="101" y="2"/>
                    <a:pt x="106" y="7"/>
                    <a:pt x="106" y="13"/>
                  </a:cubicBezTo>
                  <a:cubicBezTo>
                    <a:pt x="106" y="156"/>
                    <a:pt x="106" y="156"/>
                    <a:pt x="106" y="156"/>
                  </a:cubicBezTo>
                  <a:cubicBezTo>
                    <a:pt x="108" y="156"/>
                    <a:pt x="108" y="156"/>
                    <a:pt x="108" y="156"/>
                  </a:cubicBezTo>
                  <a:cubicBezTo>
                    <a:pt x="108" y="13"/>
                    <a:pt x="108" y="13"/>
                    <a:pt x="108" y="13"/>
                  </a:cubicBezTo>
                  <a:cubicBezTo>
                    <a:pt x="108" y="6"/>
                    <a:pt x="103" y="0"/>
                    <a:pt x="95" y="0"/>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88" name="Google Shape;2288;p39">
              <a:extLst>
                <a:ext uri="{FF2B5EF4-FFF2-40B4-BE49-F238E27FC236}">
                  <a16:creationId xmlns:a16="http://schemas.microsoft.com/office/drawing/2014/main" id="{64B5D710-0585-F24D-6D6D-996163DA7786}"/>
                </a:ext>
              </a:extLst>
            </p:cNvPr>
            <p:cNvSpPr/>
            <p:nvPr/>
          </p:nvSpPr>
          <p:spPr>
            <a:xfrm>
              <a:off x="3368676" y="2814275"/>
              <a:ext cx="196850" cy="68262"/>
            </a:xfrm>
            <a:custGeom>
              <a:avLst/>
              <a:gdLst/>
              <a:ahLst/>
              <a:cxnLst/>
              <a:rect l="l" t="t" r="r" b="b"/>
              <a:pathLst>
                <a:path w="124" h="43" extrusionOk="0">
                  <a:moveTo>
                    <a:pt x="2" y="0"/>
                  </a:moveTo>
                  <a:lnTo>
                    <a:pt x="0" y="0"/>
                  </a:lnTo>
                  <a:lnTo>
                    <a:pt x="0" y="43"/>
                  </a:lnTo>
                  <a:lnTo>
                    <a:pt x="2" y="43"/>
                  </a:lnTo>
                  <a:lnTo>
                    <a:pt x="2" y="0"/>
                  </a:lnTo>
                  <a:close/>
                  <a:moveTo>
                    <a:pt x="124" y="0"/>
                  </a:moveTo>
                  <a:lnTo>
                    <a:pt x="122" y="0"/>
                  </a:lnTo>
                  <a:lnTo>
                    <a:pt x="122" y="43"/>
                  </a:lnTo>
                  <a:lnTo>
                    <a:pt x="124" y="43"/>
                  </a:lnTo>
                  <a:lnTo>
                    <a:pt x="124" y="0"/>
                  </a:lnTo>
                  <a:close/>
                </a:path>
              </a:pathLst>
            </a:custGeom>
            <a:solidFill>
              <a:srgbClr val="BC45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89" name="Google Shape;2289;p39">
              <a:extLst>
                <a:ext uri="{FF2B5EF4-FFF2-40B4-BE49-F238E27FC236}">
                  <a16:creationId xmlns:a16="http://schemas.microsoft.com/office/drawing/2014/main" id="{2F2A443C-C540-362D-E003-0267A1C00F23}"/>
                </a:ext>
              </a:extLst>
            </p:cNvPr>
            <p:cNvSpPr/>
            <p:nvPr/>
          </p:nvSpPr>
          <p:spPr>
            <a:xfrm>
              <a:off x="1379538" y="2530112"/>
              <a:ext cx="196850" cy="427037"/>
            </a:xfrm>
            <a:custGeom>
              <a:avLst/>
              <a:gdLst/>
              <a:ahLst/>
              <a:cxnLst/>
              <a:rect l="l" t="t" r="r" b="b"/>
              <a:pathLst>
                <a:path w="108" h="234" extrusionOk="0">
                  <a:moveTo>
                    <a:pt x="108" y="193"/>
                  </a:moveTo>
                  <a:cubicBezTo>
                    <a:pt x="106" y="193"/>
                    <a:pt x="106" y="193"/>
                    <a:pt x="106" y="193"/>
                  </a:cubicBezTo>
                  <a:cubicBezTo>
                    <a:pt x="106" y="221"/>
                    <a:pt x="106" y="221"/>
                    <a:pt x="106" y="221"/>
                  </a:cubicBezTo>
                  <a:cubicBezTo>
                    <a:pt x="106" y="227"/>
                    <a:pt x="101" y="232"/>
                    <a:pt x="95" y="232"/>
                  </a:cubicBezTo>
                  <a:cubicBezTo>
                    <a:pt x="13" y="232"/>
                    <a:pt x="13" y="232"/>
                    <a:pt x="13" y="232"/>
                  </a:cubicBezTo>
                  <a:cubicBezTo>
                    <a:pt x="7" y="232"/>
                    <a:pt x="2" y="227"/>
                    <a:pt x="2" y="221"/>
                  </a:cubicBezTo>
                  <a:cubicBezTo>
                    <a:pt x="2" y="193"/>
                    <a:pt x="2" y="193"/>
                    <a:pt x="2" y="193"/>
                  </a:cubicBezTo>
                  <a:cubicBezTo>
                    <a:pt x="0" y="193"/>
                    <a:pt x="0" y="193"/>
                    <a:pt x="0" y="193"/>
                  </a:cubicBezTo>
                  <a:cubicBezTo>
                    <a:pt x="0" y="221"/>
                    <a:pt x="0" y="221"/>
                    <a:pt x="0" y="221"/>
                  </a:cubicBezTo>
                  <a:cubicBezTo>
                    <a:pt x="0" y="228"/>
                    <a:pt x="6" y="234"/>
                    <a:pt x="13" y="234"/>
                  </a:cubicBezTo>
                  <a:cubicBezTo>
                    <a:pt x="95" y="234"/>
                    <a:pt x="95" y="234"/>
                    <a:pt x="95" y="234"/>
                  </a:cubicBezTo>
                  <a:cubicBezTo>
                    <a:pt x="103" y="234"/>
                    <a:pt x="108" y="228"/>
                    <a:pt x="108" y="221"/>
                  </a:cubicBezTo>
                  <a:cubicBezTo>
                    <a:pt x="108" y="193"/>
                    <a:pt x="108" y="193"/>
                    <a:pt x="108" y="193"/>
                  </a:cubicBezTo>
                  <a:moveTo>
                    <a:pt x="95" y="0"/>
                  </a:moveTo>
                  <a:cubicBezTo>
                    <a:pt x="13" y="0"/>
                    <a:pt x="13" y="0"/>
                    <a:pt x="13" y="0"/>
                  </a:cubicBezTo>
                  <a:cubicBezTo>
                    <a:pt x="6" y="0"/>
                    <a:pt x="0" y="6"/>
                    <a:pt x="0" y="13"/>
                  </a:cubicBezTo>
                  <a:cubicBezTo>
                    <a:pt x="0" y="156"/>
                    <a:pt x="0" y="156"/>
                    <a:pt x="0" y="156"/>
                  </a:cubicBezTo>
                  <a:cubicBezTo>
                    <a:pt x="2" y="156"/>
                    <a:pt x="2" y="156"/>
                    <a:pt x="2" y="156"/>
                  </a:cubicBezTo>
                  <a:cubicBezTo>
                    <a:pt x="2" y="13"/>
                    <a:pt x="2" y="13"/>
                    <a:pt x="2" y="13"/>
                  </a:cubicBezTo>
                  <a:cubicBezTo>
                    <a:pt x="2" y="7"/>
                    <a:pt x="7" y="2"/>
                    <a:pt x="13" y="2"/>
                  </a:cubicBezTo>
                  <a:cubicBezTo>
                    <a:pt x="95" y="2"/>
                    <a:pt x="95" y="2"/>
                    <a:pt x="95" y="2"/>
                  </a:cubicBezTo>
                  <a:cubicBezTo>
                    <a:pt x="101" y="2"/>
                    <a:pt x="106" y="7"/>
                    <a:pt x="106" y="13"/>
                  </a:cubicBezTo>
                  <a:cubicBezTo>
                    <a:pt x="106" y="156"/>
                    <a:pt x="106" y="156"/>
                    <a:pt x="106" y="156"/>
                  </a:cubicBezTo>
                  <a:cubicBezTo>
                    <a:pt x="108" y="156"/>
                    <a:pt x="108" y="156"/>
                    <a:pt x="108" y="156"/>
                  </a:cubicBezTo>
                  <a:cubicBezTo>
                    <a:pt x="108" y="13"/>
                    <a:pt x="108" y="13"/>
                    <a:pt x="108" y="13"/>
                  </a:cubicBezTo>
                  <a:cubicBezTo>
                    <a:pt x="108" y="6"/>
                    <a:pt x="103" y="0"/>
                    <a:pt x="95" y="0"/>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0" name="Google Shape;2290;p39">
              <a:extLst>
                <a:ext uri="{FF2B5EF4-FFF2-40B4-BE49-F238E27FC236}">
                  <a16:creationId xmlns:a16="http://schemas.microsoft.com/office/drawing/2014/main" id="{7740A07A-2A74-37DC-F61B-6E097C692B00}"/>
                </a:ext>
              </a:extLst>
            </p:cNvPr>
            <p:cNvSpPr/>
            <p:nvPr/>
          </p:nvSpPr>
          <p:spPr>
            <a:xfrm>
              <a:off x="1379538" y="2814275"/>
              <a:ext cx="196850" cy="68262"/>
            </a:xfrm>
            <a:custGeom>
              <a:avLst/>
              <a:gdLst/>
              <a:ahLst/>
              <a:cxnLst/>
              <a:rect l="l" t="t" r="r" b="b"/>
              <a:pathLst>
                <a:path w="124" h="43" extrusionOk="0">
                  <a:moveTo>
                    <a:pt x="2" y="0"/>
                  </a:moveTo>
                  <a:lnTo>
                    <a:pt x="0" y="0"/>
                  </a:lnTo>
                  <a:lnTo>
                    <a:pt x="0" y="43"/>
                  </a:lnTo>
                  <a:lnTo>
                    <a:pt x="2" y="43"/>
                  </a:lnTo>
                  <a:lnTo>
                    <a:pt x="2" y="0"/>
                  </a:lnTo>
                  <a:close/>
                  <a:moveTo>
                    <a:pt x="124" y="0"/>
                  </a:moveTo>
                  <a:lnTo>
                    <a:pt x="122" y="0"/>
                  </a:lnTo>
                  <a:lnTo>
                    <a:pt x="122" y="43"/>
                  </a:lnTo>
                  <a:lnTo>
                    <a:pt x="124" y="43"/>
                  </a:lnTo>
                  <a:lnTo>
                    <a:pt x="124" y="0"/>
                  </a:lnTo>
                  <a:close/>
                </a:path>
              </a:pathLst>
            </a:custGeom>
            <a:solidFill>
              <a:srgbClr val="BC45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1" name="Google Shape;2291;p39">
              <a:extLst>
                <a:ext uri="{FF2B5EF4-FFF2-40B4-BE49-F238E27FC236}">
                  <a16:creationId xmlns:a16="http://schemas.microsoft.com/office/drawing/2014/main" id="{D58D823D-C617-6816-6292-DD8BEE120E5C}"/>
                </a:ext>
              </a:extLst>
            </p:cNvPr>
            <p:cNvSpPr/>
            <p:nvPr/>
          </p:nvSpPr>
          <p:spPr>
            <a:xfrm>
              <a:off x="3416301" y="2606312"/>
              <a:ext cx="101600" cy="177800"/>
            </a:xfrm>
            <a:custGeom>
              <a:avLst/>
              <a:gdLst/>
              <a:ahLst/>
              <a:cxnLst/>
              <a:rect l="l" t="t" r="r" b="b"/>
              <a:pathLst>
                <a:path w="56" h="97" extrusionOk="0">
                  <a:moveTo>
                    <a:pt x="56" y="71"/>
                  </a:moveTo>
                  <a:cubicBezTo>
                    <a:pt x="56" y="86"/>
                    <a:pt x="45" y="97"/>
                    <a:pt x="31" y="97"/>
                  </a:cubicBezTo>
                  <a:cubicBezTo>
                    <a:pt x="26" y="97"/>
                    <a:pt x="26" y="97"/>
                    <a:pt x="26" y="97"/>
                  </a:cubicBezTo>
                  <a:cubicBezTo>
                    <a:pt x="12" y="97"/>
                    <a:pt x="0" y="86"/>
                    <a:pt x="0" y="71"/>
                  </a:cubicBezTo>
                  <a:cubicBezTo>
                    <a:pt x="0" y="25"/>
                    <a:pt x="0" y="25"/>
                    <a:pt x="0" y="25"/>
                  </a:cubicBezTo>
                  <a:cubicBezTo>
                    <a:pt x="0" y="11"/>
                    <a:pt x="12" y="0"/>
                    <a:pt x="26" y="0"/>
                  </a:cubicBezTo>
                  <a:cubicBezTo>
                    <a:pt x="31" y="0"/>
                    <a:pt x="31" y="0"/>
                    <a:pt x="31" y="0"/>
                  </a:cubicBezTo>
                  <a:cubicBezTo>
                    <a:pt x="45" y="0"/>
                    <a:pt x="56" y="11"/>
                    <a:pt x="56" y="25"/>
                  </a:cubicBezTo>
                  <a:lnTo>
                    <a:pt x="56" y="7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2" name="Google Shape;2292;p39">
              <a:extLst>
                <a:ext uri="{FF2B5EF4-FFF2-40B4-BE49-F238E27FC236}">
                  <a16:creationId xmlns:a16="http://schemas.microsoft.com/office/drawing/2014/main" id="{18C4A458-E135-B362-B308-E51E31FFE54B}"/>
                </a:ext>
              </a:extLst>
            </p:cNvPr>
            <p:cNvSpPr/>
            <p:nvPr/>
          </p:nvSpPr>
          <p:spPr>
            <a:xfrm>
              <a:off x="1427163" y="2606312"/>
              <a:ext cx="101600" cy="177800"/>
            </a:xfrm>
            <a:custGeom>
              <a:avLst/>
              <a:gdLst/>
              <a:ahLst/>
              <a:cxnLst/>
              <a:rect l="l" t="t" r="r" b="b"/>
              <a:pathLst>
                <a:path w="56" h="97" extrusionOk="0">
                  <a:moveTo>
                    <a:pt x="56" y="71"/>
                  </a:moveTo>
                  <a:cubicBezTo>
                    <a:pt x="56" y="86"/>
                    <a:pt x="45" y="97"/>
                    <a:pt x="31" y="97"/>
                  </a:cubicBezTo>
                  <a:cubicBezTo>
                    <a:pt x="26" y="97"/>
                    <a:pt x="26" y="97"/>
                    <a:pt x="26" y="97"/>
                  </a:cubicBezTo>
                  <a:cubicBezTo>
                    <a:pt x="12" y="97"/>
                    <a:pt x="0" y="86"/>
                    <a:pt x="0" y="71"/>
                  </a:cubicBezTo>
                  <a:cubicBezTo>
                    <a:pt x="0" y="25"/>
                    <a:pt x="0" y="25"/>
                    <a:pt x="0" y="25"/>
                  </a:cubicBezTo>
                  <a:cubicBezTo>
                    <a:pt x="0" y="11"/>
                    <a:pt x="12" y="0"/>
                    <a:pt x="26" y="0"/>
                  </a:cubicBezTo>
                  <a:cubicBezTo>
                    <a:pt x="31" y="0"/>
                    <a:pt x="31" y="0"/>
                    <a:pt x="31" y="0"/>
                  </a:cubicBezTo>
                  <a:cubicBezTo>
                    <a:pt x="45" y="0"/>
                    <a:pt x="56" y="11"/>
                    <a:pt x="56" y="25"/>
                  </a:cubicBezTo>
                  <a:lnTo>
                    <a:pt x="56" y="7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3" name="Google Shape;2293;p39">
              <a:extLst>
                <a:ext uri="{FF2B5EF4-FFF2-40B4-BE49-F238E27FC236}">
                  <a16:creationId xmlns:a16="http://schemas.microsoft.com/office/drawing/2014/main" id="{10DE75A1-35BB-4087-67CF-832399E026A9}"/>
                </a:ext>
              </a:extLst>
            </p:cNvPr>
            <p:cNvSpPr/>
            <p:nvPr/>
          </p:nvSpPr>
          <p:spPr>
            <a:xfrm>
              <a:off x="1241426" y="2652350"/>
              <a:ext cx="111125" cy="6350"/>
            </a:xfrm>
            <a:custGeom>
              <a:avLst/>
              <a:gdLst/>
              <a:ahLst/>
              <a:cxnLst/>
              <a:rect l="l" t="t" r="r" b="b"/>
              <a:pathLst>
                <a:path w="60" h="4" extrusionOk="0">
                  <a:moveTo>
                    <a:pt x="60" y="2"/>
                  </a:moveTo>
                  <a:cubicBezTo>
                    <a:pt x="60" y="3"/>
                    <a:pt x="60" y="4"/>
                    <a:pt x="59" y="4"/>
                  </a:cubicBezTo>
                  <a:cubicBezTo>
                    <a:pt x="2" y="4"/>
                    <a:pt x="2" y="4"/>
                    <a:pt x="2" y="4"/>
                  </a:cubicBezTo>
                  <a:cubicBezTo>
                    <a:pt x="1" y="4"/>
                    <a:pt x="0" y="3"/>
                    <a:pt x="0" y="2"/>
                  </a:cubicBezTo>
                  <a:cubicBezTo>
                    <a:pt x="0" y="1"/>
                    <a:pt x="1" y="0"/>
                    <a:pt x="2" y="0"/>
                  </a:cubicBezTo>
                  <a:cubicBezTo>
                    <a:pt x="59" y="0"/>
                    <a:pt x="59" y="0"/>
                    <a:pt x="59" y="0"/>
                  </a:cubicBezTo>
                  <a:cubicBezTo>
                    <a:pt x="60" y="0"/>
                    <a:pt x="60" y="1"/>
                    <a:pt x="60"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4" name="Google Shape;2294;p39">
              <a:extLst>
                <a:ext uri="{FF2B5EF4-FFF2-40B4-BE49-F238E27FC236}">
                  <a16:creationId xmlns:a16="http://schemas.microsoft.com/office/drawing/2014/main" id="{B80E8CA3-3268-D353-7A15-C16DE83170CD}"/>
                </a:ext>
              </a:extLst>
            </p:cNvPr>
            <p:cNvSpPr/>
            <p:nvPr/>
          </p:nvSpPr>
          <p:spPr>
            <a:xfrm>
              <a:off x="1241426" y="2677750"/>
              <a:ext cx="111125" cy="7937"/>
            </a:xfrm>
            <a:custGeom>
              <a:avLst/>
              <a:gdLst/>
              <a:ahLst/>
              <a:cxnLst/>
              <a:rect l="l" t="t" r="r" b="b"/>
              <a:pathLst>
                <a:path w="60" h="4" extrusionOk="0">
                  <a:moveTo>
                    <a:pt x="60" y="2"/>
                  </a:moveTo>
                  <a:cubicBezTo>
                    <a:pt x="60" y="3"/>
                    <a:pt x="60" y="4"/>
                    <a:pt x="59" y="4"/>
                  </a:cubicBezTo>
                  <a:cubicBezTo>
                    <a:pt x="2" y="4"/>
                    <a:pt x="2" y="4"/>
                    <a:pt x="2" y="4"/>
                  </a:cubicBezTo>
                  <a:cubicBezTo>
                    <a:pt x="1" y="4"/>
                    <a:pt x="0" y="3"/>
                    <a:pt x="0" y="2"/>
                  </a:cubicBezTo>
                  <a:cubicBezTo>
                    <a:pt x="0" y="1"/>
                    <a:pt x="1" y="0"/>
                    <a:pt x="2" y="0"/>
                  </a:cubicBezTo>
                  <a:cubicBezTo>
                    <a:pt x="59" y="0"/>
                    <a:pt x="59" y="0"/>
                    <a:pt x="59" y="0"/>
                  </a:cubicBezTo>
                  <a:cubicBezTo>
                    <a:pt x="60" y="0"/>
                    <a:pt x="60" y="1"/>
                    <a:pt x="60"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5" name="Google Shape;2295;p39">
              <a:extLst>
                <a:ext uri="{FF2B5EF4-FFF2-40B4-BE49-F238E27FC236}">
                  <a16:creationId xmlns:a16="http://schemas.microsoft.com/office/drawing/2014/main" id="{24470D8B-883E-4F1B-1721-75729F5A593E}"/>
                </a:ext>
              </a:extLst>
            </p:cNvPr>
            <p:cNvSpPr/>
            <p:nvPr/>
          </p:nvSpPr>
          <p:spPr>
            <a:xfrm>
              <a:off x="1241426" y="2704737"/>
              <a:ext cx="111125" cy="6350"/>
            </a:xfrm>
            <a:custGeom>
              <a:avLst/>
              <a:gdLst/>
              <a:ahLst/>
              <a:cxnLst/>
              <a:rect l="l" t="t" r="r" b="b"/>
              <a:pathLst>
                <a:path w="60" h="3" extrusionOk="0">
                  <a:moveTo>
                    <a:pt x="60" y="1"/>
                  </a:moveTo>
                  <a:cubicBezTo>
                    <a:pt x="60" y="2"/>
                    <a:pt x="60" y="3"/>
                    <a:pt x="59" y="3"/>
                  </a:cubicBezTo>
                  <a:cubicBezTo>
                    <a:pt x="2" y="3"/>
                    <a:pt x="2" y="3"/>
                    <a:pt x="2" y="3"/>
                  </a:cubicBezTo>
                  <a:cubicBezTo>
                    <a:pt x="1" y="3"/>
                    <a:pt x="0" y="2"/>
                    <a:pt x="0" y="1"/>
                  </a:cubicBezTo>
                  <a:cubicBezTo>
                    <a:pt x="0" y="0"/>
                    <a:pt x="1" y="0"/>
                    <a:pt x="2" y="0"/>
                  </a:cubicBezTo>
                  <a:cubicBezTo>
                    <a:pt x="59" y="0"/>
                    <a:pt x="59" y="0"/>
                    <a:pt x="59" y="0"/>
                  </a:cubicBezTo>
                  <a:cubicBezTo>
                    <a:pt x="60" y="0"/>
                    <a:pt x="60" y="0"/>
                    <a:pt x="60" y="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6" name="Google Shape;2296;p39">
              <a:extLst>
                <a:ext uri="{FF2B5EF4-FFF2-40B4-BE49-F238E27FC236}">
                  <a16:creationId xmlns:a16="http://schemas.microsoft.com/office/drawing/2014/main" id="{91FF5DFC-29C6-C3E9-634E-E0EEC19C6A89}"/>
                </a:ext>
              </a:extLst>
            </p:cNvPr>
            <p:cNvSpPr/>
            <p:nvPr/>
          </p:nvSpPr>
          <p:spPr>
            <a:xfrm>
              <a:off x="1241426" y="2730137"/>
              <a:ext cx="111125" cy="6350"/>
            </a:xfrm>
            <a:custGeom>
              <a:avLst/>
              <a:gdLst/>
              <a:ahLst/>
              <a:cxnLst/>
              <a:rect l="l" t="t" r="r" b="b"/>
              <a:pathLst>
                <a:path w="60" h="3" extrusionOk="0">
                  <a:moveTo>
                    <a:pt x="60" y="2"/>
                  </a:moveTo>
                  <a:cubicBezTo>
                    <a:pt x="60" y="2"/>
                    <a:pt x="60" y="3"/>
                    <a:pt x="59" y="3"/>
                  </a:cubicBezTo>
                  <a:cubicBezTo>
                    <a:pt x="2" y="3"/>
                    <a:pt x="2" y="3"/>
                    <a:pt x="2" y="3"/>
                  </a:cubicBezTo>
                  <a:cubicBezTo>
                    <a:pt x="1" y="3"/>
                    <a:pt x="0" y="2"/>
                    <a:pt x="0" y="2"/>
                  </a:cubicBezTo>
                  <a:cubicBezTo>
                    <a:pt x="0" y="1"/>
                    <a:pt x="1" y="0"/>
                    <a:pt x="2" y="0"/>
                  </a:cubicBezTo>
                  <a:cubicBezTo>
                    <a:pt x="59" y="0"/>
                    <a:pt x="59" y="0"/>
                    <a:pt x="59" y="0"/>
                  </a:cubicBezTo>
                  <a:cubicBezTo>
                    <a:pt x="60" y="0"/>
                    <a:pt x="60" y="1"/>
                    <a:pt x="60"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7" name="Google Shape;2297;p39">
              <a:extLst>
                <a:ext uri="{FF2B5EF4-FFF2-40B4-BE49-F238E27FC236}">
                  <a16:creationId xmlns:a16="http://schemas.microsoft.com/office/drawing/2014/main" id="{05197456-8EDC-C35C-3D5C-7A067E43210E}"/>
                </a:ext>
              </a:extLst>
            </p:cNvPr>
            <p:cNvSpPr/>
            <p:nvPr/>
          </p:nvSpPr>
          <p:spPr>
            <a:xfrm>
              <a:off x="1671638" y="2622187"/>
              <a:ext cx="1601788" cy="161925"/>
            </a:xfrm>
            <a:custGeom>
              <a:avLst/>
              <a:gdLst/>
              <a:ahLst/>
              <a:cxnLst/>
              <a:rect l="l" t="t" r="r" b="b"/>
              <a:pathLst>
                <a:path w="875" h="88" extrusionOk="0">
                  <a:moveTo>
                    <a:pt x="0" y="76"/>
                  </a:moveTo>
                  <a:cubicBezTo>
                    <a:pt x="0" y="83"/>
                    <a:pt x="6" y="88"/>
                    <a:pt x="12" y="88"/>
                  </a:cubicBezTo>
                  <a:cubicBezTo>
                    <a:pt x="863" y="88"/>
                    <a:pt x="863" y="88"/>
                    <a:pt x="863" y="88"/>
                  </a:cubicBezTo>
                  <a:cubicBezTo>
                    <a:pt x="870" y="88"/>
                    <a:pt x="875" y="83"/>
                    <a:pt x="875" y="76"/>
                  </a:cubicBezTo>
                  <a:cubicBezTo>
                    <a:pt x="875" y="12"/>
                    <a:pt x="875" y="12"/>
                    <a:pt x="875" y="12"/>
                  </a:cubicBezTo>
                  <a:cubicBezTo>
                    <a:pt x="875" y="5"/>
                    <a:pt x="870" y="0"/>
                    <a:pt x="863" y="0"/>
                  </a:cubicBezTo>
                  <a:cubicBezTo>
                    <a:pt x="12" y="0"/>
                    <a:pt x="12" y="0"/>
                    <a:pt x="12" y="0"/>
                  </a:cubicBezTo>
                  <a:cubicBezTo>
                    <a:pt x="6" y="0"/>
                    <a:pt x="0" y="5"/>
                    <a:pt x="0" y="12"/>
                  </a:cubicBezTo>
                  <a:cubicBezTo>
                    <a:pt x="0" y="76"/>
                    <a:pt x="0" y="76"/>
                    <a:pt x="0" y="76"/>
                  </a:cubicBezTo>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8" name="Google Shape;2298;p39">
              <a:extLst>
                <a:ext uri="{FF2B5EF4-FFF2-40B4-BE49-F238E27FC236}">
                  <a16:creationId xmlns:a16="http://schemas.microsoft.com/office/drawing/2014/main" id="{EDD73952-5346-0B6F-AC07-6A7750204D7B}"/>
                </a:ext>
              </a:extLst>
            </p:cNvPr>
            <p:cNvSpPr/>
            <p:nvPr/>
          </p:nvSpPr>
          <p:spPr>
            <a:xfrm>
              <a:off x="1892300" y="2622288"/>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9" name="Google Shape;2299;p39">
              <a:extLst>
                <a:ext uri="{FF2B5EF4-FFF2-40B4-BE49-F238E27FC236}">
                  <a16:creationId xmlns:a16="http://schemas.microsoft.com/office/drawing/2014/main" id="{E98D1302-0115-2BAD-255C-AC53A8BC816F}"/>
                </a:ext>
              </a:extLst>
            </p:cNvPr>
            <p:cNvSpPr/>
            <p:nvPr/>
          </p:nvSpPr>
          <p:spPr>
            <a:xfrm>
              <a:off x="1892300" y="2622288"/>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0" name="Google Shape;2300;p39">
              <a:extLst>
                <a:ext uri="{FF2B5EF4-FFF2-40B4-BE49-F238E27FC236}">
                  <a16:creationId xmlns:a16="http://schemas.microsoft.com/office/drawing/2014/main" id="{9045FECE-B30B-C98F-22B6-3F6BD902525E}"/>
                </a:ext>
              </a:extLst>
            </p:cNvPr>
            <p:cNvSpPr/>
            <p:nvPr/>
          </p:nvSpPr>
          <p:spPr>
            <a:xfrm>
              <a:off x="2122490" y="2622288"/>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1" name="Google Shape;2301;p39">
              <a:extLst>
                <a:ext uri="{FF2B5EF4-FFF2-40B4-BE49-F238E27FC236}">
                  <a16:creationId xmlns:a16="http://schemas.microsoft.com/office/drawing/2014/main" id="{5C333026-22FE-9BBF-6D82-130831F322B5}"/>
                </a:ext>
              </a:extLst>
            </p:cNvPr>
            <p:cNvSpPr/>
            <p:nvPr/>
          </p:nvSpPr>
          <p:spPr>
            <a:xfrm>
              <a:off x="2122490" y="2622288"/>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2" name="Google Shape;2302;p39">
              <a:extLst>
                <a:ext uri="{FF2B5EF4-FFF2-40B4-BE49-F238E27FC236}">
                  <a16:creationId xmlns:a16="http://schemas.microsoft.com/office/drawing/2014/main" id="{64F52F82-28A5-B770-7146-6D420D08C6B9}"/>
                </a:ext>
              </a:extLst>
            </p:cNvPr>
            <p:cNvSpPr/>
            <p:nvPr/>
          </p:nvSpPr>
          <p:spPr>
            <a:xfrm>
              <a:off x="2351092" y="2622288"/>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3" name="Google Shape;2303;p39">
              <a:extLst>
                <a:ext uri="{FF2B5EF4-FFF2-40B4-BE49-F238E27FC236}">
                  <a16:creationId xmlns:a16="http://schemas.microsoft.com/office/drawing/2014/main" id="{E05BD7C4-6896-5125-5984-00ADC2ADB5F5}"/>
                </a:ext>
              </a:extLst>
            </p:cNvPr>
            <p:cNvSpPr/>
            <p:nvPr/>
          </p:nvSpPr>
          <p:spPr>
            <a:xfrm>
              <a:off x="2351092" y="2622288"/>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4" name="Google Shape;2304;p39">
              <a:extLst>
                <a:ext uri="{FF2B5EF4-FFF2-40B4-BE49-F238E27FC236}">
                  <a16:creationId xmlns:a16="http://schemas.microsoft.com/office/drawing/2014/main" id="{E4B57490-7FAF-8841-A16D-94226FD844E4}"/>
                </a:ext>
              </a:extLst>
            </p:cNvPr>
            <p:cNvSpPr/>
            <p:nvPr/>
          </p:nvSpPr>
          <p:spPr>
            <a:xfrm>
              <a:off x="2581283" y="2622288"/>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5" name="Google Shape;2305;p39">
              <a:extLst>
                <a:ext uri="{FF2B5EF4-FFF2-40B4-BE49-F238E27FC236}">
                  <a16:creationId xmlns:a16="http://schemas.microsoft.com/office/drawing/2014/main" id="{9B1D6931-491A-A2C8-15B7-82CB7BF715F7}"/>
                </a:ext>
              </a:extLst>
            </p:cNvPr>
            <p:cNvSpPr/>
            <p:nvPr/>
          </p:nvSpPr>
          <p:spPr>
            <a:xfrm>
              <a:off x="2581283" y="2622288"/>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6" name="Google Shape;2306;p39">
              <a:extLst>
                <a:ext uri="{FF2B5EF4-FFF2-40B4-BE49-F238E27FC236}">
                  <a16:creationId xmlns:a16="http://schemas.microsoft.com/office/drawing/2014/main" id="{3B917732-1BB9-BB8A-1EB8-CDA99F26D71D}"/>
                </a:ext>
              </a:extLst>
            </p:cNvPr>
            <p:cNvSpPr/>
            <p:nvPr/>
          </p:nvSpPr>
          <p:spPr>
            <a:xfrm>
              <a:off x="2811472" y="2622288"/>
              <a:ext cx="144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7" name="Google Shape;2307;p39">
              <a:extLst>
                <a:ext uri="{FF2B5EF4-FFF2-40B4-BE49-F238E27FC236}">
                  <a16:creationId xmlns:a16="http://schemas.microsoft.com/office/drawing/2014/main" id="{F880815B-635C-3087-EF1D-5F75176C731A}"/>
                </a:ext>
              </a:extLst>
            </p:cNvPr>
            <p:cNvSpPr/>
            <p:nvPr/>
          </p:nvSpPr>
          <p:spPr>
            <a:xfrm>
              <a:off x="2811472" y="2622288"/>
              <a:ext cx="144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8" name="Google Shape;2308;p39">
              <a:extLst>
                <a:ext uri="{FF2B5EF4-FFF2-40B4-BE49-F238E27FC236}">
                  <a16:creationId xmlns:a16="http://schemas.microsoft.com/office/drawing/2014/main" id="{E1D37461-6B10-C869-3C9E-BA487554FD0D}"/>
                </a:ext>
              </a:extLst>
            </p:cNvPr>
            <p:cNvSpPr/>
            <p:nvPr/>
          </p:nvSpPr>
          <p:spPr>
            <a:xfrm>
              <a:off x="3043250" y="2622288"/>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9" name="Google Shape;2309;p39">
              <a:extLst>
                <a:ext uri="{FF2B5EF4-FFF2-40B4-BE49-F238E27FC236}">
                  <a16:creationId xmlns:a16="http://schemas.microsoft.com/office/drawing/2014/main" id="{2681C099-F69D-48AE-CFC0-8269850181DC}"/>
                </a:ext>
              </a:extLst>
            </p:cNvPr>
            <p:cNvSpPr/>
            <p:nvPr/>
          </p:nvSpPr>
          <p:spPr>
            <a:xfrm>
              <a:off x="3043250" y="2622288"/>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0" name="Google Shape;2310;p39">
              <a:extLst>
                <a:ext uri="{FF2B5EF4-FFF2-40B4-BE49-F238E27FC236}">
                  <a16:creationId xmlns:a16="http://schemas.microsoft.com/office/drawing/2014/main" id="{B9438E30-F4F3-60A0-6CD4-190D1DEC1A15}"/>
                </a:ext>
              </a:extLst>
            </p:cNvPr>
            <p:cNvSpPr/>
            <p:nvPr/>
          </p:nvSpPr>
          <p:spPr>
            <a:xfrm>
              <a:off x="3587751" y="2630125"/>
              <a:ext cx="57300" cy="840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1" name="Google Shape;2311;p39">
              <a:extLst>
                <a:ext uri="{FF2B5EF4-FFF2-40B4-BE49-F238E27FC236}">
                  <a16:creationId xmlns:a16="http://schemas.microsoft.com/office/drawing/2014/main" id="{289B4BE8-9C8C-C263-0C13-9C94111E7BA1}"/>
                </a:ext>
              </a:extLst>
            </p:cNvPr>
            <p:cNvSpPr/>
            <p:nvPr/>
          </p:nvSpPr>
          <p:spPr>
            <a:xfrm>
              <a:off x="3789363" y="2498362"/>
              <a:ext cx="3582988" cy="565150"/>
            </a:xfrm>
            <a:custGeom>
              <a:avLst/>
              <a:gdLst/>
              <a:ahLst/>
              <a:cxnLst/>
              <a:rect l="l" t="t" r="r" b="b"/>
              <a:pathLst>
                <a:path w="1958" h="309" extrusionOk="0">
                  <a:moveTo>
                    <a:pt x="1801" y="309"/>
                  </a:moveTo>
                  <a:cubicBezTo>
                    <a:pt x="18" y="309"/>
                    <a:pt x="18" y="309"/>
                    <a:pt x="18" y="309"/>
                  </a:cubicBezTo>
                  <a:cubicBezTo>
                    <a:pt x="8" y="309"/>
                    <a:pt x="0" y="301"/>
                    <a:pt x="0" y="291"/>
                  </a:cubicBezTo>
                  <a:cubicBezTo>
                    <a:pt x="0" y="17"/>
                    <a:pt x="0" y="17"/>
                    <a:pt x="0" y="17"/>
                  </a:cubicBezTo>
                  <a:cubicBezTo>
                    <a:pt x="0" y="8"/>
                    <a:pt x="8" y="0"/>
                    <a:pt x="18" y="0"/>
                  </a:cubicBezTo>
                  <a:cubicBezTo>
                    <a:pt x="1376" y="0"/>
                    <a:pt x="1376" y="0"/>
                    <a:pt x="1376" y="0"/>
                  </a:cubicBezTo>
                  <a:cubicBezTo>
                    <a:pt x="1528" y="0"/>
                    <a:pt x="1706" y="45"/>
                    <a:pt x="1811" y="115"/>
                  </a:cubicBezTo>
                  <a:cubicBezTo>
                    <a:pt x="1916" y="184"/>
                    <a:pt x="1955" y="230"/>
                    <a:pt x="1955" y="240"/>
                  </a:cubicBezTo>
                  <a:cubicBezTo>
                    <a:pt x="1955" y="249"/>
                    <a:pt x="1958" y="264"/>
                    <a:pt x="1930" y="276"/>
                  </a:cubicBezTo>
                  <a:cubicBezTo>
                    <a:pt x="1903" y="288"/>
                    <a:pt x="1885" y="290"/>
                    <a:pt x="1885" y="290"/>
                  </a:cubicBezTo>
                  <a:cubicBezTo>
                    <a:pt x="1885" y="309"/>
                    <a:pt x="1885" y="309"/>
                    <a:pt x="1885" y="309"/>
                  </a:cubicBezTo>
                  <a:cubicBezTo>
                    <a:pt x="1801" y="309"/>
                    <a:pt x="1801" y="309"/>
                    <a:pt x="1801" y="309"/>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2" name="Google Shape;2312;p39">
              <a:extLst>
                <a:ext uri="{FF2B5EF4-FFF2-40B4-BE49-F238E27FC236}">
                  <a16:creationId xmlns:a16="http://schemas.microsoft.com/office/drawing/2014/main" id="{C5173C3E-4999-0EBB-F10F-960A089CD28F}"/>
                </a:ext>
              </a:extLst>
            </p:cNvPr>
            <p:cNvSpPr/>
            <p:nvPr/>
          </p:nvSpPr>
          <p:spPr>
            <a:xfrm>
              <a:off x="4368801" y="2990487"/>
              <a:ext cx="1373188" cy="73025"/>
            </a:xfrm>
            <a:custGeom>
              <a:avLst/>
              <a:gdLst/>
              <a:ahLst/>
              <a:cxnLst/>
              <a:rect l="l" t="t" r="r" b="b"/>
              <a:pathLst>
                <a:path w="750" h="40" extrusionOk="0">
                  <a:moveTo>
                    <a:pt x="750" y="40"/>
                  </a:moveTo>
                  <a:cubicBezTo>
                    <a:pt x="750" y="20"/>
                    <a:pt x="750" y="20"/>
                    <a:pt x="750" y="20"/>
                  </a:cubicBezTo>
                  <a:cubicBezTo>
                    <a:pt x="750" y="9"/>
                    <a:pt x="741" y="0"/>
                    <a:pt x="730" y="0"/>
                  </a:cubicBezTo>
                  <a:cubicBezTo>
                    <a:pt x="21" y="0"/>
                    <a:pt x="21" y="0"/>
                    <a:pt x="21" y="0"/>
                  </a:cubicBezTo>
                  <a:cubicBezTo>
                    <a:pt x="10" y="0"/>
                    <a:pt x="0" y="9"/>
                    <a:pt x="0" y="20"/>
                  </a:cubicBezTo>
                  <a:cubicBezTo>
                    <a:pt x="0" y="40"/>
                    <a:pt x="0" y="40"/>
                    <a:pt x="0" y="40"/>
                  </a:cubicBezTo>
                  <a:lnTo>
                    <a:pt x="750" y="4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3" name="Google Shape;2313;p39">
              <a:extLst>
                <a:ext uri="{FF2B5EF4-FFF2-40B4-BE49-F238E27FC236}">
                  <a16:creationId xmlns:a16="http://schemas.microsoft.com/office/drawing/2014/main" id="{55E72C21-EE0B-08F3-FDE5-8C46F770B54A}"/>
                </a:ext>
              </a:extLst>
            </p:cNvPr>
            <p:cNvSpPr/>
            <p:nvPr/>
          </p:nvSpPr>
          <p:spPr>
            <a:xfrm>
              <a:off x="3789363" y="2814275"/>
              <a:ext cx="3581398" cy="176212"/>
            </a:xfrm>
            <a:custGeom>
              <a:avLst/>
              <a:gdLst/>
              <a:ahLst/>
              <a:cxnLst/>
              <a:rect l="l" t="t" r="r" b="b"/>
              <a:pathLst>
                <a:path w="1957" h="96" extrusionOk="0">
                  <a:moveTo>
                    <a:pt x="0" y="0"/>
                  </a:moveTo>
                  <a:cubicBezTo>
                    <a:pt x="0" y="37"/>
                    <a:pt x="0" y="37"/>
                    <a:pt x="0" y="37"/>
                  </a:cubicBezTo>
                  <a:cubicBezTo>
                    <a:pt x="1363" y="37"/>
                    <a:pt x="1363" y="37"/>
                    <a:pt x="1363" y="37"/>
                  </a:cubicBezTo>
                  <a:cubicBezTo>
                    <a:pt x="1536" y="37"/>
                    <a:pt x="1714" y="37"/>
                    <a:pt x="1943" y="96"/>
                  </a:cubicBezTo>
                  <a:cubicBezTo>
                    <a:pt x="1957" y="86"/>
                    <a:pt x="1955" y="74"/>
                    <a:pt x="1955" y="67"/>
                  </a:cubicBezTo>
                  <a:cubicBezTo>
                    <a:pt x="1955" y="66"/>
                    <a:pt x="1955" y="64"/>
                    <a:pt x="1953" y="61"/>
                  </a:cubicBezTo>
                  <a:cubicBezTo>
                    <a:pt x="1719" y="0"/>
                    <a:pt x="1538" y="0"/>
                    <a:pt x="1363" y="0"/>
                  </a:cubicBezTo>
                  <a:cubicBezTo>
                    <a:pt x="0" y="0"/>
                    <a:pt x="0" y="0"/>
                    <a:pt x="0" y="0"/>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4" name="Google Shape;2314;p39">
              <a:extLst>
                <a:ext uri="{FF2B5EF4-FFF2-40B4-BE49-F238E27FC236}">
                  <a16:creationId xmlns:a16="http://schemas.microsoft.com/office/drawing/2014/main" id="{C050C028-2373-EFA7-166C-3DCD243F5060}"/>
                </a:ext>
              </a:extLst>
            </p:cNvPr>
            <p:cNvSpPr/>
            <p:nvPr/>
          </p:nvSpPr>
          <p:spPr>
            <a:xfrm>
              <a:off x="6218238" y="2626950"/>
              <a:ext cx="869950" cy="193675"/>
            </a:xfrm>
            <a:custGeom>
              <a:avLst/>
              <a:gdLst/>
              <a:ahLst/>
              <a:cxnLst/>
              <a:rect l="l" t="t" r="r" b="b"/>
              <a:pathLst>
                <a:path w="476" h="106" extrusionOk="0">
                  <a:moveTo>
                    <a:pt x="0" y="6"/>
                  </a:moveTo>
                  <a:cubicBezTo>
                    <a:pt x="0" y="79"/>
                    <a:pt x="0" y="79"/>
                    <a:pt x="0" y="79"/>
                  </a:cubicBezTo>
                  <a:cubicBezTo>
                    <a:pt x="0" y="79"/>
                    <a:pt x="194" y="79"/>
                    <a:pt x="260" y="79"/>
                  </a:cubicBezTo>
                  <a:cubicBezTo>
                    <a:pt x="326" y="79"/>
                    <a:pt x="476" y="106"/>
                    <a:pt x="476" y="101"/>
                  </a:cubicBezTo>
                  <a:cubicBezTo>
                    <a:pt x="475" y="97"/>
                    <a:pt x="362" y="36"/>
                    <a:pt x="265" y="16"/>
                  </a:cubicBezTo>
                  <a:cubicBezTo>
                    <a:pt x="189" y="0"/>
                    <a:pt x="42" y="6"/>
                    <a:pt x="0"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5" name="Google Shape;2315;p39">
              <a:extLst>
                <a:ext uri="{FF2B5EF4-FFF2-40B4-BE49-F238E27FC236}">
                  <a16:creationId xmlns:a16="http://schemas.microsoft.com/office/drawing/2014/main" id="{98805E89-013C-A140-191A-644892E013EE}"/>
                </a:ext>
              </a:extLst>
            </p:cNvPr>
            <p:cNvSpPr/>
            <p:nvPr/>
          </p:nvSpPr>
          <p:spPr>
            <a:xfrm>
              <a:off x="6799263" y="2572975"/>
              <a:ext cx="382588" cy="193675"/>
            </a:xfrm>
            <a:custGeom>
              <a:avLst/>
              <a:gdLst/>
              <a:ahLst/>
              <a:cxnLst/>
              <a:rect l="l" t="t" r="r" b="b"/>
              <a:pathLst>
                <a:path w="209" h="106" extrusionOk="0">
                  <a:moveTo>
                    <a:pt x="166" y="74"/>
                  </a:moveTo>
                  <a:cubicBezTo>
                    <a:pt x="121" y="44"/>
                    <a:pt x="63" y="19"/>
                    <a:pt x="0" y="0"/>
                  </a:cubicBezTo>
                  <a:cubicBezTo>
                    <a:pt x="7" y="13"/>
                    <a:pt x="23" y="36"/>
                    <a:pt x="52" y="51"/>
                  </a:cubicBezTo>
                  <a:cubicBezTo>
                    <a:pt x="93" y="71"/>
                    <a:pt x="145" y="97"/>
                    <a:pt x="159" y="102"/>
                  </a:cubicBezTo>
                  <a:cubicBezTo>
                    <a:pt x="168" y="106"/>
                    <a:pt x="193" y="105"/>
                    <a:pt x="209" y="104"/>
                  </a:cubicBezTo>
                  <a:cubicBezTo>
                    <a:pt x="196" y="94"/>
                    <a:pt x="182" y="84"/>
                    <a:pt x="166" y="74"/>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6" name="Google Shape;2316;p39">
              <a:extLst>
                <a:ext uri="{FF2B5EF4-FFF2-40B4-BE49-F238E27FC236}">
                  <a16:creationId xmlns:a16="http://schemas.microsoft.com/office/drawing/2014/main" id="{08E0D930-E20D-715A-3993-F338B02CBD92}"/>
                </a:ext>
              </a:extLst>
            </p:cNvPr>
            <p:cNvSpPr/>
            <p:nvPr/>
          </p:nvSpPr>
          <p:spPr>
            <a:xfrm>
              <a:off x="7240588" y="3028587"/>
              <a:ext cx="1588" cy="0"/>
            </a:xfrm>
            <a:custGeom>
              <a:avLst/>
              <a:gdLst/>
              <a:ahLst/>
              <a:cxnLst/>
              <a:rect l="l" t="t" r="r" b="b"/>
              <a:pathLst>
                <a:path w="1" h="120000" extrusionOk="0">
                  <a:moveTo>
                    <a:pt x="1" y="0"/>
                  </a:moveTo>
                  <a:cubicBezTo>
                    <a:pt x="1" y="0"/>
                    <a:pt x="1" y="0"/>
                    <a:pt x="0" y="0"/>
                  </a:cubicBezTo>
                  <a:cubicBezTo>
                    <a:pt x="1" y="0"/>
                    <a:pt x="1" y="0"/>
                    <a:pt x="1" y="0"/>
                  </a:cubicBezTo>
                  <a:cubicBezTo>
                    <a:pt x="1" y="0"/>
                    <a:pt x="1" y="0"/>
                    <a:pt x="1" y="0"/>
                  </a:cubicBezTo>
                </a:path>
              </a:pathLst>
            </a:custGeom>
            <a:solidFill>
              <a:srgbClr val="8C929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7" name="Google Shape;2317;p39">
              <a:extLst>
                <a:ext uri="{FF2B5EF4-FFF2-40B4-BE49-F238E27FC236}">
                  <a16:creationId xmlns:a16="http://schemas.microsoft.com/office/drawing/2014/main" id="{AD4EA39B-1AEB-CBEB-70F3-8F55FD1F33F6}"/>
                </a:ext>
              </a:extLst>
            </p:cNvPr>
            <p:cNvSpPr/>
            <p:nvPr/>
          </p:nvSpPr>
          <p:spPr>
            <a:xfrm>
              <a:off x="3789363" y="2969962"/>
              <a:ext cx="3452814" cy="71437"/>
            </a:xfrm>
            <a:custGeom>
              <a:avLst/>
              <a:gdLst/>
              <a:ahLst/>
              <a:cxnLst/>
              <a:rect l="l" t="t" r="r" b="b"/>
              <a:pathLst>
                <a:path w="1887" h="39" extrusionOk="0">
                  <a:moveTo>
                    <a:pt x="1815" y="0"/>
                  </a:moveTo>
                  <a:cubicBezTo>
                    <a:pt x="0" y="0"/>
                    <a:pt x="0" y="0"/>
                    <a:pt x="0" y="0"/>
                  </a:cubicBezTo>
                  <a:cubicBezTo>
                    <a:pt x="0" y="2"/>
                    <a:pt x="0" y="2"/>
                    <a:pt x="0" y="2"/>
                  </a:cubicBezTo>
                  <a:cubicBezTo>
                    <a:pt x="1815" y="2"/>
                    <a:pt x="1815" y="2"/>
                    <a:pt x="1815" y="2"/>
                  </a:cubicBezTo>
                  <a:cubicBezTo>
                    <a:pt x="1885" y="38"/>
                    <a:pt x="1885" y="38"/>
                    <a:pt x="1885" y="38"/>
                  </a:cubicBezTo>
                  <a:cubicBezTo>
                    <a:pt x="1885" y="39"/>
                    <a:pt x="1885" y="39"/>
                    <a:pt x="1885" y="39"/>
                  </a:cubicBezTo>
                  <a:cubicBezTo>
                    <a:pt x="1885" y="37"/>
                    <a:pt x="1885" y="37"/>
                    <a:pt x="1885" y="37"/>
                  </a:cubicBezTo>
                  <a:cubicBezTo>
                    <a:pt x="1885" y="37"/>
                    <a:pt x="1885" y="37"/>
                    <a:pt x="1885" y="37"/>
                  </a:cubicBezTo>
                  <a:cubicBezTo>
                    <a:pt x="1885" y="37"/>
                    <a:pt x="1886" y="37"/>
                    <a:pt x="1886" y="37"/>
                  </a:cubicBezTo>
                  <a:cubicBezTo>
                    <a:pt x="1887" y="37"/>
                    <a:pt x="1887" y="37"/>
                    <a:pt x="1887" y="37"/>
                  </a:cubicBezTo>
                  <a:cubicBezTo>
                    <a:pt x="1886" y="36"/>
                    <a:pt x="1886" y="36"/>
                    <a:pt x="1886" y="36"/>
                  </a:cubicBezTo>
                  <a:cubicBezTo>
                    <a:pt x="1815" y="0"/>
                    <a:pt x="1815" y="0"/>
                    <a:pt x="1815" y="0"/>
                  </a:cubicBezTo>
                  <a:cubicBezTo>
                    <a:pt x="1815" y="0"/>
                    <a:pt x="1815" y="0"/>
                    <a:pt x="1815" y="0"/>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8" name="Google Shape;2318;p39">
              <a:extLst>
                <a:ext uri="{FF2B5EF4-FFF2-40B4-BE49-F238E27FC236}">
                  <a16:creationId xmlns:a16="http://schemas.microsoft.com/office/drawing/2014/main" id="{1C7418B4-2D13-29F0-B9F6-8C721E58CF1A}"/>
                </a:ext>
              </a:extLst>
            </p:cNvPr>
            <p:cNvSpPr/>
            <p:nvPr/>
          </p:nvSpPr>
          <p:spPr>
            <a:xfrm>
              <a:off x="5951538" y="2530112"/>
              <a:ext cx="198438" cy="427037"/>
            </a:xfrm>
            <a:custGeom>
              <a:avLst/>
              <a:gdLst/>
              <a:ahLst/>
              <a:cxnLst/>
              <a:rect l="l" t="t" r="r" b="b"/>
              <a:pathLst>
                <a:path w="108" h="234" extrusionOk="0">
                  <a:moveTo>
                    <a:pt x="108" y="193"/>
                  </a:moveTo>
                  <a:cubicBezTo>
                    <a:pt x="106" y="193"/>
                    <a:pt x="106" y="193"/>
                    <a:pt x="106" y="193"/>
                  </a:cubicBezTo>
                  <a:cubicBezTo>
                    <a:pt x="106" y="221"/>
                    <a:pt x="106" y="221"/>
                    <a:pt x="106" y="221"/>
                  </a:cubicBezTo>
                  <a:cubicBezTo>
                    <a:pt x="106" y="227"/>
                    <a:pt x="101" y="232"/>
                    <a:pt x="95" y="232"/>
                  </a:cubicBezTo>
                  <a:cubicBezTo>
                    <a:pt x="13" y="232"/>
                    <a:pt x="13" y="232"/>
                    <a:pt x="13" y="232"/>
                  </a:cubicBezTo>
                  <a:cubicBezTo>
                    <a:pt x="7" y="232"/>
                    <a:pt x="2" y="227"/>
                    <a:pt x="2" y="221"/>
                  </a:cubicBezTo>
                  <a:cubicBezTo>
                    <a:pt x="2" y="193"/>
                    <a:pt x="2" y="193"/>
                    <a:pt x="2" y="193"/>
                  </a:cubicBezTo>
                  <a:cubicBezTo>
                    <a:pt x="0" y="193"/>
                    <a:pt x="0" y="193"/>
                    <a:pt x="0" y="193"/>
                  </a:cubicBezTo>
                  <a:cubicBezTo>
                    <a:pt x="0" y="221"/>
                    <a:pt x="0" y="221"/>
                    <a:pt x="0" y="221"/>
                  </a:cubicBezTo>
                  <a:cubicBezTo>
                    <a:pt x="0" y="228"/>
                    <a:pt x="5" y="234"/>
                    <a:pt x="13" y="234"/>
                  </a:cubicBezTo>
                  <a:cubicBezTo>
                    <a:pt x="95" y="234"/>
                    <a:pt x="95" y="234"/>
                    <a:pt x="95" y="234"/>
                  </a:cubicBezTo>
                  <a:cubicBezTo>
                    <a:pt x="102" y="234"/>
                    <a:pt x="108" y="228"/>
                    <a:pt x="108" y="221"/>
                  </a:cubicBezTo>
                  <a:cubicBezTo>
                    <a:pt x="108" y="193"/>
                    <a:pt x="108" y="193"/>
                    <a:pt x="108" y="193"/>
                  </a:cubicBezTo>
                  <a:moveTo>
                    <a:pt x="95" y="0"/>
                  </a:moveTo>
                  <a:cubicBezTo>
                    <a:pt x="13" y="0"/>
                    <a:pt x="13" y="0"/>
                    <a:pt x="13" y="0"/>
                  </a:cubicBezTo>
                  <a:cubicBezTo>
                    <a:pt x="5" y="0"/>
                    <a:pt x="0" y="6"/>
                    <a:pt x="0" y="13"/>
                  </a:cubicBezTo>
                  <a:cubicBezTo>
                    <a:pt x="0" y="156"/>
                    <a:pt x="0" y="156"/>
                    <a:pt x="0" y="156"/>
                  </a:cubicBezTo>
                  <a:cubicBezTo>
                    <a:pt x="2" y="156"/>
                    <a:pt x="2" y="156"/>
                    <a:pt x="2" y="156"/>
                  </a:cubicBezTo>
                  <a:cubicBezTo>
                    <a:pt x="2" y="13"/>
                    <a:pt x="2" y="13"/>
                    <a:pt x="2" y="13"/>
                  </a:cubicBezTo>
                  <a:cubicBezTo>
                    <a:pt x="2" y="7"/>
                    <a:pt x="7" y="2"/>
                    <a:pt x="13" y="2"/>
                  </a:cubicBezTo>
                  <a:cubicBezTo>
                    <a:pt x="95" y="2"/>
                    <a:pt x="95" y="2"/>
                    <a:pt x="95" y="2"/>
                  </a:cubicBezTo>
                  <a:cubicBezTo>
                    <a:pt x="101" y="2"/>
                    <a:pt x="106" y="7"/>
                    <a:pt x="106" y="13"/>
                  </a:cubicBezTo>
                  <a:cubicBezTo>
                    <a:pt x="106" y="156"/>
                    <a:pt x="106" y="156"/>
                    <a:pt x="106" y="156"/>
                  </a:cubicBezTo>
                  <a:cubicBezTo>
                    <a:pt x="108" y="156"/>
                    <a:pt x="108" y="156"/>
                    <a:pt x="108" y="156"/>
                  </a:cubicBezTo>
                  <a:cubicBezTo>
                    <a:pt x="108" y="13"/>
                    <a:pt x="108" y="13"/>
                    <a:pt x="108" y="13"/>
                  </a:cubicBezTo>
                  <a:cubicBezTo>
                    <a:pt x="108" y="6"/>
                    <a:pt x="102" y="0"/>
                    <a:pt x="95" y="0"/>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9" name="Google Shape;2319;p39">
              <a:extLst>
                <a:ext uri="{FF2B5EF4-FFF2-40B4-BE49-F238E27FC236}">
                  <a16:creationId xmlns:a16="http://schemas.microsoft.com/office/drawing/2014/main" id="{70A64177-17D9-9B37-56AD-FE953A874A1D}"/>
                </a:ext>
              </a:extLst>
            </p:cNvPr>
            <p:cNvSpPr/>
            <p:nvPr/>
          </p:nvSpPr>
          <p:spPr>
            <a:xfrm>
              <a:off x="5951538" y="2814275"/>
              <a:ext cx="198438" cy="68262"/>
            </a:xfrm>
            <a:custGeom>
              <a:avLst/>
              <a:gdLst/>
              <a:ahLst/>
              <a:cxnLst/>
              <a:rect l="l" t="t" r="r" b="b"/>
              <a:pathLst>
                <a:path w="125" h="43" extrusionOk="0">
                  <a:moveTo>
                    <a:pt x="3" y="0"/>
                  </a:moveTo>
                  <a:lnTo>
                    <a:pt x="0" y="0"/>
                  </a:lnTo>
                  <a:lnTo>
                    <a:pt x="0" y="43"/>
                  </a:lnTo>
                  <a:lnTo>
                    <a:pt x="3" y="43"/>
                  </a:lnTo>
                  <a:lnTo>
                    <a:pt x="3" y="0"/>
                  </a:lnTo>
                  <a:close/>
                  <a:moveTo>
                    <a:pt x="125" y="0"/>
                  </a:moveTo>
                  <a:lnTo>
                    <a:pt x="123" y="0"/>
                  </a:lnTo>
                  <a:lnTo>
                    <a:pt x="123" y="43"/>
                  </a:lnTo>
                  <a:lnTo>
                    <a:pt x="125" y="43"/>
                  </a:lnTo>
                  <a:lnTo>
                    <a:pt x="125" y="0"/>
                  </a:lnTo>
                  <a:close/>
                </a:path>
              </a:pathLst>
            </a:custGeom>
            <a:solidFill>
              <a:srgbClr val="BC45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0" name="Google Shape;2320;p39">
              <a:extLst>
                <a:ext uri="{FF2B5EF4-FFF2-40B4-BE49-F238E27FC236}">
                  <a16:creationId xmlns:a16="http://schemas.microsoft.com/office/drawing/2014/main" id="{C827E385-3139-471A-449D-9FADCA8803F0}"/>
                </a:ext>
              </a:extLst>
            </p:cNvPr>
            <p:cNvSpPr/>
            <p:nvPr/>
          </p:nvSpPr>
          <p:spPr>
            <a:xfrm>
              <a:off x="3962401" y="2530112"/>
              <a:ext cx="198438" cy="427037"/>
            </a:xfrm>
            <a:custGeom>
              <a:avLst/>
              <a:gdLst/>
              <a:ahLst/>
              <a:cxnLst/>
              <a:rect l="l" t="t" r="r" b="b"/>
              <a:pathLst>
                <a:path w="108" h="234" extrusionOk="0">
                  <a:moveTo>
                    <a:pt x="108" y="193"/>
                  </a:moveTo>
                  <a:cubicBezTo>
                    <a:pt x="106" y="193"/>
                    <a:pt x="106" y="193"/>
                    <a:pt x="106" y="193"/>
                  </a:cubicBezTo>
                  <a:cubicBezTo>
                    <a:pt x="106" y="221"/>
                    <a:pt x="106" y="221"/>
                    <a:pt x="106" y="221"/>
                  </a:cubicBezTo>
                  <a:cubicBezTo>
                    <a:pt x="106" y="227"/>
                    <a:pt x="101" y="232"/>
                    <a:pt x="95" y="232"/>
                  </a:cubicBezTo>
                  <a:cubicBezTo>
                    <a:pt x="13" y="232"/>
                    <a:pt x="13" y="232"/>
                    <a:pt x="13" y="232"/>
                  </a:cubicBezTo>
                  <a:cubicBezTo>
                    <a:pt x="7" y="232"/>
                    <a:pt x="2" y="227"/>
                    <a:pt x="2" y="221"/>
                  </a:cubicBezTo>
                  <a:cubicBezTo>
                    <a:pt x="2" y="193"/>
                    <a:pt x="2" y="193"/>
                    <a:pt x="2" y="193"/>
                  </a:cubicBezTo>
                  <a:cubicBezTo>
                    <a:pt x="0" y="193"/>
                    <a:pt x="0" y="193"/>
                    <a:pt x="0" y="193"/>
                  </a:cubicBezTo>
                  <a:cubicBezTo>
                    <a:pt x="0" y="221"/>
                    <a:pt x="0" y="221"/>
                    <a:pt x="0" y="221"/>
                  </a:cubicBezTo>
                  <a:cubicBezTo>
                    <a:pt x="0" y="228"/>
                    <a:pt x="5" y="234"/>
                    <a:pt x="13" y="234"/>
                  </a:cubicBezTo>
                  <a:cubicBezTo>
                    <a:pt x="95" y="234"/>
                    <a:pt x="95" y="234"/>
                    <a:pt x="95" y="234"/>
                  </a:cubicBezTo>
                  <a:cubicBezTo>
                    <a:pt x="102" y="234"/>
                    <a:pt x="108" y="228"/>
                    <a:pt x="108" y="221"/>
                  </a:cubicBezTo>
                  <a:cubicBezTo>
                    <a:pt x="108" y="193"/>
                    <a:pt x="108" y="193"/>
                    <a:pt x="108" y="193"/>
                  </a:cubicBezTo>
                  <a:moveTo>
                    <a:pt x="95" y="0"/>
                  </a:moveTo>
                  <a:cubicBezTo>
                    <a:pt x="13" y="0"/>
                    <a:pt x="13" y="0"/>
                    <a:pt x="13" y="0"/>
                  </a:cubicBezTo>
                  <a:cubicBezTo>
                    <a:pt x="5" y="0"/>
                    <a:pt x="0" y="6"/>
                    <a:pt x="0" y="13"/>
                  </a:cubicBezTo>
                  <a:cubicBezTo>
                    <a:pt x="0" y="156"/>
                    <a:pt x="0" y="156"/>
                    <a:pt x="0" y="156"/>
                  </a:cubicBezTo>
                  <a:cubicBezTo>
                    <a:pt x="2" y="156"/>
                    <a:pt x="2" y="156"/>
                    <a:pt x="2" y="156"/>
                  </a:cubicBezTo>
                  <a:cubicBezTo>
                    <a:pt x="2" y="13"/>
                    <a:pt x="2" y="13"/>
                    <a:pt x="2" y="13"/>
                  </a:cubicBezTo>
                  <a:cubicBezTo>
                    <a:pt x="2" y="7"/>
                    <a:pt x="7" y="2"/>
                    <a:pt x="13" y="2"/>
                  </a:cubicBezTo>
                  <a:cubicBezTo>
                    <a:pt x="95" y="2"/>
                    <a:pt x="95" y="2"/>
                    <a:pt x="95" y="2"/>
                  </a:cubicBezTo>
                  <a:cubicBezTo>
                    <a:pt x="101" y="2"/>
                    <a:pt x="106" y="7"/>
                    <a:pt x="106" y="13"/>
                  </a:cubicBezTo>
                  <a:cubicBezTo>
                    <a:pt x="106" y="156"/>
                    <a:pt x="106" y="156"/>
                    <a:pt x="106" y="156"/>
                  </a:cubicBezTo>
                  <a:cubicBezTo>
                    <a:pt x="108" y="156"/>
                    <a:pt x="108" y="156"/>
                    <a:pt x="108" y="156"/>
                  </a:cubicBezTo>
                  <a:cubicBezTo>
                    <a:pt x="108" y="13"/>
                    <a:pt x="108" y="13"/>
                    <a:pt x="108" y="13"/>
                  </a:cubicBezTo>
                  <a:cubicBezTo>
                    <a:pt x="108" y="6"/>
                    <a:pt x="102" y="0"/>
                    <a:pt x="95" y="0"/>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1" name="Google Shape;2321;p39">
              <a:extLst>
                <a:ext uri="{FF2B5EF4-FFF2-40B4-BE49-F238E27FC236}">
                  <a16:creationId xmlns:a16="http://schemas.microsoft.com/office/drawing/2014/main" id="{446E367A-1D77-E27E-0D3F-929AD9F3EA6D}"/>
                </a:ext>
              </a:extLst>
            </p:cNvPr>
            <p:cNvSpPr/>
            <p:nvPr/>
          </p:nvSpPr>
          <p:spPr>
            <a:xfrm>
              <a:off x="3962400" y="2814275"/>
              <a:ext cx="198438" cy="68262"/>
            </a:xfrm>
            <a:custGeom>
              <a:avLst/>
              <a:gdLst/>
              <a:ahLst/>
              <a:cxnLst/>
              <a:rect l="l" t="t" r="r" b="b"/>
              <a:pathLst>
                <a:path w="125" h="43" extrusionOk="0">
                  <a:moveTo>
                    <a:pt x="3" y="0"/>
                  </a:moveTo>
                  <a:lnTo>
                    <a:pt x="0" y="0"/>
                  </a:lnTo>
                  <a:lnTo>
                    <a:pt x="0" y="43"/>
                  </a:lnTo>
                  <a:lnTo>
                    <a:pt x="3" y="43"/>
                  </a:lnTo>
                  <a:lnTo>
                    <a:pt x="3" y="0"/>
                  </a:lnTo>
                  <a:close/>
                  <a:moveTo>
                    <a:pt x="125" y="0"/>
                  </a:moveTo>
                  <a:lnTo>
                    <a:pt x="123" y="0"/>
                  </a:lnTo>
                  <a:lnTo>
                    <a:pt x="123" y="43"/>
                  </a:lnTo>
                  <a:lnTo>
                    <a:pt x="125" y="43"/>
                  </a:lnTo>
                  <a:lnTo>
                    <a:pt x="125" y="0"/>
                  </a:lnTo>
                  <a:close/>
                </a:path>
              </a:pathLst>
            </a:custGeom>
            <a:solidFill>
              <a:srgbClr val="BC45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2" name="Google Shape;2322;p39">
              <a:extLst>
                <a:ext uri="{FF2B5EF4-FFF2-40B4-BE49-F238E27FC236}">
                  <a16:creationId xmlns:a16="http://schemas.microsoft.com/office/drawing/2014/main" id="{842135BD-203C-DB08-EBB1-BED462BA0024}"/>
                </a:ext>
              </a:extLst>
            </p:cNvPr>
            <p:cNvSpPr/>
            <p:nvPr/>
          </p:nvSpPr>
          <p:spPr>
            <a:xfrm>
              <a:off x="5999163" y="2606313"/>
              <a:ext cx="103188" cy="177800"/>
            </a:xfrm>
            <a:custGeom>
              <a:avLst/>
              <a:gdLst/>
              <a:ahLst/>
              <a:cxnLst/>
              <a:rect l="l" t="t" r="r" b="b"/>
              <a:pathLst>
                <a:path w="56" h="97" extrusionOk="0">
                  <a:moveTo>
                    <a:pt x="56" y="71"/>
                  </a:moveTo>
                  <a:cubicBezTo>
                    <a:pt x="56" y="86"/>
                    <a:pt x="44" y="97"/>
                    <a:pt x="30" y="97"/>
                  </a:cubicBezTo>
                  <a:cubicBezTo>
                    <a:pt x="25" y="97"/>
                    <a:pt x="25" y="97"/>
                    <a:pt x="25" y="97"/>
                  </a:cubicBezTo>
                  <a:cubicBezTo>
                    <a:pt x="11" y="97"/>
                    <a:pt x="0" y="86"/>
                    <a:pt x="0" y="71"/>
                  </a:cubicBezTo>
                  <a:cubicBezTo>
                    <a:pt x="0" y="25"/>
                    <a:pt x="0" y="25"/>
                    <a:pt x="0" y="25"/>
                  </a:cubicBezTo>
                  <a:cubicBezTo>
                    <a:pt x="0" y="11"/>
                    <a:pt x="11" y="0"/>
                    <a:pt x="25" y="0"/>
                  </a:cubicBezTo>
                  <a:cubicBezTo>
                    <a:pt x="30" y="0"/>
                    <a:pt x="30" y="0"/>
                    <a:pt x="30" y="0"/>
                  </a:cubicBezTo>
                  <a:cubicBezTo>
                    <a:pt x="44" y="0"/>
                    <a:pt x="56" y="11"/>
                    <a:pt x="56" y="25"/>
                  </a:cubicBezTo>
                  <a:lnTo>
                    <a:pt x="56" y="7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3" name="Google Shape;2323;p39">
              <a:extLst>
                <a:ext uri="{FF2B5EF4-FFF2-40B4-BE49-F238E27FC236}">
                  <a16:creationId xmlns:a16="http://schemas.microsoft.com/office/drawing/2014/main" id="{B27C0448-426D-0B7A-490A-8F99739EE11B}"/>
                </a:ext>
              </a:extLst>
            </p:cNvPr>
            <p:cNvSpPr/>
            <p:nvPr/>
          </p:nvSpPr>
          <p:spPr>
            <a:xfrm>
              <a:off x="4010025" y="2606313"/>
              <a:ext cx="103188" cy="177800"/>
            </a:xfrm>
            <a:custGeom>
              <a:avLst/>
              <a:gdLst/>
              <a:ahLst/>
              <a:cxnLst/>
              <a:rect l="l" t="t" r="r" b="b"/>
              <a:pathLst>
                <a:path w="56" h="97" extrusionOk="0">
                  <a:moveTo>
                    <a:pt x="56" y="71"/>
                  </a:moveTo>
                  <a:cubicBezTo>
                    <a:pt x="56" y="86"/>
                    <a:pt x="44" y="97"/>
                    <a:pt x="30" y="97"/>
                  </a:cubicBezTo>
                  <a:cubicBezTo>
                    <a:pt x="25" y="97"/>
                    <a:pt x="25" y="97"/>
                    <a:pt x="25" y="97"/>
                  </a:cubicBezTo>
                  <a:cubicBezTo>
                    <a:pt x="11" y="97"/>
                    <a:pt x="0" y="86"/>
                    <a:pt x="0" y="71"/>
                  </a:cubicBezTo>
                  <a:cubicBezTo>
                    <a:pt x="0" y="25"/>
                    <a:pt x="0" y="25"/>
                    <a:pt x="0" y="25"/>
                  </a:cubicBezTo>
                  <a:cubicBezTo>
                    <a:pt x="0" y="11"/>
                    <a:pt x="11" y="0"/>
                    <a:pt x="25" y="0"/>
                  </a:cubicBezTo>
                  <a:cubicBezTo>
                    <a:pt x="30" y="0"/>
                    <a:pt x="30" y="0"/>
                    <a:pt x="30" y="0"/>
                  </a:cubicBezTo>
                  <a:cubicBezTo>
                    <a:pt x="44" y="0"/>
                    <a:pt x="56" y="11"/>
                    <a:pt x="56" y="25"/>
                  </a:cubicBezTo>
                  <a:lnTo>
                    <a:pt x="56" y="7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4" name="Google Shape;2324;p39">
              <a:extLst>
                <a:ext uri="{FF2B5EF4-FFF2-40B4-BE49-F238E27FC236}">
                  <a16:creationId xmlns:a16="http://schemas.microsoft.com/office/drawing/2014/main" id="{C9169FDB-6288-4A84-F441-C0E285B0CBBB}"/>
                </a:ext>
              </a:extLst>
            </p:cNvPr>
            <p:cNvSpPr/>
            <p:nvPr/>
          </p:nvSpPr>
          <p:spPr>
            <a:xfrm>
              <a:off x="3825875" y="2652350"/>
              <a:ext cx="109538" cy="6350"/>
            </a:xfrm>
            <a:custGeom>
              <a:avLst/>
              <a:gdLst/>
              <a:ahLst/>
              <a:cxnLst/>
              <a:rect l="l" t="t" r="r" b="b"/>
              <a:pathLst>
                <a:path w="60" h="4" extrusionOk="0">
                  <a:moveTo>
                    <a:pt x="60" y="2"/>
                  </a:moveTo>
                  <a:cubicBezTo>
                    <a:pt x="60" y="3"/>
                    <a:pt x="59" y="4"/>
                    <a:pt x="58" y="4"/>
                  </a:cubicBezTo>
                  <a:cubicBezTo>
                    <a:pt x="2" y="4"/>
                    <a:pt x="2" y="4"/>
                    <a:pt x="2" y="4"/>
                  </a:cubicBezTo>
                  <a:cubicBezTo>
                    <a:pt x="1" y="4"/>
                    <a:pt x="0" y="3"/>
                    <a:pt x="0" y="2"/>
                  </a:cubicBezTo>
                  <a:cubicBezTo>
                    <a:pt x="0" y="1"/>
                    <a:pt x="1" y="0"/>
                    <a:pt x="2" y="0"/>
                  </a:cubicBezTo>
                  <a:cubicBezTo>
                    <a:pt x="58" y="0"/>
                    <a:pt x="58" y="0"/>
                    <a:pt x="58" y="0"/>
                  </a:cubicBezTo>
                  <a:cubicBezTo>
                    <a:pt x="59" y="0"/>
                    <a:pt x="60" y="1"/>
                    <a:pt x="60"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5" name="Google Shape;2325;p39">
              <a:extLst>
                <a:ext uri="{FF2B5EF4-FFF2-40B4-BE49-F238E27FC236}">
                  <a16:creationId xmlns:a16="http://schemas.microsoft.com/office/drawing/2014/main" id="{017DA6AB-2932-55AE-87D1-D7774CB2DB07}"/>
                </a:ext>
              </a:extLst>
            </p:cNvPr>
            <p:cNvSpPr/>
            <p:nvPr/>
          </p:nvSpPr>
          <p:spPr>
            <a:xfrm>
              <a:off x="3825875" y="2677750"/>
              <a:ext cx="109538" cy="7937"/>
            </a:xfrm>
            <a:custGeom>
              <a:avLst/>
              <a:gdLst/>
              <a:ahLst/>
              <a:cxnLst/>
              <a:rect l="l" t="t" r="r" b="b"/>
              <a:pathLst>
                <a:path w="60" h="4" extrusionOk="0">
                  <a:moveTo>
                    <a:pt x="60" y="2"/>
                  </a:moveTo>
                  <a:cubicBezTo>
                    <a:pt x="60" y="3"/>
                    <a:pt x="59" y="4"/>
                    <a:pt x="58" y="4"/>
                  </a:cubicBezTo>
                  <a:cubicBezTo>
                    <a:pt x="2" y="4"/>
                    <a:pt x="2" y="4"/>
                    <a:pt x="2" y="4"/>
                  </a:cubicBezTo>
                  <a:cubicBezTo>
                    <a:pt x="1" y="4"/>
                    <a:pt x="0" y="3"/>
                    <a:pt x="0" y="2"/>
                  </a:cubicBezTo>
                  <a:cubicBezTo>
                    <a:pt x="0" y="1"/>
                    <a:pt x="1" y="0"/>
                    <a:pt x="2" y="0"/>
                  </a:cubicBezTo>
                  <a:cubicBezTo>
                    <a:pt x="58" y="0"/>
                    <a:pt x="58" y="0"/>
                    <a:pt x="58" y="0"/>
                  </a:cubicBezTo>
                  <a:cubicBezTo>
                    <a:pt x="59" y="0"/>
                    <a:pt x="60" y="1"/>
                    <a:pt x="60"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6" name="Google Shape;2326;p39">
              <a:extLst>
                <a:ext uri="{FF2B5EF4-FFF2-40B4-BE49-F238E27FC236}">
                  <a16:creationId xmlns:a16="http://schemas.microsoft.com/office/drawing/2014/main" id="{D86EB2EA-329A-238E-C65E-1A4957AA9F3F}"/>
                </a:ext>
              </a:extLst>
            </p:cNvPr>
            <p:cNvSpPr/>
            <p:nvPr/>
          </p:nvSpPr>
          <p:spPr>
            <a:xfrm>
              <a:off x="3825875" y="2704738"/>
              <a:ext cx="109538" cy="6350"/>
            </a:xfrm>
            <a:custGeom>
              <a:avLst/>
              <a:gdLst/>
              <a:ahLst/>
              <a:cxnLst/>
              <a:rect l="l" t="t" r="r" b="b"/>
              <a:pathLst>
                <a:path w="60" h="3" extrusionOk="0">
                  <a:moveTo>
                    <a:pt x="60" y="1"/>
                  </a:moveTo>
                  <a:cubicBezTo>
                    <a:pt x="60" y="2"/>
                    <a:pt x="59" y="3"/>
                    <a:pt x="58" y="3"/>
                  </a:cubicBezTo>
                  <a:cubicBezTo>
                    <a:pt x="2" y="3"/>
                    <a:pt x="2" y="3"/>
                    <a:pt x="2" y="3"/>
                  </a:cubicBezTo>
                  <a:cubicBezTo>
                    <a:pt x="1" y="3"/>
                    <a:pt x="0" y="2"/>
                    <a:pt x="0" y="1"/>
                  </a:cubicBezTo>
                  <a:cubicBezTo>
                    <a:pt x="0" y="0"/>
                    <a:pt x="1" y="0"/>
                    <a:pt x="2" y="0"/>
                  </a:cubicBezTo>
                  <a:cubicBezTo>
                    <a:pt x="58" y="0"/>
                    <a:pt x="58" y="0"/>
                    <a:pt x="58" y="0"/>
                  </a:cubicBezTo>
                  <a:cubicBezTo>
                    <a:pt x="59" y="0"/>
                    <a:pt x="60" y="0"/>
                    <a:pt x="60" y="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7" name="Google Shape;2327;p39">
              <a:extLst>
                <a:ext uri="{FF2B5EF4-FFF2-40B4-BE49-F238E27FC236}">
                  <a16:creationId xmlns:a16="http://schemas.microsoft.com/office/drawing/2014/main" id="{1DF26541-2D5A-1B97-816F-63A024726C8D}"/>
                </a:ext>
              </a:extLst>
            </p:cNvPr>
            <p:cNvSpPr/>
            <p:nvPr/>
          </p:nvSpPr>
          <p:spPr>
            <a:xfrm>
              <a:off x="3825875" y="2730138"/>
              <a:ext cx="109538" cy="6350"/>
            </a:xfrm>
            <a:custGeom>
              <a:avLst/>
              <a:gdLst/>
              <a:ahLst/>
              <a:cxnLst/>
              <a:rect l="l" t="t" r="r" b="b"/>
              <a:pathLst>
                <a:path w="60" h="3" extrusionOk="0">
                  <a:moveTo>
                    <a:pt x="60" y="2"/>
                  </a:moveTo>
                  <a:cubicBezTo>
                    <a:pt x="60" y="2"/>
                    <a:pt x="59" y="3"/>
                    <a:pt x="58" y="3"/>
                  </a:cubicBezTo>
                  <a:cubicBezTo>
                    <a:pt x="2" y="3"/>
                    <a:pt x="2" y="3"/>
                    <a:pt x="2" y="3"/>
                  </a:cubicBezTo>
                  <a:cubicBezTo>
                    <a:pt x="1" y="3"/>
                    <a:pt x="0" y="2"/>
                    <a:pt x="0" y="2"/>
                  </a:cubicBezTo>
                  <a:cubicBezTo>
                    <a:pt x="0" y="1"/>
                    <a:pt x="1" y="0"/>
                    <a:pt x="2" y="0"/>
                  </a:cubicBezTo>
                  <a:cubicBezTo>
                    <a:pt x="58" y="0"/>
                    <a:pt x="58" y="0"/>
                    <a:pt x="58" y="0"/>
                  </a:cubicBezTo>
                  <a:cubicBezTo>
                    <a:pt x="59" y="0"/>
                    <a:pt x="60" y="1"/>
                    <a:pt x="60"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8" name="Google Shape;2328;p39">
              <a:extLst>
                <a:ext uri="{FF2B5EF4-FFF2-40B4-BE49-F238E27FC236}">
                  <a16:creationId xmlns:a16="http://schemas.microsoft.com/office/drawing/2014/main" id="{91781867-F36E-1877-1725-A288527FBE65}"/>
                </a:ext>
              </a:extLst>
            </p:cNvPr>
            <p:cNvSpPr/>
            <p:nvPr/>
          </p:nvSpPr>
          <p:spPr>
            <a:xfrm>
              <a:off x="4256088" y="2622188"/>
              <a:ext cx="1600200" cy="161925"/>
            </a:xfrm>
            <a:custGeom>
              <a:avLst/>
              <a:gdLst/>
              <a:ahLst/>
              <a:cxnLst/>
              <a:rect l="l" t="t" r="r" b="b"/>
              <a:pathLst>
                <a:path w="875" h="88" extrusionOk="0">
                  <a:moveTo>
                    <a:pt x="0" y="76"/>
                  </a:moveTo>
                  <a:cubicBezTo>
                    <a:pt x="0" y="83"/>
                    <a:pt x="5" y="88"/>
                    <a:pt x="12" y="88"/>
                  </a:cubicBezTo>
                  <a:cubicBezTo>
                    <a:pt x="863" y="88"/>
                    <a:pt x="863" y="88"/>
                    <a:pt x="863" y="88"/>
                  </a:cubicBezTo>
                  <a:cubicBezTo>
                    <a:pt x="869" y="88"/>
                    <a:pt x="875" y="83"/>
                    <a:pt x="875" y="76"/>
                  </a:cubicBezTo>
                  <a:cubicBezTo>
                    <a:pt x="875" y="12"/>
                    <a:pt x="875" y="12"/>
                    <a:pt x="875" y="12"/>
                  </a:cubicBezTo>
                  <a:cubicBezTo>
                    <a:pt x="875" y="5"/>
                    <a:pt x="869" y="0"/>
                    <a:pt x="863" y="0"/>
                  </a:cubicBezTo>
                  <a:cubicBezTo>
                    <a:pt x="12" y="0"/>
                    <a:pt x="12" y="0"/>
                    <a:pt x="12" y="0"/>
                  </a:cubicBezTo>
                  <a:cubicBezTo>
                    <a:pt x="5" y="0"/>
                    <a:pt x="0" y="5"/>
                    <a:pt x="0" y="12"/>
                  </a:cubicBezTo>
                  <a:cubicBezTo>
                    <a:pt x="0" y="76"/>
                    <a:pt x="0" y="76"/>
                    <a:pt x="0" y="76"/>
                  </a:cubicBezTo>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9" name="Google Shape;2329;p39">
              <a:extLst>
                <a:ext uri="{FF2B5EF4-FFF2-40B4-BE49-F238E27FC236}">
                  <a16:creationId xmlns:a16="http://schemas.microsoft.com/office/drawing/2014/main" id="{ACAE41AF-AF23-B55E-1C24-80EFF4FB0078}"/>
                </a:ext>
              </a:extLst>
            </p:cNvPr>
            <p:cNvSpPr/>
            <p:nvPr/>
          </p:nvSpPr>
          <p:spPr>
            <a:xfrm>
              <a:off x="4473575"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0" name="Google Shape;2330;p39">
              <a:extLst>
                <a:ext uri="{FF2B5EF4-FFF2-40B4-BE49-F238E27FC236}">
                  <a16:creationId xmlns:a16="http://schemas.microsoft.com/office/drawing/2014/main" id="{5D9168FA-086C-1BB5-17F5-7E2E43F8BAF9}"/>
                </a:ext>
              </a:extLst>
            </p:cNvPr>
            <p:cNvSpPr/>
            <p:nvPr/>
          </p:nvSpPr>
          <p:spPr>
            <a:xfrm>
              <a:off x="4473575"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1" name="Google Shape;2331;p39">
              <a:extLst>
                <a:ext uri="{FF2B5EF4-FFF2-40B4-BE49-F238E27FC236}">
                  <a16:creationId xmlns:a16="http://schemas.microsoft.com/office/drawing/2014/main" id="{29468507-B2EA-7307-3EE0-6BB77ADC9A2E}"/>
                </a:ext>
              </a:extLst>
            </p:cNvPr>
            <p:cNvSpPr/>
            <p:nvPr/>
          </p:nvSpPr>
          <p:spPr>
            <a:xfrm>
              <a:off x="4703765"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2" name="Google Shape;2332;p39">
              <a:extLst>
                <a:ext uri="{FF2B5EF4-FFF2-40B4-BE49-F238E27FC236}">
                  <a16:creationId xmlns:a16="http://schemas.microsoft.com/office/drawing/2014/main" id="{B0412F14-96AF-206C-09AB-2376DEC1D80D}"/>
                </a:ext>
              </a:extLst>
            </p:cNvPr>
            <p:cNvSpPr/>
            <p:nvPr/>
          </p:nvSpPr>
          <p:spPr>
            <a:xfrm>
              <a:off x="4703765"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3" name="Google Shape;2333;p39">
              <a:extLst>
                <a:ext uri="{FF2B5EF4-FFF2-40B4-BE49-F238E27FC236}">
                  <a16:creationId xmlns:a16="http://schemas.microsoft.com/office/drawing/2014/main" id="{B9DF027E-C98D-90A3-0841-00AE5B20E093}"/>
                </a:ext>
              </a:extLst>
            </p:cNvPr>
            <p:cNvSpPr/>
            <p:nvPr/>
          </p:nvSpPr>
          <p:spPr>
            <a:xfrm>
              <a:off x="4935543"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4" name="Google Shape;2334;p39">
              <a:extLst>
                <a:ext uri="{FF2B5EF4-FFF2-40B4-BE49-F238E27FC236}">
                  <a16:creationId xmlns:a16="http://schemas.microsoft.com/office/drawing/2014/main" id="{2A844875-F03E-3BEC-A3FD-A67D700E9B95}"/>
                </a:ext>
              </a:extLst>
            </p:cNvPr>
            <p:cNvSpPr/>
            <p:nvPr/>
          </p:nvSpPr>
          <p:spPr>
            <a:xfrm>
              <a:off x="4935543"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5" name="Google Shape;2335;p39">
              <a:extLst>
                <a:ext uri="{FF2B5EF4-FFF2-40B4-BE49-F238E27FC236}">
                  <a16:creationId xmlns:a16="http://schemas.microsoft.com/office/drawing/2014/main" id="{BFD1DC0D-B78F-8A5B-CA9D-FBB95D4ED6DB}"/>
                </a:ext>
              </a:extLst>
            </p:cNvPr>
            <p:cNvSpPr/>
            <p:nvPr/>
          </p:nvSpPr>
          <p:spPr>
            <a:xfrm>
              <a:off x="5165732"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6" name="Google Shape;2336;p39">
              <a:extLst>
                <a:ext uri="{FF2B5EF4-FFF2-40B4-BE49-F238E27FC236}">
                  <a16:creationId xmlns:a16="http://schemas.microsoft.com/office/drawing/2014/main" id="{715F2D71-F2FE-A207-7ECD-6F7CF2625D45}"/>
                </a:ext>
              </a:extLst>
            </p:cNvPr>
            <p:cNvSpPr/>
            <p:nvPr/>
          </p:nvSpPr>
          <p:spPr>
            <a:xfrm>
              <a:off x="5165732"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7" name="Google Shape;2337;p39">
              <a:extLst>
                <a:ext uri="{FF2B5EF4-FFF2-40B4-BE49-F238E27FC236}">
                  <a16:creationId xmlns:a16="http://schemas.microsoft.com/office/drawing/2014/main" id="{A32835A2-D741-EF35-69E2-527A9298B9D0}"/>
                </a:ext>
              </a:extLst>
            </p:cNvPr>
            <p:cNvSpPr/>
            <p:nvPr/>
          </p:nvSpPr>
          <p:spPr>
            <a:xfrm>
              <a:off x="5394334"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8" name="Google Shape;2338;p39">
              <a:extLst>
                <a:ext uri="{FF2B5EF4-FFF2-40B4-BE49-F238E27FC236}">
                  <a16:creationId xmlns:a16="http://schemas.microsoft.com/office/drawing/2014/main" id="{3BA44E4E-62FD-C02E-2975-335B4C78C1D3}"/>
                </a:ext>
              </a:extLst>
            </p:cNvPr>
            <p:cNvSpPr/>
            <p:nvPr/>
          </p:nvSpPr>
          <p:spPr>
            <a:xfrm>
              <a:off x="5394334"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9" name="Google Shape;2339;p39">
              <a:extLst>
                <a:ext uri="{FF2B5EF4-FFF2-40B4-BE49-F238E27FC236}">
                  <a16:creationId xmlns:a16="http://schemas.microsoft.com/office/drawing/2014/main" id="{60D5F12B-DAC7-49EB-3332-30D3FB3C8D52}"/>
                </a:ext>
              </a:extLst>
            </p:cNvPr>
            <p:cNvSpPr/>
            <p:nvPr/>
          </p:nvSpPr>
          <p:spPr>
            <a:xfrm>
              <a:off x="5624525"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40" name="Google Shape;2340;p39">
              <a:extLst>
                <a:ext uri="{FF2B5EF4-FFF2-40B4-BE49-F238E27FC236}">
                  <a16:creationId xmlns:a16="http://schemas.microsoft.com/office/drawing/2014/main" id="{9ED87E2E-2FB0-9DD0-622D-6971B2ED1231}"/>
                </a:ext>
              </a:extLst>
            </p:cNvPr>
            <p:cNvSpPr/>
            <p:nvPr/>
          </p:nvSpPr>
          <p:spPr>
            <a:xfrm>
              <a:off x="5624525" y="2622337"/>
              <a:ext cx="12600" cy="16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341" name="Google Shape;2341;p39">
            <a:extLst>
              <a:ext uri="{FF2B5EF4-FFF2-40B4-BE49-F238E27FC236}">
                <a16:creationId xmlns:a16="http://schemas.microsoft.com/office/drawing/2014/main" id="{0D7629B2-B0C3-97AD-A805-B6F62919974D}"/>
              </a:ext>
            </a:extLst>
          </p:cNvPr>
          <p:cNvSpPr txBox="1">
            <a:spLocks noGrp="1"/>
          </p:cNvSpPr>
          <p:nvPr>
            <p:ph type="title"/>
          </p:nvPr>
        </p:nvSpPr>
        <p:spPr>
          <a:xfrm>
            <a:off x="1682151" y="1453925"/>
            <a:ext cx="5779698" cy="106365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5400" dirty="0"/>
              <a:t>90% Accuracy</a:t>
            </a:r>
            <a:endParaRPr sz="5400" dirty="0"/>
          </a:p>
        </p:txBody>
      </p:sp>
      <p:cxnSp>
        <p:nvCxnSpPr>
          <p:cNvPr id="2343" name="Google Shape;2343;p39">
            <a:extLst>
              <a:ext uri="{FF2B5EF4-FFF2-40B4-BE49-F238E27FC236}">
                <a16:creationId xmlns:a16="http://schemas.microsoft.com/office/drawing/2014/main" id="{C7C5CF57-645E-EB21-B1AA-0B513B2110E6}"/>
              </a:ext>
            </a:extLst>
          </p:cNvPr>
          <p:cNvCxnSpPr>
            <a:cxnSpLocks/>
            <a:endCxn id="2341" idx="0"/>
          </p:cNvCxnSpPr>
          <p:nvPr/>
        </p:nvCxnSpPr>
        <p:spPr>
          <a:xfrm>
            <a:off x="4572000" y="-19123"/>
            <a:ext cx="0" cy="1473048"/>
          </a:xfrm>
          <a:prstGeom prst="straightConnector1">
            <a:avLst/>
          </a:prstGeom>
          <a:noFill/>
          <a:ln w="9525" cap="flat" cmpd="sng">
            <a:solidFill>
              <a:schemeClr val="dk1"/>
            </a:solidFill>
            <a:prstDash val="solid"/>
            <a:round/>
            <a:headEnd type="none" w="med" len="med"/>
            <a:tailEnd type="diamond" w="med" len="med"/>
          </a:ln>
        </p:spPr>
      </p:cxnSp>
      <p:grpSp>
        <p:nvGrpSpPr>
          <p:cNvPr id="2344" name="Google Shape;2344;p39">
            <a:extLst>
              <a:ext uri="{FF2B5EF4-FFF2-40B4-BE49-F238E27FC236}">
                <a16:creationId xmlns:a16="http://schemas.microsoft.com/office/drawing/2014/main" id="{AB1C8D43-29BB-56A9-7CE4-B33AB1B33B3D}"/>
              </a:ext>
            </a:extLst>
          </p:cNvPr>
          <p:cNvGrpSpPr/>
          <p:nvPr/>
        </p:nvGrpSpPr>
        <p:grpSpPr>
          <a:xfrm>
            <a:off x="0" y="3593000"/>
            <a:ext cx="9186902" cy="1703200"/>
            <a:chOff x="0" y="3593000"/>
            <a:chExt cx="9186902" cy="1703200"/>
          </a:xfrm>
        </p:grpSpPr>
        <p:sp>
          <p:nvSpPr>
            <p:cNvPr id="2345" name="Google Shape;2345;p39">
              <a:extLst>
                <a:ext uri="{FF2B5EF4-FFF2-40B4-BE49-F238E27FC236}">
                  <a16:creationId xmlns:a16="http://schemas.microsoft.com/office/drawing/2014/main" id="{1E698CC3-BB04-A30B-1DD1-20343C2DA6CB}"/>
                </a:ext>
              </a:extLst>
            </p:cNvPr>
            <p:cNvSpPr/>
            <p:nvPr/>
          </p:nvSpPr>
          <p:spPr>
            <a:xfrm>
              <a:off x="0" y="3593000"/>
              <a:ext cx="9186902" cy="1702900"/>
            </a:xfrm>
            <a:custGeom>
              <a:avLst/>
              <a:gdLst/>
              <a:ahLst/>
              <a:cxnLst/>
              <a:rect l="l" t="t" r="r" b="b"/>
              <a:pathLst>
                <a:path w="4160" h="775" extrusionOk="0">
                  <a:moveTo>
                    <a:pt x="1292" y="51"/>
                  </a:moveTo>
                  <a:cubicBezTo>
                    <a:pt x="1292" y="39"/>
                    <a:pt x="1292" y="39"/>
                    <a:pt x="1292" y="39"/>
                  </a:cubicBezTo>
                  <a:cubicBezTo>
                    <a:pt x="1283" y="39"/>
                    <a:pt x="1283" y="39"/>
                    <a:pt x="1283" y="39"/>
                  </a:cubicBezTo>
                  <a:cubicBezTo>
                    <a:pt x="1283" y="21"/>
                    <a:pt x="1283" y="21"/>
                    <a:pt x="1283" y="21"/>
                  </a:cubicBezTo>
                  <a:cubicBezTo>
                    <a:pt x="1283" y="9"/>
                    <a:pt x="1274" y="0"/>
                    <a:pt x="1262" y="0"/>
                  </a:cubicBezTo>
                  <a:cubicBezTo>
                    <a:pt x="1049" y="0"/>
                    <a:pt x="1049" y="0"/>
                    <a:pt x="1049" y="0"/>
                  </a:cubicBezTo>
                  <a:cubicBezTo>
                    <a:pt x="1038" y="0"/>
                    <a:pt x="1029" y="9"/>
                    <a:pt x="1029" y="21"/>
                  </a:cubicBezTo>
                  <a:cubicBezTo>
                    <a:pt x="1029" y="39"/>
                    <a:pt x="1029" y="39"/>
                    <a:pt x="1029" y="39"/>
                  </a:cubicBezTo>
                  <a:cubicBezTo>
                    <a:pt x="1020" y="39"/>
                    <a:pt x="1020" y="39"/>
                    <a:pt x="1020" y="39"/>
                  </a:cubicBezTo>
                  <a:cubicBezTo>
                    <a:pt x="1020" y="51"/>
                    <a:pt x="1020" y="51"/>
                    <a:pt x="1020" y="51"/>
                  </a:cubicBezTo>
                  <a:cubicBezTo>
                    <a:pt x="0" y="51"/>
                    <a:pt x="0" y="51"/>
                    <a:pt x="0" y="51"/>
                  </a:cubicBezTo>
                  <a:cubicBezTo>
                    <a:pt x="0" y="55"/>
                    <a:pt x="0" y="55"/>
                    <a:pt x="0" y="55"/>
                  </a:cubicBezTo>
                  <a:cubicBezTo>
                    <a:pt x="0" y="55"/>
                    <a:pt x="0" y="55"/>
                    <a:pt x="0" y="55"/>
                  </a:cubicBezTo>
                  <a:cubicBezTo>
                    <a:pt x="0" y="475"/>
                    <a:pt x="0" y="475"/>
                    <a:pt x="0" y="475"/>
                  </a:cubicBezTo>
                  <a:cubicBezTo>
                    <a:pt x="27" y="475"/>
                    <a:pt x="27" y="475"/>
                    <a:pt x="27" y="475"/>
                  </a:cubicBezTo>
                  <a:cubicBezTo>
                    <a:pt x="110" y="475"/>
                    <a:pt x="110" y="475"/>
                    <a:pt x="110" y="475"/>
                  </a:cubicBezTo>
                  <a:cubicBezTo>
                    <a:pt x="136" y="475"/>
                    <a:pt x="136" y="475"/>
                    <a:pt x="136" y="475"/>
                  </a:cubicBezTo>
                  <a:cubicBezTo>
                    <a:pt x="136" y="340"/>
                    <a:pt x="469" y="230"/>
                    <a:pt x="882" y="229"/>
                  </a:cubicBezTo>
                  <a:cubicBezTo>
                    <a:pt x="1301" y="230"/>
                    <a:pt x="1638" y="340"/>
                    <a:pt x="1638" y="475"/>
                  </a:cubicBezTo>
                  <a:cubicBezTo>
                    <a:pt x="1644" y="475"/>
                    <a:pt x="1644" y="475"/>
                    <a:pt x="1644" y="475"/>
                  </a:cubicBezTo>
                  <a:cubicBezTo>
                    <a:pt x="1759" y="475"/>
                    <a:pt x="1759" y="475"/>
                    <a:pt x="1759" y="475"/>
                  </a:cubicBezTo>
                  <a:cubicBezTo>
                    <a:pt x="1759" y="775"/>
                    <a:pt x="1759" y="775"/>
                    <a:pt x="1759" y="775"/>
                  </a:cubicBezTo>
                  <a:cubicBezTo>
                    <a:pt x="1763" y="775"/>
                    <a:pt x="1763" y="775"/>
                    <a:pt x="1763" y="775"/>
                  </a:cubicBezTo>
                  <a:cubicBezTo>
                    <a:pt x="2386" y="775"/>
                    <a:pt x="2386" y="775"/>
                    <a:pt x="2386" y="775"/>
                  </a:cubicBezTo>
                  <a:cubicBezTo>
                    <a:pt x="2390" y="775"/>
                    <a:pt x="2390" y="775"/>
                    <a:pt x="2390" y="775"/>
                  </a:cubicBezTo>
                  <a:cubicBezTo>
                    <a:pt x="2390" y="475"/>
                    <a:pt x="2390" y="475"/>
                    <a:pt x="2390" y="475"/>
                  </a:cubicBezTo>
                  <a:cubicBezTo>
                    <a:pt x="2505" y="475"/>
                    <a:pt x="2505" y="475"/>
                    <a:pt x="2505" y="475"/>
                  </a:cubicBezTo>
                  <a:cubicBezTo>
                    <a:pt x="2511" y="475"/>
                    <a:pt x="2511" y="475"/>
                    <a:pt x="2511" y="475"/>
                  </a:cubicBezTo>
                  <a:cubicBezTo>
                    <a:pt x="2511" y="340"/>
                    <a:pt x="2849" y="230"/>
                    <a:pt x="3267" y="229"/>
                  </a:cubicBezTo>
                  <a:cubicBezTo>
                    <a:pt x="3680" y="230"/>
                    <a:pt x="4014" y="340"/>
                    <a:pt x="4014" y="475"/>
                  </a:cubicBezTo>
                  <a:cubicBezTo>
                    <a:pt x="4039" y="475"/>
                    <a:pt x="4039" y="475"/>
                    <a:pt x="4039" y="475"/>
                  </a:cubicBezTo>
                  <a:cubicBezTo>
                    <a:pt x="4133" y="475"/>
                    <a:pt x="4133" y="475"/>
                    <a:pt x="4133" y="475"/>
                  </a:cubicBezTo>
                  <a:cubicBezTo>
                    <a:pt x="4160" y="475"/>
                    <a:pt x="4160" y="475"/>
                    <a:pt x="4160" y="475"/>
                  </a:cubicBezTo>
                  <a:cubicBezTo>
                    <a:pt x="4160" y="184"/>
                    <a:pt x="4160" y="184"/>
                    <a:pt x="4160" y="184"/>
                  </a:cubicBezTo>
                  <a:cubicBezTo>
                    <a:pt x="4160" y="175"/>
                    <a:pt x="4160" y="175"/>
                    <a:pt x="4160" y="175"/>
                  </a:cubicBezTo>
                  <a:cubicBezTo>
                    <a:pt x="4160" y="173"/>
                    <a:pt x="4160" y="173"/>
                    <a:pt x="4160" y="173"/>
                  </a:cubicBezTo>
                  <a:cubicBezTo>
                    <a:pt x="4160" y="137"/>
                    <a:pt x="4160" y="137"/>
                    <a:pt x="4160" y="137"/>
                  </a:cubicBezTo>
                  <a:cubicBezTo>
                    <a:pt x="4160" y="129"/>
                    <a:pt x="4160" y="129"/>
                    <a:pt x="4160" y="129"/>
                  </a:cubicBezTo>
                  <a:cubicBezTo>
                    <a:pt x="4160" y="121"/>
                    <a:pt x="4160" y="121"/>
                    <a:pt x="4160" y="121"/>
                  </a:cubicBezTo>
                  <a:cubicBezTo>
                    <a:pt x="4160" y="60"/>
                    <a:pt x="4160" y="60"/>
                    <a:pt x="4160" y="60"/>
                  </a:cubicBezTo>
                  <a:cubicBezTo>
                    <a:pt x="4160" y="55"/>
                    <a:pt x="4160" y="55"/>
                    <a:pt x="4160" y="55"/>
                  </a:cubicBezTo>
                  <a:cubicBezTo>
                    <a:pt x="4160" y="51"/>
                    <a:pt x="4160" y="51"/>
                    <a:pt x="4160" y="51"/>
                  </a:cubicBezTo>
                  <a:lnTo>
                    <a:pt x="1292" y="51"/>
                  </a:lnTo>
                  <a:close/>
                  <a:moveTo>
                    <a:pt x="1239" y="2"/>
                  </a:moveTo>
                  <a:cubicBezTo>
                    <a:pt x="1262" y="2"/>
                    <a:pt x="1262" y="2"/>
                    <a:pt x="1262" y="2"/>
                  </a:cubicBezTo>
                  <a:cubicBezTo>
                    <a:pt x="1272" y="2"/>
                    <a:pt x="1281" y="10"/>
                    <a:pt x="1281" y="21"/>
                  </a:cubicBezTo>
                  <a:cubicBezTo>
                    <a:pt x="1281" y="39"/>
                    <a:pt x="1281" y="39"/>
                    <a:pt x="1281" y="39"/>
                  </a:cubicBezTo>
                  <a:cubicBezTo>
                    <a:pt x="1239" y="39"/>
                    <a:pt x="1239" y="39"/>
                    <a:pt x="1239" y="39"/>
                  </a:cubicBezTo>
                  <a:lnTo>
                    <a:pt x="1239" y="2"/>
                  </a:lnTo>
                  <a:close/>
                  <a:moveTo>
                    <a:pt x="1197" y="2"/>
                  </a:moveTo>
                  <a:cubicBezTo>
                    <a:pt x="1237" y="2"/>
                    <a:pt x="1237" y="2"/>
                    <a:pt x="1237" y="2"/>
                  </a:cubicBezTo>
                  <a:cubicBezTo>
                    <a:pt x="1237" y="39"/>
                    <a:pt x="1237" y="39"/>
                    <a:pt x="1237" y="39"/>
                  </a:cubicBezTo>
                  <a:cubicBezTo>
                    <a:pt x="1197" y="39"/>
                    <a:pt x="1197" y="39"/>
                    <a:pt x="1197" y="39"/>
                  </a:cubicBezTo>
                  <a:lnTo>
                    <a:pt x="1197" y="2"/>
                  </a:lnTo>
                  <a:close/>
                  <a:moveTo>
                    <a:pt x="1155" y="2"/>
                  </a:moveTo>
                  <a:cubicBezTo>
                    <a:pt x="1196" y="2"/>
                    <a:pt x="1196" y="2"/>
                    <a:pt x="1196" y="2"/>
                  </a:cubicBezTo>
                  <a:cubicBezTo>
                    <a:pt x="1196" y="39"/>
                    <a:pt x="1196" y="39"/>
                    <a:pt x="1196" y="39"/>
                  </a:cubicBezTo>
                  <a:cubicBezTo>
                    <a:pt x="1155" y="39"/>
                    <a:pt x="1155" y="39"/>
                    <a:pt x="1155" y="39"/>
                  </a:cubicBezTo>
                  <a:lnTo>
                    <a:pt x="1155" y="2"/>
                  </a:lnTo>
                  <a:close/>
                  <a:moveTo>
                    <a:pt x="1117" y="2"/>
                  </a:moveTo>
                  <a:cubicBezTo>
                    <a:pt x="1153" y="2"/>
                    <a:pt x="1153" y="2"/>
                    <a:pt x="1153" y="2"/>
                  </a:cubicBezTo>
                  <a:cubicBezTo>
                    <a:pt x="1153" y="39"/>
                    <a:pt x="1153" y="39"/>
                    <a:pt x="1153" y="39"/>
                  </a:cubicBezTo>
                  <a:cubicBezTo>
                    <a:pt x="1117" y="39"/>
                    <a:pt x="1117" y="39"/>
                    <a:pt x="1117" y="39"/>
                  </a:cubicBezTo>
                  <a:lnTo>
                    <a:pt x="1117" y="2"/>
                  </a:lnTo>
                  <a:close/>
                  <a:moveTo>
                    <a:pt x="1075" y="2"/>
                  </a:moveTo>
                  <a:cubicBezTo>
                    <a:pt x="1115" y="2"/>
                    <a:pt x="1115" y="2"/>
                    <a:pt x="1115" y="2"/>
                  </a:cubicBezTo>
                  <a:cubicBezTo>
                    <a:pt x="1115" y="39"/>
                    <a:pt x="1115" y="39"/>
                    <a:pt x="1115" y="39"/>
                  </a:cubicBezTo>
                  <a:cubicBezTo>
                    <a:pt x="1075" y="39"/>
                    <a:pt x="1075" y="39"/>
                    <a:pt x="1075" y="39"/>
                  </a:cubicBezTo>
                  <a:lnTo>
                    <a:pt x="1075" y="2"/>
                  </a:lnTo>
                  <a:close/>
                  <a:moveTo>
                    <a:pt x="1031" y="21"/>
                  </a:moveTo>
                  <a:cubicBezTo>
                    <a:pt x="1031" y="10"/>
                    <a:pt x="1039" y="2"/>
                    <a:pt x="1049" y="2"/>
                  </a:cubicBezTo>
                  <a:cubicBezTo>
                    <a:pt x="1073" y="2"/>
                    <a:pt x="1073" y="2"/>
                    <a:pt x="1073" y="2"/>
                  </a:cubicBezTo>
                  <a:cubicBezTo>
                    <a:pt x="1073" y="39"/>
                    <a:pt x="1073" y="39"/>
                    <a:pt x="1073" y="39"/>
                  </a:cubicBezTo>
                  <a:cubicBezTo>
                    <a:pt x="1031" y="39"/>
                    <a:pt x="1031" y="39"/>
                    <a:pt x="1031" y="39"/>
                  </a:cubicBezTo>
                  <a:lnTo>
                    <a:pt x="1031" y="21"/>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46" name="Google Shape;2346;p39">
              <a:extLst>
                <a:ext uri="{FF2B5EF4-FFF2-40B4-BE49-F238E27FC236}">
                  <a16:creationId xmlns:a16="http://schemas.microsoft.com/office/drawing/2014/main" id="{0FE01621-7C73-88C4-6001-F808A8E6EF3E}"/>
                </a:ext>
              </a:extLst>
            </p:cNvPr>
            <p:cNvSpPr/>
            <p:nvPr/>
          </p:nvSpPr>
          <p:spPr>
            <a:xfrm>
              <a:off x="0" y="4601525"/>
              <a:ext cx="297900" cy="6861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sp>
          <p:nvSpPr>
            <p:cNvPr id="2347" name="Google Shape;2347;p39">
              <a:extLst>
                <a:ext uri="{FF2B5EF4-FFF2-40B4-BE49-F238E27FC236}">
                  <a16:creationId xmlns:a16="http://schemas.microsoft.com/office/drawing/2014/main" id="{5532A011-D829-4998-791D-8464E1055D12}"/>
                </a:ext>
              </a:extLst>
            </p:cNvPr>
            <p:cNvSpPr/>
            <p:nvPr/>
          </p:nvSpPr>
          <p:spPr>
            <a:xfrm>
              <a:off x="3867063" y="4630500"/>
              <a:ext cx="1431600" cy="6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grpSp>
          <p:nvGrpSpPr>
            <p:cNvPr id="2348" name="Google Shape;2348;p39">
              <a:extLst>
                <a:ext uri="{FF2B5EF4-FFF2-40B4-BE49-F238E27FC236}">
                  <a16:creationId xmlns:a16="http://schemas.microsoft.com/office/drawing/2014/main" id="{E0EF20E4-795B-40F5-33CE-E1EA7E963C30}"/>
                </a:ext>
              </a:extLst>
            </p:cNvPr>
            <p:cNvGrpSpPr/>
            <p:nvPr/>
          </p:nvGrpSpPr>
          <p:grpSpPr>
            <a:xfrm>
              <a:off x="109020" y="4065169"/>
              <a:ext cx="8197094" cy="1044961"/>
              <a:chOff x="69670" y="3912769"/>
              <a:chExt cx="8197094" cy="1044961"/>
            </a:xfrm>
          </p:grpSpPr>
          <p:sp>
            <p:nvSpPr>
              <p:cNvPr id="2349" name="Google Shape;2349;p39">
                <a:extLst>
                  <a:ext uri="{FF2B5EF4-FFF2-40B4-BE49-F238E27FC236}">
                    <a16:creationId xmlns:a16="http://schemas.microsoft.com/office/drawing/2014/main" id="{EA42A559-61D5-7C0C-0379-D5004A6B2462}"/>
                  </a:ext>
                </a:extLst>
              </p:cNvPr>
              <p:cNvSpPr/>
              <p:nvPr/>
            </p:nvSpPr>
            <p:spPr>
              <a:xfrm>
                <a:off x="3676701" y="3933410"/>
                <a:ext cx="105786" cy="46443"/>
              </a:xfrm>
              <a:custGeom>
                <a:avLst/>
                <a:gdLst/>
                <a:ahLst/>
                <a:cxnLst/>
                <a:rect l="l" t="t" r="r" b="b"/>
                <a:pathLst>
                  <a:path w="47" h="20" extrusionOk="0">
                    <a:moveTo>
                      <a:pt x="42" y="0"/>
                    </a:moveTo>
                    <a:cubicBezTo>
                      <a:pt x="5" y="0"/>
                      <a:pt x="5" y="0"/>
                      <a:pt x="5" y="0"/>
                    </a:cubicBezTo>
                    <a:cubicBezTo>
                      <a:pt x="2" y="0"/>
                      <a:pt x="0" y="2"/>
                      <a:pt x="0" y="5"/>
                    </a:cubicBezTo>
                    <a:cubicBezTo>
                      <a:pt x="0" y="16"/>
                      <a:pt x="0" y="16"/>
                      <a:pt x="0" y="16"/>
                    </a:cubicBezTo>
                    <a:cubicBezTo>
                      <a:pt x="0" y="18"/>
                      <a:pt x="2" y="20"/>
                      <a:pt x="5" y="20"/>
                    </a:cubicBezTo>
                    <a:cubicBezTo>
                      <a:pt x="42" y="20"/>
                      <a:pt x="42" y="20"/>
                      <a:pt x="42" y="20"/>
                    </a:cubicBezTo>
                    <a:cubicBezTo>
                      <a:pt x="45" y="20"/>
                      <a:pt x="47" y="18"/>
                      <a:pt x="47" y="16"/>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0" name="Google Shape;2350;p39">
                <a:extLst>
                  <a:ext uri="{FF2B5EF4-FFF2-40B4-BE49-F238E27FC236}">
                    <a16:creationId xmlns:a16="http://schemas.microsoft.com/office/drawing/2014/main" id="{2DCB0A12-C18A-DCA7-0F86-2B5F761BF10E}"/>
                  </a:ext>
                </a:extLst>
              </p:cNvPr>
              <p:cNvSpPr/>
              <p:nvPr/>
            </p:nvSpPr>
            <p:spPr>
              <a:xfrm>
                <a:off x="105792" y="3933410"/>
                <a:ext cx="103206" cy="46443"/>
              </a:xfrm>
              <a:custGeom>
                <a:avLst/>
                <a:gdLst/>
                <a:ahLst/>
                <a:cxnLst/>
                <a:rect l="l" t="t" r="r" b="b"/>
                <a:pathLst>
                  <a:path w="47" h="20" extrusionOk="0">
                    <a:moveTo>
                      <a:pt x="42" y="0"/>
                    </a:moveTo>
                    <a:cubicBezTo>
                      <a:pt x="5" y="0"/>
                      <a:pt x="5" y="0"/>
                      <a:pt x="5" y="0"/>
                    </a:cubicBezTo>
                    <a:cubicBezTo>
                      <a:pt x="2" y="0"/>
                      <a:pt x="0" y="2"/>
                      <a:pt x="0" y="5"/>
                    </a:cubicBezTo>
                    <a:cubicBezTo>
                      <a:pt x="0" y="16"/>
                      <a:pt x="0" y="16"/>
                      <a:pt x="0" y="16"/>
                    </a:cubicBezTo>
                    <a:cubicBezTo>
                      <a:pt x="0" y="18"/>
                      <a:pt x="2" y="20"/>
                      <a:pt x="5" y="20"/>
                    </a:cubicBezTo>
                    <a:cubicBezTo>
                      <a:pt x="42" y="20"/>
                      <a:pt x="42" y="20"/>
                      <a:pt x="42" y="20"/>
                    </a:cubicBezTo>
                    <a:cubicBezTo>
                      <a:pt x="45" y="20"/>
                      <a:pt x="47" y="18"/>
                      <a:pt x="47" y="16"/>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1" name="Google Shape;2351;p39">
                <a:extLst>
                  <a:ext uri="{FF2B5EF4-FFF2-40B4-BE49-F238E27FC236}">
                    <a16:creationId xmlns:a16="http://schemas.microsoft.com/office/drawing/2014/main" id="{129C1382-315D-71C8-9649-F8C4D959D310}"/>
                  </a:ext>
                </a:extLst>
              </p:cNvPr>
              <p:cNvSpPr/>
              <p:nvPr/>
            </p:nvSpPr>
            <p:spPr>
              <a:xfrm>
                <a:off x="229639" y="4041776"/>
                <a:ext cx="103206" cy="43863"/>
              </a:xfrm>
              <a:custGeom>
                <a:avLst/>
                <a:gdLst/>
                <a:ahLst/>
                <a:cxnLst/>
                <a:rect l="l" t="t" r="r" b="b"/>
                <a:pathLst>
                  <a:path w="47" h="20" extrusionOk="0">
                    <a:moveTo>
                      <a:pt x="43" y="0"/>
                    </a:moveTo>
                    <a:cubicBezTo>
                      <a:pt x="5" y="0"/>
                      <a:pt x="5" y="0"/>
                      <a:pt x="5" y="0"/>
                    </a:cubicBezTo>
                    <a:cubicBezTo>
                      <a:pt x="2" y="0"/>
                      <a:pt x="0" y="2"/>
                      <a:pt x="0" y="5"/>
                    </a:cubicBezTo>
                    <a:cubicBezTo>
                      <a:pt x="0" y="16"/>
                      <a:pt x="0" y="16"/>
                      <a:pt x="0" y="16"/>
                    </a:cubicBezTo>
                    <a:cubicBezTo>
                      <a:pt x="0" y="18"/>
                      <a:pt x="2" y="20"/>
                      <a:pt x="5" y="20"/>
                    </a:cubicBezTo>
                    <a:cubicBezTo>
                      <a:pt x="43" y="20"/>
                      <a:pt x="43" y="20"/>
                      <a:pt x="43" y="20"/>
                    </a:cubicBezTo>
                    <a:cubicBezTo>
                      <a:pt x="45" y="20"/>
                      <a:pt x="47" y="18"/>
                      <a:pt x="47" y="16"/>
                    </a:cubicBezTo>
                    <a:cubicBezTo>
                      <a:pt x="47" y="5"/>
                      <a:pt x="47" y="5"/>
                      <a:pt x="47" y="5"/>
                    </a:cubicBezTo>
                    <a:cubicBezTo>
                      <a:pt x="47" y="2"/>
                      <a:pt x="45" y="0"/>
                      <a:pt x="43"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2" name="Google Shape;2352;p39">
                <a:extLst>
                  <a:ext uri="{FF2B5EF4-FFF2-40B4-BE49-F238E27FC236}">
                    <a16:creationId xmlns:a16="http://schemas.microsoft.com/office/drawing/2014/main" id="{7B69B556-E11F-5AB5-9F9E-35302533FE88}"/>
                  </a:ext>
                </a:extLst>
              </p:cNvPr>
              <p:cNvSpPr/>
              <p:nvPr/>
            </p:nvSpPr>
            <p:spPr>
              <a:xfrm>
                <a:off x="69670" y="4168204"/>
                <a:ext cx="103206" cy="43863"/>
              </a:xfrm>
              <a:custGeom>
                <a:avLst/>
                <a:gdLst/>
                <a:ahLst/>
                <a:cxnLst/>
                <a:rect l="l" t="t" r="r" b="b"/>
                <a:pathLst>
                  <a:path w="47" h="20" extrusionOk="0">
                    <a:moveTo>
                      <a:pt x="42" y="0"/>
                    </a:moveTo>
                    <a:cubicBezTo>
                      <a:pt x="5" y="0"/>
                      <a:pt x="5" y="0"/>
                      <a:pt x="5" y="0"/>
                    </a:cubicBezTo>
                    <a:cubicBezTo>
                      <a:pt x="2" y="0"/>
                      <a:pt x="0" y="2"/>
                      <a:pt x="0" y="5"/>
                    </a:cubicBezTo>
                    <a:cubicBezTo>
                      <a:pt x="0" y="16"/>
                      <a:pt x="0" y="16"/>
                      <a:pt x="0" y="16"/>
                    </a:cubicBezTo>
                    <a:cubicBezTo>
                      <a:pt x="0" y="18"/>
                      <a:pt x="2" y="20"/>
                      <a:pt x="5" y="20"/>
                    </a:cubicBezTo>
                    <a:cubicBezTo>
                      <a:pt x="42" y="20"/>
                      <a:pt x="42" y="20"/>
                      <a:pt x="42" y="20"/>
                    </a:cubicBezTo>
                    <a:cubicBezTo>
                      <a:pt x="45" y="20"/>
                      <a:pt x="47" y="18"/>
                      <a:pt x="47" y="16"/>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3" name="Google Shape;2353;p39">
                <a:extLst>
                  <a:ext uri="{FF2B5EF4-FFF2-40B4-BE49-F238E27FC236}">
                    <a16:creationId xmlns:a16="http://schemas.microsoft.com/office/drawing/2014/main" id="{C0C8865B-0F74-D741-8531-49AC71786ABA}"/>
                  </a:ext>
                </a:extLst>
              </p:cNvPr>
              <p:cNvSpPr/>
              <p:nvPr/>
            </p:nvSpPr>
            <p:spPr>
              <a:xfrm>
                <a:off x="3914073" y="4018556"/>
                <a:ext cx="105786" cy="43863"/>
              </a:xfrm>
              <a:custGeom>
                <a:avLst/>
                <a:gdLst/>
                <a:ahLst/>
                <a:cxnLst/>
                <a:rect l="l" t="t" r="r" b="b"/>
                <a:pathLst>
                  <a:path w="47" h="20" extrusionOk="0">
                    <a:moveTo>
                      <a:pt x="47" y="15"/>
                    </a:moveTo>
                    <a:cubicBezTo>
                      <a:pt x="47" y="5"/>
                      <a:pt x="47" y="5"/>
                      <a:pt x="47" y="5"/>
                    </a:cubicBezTo>
                    <a:cubicBezTo>
                      <a:pt x="47" y="2"/>
                      <a:pt x="45" y="0"/>
                      <a:pt x="42" y="0"/>
                    </a:cubicBezTo>
                    <a:cubicBezTo>
                      <a:pt x="5" y="0"/>
                      <a:pt x="5" y="0"/>
                      <a:pt x="5" y="0"/>
                    </a:cubicBezTo>
                    <a:cubicBezTo>
                      <a:pt x="2" y="0"/>
                      <a:pt x="0" y="2"/>
                      <a:pt x="0" y="5"/>
                    </a:cubicBezTo>
                    <a:cubicBezTo>
                      <a:pt x="0" y="15"/>
                      <a:pt x="0" y="15"/>
                      <a:pt x="0" y="15"/>
                    </a:cubicBezTo>
                    <a:cubicBezTo>
                      <a:pt x="0" y="18"/>
                      <a:pt x="2" y="20"/>
                      <a:pt x="5" y="20"/>
                    </a:cubicBezTo>
                    <a:cubicBezTo>
                      <a:pt x="42" y="20"/>
                      <a:pt x="42" y="20"/>
                      <a:pt x="42" y="20"/>
                    </a:cubicBezTo>
                    <a:cubicBezTo>
                      <a:pt x="45" y="20"/>
                      <a:pt x="47" y="18"/>
                      <a:pt x="47" y="15"/>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4" name="Google Shape;2354;p39">
                <a:extLst>
                  <a:ext uri="{FF2B5EF4-FFF2-40B4-BE49-F238E27FC236}">
                    <a16:creationId xmlns:a16="http://schemas.microsoft.com/office/drawing/2014/main" id="{0141BD7C-7EA5-F6E3-CC8E-3696ECADAB15}"/>
                  </a:ext>
                </a:extLst>
              </p:cNvPr>
              <p:cNvSpPr/>
              <p:nvPr/>
            </p:nvSpPr>
            <p:spPr>
              <a:xfrm>
                <a:off x="3343864" y="4064998"/>
                <a:ext cx="103206" cy="46443"/>
              </a:xfrm>
              <a:custGeom>
                <a:avLst/>
                <a:gdLst/>
                <a:ahLst/>
                <a:cxnLst/>
                <a:rect l="l" t="t" r="r" b="b"/>
                <a:pathLst>
                  <a:path w="47" h="21" extrusionOk="0">
                    <a:moveTo>
                      <a:pt x="42" y="0"/>
                    </a:moveTo>
                    <a:cubicBezTo>
                      <a:pt x="4" y="0"/>
                      <a:pt x="4" y="0"/>
                      <a:pt x="4" y="0"/>
                    </a:cubicBezTo>
                    <a:cubicBezTo>
                      <a:pt x="2" y="0"/>
                      <a:pt x="0" y="2"/>
                      <a:pt x="0" y="5"/>
                    </a:cubicBezTo>
                    <a:cubicBezTo>
                      <a:pt x="0" y="16"/>
                      <a:pt x="0" y="16"/>
                      <a:pt x="0" y="16"/>
                    </a:cubicBezTo>
                    <a:cubicBezTo>
                      <a:pt x="0" y="18"/>
                      <a:pt x="2" y="21"/>
                      <a:pt x="4" y="21"/>
                    </a:cubicBezTo>
                    <a:cubicBezTo>
                      <a:pt x="42" y="21"/>
                      <a:pt x="42" y="21"/>
                      <a:pt x="42" y="21"/>
                    </a:cubicBezTo>
                    <a:cubicBezTo>
                      <a:pt x="44" y="21"/>
                      <a:pt x="47" y="18"/>
                      <a:pt x="47" y="16"/>
                    </a:cubicBezTo>
                    <a:cubicBezTo>
                      <a:pt x="47" y="5"/>
                      <a:pt x="47" y="5"/>
                      <a:pt x="47" y="5"/>
                    </a:cubicBezTo>
                    <a:cubicBezTo>
                      <a:pt x="47" y="2"/>
                      <a:pt x="44"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5" name="Google Shape;2355;p39">
                <a:extLst>
                  <a:ext uri="{FF2B5EF4-FFF2-40B4-BE49-F238E27FC236}">
                    <a16:creationId xmlns:a16="http://schemas.microsoft.com/office/drawing/2014/main" id="{3CC9C288-8022-7AD4-7C52-19909272EADE}"/>
                  </a:ext>
                </a:extLst>
              </p:cNvPr>
              <p:cNvSpPr/>
              <p:nvPr/>
            </p:nvSpPr>
            <p:spPr>
              <a:xfrm>
                <a:off x="3952776" y="4591349"/>
                <a:ext cx="103206" cy="46443"/>
              </a:xfrm>
              <a:custGeom>
                <a:avLst/>
                <a:gdLst/>
                <a:ahLst/>
                <a:cxnLst/>
                <a:rect l="l" t="t" r="r" b="b"/>
                <a:pathLst>
                  <a:path w="47" h="21" extrusionOk="0">
                    <a:moveTo>
                      <a:pt x="42" y="0"/>
                    </a:moveTo>
                    <a:cubicBezTo>
                      <a:pt x="5" y="0"/>
                      <a:pt x="5" y="0"/>
                      <a:pt x="5" y="0"/>
                    </a:cubicBezTo>
                    <a:cubicBezTo>
                      <a:pt x="2" y="0"/>
                      <a:pt x="0" y="2"/>
                      <a:pt x="0" y="5"/>
                    </a:cubicBezTo>
                    <a:cubicBezTo>
                      <a:pt x="0" y="16"/>
                      <a:pt x="0" y="16"/>
                      <a:pt x="0" y="16"/>
                    </a:cubicBezTo>
                    <a:cubicBezTo>
                      <a:pt x="0" y="18"/>
                      <a:pt x="2" y="21"/>
                      <a:pt x="5" y="21"/>
                    </a:cubicBezTo>
                    <a:cubicBezTo>
                      <a:pt x="42" y="21"/>
                      <a:pt x="42" y="21"/>
                      <a:pt x="42" y="21"/>
                    </a:cubicBezTo>
                    <a:cubicBezTo>
                      <a:pt x="45" y="21"/>
                      <a:pt x="47" y="18"/>
                      <a:pt x="47" y="16"/>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6" name="Google Shape;2356;p39">
                <a:extLst>
                  <a:ext uri="{FF2B5EF4-FFF2-40B4-BE49-F238E27FC236}">
                    <a16:creationId xmlns:a16="http://schemas.microsoft.com/office/drawing/2014/main" id="{2432DE80-2DD0-10A0-0011-2528C4B3FB6F}"/>
                  </a:ext>
                </a:extLst>
              </p:cNvPr>
              <p:cNvSpPr/>
              <p:nvPr/>
            </p:nvSpPr>
            <p:spPr>
              <a:xfrm>
                <a:off x="3952776" y="4694554"/>
                <a:ext cx="103206" cy="43863"/>
              </a:xfrm>
              <a:custGeom>
                <a:avLst/>
                <a:gdLst/>
                <a:ahLst/>
                <a:cxnLst/>
                <a:rect l="l" t="t" r="r" b="b"/>
                <a:pathLst>
                  <a:path w="47" h="20" extrusionOk="0">
                    <a:moveTo>
                      <a:pt x="42" y="0"/>
                    </a:moveTo>
                    <a:cubicBezTo>
                      <a:pt x="5" y="0"/>
                      <a:pt x="5" y="0"/>
                      <a:pt x="5" y="0"/>
                    </a:cubicBezTo>
                    <a:cubicBezTo>
                      <a:pt x="2" y="0"/>
                      <a:pt x="0" y="2"/>
                      <a:pt x="0" y="5"/>
                    </a:cubicBezTo>
                    <a:cubicBezTo>
                      <a:pt x="0" y="15"/>
                      <a:pt x="0" y="15"/>
                      <a:pt x="0" y="15"/>
                    </a:cubicBezTo>
                    <a:cubicBezTo>
                      <a:pt x="0" y="18"/>
                      <a:pt x="2" y="20"/>
                      <a:pt x="5" y="20"/>
                    </a:cubicBezTo>
                    <a:cubicBezTo>
                      <a:pt x="42" y="20"/>
                      <a:pt x="42" y="20"/>
                      <a:pt x="42" y="20"/>
                    </a:cubicBezTo>
                    <a:cubicBezTo>
                      <a:pt x="45" y="20"/>
                      <a:pt x="47" y="18"/>
                      <a:pt x="47" y="15"/>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7" name="Google Shape;2357;p39">
                <a:extLst>
                  <a:ext uri="{FF2B5EF4-FFF2-40B4-BE49-F238E27FC236}">
                    <a16:creationId xmlns:a16="http://schemas.microsoft.com/office/drawing/2014/main" id="{7179E011-D041-7A1B-C0E7-247224C0CED4}"/>
                  </a:ext>
                </a:extLst>
              </p:cNvPr>
              <p:cNvSpPr/>
              <p:nvPr/>
            </p:nvSpPr>
            <p:spPr>
              <a:xfrm>
                <a:off x="4112745" y="4648112"/>
                <a:ext cx="103206" cy="46443"/>
              </a:xfrm>
              <a:custGeom>
                <a:avLst/>
                <a:gdLst/>
                <a:ahLst/>
                <a:cxnLst/>
                <a:rect l="l" t="t" r="r" b="b"/>
                <a:pathLst>
                  <a:path w="47" h="21" extrusionOk="0">
                    <a:moveTo>
                      <a:pt x="42" y="0"/>
                    </a:moveTo>
                    <a:cubicBezTo>
                      <a:pt x="5" y="0"/>
                      <a:pt x="5" y="0"/>
                      <a:pt x="5" y="0"/>
                    </a:cubicBezTo>
                    <a:cubicBezTo>
                      <a:pt x="2" y="0"/>
                      <a:pt x="0" y="3"/>
                      <a:pt x="0" y="5"/>
                    </a:cubicBezTo>
                    <a:cubicBezTo>
                      <a:pt x="0" y="16"/>
                      <a:pt x="0" y="16"/>
                      <a:pt x="0" y="16"/>
                    </a:cubicBezTo>
                    <a:cubicBezTo>
                      <a:pt x="0" y="19"/>
                      <a:pt x="2" y="21"/>
                      <a:pt x="5" y="21"/>
                    </a:cubicBezTo>
                    <a:cubicBezTo>
                      <a:pt x="42" y="21"/>
                      <a:pt x="42" y="21"/>
                      <a:pt x="42" y="21"/>
                    </a:cubicBezTo>
                    <a:cubicBezTo>
                      <a:pt x="45" y="21"/>
                      <a:pt x="47" y="19"/>
                      <a:pt x="47" y="16"/>
                    </a:cubicBezTo>
                    <a:cubicBezTo>
                      <a:pt x="47" y="5"/>
                      <a:pt x="47" y="5"/>
                      <a:pt x="47" y="5"/>
                    </a:cubicBezTo>
                    <a:cubicBezTo>
                      <a:pt x="47" y="3"/>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8" name="Google Shape;2358;p39">
                <a:extLst>
                  <a:ext uri="{FF2B5EF4-FFF2-40B4-BE49-F238E27FC236}">
                    <a16:creationId xmlns:a16="http://schemas.microsoft.com/office/drawing/2014/main" id="{4FF0B4ED-19AC-E61C-4923-273A7ABDCA42}"/>
                  </a:ext>
                </a:extLst>
              </p:cNvPr>
              <p:cNvSpPr/>
              <p:nvPr/>
            </p:nvSpPr>
            <p:spPr>
              <a:xfrm>
                <a:off x="5255744" y="3982434"/>
                <a:ext cx="105786" cy="43863"/>
              </a:xfrm>
              <a:custGeom>
                <a:avLst/>
                <a:gdLst/>
                <a:ahLst/>
                <a:cxnLst/>
                <a:rect l="l" t="t" r="r" b="b"/>
                <a:pathLst>
                  <a:path w="48" h="20" extrusionOk="0">
                    <a:moveTo>
                      <a:pt x="43" y="0"/>
                    </a:moveTo>
                    <a:cubicBezTo>
                      <a:pt x="5" y="0"/>
                      <a:pt x="5" y="0"/>
                      <a:pt x="5" y="0"/>
                    </a:cubicBezTo>
                    <a:cubicBezTo>
                      <a:pt x="3" y="0"/>
                      <a:pt x="0" y="2"/>
                      <a:pt x="0" y="4"/>
                    </a:cubicBezTo>
                    <a:cubicBezTo>
                      <a:pt x="0" y="15"/>
                      <a:pt x="0" y="15"/>
                      <a:pt x="0" y="15"/>
                    </a:cubicBezTo>
                    <a:cubicBezTo>
                      <a:pt x="0" y="18"/>
                      <a:pt x="3" y="20"/>
                      <a:pt x="5" y="20"/>
                    </a:cubicBezTo>
                    <a:cubicBezTo>
                      <a:pt x="43" y="20"/>
                      <a:pt x="43" y="20"/>
                      <a:pt x="43" y="20"/>
                    </a:cubicBezTo>
                    <a:cubicBezTo>
                      <a:pt x="45" y="20"/>
                      <a:pt x="48" y="18"/>
                      <a:pt x="48" y="15"/>
                    </a:cubicBezTo>
                    <a:cubicBezTo>
                      <a:pt x="48" y="4"/>
                      <a:pt x="48" y="4"/>
                      <a:pt x="48" y="4"/>
                    </a:cubicBezTo>
                    <a:cubicBezTo>
                      <a:pt x="48" y="2"/>
                      <a:pt x="45" y="0"/>
                      <a:pt x="43"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9" name="Google Shape;2359;p39">
                <a:extLst>
                  <a:ext uri="{FF2B5EF4-FFF2-40B4-BE49-F238E27FC236}">
                    <a16:creationId xmlns:a16="http://schemas.microsoft.com/office/drawing/2014/main" id="{A47F7E79-D8DD-90E2-0BD7-9A33363565AC}"/>
                  </a:ext>
                </a:extLst>
              </p:cNvPr>
              <p:cNvSpPr/>
              <p:nvPr/>
            </p:nvSpPr>
            <p:spPr>
              <a:xfrm>
                <a:off x="8163558" y="3912769"/>
                <a:ext cx="103206" cy="43863"/>
              </a:xfrm>
              <a:custGeom>
                <a:avLst/>
                <a:gdLst/>
                <a:ahLst/>
                <a:cxnLst/>
                <a:rect l="l" t="t" r="r" b="b"/>
                <a:pathLst>
                  <a:path w="47" h="20" extrusionOk="0">
                    <a:moveTo>
                      <a:pt x="42" y="0"/>
                    </a:moveTo>
                    <a:cubicBezTo>
                      <a:pt x="5" y="0"/>
                      <a:pt x="5" y="0"/>
                      <a:pt x="5" y="0"/>
                    </a:cubicBezTo>
                    <a:cubicBezTo>
                      <a:pt x="2" y="0"/>
                      <a:pt x="0" y="2"/>
                      <a:pt x="0" y="5"/>
                    </a:cubicBezTo>
                    <a:cubicBezTo>
                      <a:pt x="0" y="15"/>
                      <a:pt x="0" y="15"/>
                      <a:pt x="0" y="15"/>
                    </a:cubicBezTo>
                    <a:cubicBezTo>
                      <a:pt x="0" y="18"/>
                      <a:pt x="2" y="20"/>
                      <a:pt x="5" y="20"/>
                    </a:cubicBezTo>
                    <a:cubicBezTo>
                      <a:pt x="42" y="20"/>
                      <a:pt x="42" y="20"/>
                      <a:pt x="42" y="20"/>
                    </a:cubicBezTo>
                    <a:cubicBezTo>
                      <a:pt x="45" y="20"/>
                      <a:pt x="47" y="18"/>
                      <a:pt x="47" y="15"/>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0" name="Google Shape;2360;p39">
                <a:extLst>
                  <a:ext uri="{FF2B5EF4-FFF2-40B4-BE49-F238E27FC236}">
                    <a16:creationId xmlns:a16="http://schemas.microsoft.com/office/drawing/2014/main" id="{BB06D1B8-E9F3-7137-0CD2-2E010A898430}"/>
                  </a:ext>
                </a:extLst>
              </p:cNvPr>
              <p:cNvSpPr/>
              <p:nvPr/>
            </p:nvSpPr>
            <p:spPr>
              <a:xfrm>
                <a:off x="4868724" y="4790019"/>
                <a:ext cx="103206" cy="43863"/>
              </a:xfrm>
              <a:custGeom>
                <a:avLst/>
                <a:gdLst/>
                <a:ahLst/>
                <a:cxnLst/>
                <a:rect l="l" t="t" r="r" b="b"/>
                <a:pathLst>
                  <a:path w="47" h="20" extrusionOk="0">
                    <a:moveTo>
                      <a:pt x="42" y="0"/>
                    </a:moveTo>
                    <a:cubicBezTo>
                      <a:pt x="5" y="0"/>
                      <a:pt x="5" y="0"/>
                      <a:pt x="5" y="0"/>
                    </a:cubicBezTo>
                    <a:cubicBezTo>
                      <a:pt x="2" y="0"/>
                      <a:pt x="0" y="2"/>
                      <a:pt x="0" y="5"/>
                    </a:cubicBezTo>
                    <a:cubicBezTo>
                      <a:pt x="0" y="15"/>
                      <a:pt x="0" y="15"/>
                      <a:pt x="0" y="15"/>
                    </a:cubicBezTo>
                    <a:cubicBezTo>
                      <a:pt x="0" y="18"/>
                      <a:pt x="2" y="20"/>
                      <a:pt x="5" y="20"/>
                    </a:cubicBezTo>
                    <a:cubicBezTo>
                      <a:pt x="42" y="20"/>
                      <a:pt x="42" y="20"/>
                      <a:pt x="42" y="20"/>
                    </a:cubicBezTo>
                    <a:cubicBezTo>
                      <a:pt x="45" y="20"/>
                      <a:pt x="47" y="18"/>
                      <a:pt x="47" y="15"/>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1" name="Google Shape;2361;p39">
                <a:extLst>
                  <a:ext uri="{FF2B5EF4-FFF2-40B4-BE49-F238E27FC236}">
                    <a16:creationId xmlns:a16="http://schemas.microsoft.com/office/drawing/2014/main" id="{CCEEE142-3337-EF44-6D73-A368444BC062}"/>
                  </a:ext>
                </a:extLst>
              </p:cNvPr>
              <p:cNvSpPr/>
              <p:nvPr/>
            </p:nvSpPr>
            <p:spPr>
              <a:xfrm>
                <a:off x="4572009" y="4578447"/>
                <a:ext cx="103206" cy="43863"/>
              </a:xfrm>
              <a:custGeom>
                <a:avLst/>
                <a:gdLst/>
                <a:ahLst/>
                <a:cxnLst/>
                <a:rect l="l" t="t" r="r" b="b"/>
                <a:pathLst>
                  <a:path w="47" h="20" extrusionOk="0">
                    <a:moveTo>
                      <a:pt x="42" y="0"/>
                    </a:moveTo>
                    <a:cubicBezTo>
                      <a:pt x="5" y="0"/>
                      <a:pt x="5" y="0"/>
                      <a:pt x="5" y="0"/>
                    </a:cubicBezTo>
                    <a:cubicBezTo>
                      <a:pt x="2" y="0"/>
                      <a:pt x="0" y="2"/>
                      <a:pt x="0" y="4"/>
                    </a:cubicBezTo>
                    <a:cubicBezTo>
                      <a:pt x="0" y="15"/>
                      <a:pt x="0" y="15"/>
                      <a:pt x="0" y="15"/>
                    </a:cubicBezTo>
                    <a:cubicBezTo>
                      <a:pt x="0" y="18"/>
                      <a:pt x="2" y="20"/>
                      <a:pt x="5" y="20"/>
                    </a:cubicBezTo>
                    <a:cubicBezTo>
                      <a:pt x="42" y="20"/>
                      <a:pt x="42" y="20"/>
                      <a:pt x="42" y="20"/>
                    </a:cubicBezTo>
                    <a:cubicBezTo>
                      <a:pt x="45" y="20"/>
                      <a:pt x="47" y="18"/>
                      <a:pt x="47" y="15"/>
                    </a:cubicBezTo>
                    <a:cubicBezTo>
                      <a:pt x="47" y="4"/>
                      <a:pt x="47" y="4"/>
                      <a:pt x="47" y="4"/>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2" name="Google Shape;2362;p39">
                <a:extLst>
                  <a:ext uri="{FF2B5EF4-FFF2-40B4-BE49-F238E27FC236}">
                    <a16:creationId xmlns:a16="http://schemas.microsoft.com/office/drawing/2014/main" id="{08647839-B99F-BBF1-0E23-F6DA3B0FDC71}"/>
                  </a:ext>
                </a:extLst>
              </p:cNvPr>
              <p:cNvSpPr/>
              <p:nvPr/>
            </p:nvSpPr>
            <p:spPr>
              <a:xfrm>
                <a:off x="4270132" y="4294631"/>
                <a:ext cx="103206" cy="43863"/>
              </a:xfrm>
              <a:custGeom>
                <a:avLst/>
                <a:gdLst/>
                <a:ahLst/>
                <a:cxnLst/>
                <a:rect l="l" t="t" r="r" b="b"/>
                <a:pathLst>
                  <a:path w="47" h="20" extrusionOk="0">
                    <a:moveTo>
                      <a:pt x="47" y="15"/>
                    </a:moveTo>
                    <a:cubicBezTo>
                      <a:pt x="47" y="5"/>
                      <a:pt x="47" y="5"/>
                      <a:pt x="47" y="5"/>
                    </a:cubicBezTo>
                    <a:cubicBezTo>
                      <a:pt x="47" y="2"/>
                      <a:pt x="45" y="0"/>
                      <a:pt x="42" y="0"/>
                    </a:cubicBezTo>
                    <a:cubicBezTo>
                      <a:pt x="5" y="0"/>
                      <a:pt x="5" y="0"/>
                      <a:pt x="5" y="0"/>
                    </a:cubicBezTo>
                    <a:cubicBezTo>
                      <a:pt x="2" y="0"/>
                      <a:pt x="0" y="2"/>
                      <a:pt x="0" y="5"/>
                    </a:cubicBezTo>
                    <a:cubicBezTo>
                      <a:pt x="0" y="15"/>
                      <a:pt x="0" y="15"/>
                      <a:pt x="0" y="15"/>
                    </a:cubicBezTo>
                    <a:cubicBezTo>
                      <a:pt x="0" y="18"/>
                      <a:pt x="2" y="20"/>
                      <a:pt x="5" y="20"/>
                    </a:cubicBezTo>
                    <a:cubicBezTo>
                      <a:pt x="42" y="20"/>
                      <a:pt x="42" y="20"/>
                      <a:pt x="42" y="20"/>
                    </a:cubicBezTo>
                    <a:cubicBezTo>
                      <a:pt x="45" y="20"/>
                      <a:pt x="47" y="18"/>
                      <a:pt x="47" y="15"/>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3" name="Google Shape;2363;p39">
                <a:extLst>
                  <a:ext uri="{FF2B5EF4-FFF2-40B4-BE49-F238E27FC236}">
                    <a16:creationId xmlns:a16="http://schemas.microsoft.com/office/drawing/2014/main" id="{3696896E-4E00-586A-3A9E-BC58D3B32BB4}"/>
                  </a:ext>
                </a:extLst>
              </p:cNvPr>
              <p:cNvSpPr/>
              <p:nvPr/>
            </p:nvSpPr>
            <p:spPr>
              <a:xfrm>
                <a:off x="4711336" y="4694554"/>
                <a:ext cx="103206" cy="43863"/>
              </a:xfrm>
              <a:custGeom>
                <a:avLst/>
                <a:gdLst/>
                <a:ahLst/>
                <a:cxnLst/>
                <a:rect l="l" t="t" r="r" b="b"/>
                <a:pathLst>
                  <a:path w="47" h="20" extrusionOk="0">
                    <a:moveTo>
                      <a:pt x="42" y="0"/>
                    </a:moveTo>
                    <a:cubicBezTo>
                      <a:pt x="5" y="0"/>
                      <a:pt x="5" y="0"/>
                      <a:pt x="5" y="0"/>
                    </a:cubicBezTo>
                    <a:cubicBezTo>
                      <a:pt x="2" y="0"/>
                      <a:pt x="0" y="2"/>
                      <a:pt x="0" y="5"/>
                    </a:cubicBezTo>
                    <a:cubicBezTo>
                      <a:pt x="0" y="15"/>
                      <a:pt x="0" y="15"/>
                      <a:pt x="0" y="15"/>
                    </a:cubicBezTo>
                    <a:cubicBezTo>
                      <a:pt x="0" y="18"/>
                      <a:pt x="2" y="20"/>
                      <a:pt x="5" y="20"/>
                    </a:cubicBezTo>
                    <a:cubicBezTo>
                      <a:pt x="42" y="20"/>
                      <a:pt x="42" y="20"/>
                      <a:pt x="42" y="20"/>
                    </a:cubicBezTo>
                    <a:cubicBezTo>
                      <a:pt x="45" y="20"/>
                      <a:pt x="47" y="18"/>
                      <a:pt x="47" y="15"/>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4" name="Google Shape;2364;p39">
                <a:extLst>
                  <a:ext uri="{FF2B5EF4-FFF2-40B4-BE49-F238E27FC236}">
                    <a16:creationId xmlns:a16="http://schemas.microsoft.com/office/drawing/2014/main" id="{35A60D81-4E8A-63EA-1C31-E7637F13923F}"/>
                  </a:ext>
                </a:extLst>
              </p:cNvPr>
              <p:cNvSpPr/>
              <p:nvPr/>
            </p:nvSpPr>
            <p:spPr>
              <a:xfrm>
                <a:off x="4316574" y="4911287"/>
                <a:ext cx="103206" cy="46443"/>
              </a:xfrm>
              <a:custGeom>
                <a:avLst/>
                <a:gdLst/>
                <a:ahLst/>
                <a:cxnLst/>
                <a:rect l="l" t="t" r="r" b="b"/>
                <a:pathLst>
                  <a:path w="47" h="21" extrusionOk="0">
                    <a:moveTo>
                      <a:pt x="42" y="0"/>
                    </a:moveTo>
                    <a:cubicBezTo>
                      <a:pt x="4" y="0"/>
                      <a:pt x="4" y="0"/>
                      <a:pt x="4" y="0"/>
                    </a:cubicBezTo>
                    <a:cubicBezTo>
                      <a:pt x="2" y="0"/>
                      <a:pt x="0" y="3"/>
                      <a:pt x="0" y="5"/>
                    </a:cubicBezTo>
                    <a:cubicBezTo>
                      <a:pt x="0" y="16"/>
                      <a:pt x="0" y="16"/>
                      <a:pt x="0" y="16"/>
                    </a:cubicBezTo>
                    <a:cubicBezTo>
                      <a:pt x="0" y="19"/>
                      <a:pt x="2" y="21"/>
                      <a:pt x="4" y="21"/>
                    </a:cubicBezTo>
                    <a:cubicBezTo>
                      <a:pt x="42" y="21"/>
                      <a:pt x="42" y="21"/>
                      <a:pt x="42" y="21"/>
                    </a:cubicBezTo>
                    <a:cubicBezTo>
                      <a:pt x="45" y="21"/>
                      <a:pt x="47" y="19"/>
                      <a:pt x="47" y="16"/>
                    </a:cubicBezTo>
                    <a:cubicBezTo>
                      <a:pt x="47" y="5"/>
                      <a:pt x="47" y="5"/>
                      <a:pt x="47" y="5"/>
                    </a:cubicBezTo>
                    <a:cubicBezTo>
                      <a:pt x="47" y="3"/>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5" name="Google Shape;2365;p39">
                <a:extLst>
                  <a:ext uri="{FF2B5EF4-FFF2-40B4-BE49-F238E27FC236}">
                    <a16:creationId xmlns:a16="http://schemas.microsoft.com/office/drawing/2014/main" id="{A142B092-7D91-33D5-67AD-7B5C23F3F5C9}"/>
                  </a:ext>
                </a:extLst>
              </p:cNvPr>
              <p:cNvSpPr/>
              <p:nvPr/>
            </p:nvSpPr>
            <p:spPr>
              <a:xfrm>
                <a:off x="4572009" y="4831302"/>
                <a:ext cx="103206" cy="46443"/>
              </a:xfrm>
              <a:custGeom>
                <a:avLst/>
                <a:gdLst/>
                <a:ahLst/>
                <a:cxnLst/>
                <a:rect l="l" t="t" r="r" b="b"/>
                <a:pathLst>
                  <a:path w="47" h="21" extrusionOk="0">
                    <a:moveTo>
                      <a:pt x="42" y="0"/>
                    </a:moveTo>
                    <a:cubicBezTo>
                      <a:pt x="4" y="0"/>
                      <a:pt x="4" y="0"/>
                      <a:pt x="4" y="0"/>
                    </a:cubicBezTo>
                    <a:cubicBezTo>
                      <a:pt x="2" y="0"/>
                      <a:pt x="0" y="3"/>
                      <a:pt x="0" y="5"/>
                    </a:cubicBezTo>
                    <a:cubicBezTo>
                      <a:pt x="0" y="16"/>
                      <a:pt x="0" y="16"/>
                      <a:pt x="0" y="16"/>
                    </a:cubicBezTo>
                    <a:cubicBezTo>
                      <a:pt x="0" y="19"/>
                      <a:pt x="2" y="21"/>
                      <a:pt x="4" y="21"/>
                    </a:cubicBezTo>
                    <a:cubicBezTo>
                      <a:pt x="42" y="21"/>
                      <a:pt x="42" y="21"/>
                      <a:pt x="42" y="21"/>
                    </a:cubicBezTo>
                    <a:cubicBezTo>
                      <a:pt x="44" y="21"/>
                      <a:pt x="47" y="19"/>
                      <a:pt x="47" y="16"/>
                    </a:cubicBezTo>
                    <a:cubicBezTo>
                      <a:pt x="47" y="5"/>
                      <a:pt x="47" y="5"/>
                      <a:pt x="47" y="5"/>
                    </a:cubicBezTo>
                    <a:cubicBezTo>
                      <a:pt x="47" y="3"/>
                      <a:pt x="44"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6" name="Google Shape;2366;p39">
                <a:extLst>
                  <a:ext uri="{FF2B5EF4-FFF2-40B4-BE49-F238E27FC236}">
                    <a16:creationId xmlns:a16="http://schemas.microsoft.com/office/drawing/2014/main" id="{F8F04440-22BE-C9D1-E216-03E441AD1AEC}"/>
                  </a:ext>
                </a:extLst>
              </p:cNvPr>
              <p:cNvSpPr/>
              <p:nvPr/>
            </p:nvSpPr>
            <p:spPr>
              <a:xfrm>
                <a:off x="4711336" y="4178525"/>
                <a:ext cx="103206" cy="43863"/>
              </a:xfrm>
              <a:custGeom>
                <a:avLst/>
                <a:gdLst/>
                <a:ahLst/>
                <a:cxnLst/>
                <a:rect l="l" t="t" r="r" b="b"/>
                <a:pathLst>
                  <a:path w="47" h="20" extrusionOk="0">
                    <a:moveTo>
                      <a:pt x="42" y="0"/>
                    </a:moveTo>
                    <a:cubicBezTo>
                      <a:pt x="5" y="0"/>
                      <a:pt x="5" y="0"/>
                      <a:pt x="5" y="0"/>
                    </a:cubicBezTo>
                    <a:cubicBezTo>
                      <a:pt x="2" y="0"/>
                      <a:pt x="0" y="2"/>
                      <a:pt x="0" y="5"/>
                    </a:cubicBezTo>
                    <a:cubicBezTo>
                      <a:pt x="0" y="15"/>
                      <a:pt x="0" y="15"/>
                      <a:pt x="0" y="15"/>
                    </a:cubicBezTo>
                    <a:cubicBezTo>
                      <a:pt x="0" y="18"/>
                      <a:pt x="2" y="20"/>
                      <a:pt x="5" y="20"/>
                    </a:cubicBezTo>
                    <a:cubicBezTo>
                      <a:pt x="42" y="20"/>
                      <a:pt x="42" y="20"/>
                      <a:pt x="42" y="20"/>
                    </a:cubicBezTo>
                    <a:cubicBezTo>
                      <a:pt x="45" y="20"/>
                      <a:pt x="47" y="18"/>
                      <a:pt x="47" y="15"/>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7" name="Google Shape;2367;p39">
                <a:extLst>
                  <a:ext uri="{FF2B5EF4-FFF2-40B4-BE49-F238E27FC236}">
                    <a16:creationId xmlns:a16="http://schemas.microsoft.com/office/drawing/2014/main" id="{47105266-38C9-7FE5-22EE-058F28063233}"/>
                  </a:ext>
                </a:extLst>
              </p:cNvPr>
              <p:cNvSpPr/>
              <p:nvPr/>
            </p:nvSpPr>
            <p:spPr>
              <a:xfrm>
                <a:off x="5000311" y="4178525"/>
                <a:ext cx="103206" cy="43863"/>
              </a:xfrm>
              <a:custGeom>
                <a:avLst/>
                <a:gdLst/>
                <a:ahLst/>
                <a:cxnLst/>
                <a:rect l="l" t="t" r="r" b="b"/>
                <a:pathLst>
                  <a:path w="47" h="20" extrusionOk="0">
                    <a:moveTo>
                      <a:pt x="42" y="0"/>
                    </a:moveTo>
                    <a:cubicBezTo>
                      <a:pt x="4" y="0"/>
                      <a:pt x="4" y="0"/>
                      <a:pt x="4" y="0"/>
                    </a:cubicBezTo>
                    <a:cubicBezTo>
                      <a:pt x="2" y="0"/>
                      <a:pt x="0" y="2"/>
                      <a:pt x="0" y="5"/>
                    </a:cubicBezTo>
                    <a:cubicBezTo>
                      <a:pt x="0" y="15"/>
                      <a:pt x="0" y="15"/>
                      <a:pt x="0" y="15"/>
                    </a:cubicBezTo>
                    <a:cubicBezTo>
                      <a:pt x="0" y="18"/>
                      <a:pt x="2" y="20"/>
                      <a:pt x="4" y="20"/>
                    </a:cubicBezTo>
                    <a:cubicBezTo>
                      <a:pt x="42" y="20"/>
                      <a:pt x="42" y="20"/>
                      <a:pt x="42" y="20"/>
                    </a:cubicBezTo>
                    <a:cubicBezTo>
                      <a:pt x="45" y="20"/>
                      <a:pt x="47" y="18"/>
                      <a:pt x="47" y="15"/>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8" name="Google Shape;2368;p39">
                <a:extLst>
                  <a:ext uri="{FF2B5EF4-FFF2-40B4-BE49-F238E27FC236}">
                    <a16:creationId xmlns:a16="http://schemas.microsoft.com/office/drawing/2014/main" id="{7D5F59B2-3A3D-727B-4993-59C554668A3A}"/>
                  </a:ext>
                </a:extLst>
              </p:cNvPr>
              <p:cNvSpPr/>
              <p:nvPr/>
            </p:nvSpPr>
            <p:spPr>
              <a:xfrm>
                <a:off x="5000311" y="4374616"/>
                <a:ext cx="103206" cy="43863"/>
              </a:xfrm>
              <a:custGeom>
                <a:avLst/>
                <a:gdLst/>
                <a:ahLst/>
                <a:cxnLst/>
                <a:rect l="l" t="t" r="r" b="b"/>
                <a:pathLst>
                  <a:path w="47" h="20" extrusionOk="0">
                    <a:moveTo>
                      <a:pt x="42" y="0"/>
                    </a:moveTo>
                    <a:cubicBezTo>
                      <a:pt x="4" y="0"/>
                      <a:pt x="4" y="0"/>
                      <a:pt x="4" y="0"/>
                    </a:cubicBezTo>
                    <a:cubicBezTo>
                      <a:pt x="2" y="0"/>
                      <a:pt x="0" y="2"/>
                      <a:pt x="0" y="5"/>
                    </a:cubicBezTo>
                    <a:cubicBezTo>
                      <a:pt x="0" y="15"/>
                      <a:pt x="0" y="15"/>
                      <a:pt x="0" y="15"/>
                    </a:cubicBezTo>
                    <a:cubicBezTo>
                      <a:pt x="0" y="18"/>
                      <a:pt x="2" y="20"/>
                      <a:pt x="4" y="20"/>
                    </a:cubicBezTo>
                    <a:cubicBezTo>
                      <a:pt x="42" y="20"/>
                      <a:pt x="42" y="20"/>
                      <a:pt x="42" y="20"/>
                    </a:cubicBezTo>
                    <a:cubicBezTo>
                      <a:pt x="45" y="20"/>
                      <a:pt x="47" y="18"/>
                      <a:pt x="47" y="15"/>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9" name="Google Shape;2369;p39">
                <a:extLst>
                  <a:ext uri="{FF2B5EF4-FFF2-40B4-BE49-F238E27FC236}">
                    <a16:creationId xmlns:a16="http://schemas.microsoft.com/office/drawing/2014/main" id="{74CA06CD-853A-8DC1-7388-D7B9DB21F9D9}"/>
                  </a:ext>
                </a:extLst>
              </p:cNvPr>
              <p:cNvSpPr/>
              <p:nvPr/>
            </p:nvSpPr>
            <p:spPr>
              <a:xfrm>
                <a:off x="3795387" y="3933410"/>
                <a:ext cx="103206" cy="46443"/>
              </a:xfrm>
              <a:custGeom>
                <a:avLst/>
                <a:gdLst/>
                <a:ahLst/>
                <a:cxnLst/>
                <a:rect l="l" t="t" r="r" b="b"/>
                <a:pathLst>
                  <a:path w="47" h="20" extrusionOk="0">
                    <a:moveTo>
                      <a:pt x="42" y="0"/>
                    </a:moveTo>
                    <a:cubicBezTo>
                      <a:pt x="5" y="0"/>
                      <a:pt x="5" y="0"/>
                      <a:pt x="5" y="0"/>
                    </a:cubicBezTo>
                    <a:cubicBezTo>
                      <a:pt x="2" y="0"/>
                      <a:pt x="0" y="2"/>
                      <a:pt x="0" y="5"/>
                    </a:cubicBezTo>
                    <a:cubicBezTo>
                      <a:pt x="0" y="16"/>
                      <a:pt x="0" y="16"/>
                      <a:pt x="0" y="16"/>
                    </a:cubicBezTo>
                    <a:cubicBezTo>
                      <a:pt x="0" y="18"/>
                      <a:pt x="2" y="20"/>
                      <a:pt x="5" y="20"/>
                    </a:cubicBezTo>
                    <a:cubicBezTo>
                      <a:pt x="42" y="20"/>
                      <a:pt x="42" y="20"/>
                      <a:pt x="42" y="20"/>
                    </a:cubicBezTo>
                    <a:cubicBezTo>
                      <a:pt x="45" y="20"/>
                      <a:pt x="47" y="18"/>
                      <a:pt x="47" y="16"/>
                    </a:cubicBezTo>
                    <a:cubicBezTo>
                      <a:pt x="47" y="5"/>
                      <a:pt x="47" y="5"/>
                      <a:pt x="47" y="5"/>
                    </a:cubicBezTo>
                    <a:cubicBezTo>
                      <a:pt x="47" y="2"/>
                      <a:pt x="45" y="0"/>
                      <a:pt x="42"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370" name="Google Shape;2370;p39">
              <a:extLst>
                <a:ext uri="{FF2B5EF4-FFF2-40B4-BE49-F238E27FC236}">
                  <a16:creationId xmlns:a16="http://schemas.microsoft.com/office/drawing/2014/main" id="{72308179-3CB3-588A-DC91-56AAFEEA3958}"/>
                </a:ext>
              </a:extLst>
            </p:cNvPr>
            <p:cNvSpPr/>
            <p:nvPr/>
          </p:nvSpPr>
          <p:spPr>
            <a:xfrm>
              <a:off x="8865900" y="4630500"/>
              <a:ext cx="321000" cy="6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grpSp>
      <p:grpSp>
        <p:nvGrpSpPr>
          <p:cNvPr id="2371" name="Google Shape;2371;p39">
            <a:extLst>
              <a:ext uri="{FF2B5EF4-FFF2-40B4-BE49-F238E27FC236}">
                <a16:creationId xmlns:a16="http://schemas.microsoft.com/office/drawing/2014/main" id="{1C537EDE-4178-9CB0-BA98-15EF4C02D566}"/>
              </a:ext>
            </a:extLst>
          </p:cNvPr>
          <p:cNvGrpSpPr/>
          <p:nvPr/>
        </p:nvGrpSpPr>
        <p:grpSpPr>
          <a:xfrm>
            <a:off x="7088110" y="2631244"/>
            <a:ext cx="1226485" cy="1077101"/>
            <a:chOff x="7410610" y="2637069"/>
            <a:chExt cx="1226485" cy="1077101"/>
          </a:xfrm>
        </p:grpSpPr>
        <p:grpSp>
          <p:nvGrpSpPr>
            <p:cNvPr id="2372" name="Google Shape;2372;p39">
              <a:extLst>
                <a:ext uri="{FF2B5EF4-FFF2-40B4-BE49-F238E27FC236}">
                  <a16:creationId xmlns:a16="http://schemas.microsoft.com/office/drawing/2014/main" id="{901355CB-1B94-791B-23D9-87371281C6C8}"/>
                </a:ext>
              </a:extLst>
            </p:cNvPr>
            <p:cNvGrpSpPr/>
            <p:nvPr/>
          </p:nvGrpSpPr>
          <p:grpSpPr>
            <a:xfrm>
              <a:off x="8386635" y="3027970"/>
              <a:ext cx="250461" cy="686200"/>
              <a:chOff x="6178550" y="415926"/>
              <a:chExt cx="774700" cy="2122487"/>
            </a:xfrm>
          </p:grpSpPr>
          <p:sp>
            <p:nvSpPr>
              <p:cNvPr id="2373" name="Google Shape;2373;p39">
                <a:extLst>
                  <a:ext uri="{FF2B5EF4-FFF2-40B4-BE49-F238E27FC236}">
                    <a16:creationId xmlns:a16="http://schemas.microsoft.com/office/drawing/2014/main" id="{9C8F4A7A-1AF2-5689-ABBE-82BA1EC64E98}"/>
                  </a:ext>
                </a:extLst>
              </p:cNvPr>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4" name="Google Shape;2374;p39">
                <a:extLst>
                  <a:ext uri="{FF2B5EF4-FFF2-40B4-BE49-F238E27FC236}">
                    <a16:creationId xmlns:a16="http://schemas.microsoft.com/office/drawing/2014/main" id="{5B734495-477D-6218-746D-5699D912FB64}"/>
                  </a:ext>
                </a:extLst>
              </p:cNvPr>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5" name="Google Shape;2375;p39">
                <a:extLst>
                  <a:ext uri="{FF2B5EF4-FFF2-40B4-BE49-F238E27FC236}">
                    <a16:creationId xmlns:a16="http://schemas.microsoft.com/office/drawing/2014/main" id="{12BB287C-336E-064E-0C21-C53AF1D34703}"/>
                  </a:ext>
                </a:extLst>
              </p:cNvPr>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6" name="Google Shape;2376;p39">
                <a:extLst>
                  <a:ext uri="{FF2B5EF4-FFF2-40B4-BE49-F238E27FC236}">
                    <a16:creationId xmlns:a16="http://schemas.microsoft.com/office/drawing/2014/main" id="{332D2CB7-C2CF-60D7-139D-318701152981}"/>
                  </a:ext>
                </a:extLst>
              </p:cNvPr>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7" name="Google Shape;2377;p39">
                <a:extLst>
                  <a:ext uri="{FF2B5EF4-FFF2-40B4-BE49-F238E27FC236}">
                    <a16:creationId xmlns:a16="http://schemas.microsoft.com/office/drawing/2014/main" id="{96CA1836-8EE1-C284-F36A-CF38E976D1D0}"/>
                  </a:ext>
                </a:extLst>
              </p:cNvPr>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8" name="Google Shape;2378;p39">
                <a:extLst>
                  <a:ext uri="{FF2B5EF4-FFF2-40B4-BE49-F238E27FC236}">
                    <a16:creationId xmlns:a16="http://schemas.microsoft.com/office/drawing/2014/main" id="{31ABE425-2887-6E97-F705-603188EB9FE9}"/>
                  </a:ext>
                </a:extLst>
              </p:cNvPr>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9" name="Google Shape;2379;p39">
                <a:extLst>
                  <a:ext uri="{FF2B5EF4-FFF2-40B4-BE49-F238E27FC236}">
                    <a16:creationId xmlns:a16="http://schemas.microsoft.com/office/drawing/2014/main" id="{07DEFEC8-23DC-93D8-0013-D6D952D48049}"/>
                  </a:ext>
                </a:extLst>
              </p:cNvPr>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0" name="Google Shape;2380;p39">
                <a:extLst>
                  <a:ext uri="{FF2B5EF4-FFF2-40B4-BE49-F238E27FC236}">
                    <a16:creationId xmlns:a16="http://schemas.microsoft.com/office/drawing/2014/main" id="{3FFEF248-691E-52DC-4235-D7DD09123782}"/>
                  </a:ext>
                </a:extLst>
              </p:cNvPr>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381" name="Google Shape;2381;p39">
              <a:extLst>
                <a:ext uri="{FF2B5EF4-FFF2-40B4-BE49-F238E27FC236}">
                  <a16:creationId xmlns:a16="http://schemas.microsoft.com/office/drawing/2014/main" id="{0BD92452-55E1-D204-BE99-1B829A9188CE}"/>
                </a:ext>
              </a:extLst>
            </p:cNvPr>
            <p:cNvGrpSpPr/>
            <p:nvPr/>
          </p:nvGrpSpPr>
          <p:grpSpPr>
            <a:xfrm>
              <a:off x="7898536" y="2637069"/>
              <a:ext cx="321036" cy="1076950"/>
              <a:chOff x="6178550" y="415926"/>
              <a:chExt cx="774700" cy="2122487"/>
            </a:xfrm>
          </p:grpSpPr>
          <p:sp>
            <p:nvSpPr>
              <p:cNvPr id="2382" name="Google Shape;2382;p39">
                <a:extLst>
                  <a:ext uri="{FF2B5EF4-FFF2-40B4-BE49-F238E27FC236}">
                    <a16:creationId xmlns:a16="http://schemas.microsoft.com/office/drawing/2014/main" id="{3A0BC474-DD4F-2A3B-E0F0-042D14ABD8E1}"/>
                  </a:ext>
                </a:extLst>
              </p:cNvPr>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3" name="Google Shape;2383;p39">
                <a:extLst>
                  <a:ext uri="{FF2B5EF4-FFF2-40B4-BE49-F238E27FC236}">
                    <a16:creationId xmlns:a16="http://schemas.microsoft.com/office/drawing/2014/main" id="{F718AF54-43C3-9606-2C8A-2950C7059BFF}"/>
                  </a:ext>
                </a:extLst>
              </p:cNvPr>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4" name="Google Shape;2384;p39">
                <a:extLst>
                  <a:ext uri="{FF2B5EF4-FFF2-40B4-BE49-F238E27FC236}">
                    <a16:creationId xmlns:a16="http://schemas.microsoft.com/office/drawing/2014/main" id="{4A2ED6D7-E39E-5BAB-B319-5FC2FAB80D0C}"/>
                  </a:ext>
                </a:extLst>
              </p:cNvPr>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5" name="Google Shape;2385;p39">
                <a:extLst>
                  <a:ext uri="{FF2B5EF4-FFF2-40B4-BE49-F238E27FC236}">
                    <a16:creationId xmlns:a16="http://schemas.microsoft.com/office/drawing/2014/main" id="{29C6C6AD-7238-08A7-2EC3-49195AF333BE}"/>
                  </a:ext>
                </a:extLst>
              </p:cNvPr>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6" name="Google Shape;2386;p39">
                <a:extLst>
                  <a:ext uri="{FF2B5EF4-FFF2-40B4-BE49-F238E27FC236}">
                    <a16:creationId xmlns:a16="http://schemas.microsoft.com/office/drawing/2014/main" id="{4A94F065-84BC-E2C1-035E-3DEC18A477F6}"/>
                  </a:ext>
                </a:extLst>
              </p:cNvPr>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7" name="Google Shape;2387;p39">
                <a:extLst>
                  <a:ext uri="{FF2B5EF4-FFF2-40B4-BE49-F238E27FC236}">
                    <a16:creationId xmlns:a16="http://schemas.microsoft.com/office/drawing/2014/main" id="{7E13EDB1-3787-12E4-0805-0256E4B06968}"/>
                  </a:ext>
                </a:extLst>
              </p:cNvPr>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8" name="Google Shape;2388;p39">
                <a:extLst>
                  <a:ext uri="{FF2B5EF4-FFF2-40B4-BE49-F238E27FC236}">
                    <a16:creationId xmlns:a16="http://schemas.microsoft.com/office/drawing/2014/main" id="{54BBC439-8409-5991-A115-5A2033E3C502}"/>
                  </a:ext>
                </a:extLst>
              </p:cNvPr>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9" name="Google Shape;2389;p39">
                <a:extLst>
                  <a:ext uri="{FF2B5EF4-FFF2-40B4-BE49-F238E27FC236}">
                    <a16:creationId xmlns:a16="http://schemas.microsoft.com/office/drawing/2014/main" id="{1D64BBDF-9DB4-DB03-AA80-E8C62160D8B8}"/>
                  </a:ext>
                </a:extLst>
              </p:cNvPr>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390" name="Google Shape;2390;p39">
              <a:extLst>
                <a:ext uri="{FF2B5EF4-FFF2-40B4-BE49-F238E27FC236}">
                  <a16:creationId xmlns:a16="http://schemas.microsoft.com/office/drawing/2014/main" id="{233EB9CC-877E-0F92-48A9-FB2B73DF42A6}"/>
                </a:ext>
              </a:extLst>
            </p:cNvPr>
            <p:cNvGrpSpPr/>
            <p:nvPr/>
          </p:nvGrpSpPr>
          <p:grpSpPr>
            <a:xfrm>
              <a:off x="7410610" y="2834495"/>
              <a:ext cx="321036" cy="879559"/>
              <a:chOff x="6178550" y="415926"/>
              <a:chExt cx="774700" cy="2122487"/>
            </a:xfrm>
          </p:grpSpPr>
          <p:sp>
            <p:nvSpPr>
              <p:cNvPr id="2391" name="Google Shape;2391;p39">
                <a:extLst>
                  <a:ext uri="{FF2B5EF4-FFF2-40B4-BE49-F238E27FC236}">
                    <a16:creationId xmlns:a16="http://schemas.microsoft.com/office/drawing/2014/main" id="{E5343338-5B2E-3350-EF63-8ED4292352A2}"/>
                  </a:ext>
                </a:extLst>
              </p:cNvPr>
              <p:cNvSpPr/>
              <p:nvPr/>
            </p:nvSpPr>
            <p:spPr>
              <a:xfrm>
                <a:off x="6205538" y="604838"/>
                <a:ext cx="674688" cy="1933575"/>
              </a:xfrm>
              <a:custGeom>
                <a:avLst/>
                <a:gdLst/>
                <a:ahLst/>
                <a:cxnLst/>
                <a:rect l="l" t="t" r="r" b="b"/>
                <a:pathLst>
                  <a:path w="357" h="1021" extrusionOk="0">
                    <a:moveTo>
                      <a:pt x="356" y="591"/>
                    </a:moveTo>
                    <a:cubicBezTo>
                      <a:pt x="199" y="653"/>
                      <a:pt x="199" y="653"/>
                      <a:pt x="199" y="653"/>
                    </a:cubicBezTo>
                    <a:cubicBezTo>
                      <a:pt x="191" y="0"/>
                      <a:pt x="191" y="0"/>
                      <a:pt x="191" y="0"/>
                    </a:cubicBezTo>
                    <a:cubicBezTo>
                      <a:pt x="189" y="183"/>
                      <a:pt x="189" y="183"/>
                      <a:pt x="189" y="183"/>
                    </a:cubicBezTo>
                    <a:cubicBezTo>
                      <a:pt x="133" y="143"/>
                      <a:pt x="133" y="143"/>
                      <a:pt x="133" y="143"/>
                    </a:cubicBezTo>
                    <a:cubicBezTo>
                      <a:pt x="132" y="143"/>
                      <a:pt x="132" y="143"/>
                      <a:pt x="131" y="143"/>
                    </a:cubicBezTo>
                    <a:cubicBezTo>
                      <a:pt x="131" y="144"/>
                      <a:pt x="131" y="144"/>
                      <a:pt x="132" y="145"/>
                    </a:cubicBezTo>
                    <a:cubicBezTo>
                      <a:pt x="189" y="185"/>
                      <a:pt x="189" y="185"/>
                      <a:pt x="189" y="185"/>
                    </a:cubicBezTo>
                    <a:cubicBezTo>
                      <a:pt x="184" y="542"/>
                      <a:pt x="184" y="542"/>
                      <a:pt x="184" y="542"/>
                    </a:cubicBezTo>
                    <a:cubicBezTo>
                      <a:pt x="83" y="467"/>
                      <a:pt x="83" y="467"/>
                      <a:pt x="83" y="467"/>
                    </a:cubicBezTo>
                    <a:cubicBezTo>
                      <a:pt x="83" y="467"/>
                      <a:pt x="82" y="467"/>
                      <a:pt x="82" y="467"/>
                    </a:cubicBezTo>
                    <a:cubicBezTo>
                      <a:pt x="81" y="468"/>
                      <a:pt x="82" y="468"/>
                      <a:pt x="82" y="469"/>
                    </a:cubicBezTo>
                    <a:cubicBezTo>
                      <a:pt x="184" y="545"/>
                      <a:pt x="184" y="545"/>
                      <a:pt x="184" y="545"/>
                    </a:cubicBezTo>
                    <a:cubicBezTo>
                      <a:pt x="180" y="905"/>
                      <a:pt x="180" y="905"/>
                      <a:pt x="180" y="905"/>
                    </a:cubicBezTo>
                    <a:cubicBezTo>
                      <a:pt x="2" y="718"/>
                      <a:pt x="2" y="718"/>
                      <a:pt x="2" y="718"/>
                    </a:cubicBezTo>
                    <a:cubicBezTo>
                      <a:pt x="1" y="718"/>
                      <a:pt x="1" y="718"/>
                      <a:pt x="0" y="718"/>
                    </a:cubicBezTo>
                    <a:cubicBezTo>
                      <a:pt x="0" y="719"/>
                      <a:pt x="0" y="719"/>
                      <a:pt x="0" y="720"/>
                    </a:cubicBezTo>
                    <a:cubicBezTo>
                      <a:pt x="180" y="907"/>
                      <a:pt x="180" y="907"/>
                      <a:pt x="180" y="907"/>
                    </a:cubicBezTo>
                    <a:cubicBezTo>
                      <a:pt x="179" y="1021"/>
                      <a:pt x="179" y="1021"/>
                      <a:pt x="179" y="1021"/>
                    </a:cubicBezTo>
                    <a:cubicBezTo>
                      <a:pt x="203" y="1021"/>
                      <a:pt x="203" y="1021"/>
                      <a:pt x="203" y="1021"/>
                    </a:cubicBezTo>
                    <a:cubicBezTo>
                      <a:pt x="199" y="655"/>
                      <a:pt x="199" y="655"/>
                      <a:pt x="199" y="655"/>
                    </a:cubicBezTo>
                    <a:cubicBezTo>
                      <a:pt x="232" y="642"/>
                      <a:pt x="232" y="642"/>
                      <a:pt x="232" y="642"/>
                    </a:cubicBezTo>
                    <a:cubicBezTo>
                      <a:pt x="344" y="617"/>
                      <a:pt x="344" y="617"/>
                      <a:pt x="344" y="617"/>
                    </a:cubicBezTo>
                    <a:cubicBezTo>
                      <a:pt x="344" y="617"/>
                      <a:pt x="344" y="617"/>
                      <a:pt x="344" y="616"/>
                    </a:cubicBezTo>
                    <a:cubicBezTo>
                      <a:pt x="344" y="616"/>
                      <a:pt x="344" y="615"/>
                      <a:pt x="343" y="615"/>
                    </a:cubicBezTo>
                    <a:cubicBezTo>
                      <a:pt x="244" y="637"/>
                      <a:pt x="244" y="637"/>
                      <a:pt x="244" y="637"/>
                    </a:cubicBezTo>
                    <a:cubicBezTo>
                      <a:pt x="357" y="593"/>
                      <a:pt x="357" y="593"/>
                      <a:pt x="357" y="593"/>
                    </a:cubicBezTo>
                    <a:cubicBezTo>
                      <a:pt x="357" y="593"/>
                      <a:pt x="357" y="592"/>
                      <a:pt x="357" y="591"/>
                    </a:cubicBezTo>
                    <a:cubicBezTo>
                      <a:pt x="357" y="591"/>
                      <a:pt x="356" y="591"/>
                      <a:pt x="356" y="591"/>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2" name="Google Shape;2392;p39">
                <a:extLst>
                  <a:ext uri="{FF2B5EF4-FFF2-40B4-BE49-F238E27FC236}">
                    <a16:creationId xmlns:a16="http://schemas.microsoft.com/office/drawing/2014/main" id="{B84F22FF-7BE3-1534-4BEB-AC573235F4BE}"/>
                  </a:ext>
                </a:extLst>
              </p:cNvPr>
              <p:cNvSpPr/>
              <p:nvPr/>
            </p:nvSpPr>
            <p:spPr>
              <a:xfrm>
                <a:off x="6178550" y="415926"/>
                <a:ext cx="774700" cy="1901824"/>
              </a:xfrm>
              <a:custGeom>
                <a:avLst/>
                <a:gdLst/>
                <a:ahLst/>
                <a:cxnLst/>
                <a:rect l="l" t="t" r="r" b="b"/>
                <a:pathLst>
                  <a:path w="410" h="1005" extrusionOk="0">
                    <a:moveTo>
                      <a:pt x="359" y="866"/>
                    </a:moveTo>
                    <a:cubicBezTo>
                      <a:pt x="379" y="842"/>
                      <a:pt x="379" y="842"/>
                      <a:pt x="379" y="842"/>
                    </a:cubicBezTo>
                    <a:cubicBezTo>
                      <a:pt x="269" y="872"/>
                      <a:pt x="269" y="872"/>
                      <a:pt x="269" y="872"/>
                    </a:cubicBezTo>
                    <a:cubicBezTo>
                      <a:pt x="409" y="816"/>
                      <a:pt x="409" y="816"/>
                      <a:pt x="409" y="816"/>
                    </a:cubicBezTo>
                    <a:cubicBezTo>
                      <a:pt x="385" y="719"/>
                      <a:pt x="385" y="719"/>
                      <a:pt x="385" y="719"/>
                    </a:cubicBezTo>
                    <a:cubicBezTo>
                      <a:pt x="266" y="754"/>
                      <a:pt x="266" y="754"/>
                      <a:pt x="266" y="754"/>
                    </a:cubicBezTo>
                    <a:cubicBezTo>
                      <a:pt x="305" y="763"/>
                      <a:pt x="305" y="763"/>
                      <a:pt x="305" y="763"/>
                    </a:cubicBezTo>
                    <a:cubicBezTo>
                      <a:pt x="206" y="770"/>
                      <a:pt x="206" y="770"/>
                      <a:pt x="206" y="770"/>
                    </a:cubicBezTo>
                    <a:cubicBezTo>
                      <a:pt x="206" y="749"/>
                      <a:pt x="206" y="749"/>
                      <a:pt x="206" y="749"/>
                    </a:cubicBezTo>
                    <a:cubicBezTo>
                      <a:pt x="371" y="662"/>
                      <a:pt x="371" y="662"/>
                      <a:pt x="371" y="662"/>
                    </a:cubicBezTo>
                    <a:cubicBezTo>
                      <a:pt x="361" y="622"/>
                      <a:pt x="361" y="622"/>
                      <a:pt x="361" y="622"/>
                    </a:cubicBezTo>
                    <a:cubicBezTo>
                      <a:pt x="325" y="653"/>
                      <a:pt x="325" y="653"/>
                      <a:pt x="325" y="653"/>
                    </a:cubicBezTo>
                    <a:cubicBezTo>
                      <a:pt x="336" y="631"/>
                      <a:pt x="336" y="631"/>
                      <a:pt x="336" y="631"/>
                    </a:cubicBezTo>
                    <a:cubicBezTo>
                      <a:pt x="230" y="714"/>
                      <a:pt x="230" y="714"/>
                      <a:pt x="230" y="714"/>
                    </a:cubicBezTo>
                    <a:cubicBezTo>
                      <a:pt x="347" y="568"/>
                      <a:pt x="347" y="568"/>
                      <a:pt x="347" y="568"/>
                    </a:cubicBezTo>
                    <a:cubicBezTo>
                      <a:pt x="297" y="365"/>
                      <a:pt x="297" y="365"/>
                      <a:pt x="297" y="365"/>
                    </a:cubicBezTo>
                    <a:cubicBezTo>
                      <a:pt x="205" y="453"/>
                      <a:pt x="205" y="453"/>
                      <a:pt x="205" y="453"/>
                    </a:cubicBezTo>
                    <a:cubicBezTo>
                      <a:pt x="205" y="412"/>
                      <a:pt x="205" y="412"/>
                      <a:pt x="205" y="412"/>
                    </a:cubicBezTo>
                    <a:cubicBezTo>
                      <a:pt x="295" y="357"/>
                      <a:pt x="295" y="357"/>
                      <a:pt x="295" y="357"/>
                    </a:cubicBezTo>
                    <a:cubicBezTo>
                      <a:pt x="257" y="208"/>
                      <a:pt x="257" y="208"/>
                      <a:pt x="257" y="208"/>
                    </a:cubicBezTo>
                    <a:cubicBezTo>
                      <a:pt x="236" y="226"/>
                      <a:pt x="206" y="223"/>
                      <a:pt x="206" y="223"/>
                    </a:cubicBezTo>
                    <a:cubicBezTo>
                      <a:pt x="253" y="189"/>
                      <a:pt x="253" y="189"/>
                      <a:pt x="253" y="189"/>
                    </a:cubicBezTo>
                    <a:cubicBezTo>
                      <a:pt x="206" y="0"/>
                      <a:pt x="206" y="0"/>
                      <a:pt x="206" y="0"/>
                    </a:cubicBezTo>
                    <a:cubicBezTo>
                      <a:pt x="177" y="115"/>
                      <a:pt x="177" y="115"/>
                      <a:pt x="177" y="115"/>
                    </a:cubicBezTo>
                    <a:cubicBezTo>
                      <a:pt x="206" y="151"/>
                      <a:pt x="206" y="151"/>
                      <a:pt x="206" y="151"/>
                    </a:cubicBezTo>
                    <a:cubicBezTo>
                      <a:pt x="173" y="130"/>
                      <a:pt x="173" y="130"/>
                      <a:pt x="173" y="130"/>
                    </a:cubicBezTo>
                    <a:cubicBezTo>
                      <a:pt x="149" y="225"/>
                      <a:pt x="149" y="225"/>
                      <a:pt x="149" y="225"/>
                    </a:cubicBezTo>
                    <a:cubicBezTo>
                      <a:pt x="206" y="269"/>
                      <a:pt x="206" y="269"/>
                      <a:pt x="206" y="269"/>
                    </a:cubicBezTo>
                    <a:cubicBezTo>
                      <a:pt x="206" y="302"/>
                      <a:pt x="206" y="302"/>
                      <a:pt x="206" y="302"/>
                    </a:cubicBezTo>
                    <a:cubicBezTo>
                      <a:pt x="141" y="258"/>
                      <a:pt x="141" y="258"/>
                      <a:pt x="141" y="258"/>
                    </a:cubicBezTo>
                    <a:cubicBezTo>
                      <a:pt x="73" y="529"/>
                      <a:pt x="73" y="529"/>
                      <a:pt x="73" y="529"/>
                    </a:cubicBezTo>
                    <a:cubicBezTo>
                      <a:pt x="114" y="561"/>
                      <a:pt x="206" y="637"/>
                      <a:pt x="206" y="637"/>
                    </a:cubicBezTo>
                    <a:cubicBezTo>
                      <a:pt x="206" y="637"/>
                      <a:pt x="115" y="623"/>
                      <a:pt x="68" y="552"/>
                    </a:cubicBezTo>
                    <a:cubicBezTo>
                      <a:pt x="13" y="771"/>
                      <a:pt x="13" y="771"/>
                      <a:pt x="13" y="771"/>
                    </a:cubicBezTo>
                    <a:cubicBezTo>
                      <a:pt x="60" y="831"/>
                      <a:pt x="60" y="831"/>
                      <a:pt x="60" y="831"/>
                    </a:cubicBezTo>
                    <a:cubicBezTo>
                      <a:pt x="44" y="781"/>
                      <a:pt x="44" y="781"/>
                      <a:pt x="44" y="781"/>
                    </a:cubicBezTo>
                    <a:cubicBezTo>
                      <a:pt x="135" y="908"/>
                      <a:pt x="135" y="908"/>
                      <a:pt x="135" y="908"/>
                    </a:cubicBezTo>
                    <a:cubicBezTo>
                      <a:pt x="98" y="890"/>
                      <a:pt x="98" y="890"/>
                      <a:pt x="98" y="890"/>
                    </a:cubicBezTo>
                    <a:cubicBezTo>
                      <a:pt x="169" y="990"/>
                      <a:pt x="169" y="990"/>
                      <a:pt x="169" y="990"/>
                    </a:cubicBezTo>
                    <a:cubicBezTo>
                      <a:pt x="0" y="839"/>
                      <a:pt x="0" y="839"/>
                      <a:pt x="0" y="839"/>
                    </a:cubicBezTo>
                    <a:cubicBezTo>
                      <a:pt x="10" y="1001"/>
                      <a:pt x="206" y="1005"/>
                      <a:pt x="206" y="1005"/>
                    </a:cubicBezTo>
                    <a:cubicBezTo>
                      <a:pt x="206" y="1005"/>
                      <a:pt x="390" y="1001"/>
                      <a:pt x="410" y="853"/>
                    </a:cubicBezTo>
                    <a:lnTo>
                      <a:pt x="359" y="86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3" name="Google Shape;2393;p39">
                <a:extLst>
                  <a:ext uri="{FF2B5EF4-FFF2-40B4-BE49-F238E27FC236}">
                    <a16:creationId xmlns:a16="http://schemas.microsoft.com/office/drawing/2014/main" id="{5ADA1B35-881F-72CA-D2A0-498CB3BAAD8B}"/>
                  </a:ext>
                </a:extLst>
              </p:cNvPr>
              <p:cNvSpPr/>
              <p:nvPr/>
            </p:nvSpPr>
            <p:spPr>
              <a:xfrm>
                <a:off x="6565900" y="1274763"/>
                <a:ext cx="215900" cy="165100"/>
              </a:xfrm>
              <a:custGeom>
                <a:avLst/>
                <a:gdLst/>
                <a:ahLst/>
                <a:cxnLst/>
                <a:rect l="l" t="t" r="r" b="b"/>
                <a:pathLst>
                  <a:path w="136" h="104" extrusionOk="0">
                    <a:moveTo>
                      <a:pt x="136" y="0"/>
                    </a:moveTo>
                    <a:lnTo>
                      <a:pt x="0" y="65"/>
                    </a:lnTo>
                    <a:lnTo>
                      <a:pt x="0" y="104"/>
                    </a:lnTo>
                    <a:lnTo>
                      <a:pt x="136"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4" name="Google Shape;2394;p39">
                <a:extLst>
                  <a:ext uri="{FF2B5EF4-FFF2-40B4-BE49-F238E27FC236}">
                    <a16:creationId xmlns:a16="http://schemas.microsoft.com/office/drawing/2014/main" id="{FA624D81-C848-2B21-5912-B47E129ED40A}"/>
                  </a:ext>
                </a:extLst>
              </p:cNvPr>
              <p:cNvSpPr/>
              <p:nvPr/>
            </p:nvSpPr>
            <p:spPr>
              <a:xfrm>
                <a:off x="6254750" y="1595438"/>
                <a:ext cx="311150" cy="238125"/>
              </a:xfrm>
              <a:custGeom>
                <a:avLst/>
                <a:gdLst/>
                <a:ahLst/>
                <a:cxnLst/>
                <a:rect l="l" t="t" r="r" b="b"/>
                <a:pathLst>
                  <a:path w="196" h="150" extrusionOk="0">
                    <a:moveTo>
                      <a:pt x="11" y="0"/>
                    </a:moveTo>
                    <a:lnTo>
                      <a:pt x="196" y="100"/>
                    </a:lnTo>
                    <a:lnTo>
                      <a:pt x="196" y="150"/>
                    </a:lnTo>
                    <a:lnTo>
                      <a:pt x="0" y="45"/>
                    </a:lnTo>
                    <a:lnTo>
                      <a:pt x="11"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5" name="Google Shape;2395;p39">
                <a:extLst>
                  <a:ext uri="{FF2B5EF4-FFF2-40B4-BE49-F238E27FC236}">
                    <a16:creationId xmlns:a16="http://schemas.microsoft.com/office/drawing/2014/main" id="{E0B87085-8E24-5493-5D68-599B6D818BC2}"/>
                  </a:ext>
                </a:extLst>
              </p:cNvPr>
              <p:cNvSpPr/>
              <p:nvPr/>
            </p:nvSpPr>
            <p:spPr>
              <a:xfrm>
                <a:off x="6238875" y="1730376"/>
                <a:ext cx="327025" cy="303213"/>
              </a:xfrm>
              <a:custGeom>
                <a:avLst/>
                <a:gdLst/>
                <a:ahLst/>
                <a:cxnLst/>
                <a:rect l="l" t="t" r="r" b="b"/>
                <a:pathLst>
                  <a:path w="206" h="191" extrusionOk="0">
                    <a:moveTo>
                      <a:pt x="0" y="0"/>
                    </a:moveTo>
                    <a:lnTo>
                      <a:pt x="206" y="137"/>
                    </a:lnTo>
                    <a:lnTo>
                      <a:pt x="206" y="19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6" name="Google Shape;2396;p39">
                <a:extLst>
                  <a:ext uri="{FF2B5EF4-FFF2-40B4-BE49-F238E27FC236}">
                    <a16:creationId xmlns:a16="http://schemas.microsoft.com/office/drawing/2014/main" id="{D0635D40-8CF9-B8FF-CEF0-C4F50140B5A7}"/>
                  </a:ext>
                </a:extLst>
              </p:cNvPr>
              <p:cNvSpPr/>
              <p:nvPr/>
            </p:nvSpPr>
            <p:spPr>
              <a:xfrm>
                <a:off x="6365875" y="1082676"/>
                <a:ext cx="200025" cy="241300"/>
              </a:xfrm>
              <a:custGeom>
                <a:avLst/>
                <a:gdLst/>
                <a:ahLst/>
                <a:cxnLst/>
                <a:rect l="l" t="t" r="r" b="b"/>
                <a:pathLst>
                  <a:path w="126" h="152" extrusionOk="0">
                    <a:moveTo>
                      <a:pt x="22" y="0"/>
                    </a:moveTo>
                    <a:lnTo>
                      <a:pt x="126" y="71"/>
                    </a:lnTo>
                    <a:lnTo>
                      <a:pt x="126" y="152"/>
                    </a:lnTo>
                    <a:lnTo>
                      <a:pt x="0" y="90"/>
                    </a:lnTo>
                    <a:lnTo>
                      <a:pt x="9" y="46"/>
                    </a:lnTo>
                    <a:lnTo>
                      <a:pt x="96" y="101"/>
                    </a:lnTo>
                    <a:lnTo>
                      <a:pt x="14" y="30"/>
                    </a:lnTo>
                    <a:lnTo>
                      <a:pt x="22"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7" name="Google Shape;2397;p39">
                <a:extLst>
                  <a:ext uri="{FF2B5EF4-FFF2-40B4-BE49-F238E27FC236}">
                    <a16:creationId xmlns:a16="http://schemas.microsoft.com/office/drawing/2014/main" id="{51CC619A-EDED-BC6D-B6B1-C24AE92CCCFE}"/>
                  </a:ext>
                </a:extLst>
              </p:cNvPr>
              <p:cNvSpPr/>
              <p:nvPr/>
            </p:nvSpPr>
            <p:spPr>
              <a:xfrm>
                <a:off x="6565900" y="2030413"/>
                <a:ext cx="387350" cy="231775"/>
              </a:xfrm>
              <a:custGeom>
                <a:avLst/>
                <a:gdLst/>
                <a:ahLst/>
                <a:cxnLst/>
                <a:rect l="l" t="t" r="r" b="b"/>
                <a:pathLst>
                  <a:path w="244" h="146" extrusionOk="0">
                    <a:moveTo>
                      <a:pt x="244" y="0"/>
                    </a:moveTo>
                    <a:lnTo>
                      <a:pt x="0" y="106"/>
                    </a:lnTo>
                    <a:lnTo>
                      <a:pt x="0" y="146"/>
                    </a:lnTo>
                    <a:lnTo>
                      <a:pt x="244"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8" name="Google Shape;2398;p39">
                <a:extLst>
                  <a:ext uri="{FF2B5EF4-FFF2-40B4-BE49-F238E27FC236}">
                    <a16:creationId xmlns:a16="http://schemas.microsoft.com/office/drawing/2014/main" id="{B75FDF2A-C55C-91FA-6CAD-970BE6DE1353}"/>
                  </a:ext>
                </a:extLst>
              </p:cNvPr>
              <p:cNvSpPr/>
              <p:nvPr/>
            </p:nvSpPr>
            <p:spPr>
              <a:xfrm>
                <a:off x="6567488" y="898526"/>
                <a:ext cx="131763" cy="147638"/>
              </a:xfrm>
              <a:custGeom>
                <a:avLst/>
                <a:gdLst/>
                <a:ahLst/>
                <a:cxnLst/>
                <a:rect l="l" t="t" r="r" b="b"/>
                <a:pathLst>
                  <a:path w="83" h="93" extrusionOk="0">
                    <a:moveTo>
                      <a:pt x="75" y="0"/>
                    </a:moveTo>
                    <a:lnTo>
                      <a:pt x="0" y="40"/>
                    </a:lnTo>
                    <a:lnTo>
                      <a:pt x="0" y="93"/>
                    </a:lnTo>
                    <a:lnTo>
                      <a:pt x="72" y="56"/>
                    </a:lnTo>
                    <a:lnTo>
                      <a:pt x="18" y="71"/>
                    </a:lnTo>
                    <a:lnTo>
                      <a:pt x="83" y="29"/>
                    </a:lnTo>
                    <a:lnTo>
                      <a:pt x="75"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3" name="Subtitle 2">
            <a:extLst>
              <a:ext uri="{FF2B5EF4-FFF2-40B4-BE49-F238E27FC236}">
                <a16:creationId xmlns:a16="http://schemas.microsoft.com/office/drawing/2014/main" id="{ED42142D-E7FF-D645-3181-680FA885FE47}"/>
              </a:ext>
            </a:extLst>
          </p:cNvPr>
          <p:cNvSpPr>
            <a:spLocks noGrp="1"/>
          </p:cNvSpPr>
          <p:nvPr>
            <p:ph type="subTitle" idx="1"/>
          </p:nvPr>
        </p:nvSpPr>
        <p:spPr>
          <a:xfrm>
            <a:off x="1387930" y="2474450"/>
            <a:ext cx="6368140" cy="424500"/>
          </a:xfrm>
        </p:spPr>
        <p:txBody>
          <a:bodyPr/>
          <a:lstStyle/>
          <a:p>
            <a:r>
              <a:rPr lang="en-US" sz="2000" b="1" dirty="0"/>
              <a:t>Overall (%) = MAE % + RMSE % + MAPE %</a:t>
            </a:r>
            <a:endParaRPr lang="en-MY" sz="2000" b="1" dirty="0"/>
          </a:p>
        </p:txBody>
      </p:sp>
    </p:spTree>
    <p:extLst>
      <p:ext uri="{BB962C8B-B14F-4D97-AF65-F5344CB8AC3E}">
        <p14:creationId xmlns:p14="http://schemas.microsoft.com/office/powerpoint/2010/main" val="2261797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11">
          <a:extLst>
            <a:ext uri="{FF2B5EF4-FFF2-40B4-BE49-F238E27FC236}">
              <a16:creationId xmlns:a16="http://schemas.microsoft.com/office/drawing/2014/main" id="{7AB5EA0E-864F-DA32-C384-2836169A63C9}"/>
            </a:ext>
          </a:extLst>
        </p:cNvPr>
        <p:cNvGrpSpPr/>
        <p:nvPr/>
      </p:nvGrpSpPr>
      <p:grpSpPr>
        <a:xfrm>
          <a:off x="0" y="0"/>
          <a:ext cx="0" cy="0"/>
          <a:chOff x="0" y="0"/>
          <a:chExt cx="0" cy="0"/>
        </a:xfrm>
      </p:grpSpPr>
      <p:sp>
        <p:nvSpPr>
          <p:cNvPr id="2412" name="Google Shape;2412;p41">
            <a:extLst>
              <a:ext uri="{FF2B5EF4-FFF2-40B4-BE49-F238E27FC236}">
                <a16:creationId xmlns:a16="http://schemas.microsoft.com/office/drawing/2014/main" id="{D21B4003-14D4-E0BB-9771-2486203C34E6}"/>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dirty="0"/>
              <a:t>Why These Metrics?</a:t>
            </a:r>
            <a:endParaRPr dirty="0"/>
          </a:p>
        </p:txBody>
      </p:sp>
      <p:graphicFrame>
        <p:nvGraphicFramePr>
          <p:cNvPr id="2413" name="Google Shape;2413;p41">
            <a:extLst>
              <a:ext uri="{FF2B5EF4-FFF2-40B4-BE49-F238E27FC236}">
                <a16:creationId xmlns:a16="http://schemas.microsoft.com/office/drawing/2014/main" id="{A0B42777-FD3F-5173-8674-8E60F4C6A808}"/>
              </a:ext>
            </a:extLst>
          </p:cNvPr>
          <p:cNvGraphicFramePr/>
          <p:nvPr>
            <p:extLst>
              <p:ext uri="{D42A27DB-BD31-4B8C-83A1-F6EECF244321}">
                <p14:modId xmlns:p14="http://schemas.microsoft.com/office/powerpoint/2010/main" val="1039004822"/>
              </p:ext>
            </p:extLst>
          </p:nvPr>
        </p:nvGraphicFramePr>
        <p:xfrm>
          <a:off x="281940" y="1017724"/>
          <a:ext cx="8568146" cy="3890391"/>
        </p:xfrm>
        <a:graphic>
          <a:graphicData uri="http://schemas.openxmlformats.org/drawingml/2006/table">
            <a:tbl>
              <a:tblPr>
                <a:noFill/>
                <a:tableStyleId>{AF8300EF-6D59-4F88-A054-7639B1576F20}</a:tableStyleId>
              </a:tblPr>
              <a:tblGrid>
                <a:gridCol w="1203960">
                  <a:extLst>
                    <a:ext uri="{9D8B030D-6E8A-4147-A177-3AD203B41FA5}">
                      <a16:colId xmlns:a16="http://schemas.microsoft.com/office/drawing/2014/main" val="20000"/>
                    </a:ext>
                  </a:extLst>
                </a:gridCol>
                <a:gridCol w="3331029">
                  <a:extLst>
                    <a:ext uri="{9D8B030D-6E8A-4147-A177-3AD203B41FA5}">
                      <a16:colId xmlns:a16="http://schemas.microsoft.com/office/drawing/2014/main" val="20001"/>
                    </a:ext>
                  </a:extLst>
                </a:gridCol>
                <a:gridCol w="1888694">
                  <a:extLst>
                    <a:ext uri="{9D8B030D-6E8A-4147-A177-3AD203B41FA5}">
                      <a16:colId xmlns:a16="http://schemas.microsoft.com/office/drawing/2014/main" val="20002"/>
                    </a:ext>
                  </a:extLst>
                </a:gridCol>
                <a:gridCol w="2144463">
                  <a:extLst>
                    <a:ext uri="{9D8B030D-6E8A-4147-A177-3AD203B41FA5}">
                      <a16:colId xmlns:a16="http://schemas.microsoft.com/office/drawing/2014/main" val="20003"/>
                    </a:ext>
                  </a:extLst>
                </a:gridCol>
              </a:tblGrid>
              <a:tr h="467670">
                <a:tc>
                  <a:txBody>
                    <a:bodyPr/>
                    <a:lstStyle/>
                    <a:p>
                      <a:pPr marL="0" lvl="0" indent="0" algn="ctr" rtl="0">
                        <a:spcBef>
                          <a:spcPts val="0"/>
                        </a:spcBef>
                        <a:spcAft>
                          <a:spcPts val="0"/>
                        </a:spcAft>
                        <a:buNone/>
                      </a:pPr>
                      <a:r>
                        <a:rPr lang="en" sz="1600" b="1" dirty="0">
                          <a:solidFill>
                            <a:schemeClr val="accent6"/>
                          </a:solidFill>
                          <a:latin typeface="Sora ExtraBold" panose="020B0604020202020204" charset="0"/>
                          <a:ea typeface="Nova Square"/>
                          <a:cs typeface="Sora ExtraBold" panose="020B0604020202020204" charset="0"/>
                          <a:sym typeface="Nova Square"/>
                        </a:rPr>
                        <a:t>Metrics</a:t>
                      </a:r>
                      <a:endParaRPr sz="1600" b="1" dirty="0">
                        <a:solidFill>
                          <a:schemeClr val="accent6"/>
                        </a:solidFill>
                        <a:latin typeface="Sora ExtraBold" panose="020B0604020202020204" charset="0"/>
                        <a:ea typeface="Nova Square"/>
                        <a:cs typeface="Sora ExtraBold" panose="020B0604020202020204" charset="0"/>
                        <a:sym typeface="Nova Square"/>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MY" sz="1600" b="1" dirty="0">
                          <a:solidFill>
                            <a:schemeClr val="accent6"/>
                          </a:solidFill>
                          <a:latin typeface="Sora ExtraBold" panose="020B0604020202020204" charset="0"/>
                          <a:ea typeface="Nova Square"/>
                          <a:cs typeface="Sora ExtraBold" panose="020B0604020202020204" charset="0"/>
                          <a:sym typeface="Nova Square"/>
                        </a:rPr>
                        <a:t>Role in Spatio-temporal Data</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ctr" rtl="0">
                        <a:spcBef>
                          <a:spcPts val="0"/>
                        </a:spcBef>
                        <a:spcAft>
                          <a:spcPts val="0"/>
                        </a:spcAft>
                        <a:buNone/>
                      </a:pPr>
                      <a:r>
                        <a:rPr lang="en-US" sz="1600" b="1" dirty="0">
                          <a:solidFill>
                            <a:schemeClr val="accent6"/>
                          </a:solidFill>
                          <a:latin typeface="Sora ExtraBold" panose="020B0604020202020204" charset="0"/>
                          <a:ea typeface="Nova Square"/>
                          <a:cs typeface="Sora ExtraBold" panose="020B0604020202020204" charset="0"/>
                          <a:sym typeface="Nova Square"/>
                        </a:rPr>
                        <a:t>Strength</a:t>
                      </a:r>
                      <a:endParaRPr sz="1600" b="1" dirty="0">
                        <a:solidFill>
                          <a:schemeClr val="accent6"/>
                        </a:solidFill>
                        <a:latin typeface="Sora ExtraBold" panose="020B0604020202020204" charset="0"/>
                        <a:ea typeface="Nova Square"/>
                        <a:cs typeface="Sora ExtraBold" panose="020B0604020202020204" charset="0"/>
                        <a:sym typeface="Nova Square"/>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ctr" rtl="0">
                        <a:spcBef>
                          <a:spcPts val="0"/>
                        </a:spcBef>
                        <a:spcAft>
                          <a:spcPts val="0"/>
                        </a:spcAft>
                        <a:buNone/>
                      </a:pPr>
                      <a:r>
                        <a:rPr lang="en" sz="1600" b="1" dirty="0">
                          <a:solidFill>
                            <a:schemeClr val="accent6"/>
                          </a:solidFill>
                          <a:latin typeface="Sora ExtraBold" panose="020B0604020202020204" charset="0"/>
                          <a:ea typeface="Nova Square"/>
                          <a:cs typeface="Sora ExtraBold" panose="020B0604020202020204" charset="0"/>
                          <a:sym typeface="Nova Square"/>
                        </a:rPr>
                        <a:t>Limitations</a:t>
                      </a:r>
                      <a:endParaRPr sz="1600" b="1" dirty="0">
                        <a:solidFill>
                          <a:schemeClr val="accent6"/>
                        </a:solidFill>
                        <a:latin typeface="Sora ExtraBold" panose="020B0604020202020204" charset="0"/>
                        <a:ea typeface="Nova Square"/>
                        <a:cs typeface="Sora ExtraBold" panose="020B0604020202020204" charset="0"/>
                        <a:sym typeface="Nova Square"/>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842204">
                <a:tc>
                  <a:txBody>
                    <a:bodyPr/>
                    <a:lstStyle/>
                    <a:p>
                      <a:pPr marL="0" lvl="0" indent="0" algn="l" rtl="0">
                        <a:spcBef>
                          <a:spcPts val="0"/>
                        </a:spcBef>
                        <a:spcAft>
                          <a:spcPts val="0"/>
                        </a:spcAft>
                        <a:buNone/>
                      </a:pPr>
                      <a:r>
                        <a:rPr lang="en-US" b="1" dirty="0">
                          <a:solidFill>
                            <a:schemeClr val="dk1"/>
                          </a:solidFill>
                          <a:latin typeface="Hanken Grotesk" panose="020B0604020202020204" charset="0"/>
                          <a:ea typeface="Arimo"/>
                          <a:cs typeface="Arimo"/>
                          <a:sym typeface="Arimo"/>
                        </a:rPr>
                        <a:t>MAE</a:t>
                      </a:r>
                      <a:endParaRPr b="1" dirty="0">
                        <a:solidFill>
                          <a:schemeClr val="dk1"/>
                        </a:solidFill>
                        <a:latin typeface="Hanken Grotesk" panose="020B0604020202020204" charset="0"/>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b="0" dirty="0">
                          <a:solidFill>
                            <a:schemeClr val="dk1"/>
                          </a:solidFill>
                          <a:latin typeface="Hanken Grotesk" panose="020B0604020202020204" charset="0"/>
                          <a:ea typeface="Arimo"/>
                          <a:cs typeface="Arimo"/>
                          <a:sym typeface="Arimo"/>
                        </a:rPr>
                        <a:t>Captures overall error across all locations and time steps</a:t>
                      </a:r>
                      <a:endParaRPr b="0" dirty="0">
                        <a:solidFill>
                          <a:schemeClr val="dk1"/>
                        </a:solidFill>
                        <a:latin typeface="Hanken Grotesk" panose="020B0604020202020204" charset="0"/>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b="0" dirty="0">
                          <a:solidFill>
                            <a:schemeClr val="dk1"/>
                          </a:solidFill>
                          <a:latin typeface="Hanken Grotesk" panose="020B0604020202020204" charset="0"/>
                          <a:ea typeface="Arimo"/>
                          <a:cs typeface="Arimo"/>
                          <a:sym typeface="Arimo"/>
                        </a:rPr>
                        <a:t>Simple, robust, same until as data</a:t>
                      </a:r>
                      <a:endParaRPr b="0" dirty="0">
                        <a:solidFill>
                          <a:schemeClr val="dk1"/>
                        </a:solidFill>
                        <a:latin typeface="Hanken Grotesk" panose="020B0604020202020204" charset="0"/>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b="0" dirty="0">
                          <a:solidFill>
                            <a:schemeClr val="dk1"/>
                          </a:solidFill>
                          <a:latin typeface="Hanken Grotesk" panose="020B0604020202020204" charset="0"/>
                          <a:ea typeface="Arimo"/>
                          <a:cs typeface="Arimo"/>
                          <a:sym typeface="Arimo"/>
                        </a:rPr>
                        <a:t>Does not emphasize large error</a:t>
                      </a:r>
                      <a:endParaRPr b="0" dirty="0">
                        <a:solidFill>
                          <a:schemeClr val="dk1"/>
                        </a:solidFill>
                        <a:latin typeface="Hanken Grotesk" panose="020B0604020202020204" charset="0"/>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839130">
                <a:tc>
                  <a:txBody>
                    <a:bodyPr/>
                    <a:lstStyle/>
                    <a:p>
                      <a:pPr marL="0" lvl="0" indent="0" algn="l" rtl="0">
                        <a:spcBef>
                          <a:spcPts val="0"/>
                        </a:spcBef>
                        <a:spcAft>
                          <a:spcPts val="0"/>
                        </a:spcAft>
                        <a:buNone/>
                      </a:pPr>
                      <a:r>
                        <a:rPr lang="en-US" b="1" dirty="0">
                          <a:solidFill>
                            <a:schemeClr val="dk1"/>
                          </a:solidFill>
                          <a:latin typeface="Hanken Grotesk" panose="020B0604020202020204" charset="0"/>
                          <a:ea typeface="Arimo"/>
                          <a:cs typeface="Arimo"/>
                          <a:sym typeface="Arimo"/>
                        </a:rPr>
                        <a:t>RMSE</a:t>
                      </a:r>
                      <a:endParaRPr b="1" dirty="0">
                        <a:solidFill>
                          <a:schemeClr val="dk1"/>
                        </a:solidFill>
                        <a:latin typeface="Hanken Grotesk" panose="020B0604020202020204" charset="0"/>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b="0" dirty="0">
                          <a:solidFill>
                            <a:schemeClr val="dk1"/>
                          </a:solidFill>
                          <a:latin typeface="Hanken Grotesk" panose="020B0604020202020204" charset="0"/>
                          <a:ea typeface="Arimo"/>
                          <a:cs typeface="Arimo"/>
                          <a:sym typeface="Arimo"/>
                        </a:rPr>
                        <a:t>Measure typical error magnitude while still penalizing spikes</a:t>
                      </a:r>
                      <a:endParaRPr b="0" dirty="0">
                        <a:solidFill>
                          <a:schemeClr val="dk1"/>
                        </a:solidFill>
                        <a:latin typeface="Hanken Grotesk" panose="020B0604020202020204" charset="0"/>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b="0" dirty="0">
                          <a:solidFill>
                            <a:schemeClr val="dk1"/>
                          </a:solidFill>
                          <a:latin typeface="Hanken Grotesk" panose="020B0604020202020204" charset="0"/>
                          <a:ea typeface="Arimo"/>
                          <a:cs typeface="Arimo"/>
                          <a:sym typeface="Arimo"/>
                        </a:rPr>
                        <a:t>Interpretable + sensitive to large deviations</a:t>
                      </a:r>
                      <a:endParaRPr b="0" dirty="0">
                        <a:solidFill>
                          <a:schemeClr val="dk1"/>
                        </a:solidFill>
                        <a:latin typeface="Hanken Grotesk" panose="020B0604020202020204" charset="0"/>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b="0" dirty="0">
                          <a:solidFill>
                            <a:schemeClr val="dk1"/>
                          </a:solidFill>
                          <a:latin typeface="Hanken Grotesk" panose="020B0604020202020204" charset="0"/>
                          <a:ea typeface="Arimo"/>
                          <a:cs typeface="Arimo"/>
                          <a:sym typeface="Arimo"/>
                        </a:rPr>
                        <a:t>Can still be dominated by others</a:t>
                      </a:r>
                      <a:endParaRPr b="0" dirty="0">
                        <a:solidFill>
                          <a:schemeClr val="dk1"/>
                        </a:solidFill>
                        <a:latin typeface="Hanken Grotesk" panose="020B0604020202020204" charset="0"/>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r h="705097">
                <a:tc>
                  <a:txBody>
                    <a:bodyPr/>
                    <a:lstStyle/>
                    <a:p>
                      <a:pPr marL="0" lvl="0" indent="0" algn="l" rtl="0">
                        <a:spcBef>
                          <a:spcPts val="0"/>
                        </a:spcBef>
                        <a:spcAft>
                          <a:spcPts val="0"/>
                        </a:spcAft>
                        <a:buNone/>
                      </a:pPr>
                      <a:r>
                        <a:rPr lang="en-US" b="1" dirty="0">
                          <a:solidFill>
                            <a:schemeClr val="dk1"/>
                          </a:solidFill>
                          <a:latin typeface="Hanken Grotesk" panose="020B0604020202020204" charset="0"/>
                          <a:ea typeface="Arimo"/>
                          <a:cs typeface="Arimo"/>
                          <a:sym typeface="Arimo"/>
                        </a:rPr>
                        <a:t>MAPE</a:t>
                      </a:r>
                      <a:endParaRPr b="1" dirty="0">
                        <a:solidFill>
                          <a:schemeClr val="dk1"/>
                        </a:solidFill>
                        <a:latin typeface="Hanken Grotesk" panose="020B0604020202020204" charset="0"/>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b="0" dirty="0">
                          <a:solidFill>
                            <a:schemeClr val="dk1"/>
                          </a:solidFill>
                          <a:latin typeface="Hanken Grotesk" panose="020B0604020202020204" charset="0"/>
                          <a:ea typeface="Arimo"/>
                          <a:cs typeface="Arimo"/>
                          <a:sym typeface="Arimo"/>
                        </a:rPr>
                        <a:t>Compare errors across locations with different scales</a:t>
                      </a:r>
                      <a:endParaRPr b="0" dirty="0">
                        <a:solidFill>
                          <a:schemeClr val="dk1"/>
                        </a:solidFill>
                        <a:latin typeface="Hanken Grotesk" panose="020B0604020202020204" charset="0"/>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b="0" dirty="0">
                          <a:solidFill>
                            <a:schemeClr val="dk1"/>
                          </a:solidFill>
                          <a:latin typeface="Hanken Grotesk" panose="020B0604020202020204" charset="0"/>
                          <a:ea typeface="Arimo"/>
                          <a:cs typeface="Arimo"/>
                          <a:sym typeface="Arimo"/>
                        </a:rPr>
                        <a:t>Scale-independent, easy to interpret</a:t>
                      </a:r>
                      <a:endParaRPr b="0" dirty="0">
                        <a:solidFill>
                          <a:schemeClr val="dk1"/>
                        </a:solidFill>
                        <a:latin typeface="Hanken Grotesk" panose="020B0604020202020204" charset="0"/>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US" b="0" dirty="0">
                          <a:solidFill>
                            <a:schemeClr val="dk1"/>
                          </a:solidFill>
                          <a:latin typeface="Hanken Grotesk" panose="020B0604020202020204" charset="0"/>
                          <a:ea typeface="Arimo"/>
                          <a:cs typeface="Arimo"/>
                          <a:sym typeface="Arimo"/>
                        </a:rPr>
                        <a:t>Unstable when actual values = 0</a:t>
                      </a:r>
                      <a:endParaRPr b="0" dirty="0">
                        <a:solidFill>
                          <a:schemeClr val="dk1"/>
                        </a:solidFill>
                        <a:latin typeface="Hanken Grotesk" panose="020B0604020202020204" charset="0"/>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4"/>
                  </a:ext>
                </a:extLst>
              </a:tr>
              <a:tr h="1018582">
                <a:tc>
                  <a:txBody>
                    <a:bodyPr/>
                    <a:lstStyle/>
                    <a:p>
                      <a:pPr marL="0" lvl="0" indent="0" algn="l" rtl="0">
                        <a:spcBef>
                          <a:spcPts val="0"/>
                        </a:spcBef>
                        <a:spcAft>
                          <a:spcPts val="0"/>
                        </a:spcAft>
                        <a:buNone/>
                      </a:pPr>
                      <a:r>
                        <a:rPr lang="en-MY" sz="1400" b="1" i="0" u="none" strike="noStrike" cap="none" dirty="0">
                          <a:solidFill>
                            <a:srgbClr val="000000"/>
                          </a:solidFill>
                          <a:effectLst/>
                          <a:latin typeface="Hanken Grotesk" panose="020B0604020202020204" charset="0"/>
                          <a:ea typeface="Arial"/>
                          <a:cs typeface="Arial"/>
                          <a:sym typeface="Arial"/>
                        </a:rPr>
                        <a:t>R</a:t>
                      </a:r>
                      <a:r>
                        <a:rPr lang="en-MY" sz="1400" b="1" i="0" u="none" strike="noStrike" cap="none" baseline="30000" dirty="0">
                          <a:solidFill>
                            <a:srgbClr val="000000"/>
                          </a:solidFill>
                          <a:effectLst/>
                          <a:latin typeface="Hanken Grotesk" panose="020B0604020202020204" charset="0"/>
                          <a:ea typeface="Arial"/>
                          <a:cs typeface="Arial"/>
                          <a:sym typeface="Arial"/>
                        </a:rPr>
                        <a:t>2</a:t>
                      </a:r>
                      <a:endParaRPr b="1" dirty="0">
                        <a:solidFill>
                          <a:schemeClr val="dk1"/>
                        </a:solidFill>
                        <a:latin typeface="Hanken Grotesk" panose="020B0604020202020204" charset="0"/>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MY" b="0" dirty="0">
                          <a:solidFill>
                            <a:schemeClr val="dk1"/>
                          </a:solidFill>
                          <a:latin typeface="Hanken Grotesk" panose="020B0604020202020204" charset="0"/>
                          <a:ea typeface="Arimo"/>
                          <a:cs typeface="Arimo"/>
                          <a:sym typeface="Arimo"/>
                        </a:rPr>
                        <a:t>Evaluates how well the model explains spatial and temporal variance</a:t>
                      </a:r>
                      <a:endParaRPr b="0" dirty="0">
                        <a:solidFill>
                          <a:schemeClr val="dk1"/>
                        </a:solidFill>
                        <a:latin typeface="Hanken Grotesk" panose="020B0604020202020204" charset="0"/>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MY" b="0" dirty="0">
                          <a:solidFill>
                            <a:schemeClr val="dk1"/>
                          </a:solidFill>
                          <a:latin typeface="Hanken Grotesk" panose="020B0604020202020204" charset="0"/>
                          <a:ea typeface="Arimo"/>
                          <a:cs typeface="Arimo"/>
                          <a:sym typeface="Arimo"/>
                        </a:rPr>
                        <a:t>Normalized score (up to 1), easy to compare across datasets</a:t>
                      </a:r>
                      <a:endParaRPr b="0" dirty="0">
                        <a:solidFill>
                          <a:schemeClr val="dk1"/>
                        </a:solidFill>
                        <a:latin typeface="Hanken Grotesk" panose="020B0604020202020204" charset="0"/>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lvl="0" indent="0" algn="l" rtl="0">
                        <a:spcBef>
                          <a:spcPts val="0"/>
                        </a:spcBef>
                        <a:spcAft>
                          <a:spcPts val="0"/>
                        </a:spcAft>
                        <a:buNone/>
                      </a:pPr>
                      <a:r>
                        <a:rPr lang="en-MY" b="0" dirty="0">
                          <a:solidFill>
                            <a:schemeClr val="dk1"/>
                          </a:solidFill>
                          <a:latin typeface="Hanken Grotesk" panose="020B0604020202020204" charset="0"/>
                          <a:ea typeface="Arimo"/>
                          <a:cs typeface="Arimo"/>
                          <a:sym typeface="Arimo"/>
                        </a:rPr>
                        <a:t>Heavily influenced by outliers, doesn’t reflect granular local accuracy well</a:t>
                      </a:r>
                      <a:endParaRPr b="0" dirty="0">
                        <a:solidFill>
                          <a:schemeClr val="dk1"/>
                        </a:solidFill>
                        <a:latin typeface="Hanken Grotesk" panose="020B0604020202020204" charset="0"/>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360432869"/>
                  </a:ext>
                </a:extLst>
              </a:tr>
            </a:tbl>
          </a:graphicData>
        </a:graphic>
      </p:graphicFrame>
    </p:spTree>
    <p:extLst>
      <p:ext uri="{BB962C8B-B14F-4D97-AF65-F5344CB8AC3E}">
        <p14:creationId xmlns:p14="http://schemas.microsoft.com/office/powerpoint/2010/main" val="443238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94">
          <a:extLst>
            <a:ext uri="{FF2B5EF4-FFF2-40B4-BE49-F238E27FC236}">
              <a16:creationId xmlns:a16="http://schemas.microsoft.com/office/drawing/2014/main" id="{88E654D3-F5EC-E33D-6652-392E98BDE6A4}"/>
            </a:ext>
          </a:extLst>
        </p:cNvPr>
        <p:cNvGrpSpPr/>
        <p:nvPr/>
      </p:nvGrpSpPr>
      <p:grpSpPr>
        <a:xfrm>
          <a:off x="0" y="0"/>
          <a:ext cx="0" cy="0"/>
          <a:chOff x="0" y="0"/>
          <a:chExt cx="0" cy="0"/>
        </a:xfrm>
      </p:grpSpPr>
      <p:sp>
        <p:nvSpPr>
          <p:cNvPr id="1795" name="Google Shape;1795;p33">
            <a:extLst>
              <a:ext uri="{FF2B5EF4-FFF2-40B4-BE49-F238E27FC236}">
                <a16:creationId xmlns:a16="http://schemas.microsoft.com/office/drawing/2014/main" id="{50A703B8-333B-3DAF-538B-73D3F6831E88}"/>
              </a:ext>
            </a:extLst>
          </p:cNvPr>
          <p:cNvSpPr txBox="1">
            <a:spLocks noGrp="1"/>
          </p:cNvSpPr>
          <p:nvPr>
            <p:ph type="title"/>
          </p:nvPr>
        </p:nvSpPr>
        <p:spPr>
          <a:xfrm>
            <a:off x="1463040" y="1831775"/>
            <a:ext cx="6217920" cy="661800"/>
          </a:xfrm>
          <a:prstGeom prst="rect">
            <a:avLst/>
          </a:prstGeom>
        </p:spPr>
        <p:txBody>
          <a:bodyPr spcFirstLastPara="1" wrap="square" lIns="91425" tIns="91425" rIns="91425" bIns="91425" anchor="b" anchorCtr="0">
            <a:noAutofit/>
          </a:bodyPr>
          <a:lstStyle/>
          <a:p>
            <a:r>
              <a:rPr lang="en-US" dirty="0"/>
              <a:t>Outcomes</a:t>
            </a:r>
            <a:endParaRPr lang="en-MY" dirty="0">
              <a:effectLst/>
            </a:endParaRPr>
          </a:p>
        </p:txBody>
      </p:sp>
      <p:sp>
        <p:nvSpPr>
          <p:cNvPr id="1796" name="Google Shape;1796;p33">
            <a:extLst>
              <a:ext uri="{FF2B5EF4-FFF2-40B4-BE49-F238E27FC236}">
                <a16:creationId xmlns:a16="http://schemas.microsoft.com/office/drawing/2014/main" id="{90593BEE-D796-0B3F-10BE-EC31BB9B1727}"/>
              </a:ext>
            </a:extLst>
          </p:cNvPr>
          <p:cNvSpPr txBox="1">
            <a:spLocks noGrp="1"/>
          </p:cNvSpPr>
          <p:nvPr>
            <p:ph type="title" idx="2"/>
          </p:nvPr>
        </p:nvSpPr>
        <p:spPr>
          <a:xfrm>
            <a:off x="4027050" y="1168175"/>
            <a:ext cx="1089900" cy="66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06</a:t>
            </a:r>
            <a:endParaRPr dirty="0"/>
          </a:p>
        </p:txBody>
      </p:sp>
      <p:cxnSp>
        <p:nvCxnSpPr>
          <p:cNvPr id="1797" name="Google Shape;1797;p33">
            <a:extLst>
              <a:ext uri="{FF2B5EF4-FFF2-40B4-BE49-F238E27FC236}">
                <a16:creationId xmlns:a16="http://schemas.microsoft.com/office/drawing/2014/main" id="{C9B5F8B2-ADFA-C1EA-8AA1-17281413DC08}"/>
              </a:ext>
            </a:extLst>
          </p:cNvPr>
          <p:cNvCxnSpPr>
            <a:endCxn id="1796" idx="0"/>
          </p:cNvCxnSpPr>
          <p:nvPr/>
        </p:nvCxnSpPr>
        <p:spPr>
          <a:xfrm>
            <a:off x="4572000" y="-105325"/>
            <a:ext cx="0" cy="1273500"/>
          </a:xfrm>
          <a:prstGeom prst="straightConnector1">
            <a:avLst/>
          </a:prstGeom>
          <a:noFill/>
          <a:ln w="9525" cap="flat" cmpd="sng">
            <a:solidFill>
              <a:schemeClr val="dk1"/>
            </a:solidFill>
            <a:prstDash val="solid"/>
            <a:round/>
            <a:headEnd type="none" w="med" len="med"/>
            <a:tailEnd type="diamond" w="med" len="med"/>
          </a:ln>
        </p:spPr>
      </p:cxnSp>
      <p:grpSp>
        <p:nvGrpSpPr>
          <p:cNvPr id="1798" name="Google Shape;1798;p33">
            <a:extLst>
              <a:ext uri="{FF2B5EF4-FFF2-40B4-BE49-F238E27FC236}">
                <a16:creationId xmlns:a16="http://schemas.microsoft.com/office/drawing/2014/main" id="{FC625F82-1FC6-1C4D-7A3A-BC76CC4BFCF1}"/>
              </a:ext>
            </a:extLst>
          </p:cNvPr>
          <p:cNvGrpSpPr/>
          <p:nvPr/>
        </p:nvGrpSpPr>
        <p:grpSpPr>
          <a:xfrm>
            <a:off x="6155878" y="3623594"/>
            <a:ext cx="771265" cy="984895"/>
            <a:chOff x="5958353" y="3536019"/>
            <a:chExt cx="771265" cy="984895"/>
          </a:xfrm>
        </p:grpSpPr>
        <p:grpSp>
          <p:nvGrpSpPr>
            <p:cNvPr id="1799" name="Google Shape;1799;p33">
              <a:extLst>
                <a:ext uri="{FF2B5EF4-FFF2-40B4-BE49-F238E27FC236}">
                  <a16:creationId xmlns:a16="http://schemas.microsoft.com/office/drawing/2014/main" id="{0551A62E-1E84-18BF-F357-563E07E478BD}"/>
                </a:ext>
              </a:extLst>
            </p:cNvPr>
            <p:cNvGrpSpPr/>
            <p:nvPr/>
          </p:nvGrpSpPr>
          <p:grpSpPr>
            <a:xfrm>
              <a:off x="6466976" y="3536019"/>
              <a:ext cx="262642" cy="905380"/>
              <a:chOff x="1539875" y="3257551"/>
              <a:chExt cx="511176" cy="1762125"/>
            </a:xfrm>
          </p:grpSpPr>
          <p:sp>
            <p:nvSpPr>
              <p:cNvPr id="1800" name="Google Shape;1800;p33">
                <a:extLst>
                  <a:ext uri="{FF2B5EF4-FFF2-40B4-BE49-F238E27FC236}">
                    <a16:creationId xmlns:a16="http://schemas.microsoft.com/office/drawing/2014/main" id="{DC16D1CE-D209-82B4-3F9B-F56656199CA4}"/>
                  </a:ext>
                </a:extLst>
              </p:cNvPr>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1" name="Google Shape;1801;p33">
                <a:extLst>
                  <a:ext uri="{FF2B5EF4-FFF2-40B4-BE49-F238E27FC236}">
                    <a16:creationId xmlns:a16="http://schemas.microsoft.com/office/drawing/2014/main" id="{DC2E95B1-E60B-9C3D-3A45-5275D38854B5}"/>
                  </a:ext>
                </a:extLst>
              </p:cNvPr>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2" name="Google Shape;1802;p33">
                <a:extLst>
                  <a:ext uri="{FF2B5EF4-FFF2-40B4-BE49-F238E27FC236}">
                    <a16:creationId xmlns:a16="http://schemas.microsoft.com/office/drawing/2014/main" id="{63841992-CCCE-C4D9-A422-748CC5CD83E2}"/>
                  </a:ext>
                </a:extLst>
              </p:cNvPr>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3" name="Google Shape;1803;p33">
                <a:extLst>
                  <a:ext uri="{FF2B5EF4-FFF2-40B4-BE49-F238E27FC236}">
                    <a16:creationId xmlns:a16="http://schemas.microsoft.com/office/drawing/2014/main" id="{5C2AD33F-5F1E-C39E-390D-27ED5612E79A}"/>
                  </a:ext>
                </a:extLst>
              </p:cNvPr>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4" name="Google Shape;1804;p33">
                <a:extLst>
                  <a:ext uri="{FF2B5EF4-FFF2-40B4-BE49-F238E27FC236}">
                    <a16:creationId xmlns:a16="http://schemas.microsoft.com/office/drawing/2014/main" id="{C8B90B35-951E-1793-29D0-DEB84B7E5C61}"/>
                  </a:ext>
                </a:extLst>
              </p:cNvPr>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5" name="Google Shape;1805;p33">
                <a:extLst>
                  <a:ext uri="{FF2B5EF4-FFF2-40B4-BE49-F238E27FC236}">
                    <a16:creationId xmlns:a16="http://schemas.microsoft.com/office/drawing/2014/main" id="{1FC1178F-9E1D-02F6-224A-961BF729950F}"/>
                  </a:ext>
                </a:extLst>
              </p:cNvPr>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06" name="Google Shape;1806;p33">
              <a:extLst>
                <a:ext uri="{FF2B5EF4-FFF2-40B4-BE49-F238E27FC236}">
                  <a16:creationId xmlns:a16="http://schemas.microsoft.com/office/drawing/2014/main" id="{D1C5EC60-82F5-1DA5-8B3D-70F0FD667DEA}"/>
                </a:ext>
              </a:extLst>
            </p:cNvPr>
            <p:cNvGrpSpPr/>
            <p:nvPr/>
          </p:nvGrpSpPr>
          <p:grpSpPr>
            <a:xfrm>
              <a:off x="6221460" y="3978354"/>
              <a:ext cx="142363" cy="490752"/>
              <a:chOff x="1539875" y="3257551"/>
              <a:chExt cx="511176" cy="1762125"/>
            </a:xfrm>
          </p:grpSpPr>
          <p:sp>
            <p:nvSpPr>
              <p:cNvPr id="1807" name="Google Shape;1807;p33">
                <a:extLst>
                  <a:ext uri="{FF2B5EF4-FFF2-40B4-BE49-F238E27FC236}">
                    <a16:creationId xmlns:a16="http://schemas.microsoft.com/office/drawing/2014/main" id="{B8FD0579-A3E6-8013-46F0-BC901CEDAD62}"/>
                  </a:ext>
                </a:extLst>
              </p:cNvPr>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8" name="Google Shape;1808;p33">
                <a:extLst>
                  <a:ext uri="{FF2B5EF4-FFF2-40B4-BE49-F238E27FC236}">
                    <a16:creationId xmlns:a16="http://schemas.microsoft.com/office/drawing/2014/main" id="{3D7B59BA-1BEB-F528-E1C8-0B877139E739}"/>
                  </a:ext>
                </a:extLst>
              </p:cNvPr>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9" name="Google Shape;1809;p33">
                <a:extLst>
                  <a:ext uri="{FF2B5EF4-FFF2-40B4-BE49-F238E27FC236}">
                    <a16:creationId xmlns:a16="http://schemas.microsoft.com/office/drawing/2014/main" id="{FFF90385-2CE8-F0B8-3F76-91DEC303BF9B}"/>
                  </a:ext>
                </a:extLst>
              </p:cNvPr>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0" name="Google Shape;1810;p33">
                <a:extLst>
                  <a:ext uri="{FF2B5EF4-FFF2-40B4-BE49-F238E27FC236}">
                    <a16:creationId xmlns:a16="http://schemas.microsoft.com/office/drawing/2014/main" id="{799597B3-2F18-026B-1979-12E5647E0FB9}"/>
                  </a:ext>
                </a:extLst>
              </p:cNvPr>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1" name="Google Shape;1811;p33">
                <a:extLst>
                  <a:ext uri="{FF2B5EF4-FFF2-40B4-BE49-F238E27FC236}">
                    <a16:creationId xmlns:a16="http://schemas.microsoft.com/office/drawing/2014/main" id="{884A9EA8-E478-1E42-8EEF-413AB5EE8E55}"/>
                  </a:ext>
                </a:extLst>
              </p:cNvPr>
              <p:cNvSpPr/>
              <p:nvPr/>
            </p:nvSpPr>
            <p:spPr>
              <a:xfrm>
                <a:off x="1801813" y="3597276"/>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2" name="Google Shape;1812;p33">
                <a:extLst>
                  <a:ext uri="{FF2B5EF4-FFF2-40B4-BE49-F238E27FC236}">
                    <a16:creationId xmlns:a16="http://schemas.microsoft.com/office/drawing/2014/main" id="{FD80BDF6-3354-BFD4-BE2A-31601B0F6010}"/>
                  </a:ext>
                </a:extLst>
              </p:cNvPr>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13" name="Google Shape;1813;p33">
              <a:extLst>
                <a:ext uri="{FF2B5EF4-FFF2-40B4-BE49-F238E27FC236}">
                  <a16:creationId xmlns:a16="http://schemas.microsoft.com/office/drawing/2014/main" id="{98EA8F20-9CD0-4BB2-4CBD-FBCBAAA91077}"/>
                </a:ext>
              </a:extLst>
            </p:cNvPr>
            <p:cNvGrpSpPr/>
            <p:nvPr/>
          </p:nvGrpSpPr>
          <p:grpSpPr>
            <a:xfrm flipH="1">
              <a:off x="5958353" y="3926549"/>
              <a:ext cx="172369" cy="594365"/>
              <a:chOff x="1539875" y="3257551"/>
              <a:chExt cx="511176" cy="1762125"/>
            </a:xfrm>
          </p:grpSpPr>
          <p:sp>
            <p:nvSpPr>
              <p:cNvPr id="1814" name="Google Shape;1814;p33">
                <a:extLst>
                  <a:ext uri="{FF2B5EF4-FFF2-40B4-BE49-F238E27FC236}">
                    <a16:creationId xmlns:a16="http://schemas.microsoft.com/office/drawing/2014/main" id="{64C9BAD8-0857-AEE5-404C-4886F6AA680E}"/>
                  </a:ext>
                </a:extLst>
              </p:cNvPr>
              <p:cNvSpPr/>
              <p:nvPr/>
            </p:nvSpPr>
            <p:spPr>
              <a:xfrm>
                <a:off x="1630363" y="3300413"/>
                <a:ext cx="279400" cy="1719263"/>
              </a:xfrm>
              <a:custGeom>
                <a:avLst/>
                <a:gdLst/>
                <a:ahLst/>
                <a:cxnLst/>
                <a:rect l="l" t="t" r="r" b="b"/>
                <a:pathLst>
                  <a:path w="282" h="1742" extrusionOk="0">
                    <a:moveTo>
                      <a:pt x="281" y="283"/>
                    </a:moveTo>
                    <a:cubicBezTo>
                      <a:pt x="281" y="283"/>
                      <a:pt x="280" y="282"/>
                      <a:pt x="279" y="283"/>
                    </a:cubicBezTo>
                    <a:cubicBezTo>
                      <a:pt x="177" y="364"/>
                      <a:pt x="177" y="364"/>
                      <a:pt x="177" y="364"/>
                    </a:cubicBezTo>
                    <a:cubicBezTo>
                      <a:pt x="173" y="0"/>
                      <a:pt x="173" y="0"/>
                      <a:pt x="173" y="0"/>
                    </a:cubicBezTo>
                    <a:cubicBezTo>
                      <a:pt x="162" y="1016"/>
                      <a:pt x="162" y="1016"/>
                      <a:pt x="162" y="1016"/>
                    </a:cubicBezTo>
                    <a:cubicBezTo>
                      <a:pt x="132" y="996"/>
                      <a:pt x="132" y="996"/>
                      <a:pt x="132" y="996"/>
                    </a:cubicBezTo>
                    <a:cubicBezTo>
                      <a:pt x="109" y="963"/>
                      <a:pt x="109" y="963"/>
                      <a:pt x="109" y="963"/>
                    </a:cubicBezTo>
                    <a:cubicBezTo>
                      <a:pt x="109" y="962"/>
                      <a:pt x="108" y="962"/>
                      <a:pt x="108" y="962"/>
                    </a:cubicBezTo>
                    <a:cubicBezTo>
                      <a:pt x="107" y="963"/>
                      <a:pt x="107" y="963"/>
                      <a:pt x="107" y="964"/>
                    </a:cubicBezTo>
                    <a:cubicBezTo>
                      <a:pt x="126" y="992"/>
                      <a:pt x="126" y="992"/>
                      <a:pt x="126" y="992"/>
                    </a:cubicBezTo>
                    <a:cubicBezTo>
                      <a:pt x="104" y="977"/>
                      <a:pt x="104" y="977"/>
                      <a:pt x="104" y="977"/>
                    </a:cubicBezTo>
                    <a:cubicBezTo>
                      <a:pt x="12" y="884"/>
                      <a:pt x="12" y="884"/>
                      <a:pt x="12" y="884"/>
                    </a:cubicBezTo>
                    <a:cubicBezTo>
                      <a:pt x="12" y="883"/>
                      <a:pt x="11" y="883"/>
                      <a:pt x="11" y="884"/>
                    </a:cubicBezTo>
                    <a:cubicBezTo>
                      <a:pt x="10" y="884"/>
                      <a:pt x="10" y="885"/>
                      <a:pt x="11" y="886"/>
                    </a:cubicBezTo>
                    <a:cubicBezTo>
                      <a:pt x="93" y="969"/>
                      <a:pt x="93" y="969"/>
                      <a:pt x="93" y="969"/>
                    </a:cubicBezTo>
                    <a:cubicBezTo>
                      <a:pt x="4" y="908"/>
                      <a:pt x="4" y="908"/>
                      <a:pt x="4" y="908"/>
                    </a:cubicBezTo>
                    <a:cubicBezTo>
                      <a:pt x="3" y="908"/>
                      <a:pt x="2" y="908"/>
                      <a:pt x="1" y="909"/>
                    </a:cubicBezTo>
                    <a:cubicBezTo>
                      <a:pt x="0" y="910"/>
                      <a:pt x="0" y="912"/>
                      <a:pt x="2" y="913"/>
                    </a:cubicBezTo>
                    <a:cubicBezTo>
                      <a:pt x="161" y="1022"/>
                      <a:pt x="161" y="1022"/>
                      <a:pt x="161" y="1022"/>
                    </a:cubicBezTo>
                    <a:cubicBezTo>
                      <a:pt x="153" y="1742"/>
                      <a:pt x="153" y="1742"/>
                      <a:pt x="153" y="1742"/>
                    </a:cubicBezTo>
                    <a:cubicBezTo>
                      <a:pt x="193" y="1742"/>
                      <a:pt x="193" y="1742"/>
                      <a:pt x="193" y="1742"/>
                    </a:cubicBezTo>
                    <a:cubicBezTo>
                      <a:pt x="177" y="368"/>
                      <a:pt x="177" y="368"/>
                      <a:pt x="177" y="368"/>
                    </a:cubicBezTo>
                    <a:cubicBezTo>
                      <a:pt x="214" y="339"/>
                      <a:pt x="214" y="339"/>
                      <a:pt x="214" y="339"/>
                    </a:cubicBezTo>
                    <a:cubicBezTo>
                      <a:pt x="251" y="325"/>
                      <a:pt x="251" y="325"/>
                      <a:pt x="251" y="325"/>
                    </a:cubicBezTo>
                    <a:cubicBezTo>
                      <a:pt x="251" y="324"/>
                      <a:pt x="252" y="324"/>
                      <a:pt x="251" y="323"/>
                    </a:cubicBezTo>
                    <a:cubicBezTo>
                      <a:pt x="251" y="322"/>
                      <a:pt x="250" y="322"/>
                      <a:pt x="250" y="322"/>
                    </a:cubicBezTo>
                    <a:cubicBezTo>
                      <a:pt x="220" y="333"/>
                      <a:pt x="220" y="333"/>
                      <a:pt x="220" y="333"/>
                    </a:cubicBezTo>
                    <a:cubicBezTo>
                      <a:pt x="281" y="285"/>
                      <a:pt x="281" y="285"/>
                      <a:pt x="281" y="285"/>
                    </a:cubicBezTo>
                    <a:cubicBezTo>
                      <a:pt x="281" y="284"/>
                      <a:pt x="282" y="284"/>
                      <a:pt x="281" y="28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5" name="Google Shape;1815;p33">
                <a:extLst>
                  <a:ext uri="{FF2B5EF4-FFF2-40B4-BE49-F238E27FC236}">
                    <a16:creationId xmlns:a16="http://schemas.microsoft.com/office/drawing/2014/main" id="{6069396D-02D3-3BE4-FF8E-3C06B228A632}"/>
                  </a:ext>
                </a:extLst>
              </p:cNvPr>
              <p:cNvSpPr/>
              <p:nvPr/>
            </p:nvSpPr>
            <p:spPr>
              <a:xfrm>
                <a:off x="1663700" y="4792663"/>
                <a:ext cx="138113" cy="85725"/>
              </a:xfrm>
              <a:custGeom>
                <a:avLst/>
                <a:gdLst/>
                <a:ahLst/>
                <a:cxnLst/>
                <a:rect l="l" t="t" r="r" b="b"/>
                <a:pathLst>
                  <a:path w="140" h="88" extrusionOk="0">
                    <a:moveTo>
                      <a:pt x="140" y="88"/>
                    </a:moveTo>
                    <a:cubicBezTo>
                      <a:pt x="0" y="27"/>
                      <a:pt x="0" y="27"/>
                      <a:pt x="0" y="27"/>
                    </a:cubicBezTo>
                    <a:cubicBezTo>
                      <a:pt x="0" y="27"/>
                      <a:pt x="30" y="0"/>
                      <a:pt x="70" y="40"/>
                    </a:cubicBezTo>
                    <a:cubicBezTo>
                      <a:pt x="70" y="40"/>
                      <a:pt x="93" y="1"/>
                      <a:pt x="140" y="8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6" name="Google Shape;1816;p33">
                <a:extLst>
                  <a:ext uri="{FF2B5EF4-FFF2-40B4-BE49-F238E27FC236}">
                    <a16:creationId xmlns:a16="http://schemas.microsoft.com/office/drawing/2014/main" id="{79C85F0B-7CAF-6BF5-6B21-ABDF48AB518A}"/>
                  </a:ext>
                </a:extLst>
              </p:cNvPr>
              <p:cNvSpPr/>
              <p:nvPr/>
            </p:nvSpPr>
            <p:spPr>
              <a:xfrm>
                <a:off x="1539875" y="3257551"/>
                <a:ext cx="511175" cy="1590673"/>
              </a:xfrm>
              <a:custGeom>
                <a:avLst/>
                <a:gdLst/>
                <a:ahLst/>
                <a:cxnLst/>
                <a:rect l="l" t="t" r="r" b="b"/>
                <a:pathLst>
                  <a:path w="517" h="1611" extrusionOk="0">
                    <a:moveTo>
                      <a:pt x="483" y="1328"/>
                    </a:moveTo>
                    <a:cubicBezTo>
                      <a:pt x="483" y="1326"/>
                      <a:pt x="483" y="1324"/>
                      <a:pt x="483" y="1323"/>
                    </a:cubicBezTo>
                    <a:cubicBezTo>
                      <a:pt x="265" y="1412"/>
                      <a:pt x="265" y="1412"/>
                      <a:pt x="265" y="1412"/>
                    </a:cubicBezTo>
                    <a:cubicBezTo>
                      <a:pt x="265" y="1407"/>
                      <a:pt x="265" y="1407"/>
                      <a:pt x="265" y="1407"/>
                    </a:cubicBezTo>
                    <a:cubicBezTo>
                      <a:pt x="480" y="1299"/>
                      <a:pt x="480" y="1299"/>
                      <a:pt x="480" y="1299"/>
                    </a:cubicBezTo>
                    <a:cubicBezTo>
                      <a:pt x="477" y="1283"/>
                      <a:pt x="470" y="1267"/>
                      <a:pt x="460" y="1250"/>
                    </a:cubicBezTo>
                    <a:cubicBezTo>
                      <a:pt x="460" y="1250"/>
                      <a:pt x="517" y="1075"/>
                      <a:pt x="427" y="985"/>
                    </a:cubicBezTo>
                    <a:cubicBezTo>
                      <a:pt x="427" y="985"/>
                      <a:pt x="445" y="932"/>
                      <a:pt x="446" y="876"/>
                    </a:cubicBezTo>
                    <a:cubicBezTo>
                      <a:pt x="366" y="891"/>
                      <a:pt x="366" y="891"/>
                      <a:pt x="366" y="891"/>
                    </a:cubicBezTo>
                    <a:cubicBezTo>
                      <a:pt x="416" y="867"/>
                      <a:pt x="416" y="867"/>
                      <a:pt x="416" y="867"/>
                    </a:cubicBezTo>
                    <a:cubicBezTo>
                      <a:pt x="265" y="915"/>
                      <a:pt x="265" y="915"/>
                      <a:pt x="265" y="915"/>
                    </a:cubicBezTo>
                    <a:cubicBezTo>
                      <a:pt x="442" y="830"/>
                      <a:pt x="442" y="830"/>
                      <a:pt x="442" y="830"/>
                    </a:cubicBezTo>
                    <a:cubicBezTo>
                      <a:pt x="435" y="794"/>
                      <a:pt x="416" y="764"/>
                      <a:pt x="374" y="754"/>
                    </a:cubicBezTo>
                    <a:cubicBezTo>
                      <a:pt x="374" y="754"/>
                      <a:pt x="439" y="588"/>
                      <a:pt x="352" y="519"/>
                    </a:cubicBezTo>
                    <a:cubicBezTo>
                      <a:pt x="352" y="519"/>
                      <a:pt x="398" y="485"/>
                      <a:pt x="365" y="452"/>
                    </a:cubicBezTo>
                    <a:cubicBezTo>
                      <a:pt x="365" y="452"/>
                      <a:pt x="377" y="400"/>
                      <a:pt x="375" y="345"/>
                    </a:cubicBezTo>
                    <a:cubicBezTo>
                      <a:pt x="354" y="363"/>
                      <a:pt x="332" y="399"/>
                      <a:pt x="332" y="399"/>
                    </a:cubicBezTo>
                    <a:cubicBezTo>
                      <a:pt x="336" y="364"/>
                      <a:pt x="265" y="432"/>
                      <a:pt x="265" y="432"/>
                    </a:cubicBezTo>
                    <a:cubicBezTo>
                      <a:pt x="265" y="391"/>
                      <a:pt x="265" y="391"/>
                      <a:pt x="265" y="391"/>
                    </a:cubicBezTo>
                    <a:cubicBezTo>
                      <a:pt x="355" y="331"/>
                      <a:pt x="355" y="331"/>
                      <a:pt x="355" y="331"/>
                    </a:cubicBezTo>
                    <a:cubicBezTo>
                      <a:pt x="303" y="350"/>
                      <a:pt x="303" y="350"/>
                      <a:pt x="303" y="350"/>
                    </a:cubicBezTo>
                    <a:cubicBezTo>
                      <a:pt x="371" y="310"/>
                      <a:pt x="371" y="310"/>
                      <a:pt x="371" y="310"/>
                    </a:cubicBezTo>
                    <a:cubicBezTo>
                      <a:pt x="365" y="276"/>
                      <a:pt x="350" y="244"/>
                      <a:pt x="320" y="227"/>
                    </a:cubicBezTo>
                    <a:cubicBezTo>
                      <a:pt x="320" y="227"/>
                      <a:pt x="367" y="69"/>
                      <a:pt x="265" y="0"/>
                    </a:cubicBezTo>
                    <a:cubicBezTo>
                      <a:pt x="164" y="69"/>
                      <a:pt x="210" y="227"/>
                      <a:pt x="210" y="227"/>
                    </a:cubicBezTo>
                    <a:cubicBezTo>
                      <a:pt x="207" y="228"/>
                      <a:pt x="205" y="230"/>
                      <a:pt x="202" y="231"/>
                    </a:cubicBezTo>
                    <a:cubicBezTo>
                      <a:pt x="209" y="269"/>
                      <a:pt x="209" y="269"/>
                      <a:pt x="209" y="269"/>
                    </a:cubicBezTo>
                    <a:cubicBezTo>
                      <a:pt x="200" y="234"/>
                      <a:pt x="200" y="234"/>
                      <a:pt x="200" y="234"/>
                    </a:cubicBezTo>
                    <a:cubicBezTo>
                      <a:pt x="193" y="239"/>
                      <a:pt x="187" y="246"/>
                      <a:pt x="181" y="253"/>
                    </a:cubicBezTo>
                    <a:cubicBezTo>
                      <a:pt x="209" y="322"/>
                      <a:pt x="209" y="322"/>
                      <a:pt x="209" y="322"/>
                    </a:cubicBezTo>
                    <a:cubicBezTo>
                      <a:pt x="173" y="267"/>
                      <a:pt x="173" y="267"/>
                      <a:pt x="173" y="267"/>
                    </a:cubicBezTo>
                    <a:cubicBezTo>
                      <a:pt x="159" y="296"/>
                      <a:pt x="155" y="332"/>
                      <a:pt x="155" y="365"/>
                    </a:cubicBezTo>
                    <a:cubicBezTo>
                      <a:pt x="209" y="389"/>
                      <a:pt x="209" y="389"/>
                      <a:pt x="209" y="389"/>
                    </a:cubicBezTo>
                    <a:cubicBezTo>
                      <a:pt x="156" y="380"/>
                      <a:pt x="156" y="380"/>
                      <a:pt x="156" y="380"/>
                    </a:cubicBezTo>
                    <a:cubicBezTo>
                      <a:pt x="158" y="420"/>
                      <a:pt x="165" y="452"/>
                      <a:pt x="165" y="452"/>
                    </a:cubicBezTo>
                    <a:cubicBezTo>
                      <a:pt x="133" y="485"/>
                      <a:pt x="178" y="519"/>
                      <a:pt x="178" y="519"/>
                    </a:cubicBezTo>
                    <a:cubicBezTo>
                      <a:pt x="91" y="588"/>
                      <a:pt x="156" y="754"/>
                      <a:pt x="156" y="754"/>
                    </a:cubicBezTo>
                    <a:cubicBezTo>
                      <a:pt x="88" y="770"/>
                      <a:pt x="80" y="840"/>
                      <a:pt x="85" y="899"/>
                    </a:cubicBezTo>
                    <a:cubicBezTo>
                      <a:pt x="239" y="1003"/>
                      <a:pt x="239" y="1003"/>
                      <a:pt x="239" y="1003"/>
                    </a:cubicBezTo>
                    <a:cubicBezTo>
                      <a:pt x="181" y="978"/>
                      <a:pt x="181" y="978"/>
                      <a:pt x="181" y="978"/>
                    </a:cubicBezTo>
                    <a:cubicBezTo>
                      <a:pt x="265" y="1033"/>
                      <a:pt x="265" y="1033"/>
                      <a:pt x="265" y="1033"/>
                    </a:cubicBezTo>
                    <a:cubicBezTo>
                      <a:pt x="265" y="1121"/>
                      <a:pt x="265" y="1121"/>
                      <a:pt x="265" y="1121"/>
                    </a:cubicBezTo>
                    <a:cubicBezTo>
                      <a:pt x="237" y="1063"/>
                      <a:pt x="223" y="1090"/>
                      <a:pt x="223" y="1090"/>
                    </a:cubicBezTo>
                    <a:cubicBezTo>
                      <a:pt x="169" y="987"/>
                      <a:pt x="135" y="1031"/>
                      <a:pt x="135" y="1031"/>
                    </a:cubicBezTo>
                    <a:cubicBezTo>
                      <a:pt x="106" y="987"/>
                      <a:pt x="79" y="1017"/>
                      <a:pt x="78" y="1018"/>
                    </a:cubicBezTo>
                    <a:cubicBezTo>
                      <a:pt x="64" y="1042"/>
                      <a:pt x="57" y="1070"/>
                      <a:pt x="54" y="1096"/>
                    </a:cubicBezTo>
                    <a:cubicBezTo>
                      <a:pt x="265" y="1238"/>
                      <a:pt x="265" y="1238"/>
                      <a:pt x="265" y="1238"/>
                    </a:cubicBezTo>
                    <a:cubicBezTo>
                      <a:pt x="53" y="1112"/>
                      <a:pt x="53" y="1112"/>
                      <a:pt x="53" y="1112"/>
                    </a:cubicBezTo>
                    <a:cubicBezTo>
                      <a:pt x="52" y="1125"/>
                      <a:pt x="52" y="1137"/>
                      <a:pt x="53" y="1150"/>
                    </a:cubicBezTo>
                    <a:cubicBezTo>
                      <a:pt x="170" y="1218"/>
                      <a:pt x="170" y="1218"/>
                      <a:pt x="170" y="1218"/>
                    </a:cubicBezTo>
                    <a:cubicBezTo>
                      <a:pt x="54" y="1171"/>
                      <a:pt x="54" y="1171"/>
                      <a:pt x="54" y="1171"/>
                    </a:cubicBezTo>
                    <a:cubicBezTo>
                      <a:pt x="55" y="1174"/>
                      <a:pt x="55" y="1177"/>
                      <a:pt x="55" y="1180"/>
                    </a:cubicBezTo>
                    <a:cubicBezTo>
                      <a:pt x="69" y="1191"/>
                      <a:pt x="69" y="1191"/>
                      <a:pt x="69" y="1191"/>
                    </a:cubicBezTo>
                    <a:cubicBezTo>
                      <a:pt x="56" y="1187"/>
                      <a:pt x="56" y="1187"/>
                      <a:pt x="56" y="1187"/>
                    </a:cubicBezTo>
                    <a:cubicBezTo>
                      <a:pt x="62" y="1224"/>
                      <a:pt x="70" y="1250"/>
                      <a:pt x="70" y="1250"/>
                    </a:cubicBezTo>
                    <a:cubicBezTo>
                      <a:pt x="0" y="1365"/>
                      <a:pt x="112" y="1471"/>
                      <a:pt x="112" y="1471"/>
                    </a:cubicBezTo>
                    <a:cubicBezTo>
                      <a:pt x="115" y="1486"/>
                      <a:pt x="119" y="1499"/>
                      <a:pt x="124" y="1511"/>
                    </a:cubicBezTo>
                    <a:cubicBezTo>
                      <a:pt x="265" y="1611"/>
                      <a:pt x="265" y="1611"/>
                      <a:pt x="265" y="1611"/>
                    </a:cubicBezTo>
                    <a:cubicBezTo>
                      <a:pt x="265" y="1611"/>
                      <a:pt x="397" y="1597"/>
                      <a:pt x="418" y="1471"/>
                    </a:cubicBezTo>
                    <a:cubicBezTo>
                      <a:pt x="418" y="1471"/>
                      <a:pt x="472" y="1420"/>
                      <a:pt x="482" y="1349"/>
                    </a:cubicBezTo>
                    <a:cubicBezTo>
                      <a:pt x="417" y="1371"/>
                      <a:pt x="417" y="1371"/>
                      <a:pt x="417" y="1371"/>
                    </a:cubicBezTo>
                    <a:lnTo>
                      <a:pt x="483" y="132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7" name="Google Shape;1817;p33">
                <a:extLst>
                  <a:ext uri="{FF2B5EF4-FFF2-40B4-BE49-F238E27FC236}">
                    <a16:creationId xmlns:a16="http://schemas.microsoft.com/office/drawing/2014/main" id="{CEAE3D97-561C-5C27-0B09-051EC19C827D}"/>
                  </a:ext>
                </a:extLst>
              </p:cNvPr>
              <p:cNvSpPr/>
              <p:nvPr/>
            </p:nvSpPr>
            <p:spPr>
              <a:xfrm>
                <a:off x="1801813" y="4562476"/>
                <a:ext cx="214313" cy="285750"/>
              </a:xfrm>
              <a:custGeom>
                <a:avLst/>
                <a:gdLst/>
                <a:ahLst/>
                <a:cxnLst/>
                <a:rect l="l" t="t" r="r" b="b"/>
                <a:pathLst>
                  <a:path w="218" h="288" extrusionOk="0">
                    <a:moveTo>
                      <a:pt x="218" y="0"/>
                    </a:moveTo>
                    <a:cubicBezTo>
                      <a:pt x="0" y="89"/>
                      <a:pt x="0" y="89"/>
                      <a:pt x="0" y="89"/>
                    </a:cubicBezTo>
                    <a:cubicBezTo>
                      <a:pt x="0" y="288"/>
                      <a:pt x="0" y="288"/>
                      <a:pt x="0" y="288"/>
                    </a:cubicBezTo>
                    <a:cubicBezTo>
                      <a:pt x="0" y="288"/>
                      <a:pt x="132" y="274"/>
                      <a:pt x="153" y="148"/>
                    </a:cubicBezTo>
                    <a:cubicBezTo>
                      <a:pt x="153" y="148"/>
                      <a:pt x="207" y="97"/>
                      <a:pt x="217" y="26"/>
                    </a:cubicBezTo>
                    <a:cubicBezTo>
                      <a:pt x="152" y="48"/>
                      <a:pt x="152" y="48"/>
                      <a:pt x="152" y="48"/>
                    </a:cubicBezTo>
                    <a:cubicBezTo>
                      <a:pt x="218" y="5"/>
                      <a:pt x="218" y="5"/>
                      <a:pt x="218" y="5"/>
                    </a:cubicBezTo>
                    <a:cubicBezTo>
                      <a:pt x="218" y="3"/>
                      <a:pt x="218" y="1"/>
                      <a:pt x="218"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8" name="Google Shape;1818;p33">
                <a:extLst>
                  <a:ext uri="{FF2B5EF4-FFF2-40B4-BE49-F238E27FC236}">
                    <a16:creationId xmlns:a16="http://schemas.microsoft.com/office/drawing/2014/main" id="{E9A36384-1993-2AC4-C56F-05C47B775504}"/>
                  </a:ext>
                </a:extLst>
              </p:cNvPr>
              <p:cNvSpPr/>
              <p:nvPr/>
            </p:nvSpPr>
            <p:spPr>
              <a:xfrm>
                <a:off x="1801813" y="3711460"/>
                <a:ext cx="174625" cy="563563"/>
              </a:xfrm>
              <a:custGeom>
                <a:avLst/>
                <a:gdLst/>
                <a:ahLst/>
                <a:cxnLst/>
                <a:rect l="l" t="t" r="r" b="b"/>
                <a:pathLst>
                  <a:path w="177" h="570" extrusionOk="0">
                    <a:moveTo>
                      <a:pt x="0" y="87"/>
                    </a:moveTo>
                    <a:cubicBezTo>
                      <a:pt x="0" y="570"/>
                      <a:pt x="0" y="570"/>
                      <a:pt x="0" y="570"/>
                    </a:cubicBezTo>
                    <a:cubicBezTo>
                      <a:pt x="177" y="485"/>
                      <a:pt x="177" y="485"/>
                      <a:pt x="177" y="485"/>
                    </a:cubicBezTo>
                    <a:cubicBezTo>
                      <a:pt x="170" y="449"/>
                      <a:pt x="151" y="419"/>
                      <a:pt x="109" y="409"/>
                    </a:cubicBezTo>
                    <a:cubicBezTo>
                      <a:pt x="109" y="409"/>
                      <a:pt x="174" y="243"/>
                      <a:pt x="87" y="174"/>
                    </a:cubicBezTo>
                    <a:cubicBezTo>
                      <a:pt x="87" y="174"/>
                      <a:pt x="133" y="140"/>
                      <a:pt x="100" y="107"/>
                    </a:cubicBezTo>
                    <a:cubicBezTo>
                      <a:pt x="100" y="107"/>
                      <a:pt x="112" y="55"/>
                      <a:pt x="110" y="0"/>
                    </a:cubicBezTo>
                    <a:cubicBezTo>
                      <a:pt x="89" y="18"/>
                      <a:pt x="67" y="54"/>
                      <a:pt x="67" y="54"/>
                    </a:cubicBezTo>
                    <a:cubicBezTo>
                      <a:pt x="71" y="19"/>
                      <a:pt x="1" y="86"/>
                      <a:pt x="0" y="8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9" name="Google Shape;1819;p33">
                <a:extLst>
                  <a:ext uri="{FF2B5EF4-FFF2-40B4-BE49-F238E27FC236}">
                    <a16:creationId xmlns:a16="http://schemas.microsoft.com/office/drawing/2014/main" id="{46940C65-942C-C588-E2A3-5983627098DD}"/>
                  </a:ext>
                </a:extLst>
              </p:cNvPr>
              <p:cNvSpPr/>
              <p:nvPr/>
            </p:nvSpPr>
            <p:spPr>
              <a:xfrm>
                <a:off x="1801813" y="4113213"/>
                <a:ext cx="249238" cy="533400"/>
              </a:xfrm>
              <a:custGeom>
                <a:avLst/>
                <a:gdLst/>
                <a:ahLst/>
                <a:cxnLst/>
                <a:rect l="l" t="t" r="r" b="b"/>
                <a:pathLst>
                  <a:path w="252" h="540" extrusionOk="0">
                    <a:moveTo>
                      <a:pt x="215" y="432"/>
                    </a:moveTo>
                    <a:cubicBezTo>
                      <a:pt x="212" y="416"/>
                      <a:pt x="205" y="400"/>
                      <a:pt x="195" y="383"/>
                    </a:cubicBezTo>
                    <a:cubicBezTo>
                      <a:pt x="195" y="383"/>
                      <a:pt x="252" y="208"/>
                      <a:pt x="162" y="118"/>
                    </a:cubicBezTo>
                    <a:cubicBezTo>
                      <a:pt x="162" y="118"/>
                      <a:pt x="180" y="65"/>
                      <a:pt x="181" y="9"/>
                    </a:cubicBezTo>
                    <a:cubicBezTo>
                      <a:pt x="101" y="24"/>
                      <a:pt x="101" y="24"/>
                      <a:pt x="101" y="24"/>
                    </a:cubicBezTo>
                    <a:cubicBezTo>
                      <a:pt x="151" y="0"/>
                      <a:pt x="151" y="0"/>
                      <a:pt x="151" y="0"/>
                    </a:cubicBezTo>
                    <a:cubicBezTo>
                      <a:pt x="0" y="48"/>
                      <a:pt x="0" y="48"/>
                      <a:pt x="0" y="48"/>
                    </a:cubicBezTo>
                    <a:cubicBezTo>
                      <a:pt x="0" y="166"/>
                      <a:pt x="0" y="166"/>
                      <a:pt x="0" y="166"/>
                    </a:cubicBezTo>
                    <a:cubicBezTo>
                      <a:pt x="0" y="254"/>
                      <a:pt x="0" y="254"/>
                      <a:pt x="0" y="254"/>
                    </a:cubicBezTo>
                    <a:cubicBezTo>
                      <a:pt x="0" y="540"/>
                      <a:pt x="0" y="540"/>
                      <a:pt x="0" y="540"/>
                    </a:cubicBezTo>
                    <a:lnTo>
                      <a:pt x="215" y="432"/>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820" name="Google Shape;1820;p33">
            <a:extLst>
              <a:ext uri="{FF2B5EF4-FFF2-40B4-BE49-F238E27FC236}">
                <a16:creationId xmlns:a16="http://schemas.microsoft.com/office/drawing/2014/main" id="{448F2CC5-F9DE-3CA2-0CA2-287EB9135776}"/>
              </a:ext>
            </a:extLst>
          </p:cNvPr>
          <p:cNvGrpSpPr/>
          <p:nvPr/>
        </p:nvGrpSpPr>
        <p:grpSpPr>
          <a:xfrm>
            <a:off x="-47199" y="3215348"/>
            <a:ext cx="2776112" cy="1418574"/>
            <a:chOff x="-46" y="2299799"/>
            <a:chExt cx="3480146" cy="1778330"/>
          </a:xfrm>
        </p:grpSpPr>
        <p:sp>
          <p:nvSpPr>
            <p:cNvPr id="1821" name="Google Shape;1821;p33">
              <a:extLst>
                <a:ext uri="{FF2B5EF4-FFF2-40B4-BE49-F238E27FC236}">
                  <a16:creationId xmlns:a16="http://schemas.microsoft.com/office/drawing/2014/main" id="{62CD2E74-4C30-8606-3924-88D9BE43B79A}"/>
                </a:ext>
              </a:extLst>
            </p:cNvPr>
            <p:cNvSpPr/>
            <p:nvPr/>
          </p:nvSpPr>
          <p:spPr>
            <a:xfrm flipH="1">
              <a:off x="138" y="2416729"/>
              <a:ext cx="3479961" cy="1476449"/>
            </a:xfrm>
            <a:custGeom>
              <a:avLst/>
              <a:gdLst/>
              <a:ahLst/>
              <a:cxnLst/>
              <a:rect l="l" t="t" r="r" b="b"/>
              <a:pathLst>
                <a:path w="2432" h="1031" extrusionOk="0">
                  <a:moveTo>
                    <a:pt x="2432" y="0"/>
                  </a:moveTo>
                  <a:cubicBezTo>
                    <a:pt x="1493" y="0"/>
                    <a:pt x="1493" y="0"/>
                    <a:pt x="1493" y="0"/>
                  </a:cubicBezTo>
                  <a:cubicBezTo>
                    <a:pt x="1493" y="18"/>
                    <a:pt x="1493" y="18"/>
                    <a:pt x="1493" y="18"/>
                  </a:cubicBezTo>
                  <a:cubicBezTo>
                    <a:pt x="1493" y="18"/>
                    <a:pt x="1262" y="18"/>
                    <a:pt x="1104" y="127"/>
                  </a:cubicBezTo>
                  <a:cubicBezTo>
                    <a:pt x="1079" y="146"/>
                    <a:pt x="1079" y="146"/>
                    <a:pt x="1079" y="146"/>
                  </a:cubicBezTo>
                  <a:cubicBezTo>
                    <a:pt x="1325" y="87"/>
                    <a:pt x="1325" y="87"/>
                    <a:pt x="1325" y="87"/>
                  </a:cubicBezTo>
                  <a:cubicBezTo>
                    <a:pt x="1376" y="109"/>
                    <a:pt x="1376" y="109"/>
                    <a:pt x="1376" y="109"/>
                  </a:cubicBezTo>
                  <a:cubicBezTo>
                    <a:pt x="1132" y="326"/>
                    <a:pt x="1132" y="326"/>
                    <a:pt x="1132" y="326"/>
                  </a:cubicBezTo>
                  <a:cubicBezTo>
                    <a:pt x="1132" y="326"/>
                    <a:pt x="637" y="428"/>
                    <a:pt x="384" y="565"/>
                  </a:cubicBezTo>
                  <a:cubicBezTo>
                    <a:pt x="384" y="565"/>
                    <a:pt x="0" y="819"/>
                    <a:pt x="34" y="875"/>
                  </a:cubicBezTo>
                  <a:cubicBezTo>
                    <a:pt x="67" y="931"/>
                    <a:pt x="284" y="1031"/>
                    <a:pt x="284" y="1031"/>
                  </a:cubicBezTo>
                  <a:cubicBezTo>
                    <a:pt x="1117" y="1031"/>
                    <a:pt x="1117" y="1031"/>
                    <a:pt x="1117" y="1031"/>
                  </a:cubicBezTo>
                  <a:cubicBezTo>
                    <a:pt x="1197" y="948"/>
                    <a:pt x="1197" y="948"/>
                    <a:pt x="1197" y="948"/>
                  </a:cubicBezTo>
                  <a:cubicBezTo>
                    <a:pt x="2432" y="948"/>
                    <a:pt x="2432" y="948"/>
                    <a:pt x="2432" y="948"/>
                  </a:cubicBezTo>
                  <a:cubicBezTo>
                    <a:pt x="2432" y="0"/>
                    <a:pt x="2432" y="0"/>
                    <a:pt x="2432" y="0"/>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2" name="Google Shape;1822;p33">
              <a:extLst>
                <a:ext uri="{FF2B5EF4-FFF2-40B4-BE49-F238E27FC236}">
                  <a16:creationId xmlns:a16="http://schemas.microsoft.com/office/drawing/2014/main" id="{BE6DD814-3574-31CD-840F-930323461004}"/>
                </a:ext>
              </a:extLst>
            </p:cNvPr>
            <p:cNvSpPr/>
            <p:nvPr/>
          </p:nvSpPr>
          <p:spPr>
            <a:xfrm flipH="1">
              <a:off x="137" y="3589512"/>
              <a:ext cx="3434586" cy="303667"/>
            </a:xfrm>
            <a:custGeom>
              <a:avLst/>
              <a:gdLst/>
              <a:ahLst/>
              <a:cxnLst/>
              <a:rect l="l" t="t" r="r" b="b"/>
              <a:pathLst>
                <a:path w="2400" h="212" extrusionOk="0">
                  <a:moveTo>
                    <a:pt x="1165" y="129"/>
                  </a:moveTo>
                  <a:cubicBezTo>
                    <a:pt x="2400" y="129"/>
                    <a:pt x="2400" y="129"/>
                    <a:pt x="2400" y="129"/>
                  </a:cubicBezTo>
                  <a:cubicBezTo>
                    <a:pt x="2400" y="0"/>
                    <a:pt x="2400" y="0"/>
                    <a:pt x="2400" y="0"/>
                  </a:cubicBezTo>
                  <a:cubicBezTo>
                    <a:pt x="1222" y="0"/>
                    <a:pt x="1222" y="0"/>
                    <a:pt x="1222" y="0"/>
                  </a:cubicBezTo>
                  <a:cubicBezTo>
                    <a:pt x="903" y="121"/>
                    <a:pt x="903" y="121"/>
                    <a:pt x="903" y="121"/>
                  </a:cubicBezTo>
                  <a:cubicBezTo>
                    <a:pt x="903" y="121"/>
                    <a:pt x="552" y="121"/>
                    <a:pt x="305" y="121"/>
                  </a:cubicBezTo>
                  <a:cubicBezTo>
                    <a:pt x="58" y="121"/>
                    <a:pt x="3" y="48"/>
                    <a:pt x="3" y="48"/>
                  </a:cubicBezTo>
                  <a:cubicBezTo>
                    <a:pt x="3" y="48"/>
                    <a:pt x="2" y="48"/>
                    <a:pt x="0" y="50"/>
                  </a:cubicBezTo>
                  <a:cubicBezTo>
                    <a:pt x="0" y="52"/>
                    <a:pt x="0" y="54"/>
                    <a:pt x="2" y="56"/>
                  </a:cubicBezTo>
                  <a:cubicBezTo>
                    <a:pt x="35" y="112"/>
                    <a:pt x="252" y="212"/>
                    <a:pt x="252" y="212"/>
                  </a:cubicBezTo>
                  <a:cubicBezTo>
                    <a:pt x="1085" y="212"/>
                    <a:pt x="1085" y="212"/>
                    <a:pt x="1085" y="212"/>
                  </a:cubicBezTo>
                  <a:lnTo>
                    <a:pt x="1165" y="129"/>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3" name="Google Shape;1823;p33">
              <a:extLst>
                <a:ext uri="{FF2B5EF4-FFF2-40B4-BE49-F238E27FC236}">
                  <a16:creationId xmlns:a16="http://schemas.microsoft.com/office/drawing/2014/main" id="{C5384B67-53AB-E644-34D1-F8F5D749033C}"/>
                </a:ext>
              </a:extLst>
            </p:cNvPr>
            <p:cNvSpPr/>
            <p:nvPr/>
          </p:nvSpPr>
          <p:spPr>
            <a:xfrm flipH="1">
              <a:off x="135" y="3774504"/>
              <a:ext cx="1834224" cy="280980"/>
            </a:xfrm>
            <a:custGeom>
              <a:avLst/>
              <a:gdLst/>
              <a:ahLst/>
              <a:cxnLst/>
              <a:rect l="l" t="t" r="r" b="b"/>
              <a:pathLst>
                <a:path w="1051" h="161" extrusionOk="0">
                  <a:moveTo>
                    <a:pt x="30" y="161"/>
                  </a:moveTo>
                  <a:lnTo>
                    <a:pt x="1051" y="161"/>
                  </a:lnTo>
                  <a:lnTo>
                    <a:pt x="1051" y="0"/>
                  </a:lnTo>
                  <a:lnTo>
                    <a:pt x="93" y="0"/>
                  </a:lnTo>
                  <a:lnTo>
                    <a:pt x="0" y="90"/>
                  </a:lnTo>
                  <a:lnTo>
                    <a:pt x="30" y="161"/>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4" name="Google Shape;1824;p33">
              <a:extLst>
                <a:ext uri="{FF2B5EF4-FFF2-40B4-BE49-F238E27FC236}">
                  <a16:creationId xmlns:a16="http://schemas.microsoft.com/office/drawing/2014/main" id="{A96D4DDA-B8EF-C077-784C-53AB83928411}"/>
                </a:ext>
              </a:extLst>
            </p:cNvPr>
            <p:cNvSpPr/>
            <p:nvPr/>
          </p:nvSpPr>
          <p:spPr>
            <a:xfrm flipH="1">
              <a:off x="1450398" y="3783230"/>
              <a:ext cx="2967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5" name="Google Shape;1825;p33">
              <a:extLst>
                <a:ext uri="{FF2B5EF4-FFF2-40B4-BE49-F238E27FC236}">
                  <a16:creationId xmlns:a16="http://schemas.microsoft.com/office/drawing/2014/main" id="{D784A0FD-53EA-B439-1006-954CBCB77FFC}"/>
                </a:ext>
              </a:extLst>
            </p:cNvPr>
            <p:cNvSpPr/>
            <p:nvPr/>
          </p:nvSpPr>
          <p:spPr>
            <a:xfrm flipH="1">
              <a:off x="1474865" y="3805918"/>
              <a:ext cx="2478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6" name="Google Shape;1826;p33">
              <a:extLst>
                <a:ext uri="{FF2B5EF4-FFF2-40B4-BE49-F238E27FC236}">
                  <a16:creationId xmlns:a16="http://schemas.microsoft.com/office/drawing/2014/main" id="{AD6DE282-9F66-114F-9CC5-A12ABD1D381E}"/>
                </a:ext>
              </a:extLst>
            </p:cNvPr>
            <p:cNvSpPr/>
            <p:nvPr/>
          </p:nvSpPr>
          <p:spPr>
            <a:xfrm flipH="1">
              <a:off x="1487061"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09" y="21"/>
                    <a:pt x="135" y="46"/>
                    <a:pt x="135" y="78"/>
                  </a:cubicBezTo>
                  <a:cubicBezTo>
                    <a:pt x="135" y="109"/>
                    <a:pt x="109"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7" name="Google Shape;1827;p33">
              <a:extLst>
                <a:ext uri="{FF2B5EF4-FFF2-40B4-BE49-F238E27FC236}">
                  <a16:creationId xmlns:a16="http://schemas.microsoft.com/office/drawing/2014/main" id="{4901421B-A746-48A5-6D5A-6B168BBD37A1}"/>
                </a:ext>
              </a:extLst>
            </p:cNvPr>
            <p:cNvSpPr/>
            <p:nvPr/>
          </p:nvSpPr>
          <p:spPr>
            <a:xfrm flipH="1">
              <a:off x="1141440"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8" name="Google Shape;1828;p33">
              <a:extLst>
                <a:ext uri="{FF2B5EF4-FFF2-40B4-BE49-F238E27FC236}">
                  <a16:creationId xmlns:a16="http://schemas.microsoft.com/office/drawing/2014/main" id="{B74A1BF6-9A38-62CE-3D00-8A2DB65BB4D8}"/>
                </a:ext>
              </a:extLst>
            </p:cNvPr>
            <p:cNvSpPr/>
            <p:nvPr/>
          </p:nvSpPr>
          <p:spPr>
            <a:xfrm flipH="1">
              <a:off x="1165907"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9" name="Google Shape;1829;p33">
              <a:extLst>
                <a:ext uri="{FF2B5EF4-FFF2-40B4-BE49-F238E27FC236}">
                  <a16:creationId xmlns:a16="http://schemas.microsoft.com/office/drawing/2014/main" id="{7D4BF697-5ADA-2623-F068-7F1407933E07}"/>
                </a:ext>
              </a:extLst>
            </p:cNvPr>
            <p:cNvSpPr/>
            <p:nvPr/>
          </p:nvSpPr>
          <p:spPr>
            <a:xfrm flipH="1">
              <a:off x="1179903"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09" y="21"/>
                    <a:pt x="135" y="46"/>
                    <a:pt x="135" y="78"/>
                  </a:cubicBezTo>
                  <a:cubicBezTo>
                    <a:pt x="135" y="109"/>
                    <a:pt x="109"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0" name="Google Shape;1830;p33">
              <a:extLst>
                <a:ext uri="{FF2B5EF4-FFF2-40B4-BE49-F238E27FC236}">
                  <a16:creationId xmlns:a16="http://schemas.microsoft.com/office/drawing/2014/main" id="{87370E62-3F05-152B-D5DA-D4F3E354819A}"/>
                </a:ext>
              </a:extLst>
            </p:cNvPr>
            <p:cNvSpPr/>
            <p:nvPr/>
          </p:nvSpPr>
          <p:spPr>
            <a:xfrm flipH="1">
              <a:off x="307226"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1" name="Google Shape;1831;p33">
              <a:extLst>
                <a:ext uri="{FF2B5EF4-FFF2-40B4-BE49-F238E27FC236}">
                  <a16:creationId xmlns:a16="http://schemas.microsoft.com/office/drawing/2014/main" id="{923254F0-FF27-C3DD-0DFC-17869418A161}"/>
                </a:ext>
              </a:extLst>
            </p:cNvPr>
            <p:cNvSpPr/>
            <p:nvPr/>
          </p:nvSpPr>
          <p:spPr>
            <a:xfrm flipH="1">
              <a:off x="331693"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2" name="Google Shape;1832;p33">
              <a:extLst>
                <a:ext uri="{FF2B5EF4-FFF2-40B4-BE49-F238E27FC236}">
                  <a16:creationId xmlns:a16="http://schemas.microsoft.com/office/drawing/2014/main" id="{E9E33201-1577-C0AE-6D82-20173DA55E1F}"/>
                </a:ext>
              </a:extLst>
            </p:cNvPr>
            <p:cNvSpPr/>
            <p:nvPr/>
          </p:nvSpPr>
          <p:spPr>
            <a:xfrm flipH="1">
              <a:off x="345689"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10" y="21"/>
                    <a:pt x="135" y="46"/>
                    <a:pt x="135" y="78"/>
                  </a:cubicBezTo>
                  <a:cubicBezTo>
                    <a:pt x="135" y="109"/>
                    <a:pt x="110"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3" name="Google Shape;1833;p33">
              <a:extLst>
                <a:ext uri="{FF2B5EF4-FFF2-40B4-BE49-F238E27FC236}">
                  <a16:creationId xmlns:a16="http://schemas.microsoft.com/office/drawing/2014/main" id="{59C0CC84-6A60-6C6B-5D2E-8AF148CA14BE}"/>
                </a:ext>
              </a:extLst>
            </p:cNvPr>
            <p:cNvSpPr/>
            <p:nvPr/>
          </p:nvSpPr>
          <p:spPr>
            <a:xfrm flipH="1">
              <a:off x="68" y="3783230"/>
              <a:ext cx="298500" cy="294900"/>
            </a:xfrm>
            <a:prstGeom prst="ellipse">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4" name="Google Shape;1834;p33">
              <a:extLst>
                <a:ext uri="{FF2B5EF4-FFF2-40B4-BE49-F238E27FC236}">
                  <a16:creationId xmlns:a16="http://schemas.microsoft.com/office/drawing/2014/main" id="{D56C3FC8-A0FA-D113-D13F-832F5CC7589B}"/>
                </a:ext>
              </a:extLst>
            </p:cNvPr>
            <p:cNvSpPr/>
            <p:nvPr/>
          </p:nvSpPr>
          <p:spPr>
            <a:xfrm flipH="1">
              <a:off x="24535" y="3805918"/>
              <a:ext cx="249600" cy="249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5" name="Google Shape;1835;p33">
              <a:extLst>
                <a:ext uri="{FF2B5EF4-FFF2-40B4-BE49-F238E27FC236}">
                  <a16:creationId xmlns:a16="http://schemas.microsoft.com/office/drawing/2014/main" id="{1F082374-7F4A-F025-FDC7-A91DC4356B18}"/>
                </a:ext>
              </a:extLst>
            </p:cNvPr>
            <p:cNvSpPr/>
            <p:nvPr/>
          </p:nvSpPr>
          <p:spPr>
            <a:xfrm flipH="1">
              <a:off x="36785" y="3819880"/>
              <a:ext cx="223388" cy="223387"/>
            </a:xfrm>
            <a:custGeom>
              <a:avLst/>
              <a:gdLst/>
              <a:ahLst/>
              <a:cxnLst/>
              <a:rect l="l" t="t" r="r" b="b"/>
              <a:pathLst>
                <a:path w="156" h="156" extrusionOk="0">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35"/>
                  </a:moveTo>
                  <a:cubicBezTo>
                    <a:pt x="47" y="135"/>
                    <a:pt x="21" y="109"/>
                    <a:pt x="21" y="78"/>
                  </a:cubicBezTo>
                  <a:cubicBezTo>
                    <a:pt x="21" y="46"/>
                    <a:pt x="47" y="21"/>
                    <a:pt x="78" y="21"/>
                  </a:cubicBezTo>
                  <a:cubicBezTo>
                    <a:pt x="110" y="21"/>
                    <a:pt x="135" y="46"/>
                    <a:pt x="135" y="78"/>
                  </a:cubicBezTo>
                  <a:cubicBezTo>
                    <a:pt x="135" y="109"/>
                    <a:pt x="110" y="135"/>
                    <a:pt x="78" y="13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6" name="Google Shape;1836;p33">
              <a:extLst>
                <a:ext uri="{FF2B5EF4-FFF2-40B4-BE49-F238E27FC236}">
                  <a16:creationId xmlns:a16="http://schemas.microsoft.com/office/drawing/2014/main" id="{5E0B053C-F768-5E61-CD8F-1897B28B644C}"/>
                </a:ext>
              </a:extLst>
            </p:cNvPr>
            <p:cNvSpPr/>
            <p:nvPr/>
          </p:nvSpPr>
          <p:spPr>
            <a:xfrm flipH="1">
              <a:off x="115321" y="3893179"/>
              <a:ext cx="1518339" cy="172777"/>
            </a:xfrm>
            <a:custGeom>
              <a:avLst/>
              <a:gdLst/>
              <a:ahLst/>
              <a:cxnLst/>
              <a:rect l="l" t="t" r="r" b="b"/>
              <a:pathLst>
                <a:path w="1061" h="121" extrusionOk="0">
                  <a:moveTo>
                    <a:pt x="714" y="14"/>
                  </a:moveTo>
                  <a:cubicBezTo>
                    <a:pt x="702" y="0"/>
                    <a:pt x="702" y="0"/>
                    <a:pt x="702" y="0"/>
                  </a:cubicBezTo>
                  <a:cubicBezTo>
                    <a:pt x="359" y="0"/>
                    <a:pt x="359" y="0"/>
                    <a:pt x="359" y="0"/>
                  </a:cubicBezTo>
                  <a:cubicBezTo>
                    <a:pt x="347" y="14"/>
                    <a:pt x="347" y="14"/>
                    <a:pt x="347" y="14"/>
                  </a:cubicBezTo>
                  <a:cubicBezTo>
                    <a:pt x="21" y="14"/>
                    <a:pt x="21" y="14"/>
                    <a:pt x="21" y="14"/>
                  </a:cubicBezTo>
                  <a:cubicBezTo>
                    <a:pt x="16" y="14"/>
                    <a:pt x="11" y="16"/>
                    <a:pt x="7" y="19"/>
                  </a:cubicBezTo>
                  <a:cubicBezTo>
                    <a:pt x="3" y="23"/>
                    <a:pt x="0" y="28"/>
                    <a:pt x="0" y="35"/>
                  </a:cubicBezTo>
                  <a:cubicBezTo>
                    <a:pt x="0" y="39"/>
                    <a:pt x="1" y="43"/>
                    <a:pt x="3" y="46"/>
                  </a:cubicBezTo>
                  <a:cubicBezTo>
                    <a:pt x="7" y="52"/>
                    <a:pt x="13" y="56"/>
                    <a:pt x="21" y="56"/>
                  </a:cubicBezTo>
                  <a:cubicBezTo>
                    <a:pt x="222" y="56"/>
                    <a:pt x="222" y="56"/>
                    <a:pt x="222" y="56"/>
                  </a:cubicBezTo>
                  <a:cubicBezTo>
                    <a:pt x="292" y="121"/>
                    <a:pt x="292" y="121"/>
                    <a:pt x="292" y="121"/>
                  </a:cubicBezTo>
                  <a:cubicBezTo>
                    <a:pt x="769" y="121"/>
                    <a:pt x="769" y="121"/>
                    <a:pt x="769" y="121"/>
                  </a:cubicBezTo>
                  <a:cubicBezTo>
                    <a:pt x="839" y="56"/>
                    <a:pt x="839" y="56"/>
                    <a:pt x="839" y="56"/>
                  </a:cubicBezTo>
                  <a:cubicBezTo>
                    <a:pt x="1040" y="56"/>
                    <a:pt x="1040" y="56"/>
                    <a:pt x="1040" y="56"/>
                  </a:cubicBezTo>
                  <a:cubicBezTo>
                    <a:pt x="1047" y="56"/>
                    <a:pt x="1053" y="53"/>
                    <a:pt x="1057" y="48"/>
                  </a:cubicBezTo>
                  <a:cubicBezTo>
                    <a:pt x="1059" y="45"/>
                    <a:pt x="1061" y="40"/>
                    <a:pt x="1061" y="35"/>
                  </a:cubicBezTo>
                  <a:cubicBezTo>
                    <a:pt x="1061" y="30"/>
                    <a:pt x="1060" y="26"/>
                    <a:pt x="1057" y="23"/>
                  </a:cubicBezTo>
                  <a:cubicBezTo>
                    <a:pt x="1054" y="17"/>
                    <a:pt x="1047" y="14"/>
                    <a:pt x="1040" y="14"/>
                  </a:cubicBezTo>
                  <a:lnTo>
                    <a:pt x="714" y="1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7" name="Google Shape;1837;p33">
              <a:extLst>
                <a:ext uri="{FF2B5EF4-FFF2-40B4-BE49-F238E27FC236}">
                  <a16:creationId xmlns:a16="http://schemas.microsoft.com/office/drawing/2014/main" id="{72758385-25AA-EBA8-B0B4-44107B848E07}"/>
                </a:ext>
              </a:extLst>
            </p:cNvPr>
            <p:cNvSpPr/>
            <p:nvPr/>
          </p:nvSpPr>
          <p:spPr>
            <a:xfrm flipH="1">
              <a:off x="1457296"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8" name="Google Shape;1838;p33">
              <a:extLst>
                <a:ext uri="{FF2B5EF4-FFF2-40B4-BE49-F238E27FC236}">
                  <a16:creationId xmlns:a16="http://schemas.microsoft.com/office/drawing/2014/main" id="{93C9DCD1-7A18-71BA-D770-67298CC8A9D8}"/>
                </a:ext>
              </a:extLst>
            </p:cNvPr>
            <p:cNvSpPr/>
            <p:nvPr/>
          </p:nvSpPr>
          <p:spPr>
            <a:xfrm flipH="1">
              <a:off x="1340367"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9" name="Google Shape;1839;p33">
              <a:extLst>
                <a:ext uri="{FF2B5EF4-FFF2-40B4-BE49-F238E27FC236}">
                  <a16:creationId xmlns:a16="http://schemas.microsoft.com/office/drawing/2014/main" id="{2CDF6FFA-F08F-6CDB-21A5-C119802BE414}"/>
                </a:ext>
              </a:extLst>
            </p:cNvPr>
            <p:cNvSpPr/>
            <p:nvPr/>
          </p:nvSpPr>
          <p:spPr>
            <a:xfrm flipH="1">
              <a:off x="1291607" y="3758797"/>
              <a:ext cx="324600" cy="43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0" name="Google Shape;1840;p33">
              <a:extLst>
                <a:ext uri="{FF2B5EF4-FFF2-40B4-BE49-F238E27FC236}">
                  <a16:creationId xmlns:a16="http://schemas.microsoft.com/office/drawing/2014/main" id="{19560B9D-95B4-D6AC-81DC-97B4A7975D37}"/>
                </a:ext>
              </a:extLst>
            </p:cNvPr>
            <p:cNvSpPr/>
            <p:nvPr/>
          </p:nvSpPr>
          <p:spPr>
            <a:xfrm flipH="1">
              <a:off x="312679" y="3758797"/>
              <a:ext cx="1098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1" name="Google Shape;1841;p33">
              <a:extLst>
                <a:ext uri="{FF2B5EF4-FFF2-40B4-BE49-F238E27FC236}">
                  <a16:creationId xmlns:a16="http://schemas.microsoft.com/office/drawing/2014/main" id="{8FCBB283-0275-755A-7EAF-3B4918FC1437}"/>
                </a:ext>
              </a:extLst>
            </p:cNvPr>
            <p:cNvSpPr/>
            <p:nvPr/>
          </p:nvSpPr>
          <p:spPr>
            <a:xfrm flipH="1">
              <a:off x="195504" y="3758797"/>
              <a:ext cx="108300" cy="1536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2" name="Google Shape;1842;p33">
              <a:extLst>
                <a:ext uri="{FF2B5EF4-FFF2-40B4-BE49-F238E27FC236}">
                  <a16:creationId xmlns:a16="http://schemas.microsoft.com/office/drawing/2014/main" id="{E1F5356E-910D-3808-B8A9-944650FDE86B}"/>
                </a:ext>
              </a:extLst>
            </p:cNvPr>
            <p:cNvSpPr/>
            <p:nvPr/>
          </p:nvSpPr>
          <p:spPr>
            <a:xfrm flipH="1">
              <a:off x="146745" y="3758797"/>
              <a:ext cx="324600" cy="435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3" name="Google Shape;1843;p33">
              <a:extLst>
                <a:ext uri="{FF2B5EF4-FFF2-40B4-BE49-F238E27FC236}">
                  <a16:creationId xmlns:a16="http://schemas.microsoft.com/office/drawing/2014/main" id="{012A4922-9130-F64A-387C-B524B9EF6CB7}"/>
                </a:ext>
              </a:extLst>
            </p:cNvPr>
            <p:cNvSpPr/>
            <p:nvPr/>
          </p:nvSpPr>
          <p:spPr>
            <a:xfrm flipH="1">
              <a:off x="-46" y="2416729"/>
              <a:ext cx="1344000" cy="261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4" name="Google Shape;1844;p33">
              <a:extLst>
                <a:ext uri="{FF2B5EF4-FFF2-40B4-BE49-F238E27FC236}">
                  <a16:creationId xmlns:a16="http://schemas.microsoft.com/office/drawing/2014/main" id="{5E7BA018-5966-13D7-8F68-4499AC9E098B}"/>
                </a:ext>
              </a:extLst>
            </p:cNvPr>
            <p:cNvSpPr/>
            <p:nvPr/>
          </p:nvSpPr>
          <p:spPr>
            <a:xfrm flipH="1">
              <a:off x="490383" y="2299799"/>
              <a:ext cx="769800" cy="768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5" name="Google Shape;1845;p33">
              <a:extLst>
                <a:ext uri="{FF2B5EF4-FFF2-40B4-BE49-F238E27FC236}">
                  <a16:creationId xmlns:a16="http://schemas.microsoft.com/office/drawing/2014/main" id="{36FE7CF9-AB67-6467-95A8-7D410A7CD102}"/>
                </a:ext>
              </a:extLst>
            </p:cNvPr>
            <p:cNvSpPr/>
            <p:nvPr/>
          </p:nvSpPr>
          <p:spPr>
            <a:xfrm flipH="1">
              <a:off x="572808" y="2376589"/>
              <a:ext cx="642000" cy="40200"/>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6" name="Google Shape;1846;p33">
              <a:extLst>
                <a:ext uri="{FF2B5EF4-FFF2-40B4-BE49-F238E27FC236}">
                  <a16:creationId xmlns:a16="http://schemas.microsoft.com/office/drawing/2014/main" id="{E0B07549-195B-04C1-44D2-D56BE8C7A558}"/>
                </a:ext>
              </a:extLst>
            </p:cNvPr>
            <p:cNvSpPr/>
            <p:nvPr/>
          </p:nvSpPr>
          <p:spPr>
            <a:xfrm flipH="1">
              <a:off x="530681" y="3956006"/>
              <a:ext cx="685871" cy="66318"/>
            </a:xfrm>
            <a:custGeom>
              <a:avLst/>
              <a:gdLst/>
              <a:ahLst/>
              <a:cxnLst/>
              <a:rect l="l" t="t" r="r" b="b"/>
              <a:pathLst>
                <a:path w="393" h="38" extrusionOk="0">
                  <a:moveTo>
                    <a:pt x="0" y="0"/>
                  </a:moveTo>
                  <a:lnTo>
                    <a:pt x="34" y="38"/>
                  </a:lnTo>
                  <a:lnTo>
                    <a:pt x="359" y="38"/>
                  </a:lnTo>
                  <a:lnTo>
                    <a:pt x="393"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7" name="Google Shape;1847;p33">
              <a:extLst>
                <a:ext uri="{FF2B5EF4-FFF2-40B4-BE49-F238E27FC236}">
                  <a16:creationId xmlns:a16="http://schemas.microsoft.com/office/drawing/2014/main" id="{0FB70D97-AEA9-EE9E-2B87-06A6DA07F1D9}"/>
                </a:ext>
              </a:extLst>
            </p:cNvPr>
            <p:cNvSpPr/>
            <p:nvPr/>
          </p:nvSpPr>
          <p:spPr>
            <a:xfrm flipH="1">
              <a:off x="131" y="3713421"/>
              <a:ext cx="3328134" cy="342062"/>
            </a:xfrm>
            <a:custGeom>
              <a:avLst/>
              <a:gdLst/>
              <a:ahLst/>
              <a:cxnLst/>
              <a:rect l="l" t="t" r="r" b="b"/>
              <a:pathLst>
                <a:path w="2326" h="239" extrusionOk="0">
                  <a:moveTo>
                    <a:pt x="1081" y="239"/>
                  </a:moveTo>
                  <a:cubicBezTo>
                    <a:pt x="1044" y="152"/>
                    <a:pt x="1044" y="152"/>
                    <a:pt x="1044" y="152"/>
                  </a:cubicBezTo>
                  <a:cubicBezTo>
                    <a:pt x="1158" y="42"/>
                    <a:pt x="1158" y="42"/>
                    <a:pt x="1158" y="42"/>
                  </a:cubicBezTo>
                  <a:cubicBezTo>
                    <a:pt x="2326" y="42"/>
                    <a:pt x="2326" y="42"/>
                    <a:pt x="2326" y="42"/>
                  </a:cubicBezTo>
                  <a:cubicBezTo>
                    <a:pt x="2326" y="0"/>
                    <a:pt x="2326" y="0"/>
                    <a:pt x="2326" y="0"/>
                  </a:cubicBezTo>
                  <a:cubicBezTo>
                    <a:pt x="1010" y="0"/>
                    <a:pt x="1010" y="0"/>
                    <a:pt x="1010" y="0"/>
                  </a:cubicBezTo>
                  <a:cubicBezTo>
                    <a:pt x="880" y="125"/>
                    <a:pt x="880" y="125"/>
                    <a:pt x="880" y="125"/>
                  </a:cubicBezTo>
                  <a:cubicBezTo>
                    <a:pt x="178" y="125"/>
                    <a:pt x="178" y="125"/>
                    <a:pt x="178" y="125"/>
                  </a:cubicBezTo>
                  <a:cubicBezTo>
                    <a:pt x="178" y="125"/>
                    <a:pt x="88" y="239"/>
                    <a:pt x="0" y="239"/>
                  </a:cubicBezTo>
                  <a:lnTo>
                    <a:pt x="1081" y="239"/>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8" name="Google Shape;1848;p33">
              <a:extLst>
                <a:ext uri="{FF2B5EF4-FFF2-40B4-BE49-F238E27FC236}">
                  <a16:creationId xmlns:a16="http://schemas.microsoft.com/office/drawing/2014/main" id="{ED0AB7E5-006E-CD37-9151-2D20066DA9AC}"/>
                </a:ext>
              </a:extLst>
            </p:cNvPr>
            <p:cNvSpPr/>
            <p:nvPr/>
          </p:nvSpPr>
          <p:spPr>
            <a:xfrm flipH="1">
              <a:off x="135" y="3210800"/>
              <a:ext cx="2947672" cy="530545"/>
            </a:xfrm>
            <a:custGeom>
              <a:avLst/>
              <a:gdLst/>
              <a:ahLst/>
              <a:cxnLst/>
              <a:rect l="l" t="t" r="r" b="b"/>
              <a:pathLst>
                <a:path w="1689" h="304" extrusionOk="0">
                  <a:moveTo>
                    <a:pt x="1689" y="184"/>
                  </a:moveTo>
                  <a:lnTo>
                    <a:pt x="709" y="184"/>
                  </a:lnTo>
                  <a:lnTo>
                    <a:pt x="453" y="304"/>
                  </a:lnTo>
                  <a:lnTo>
                    <a:pt x="0" y="304"/>
                  </a:lnTo>
                  <a:lnTo>
                    <a:pt x="447" y="288"/>
                  </a:lnTo>
                  <a:lnTo>
                    <a:pt x="960" y="0"/>
                  </a:lnTo>
                  <a:lnTo>
                    <a:pt x="1689" y="0"/>
                  </a:lnTo>
                  <a:lnTo>
                    <a:pt x="1689" y="184"/>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9" name="Google Shape;1849;p33">
              <a:extLst>
                <a:ext uri="{FF2B5EF4-FFF2-40B4-BE49-F238E27FC236}">
                  <a16:creationId xmlns:a16="http://schemas.microsoft.com/office/drawing/2014/main" id="{135141DC-0CCE-ECD1-347C-AFAFA601619F}"/>
                </a:ext>
              </a:extLst>
            </p:cNvPr>
            <p:cNvSpPr/>
            <p:nvPr/>
          </p:nvSpPr>
          <p:spPr>
            <a:xfrm flipH="1">
              <a:off x="2129398" y="3497015"/>
              <a:ext cx="694500" cy="42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0" name="Google Shape;1850;p33">
              <a:extLst>
                <a:ext uri="{FF2B5EF4-FFF2-40B4-BE49-F238E27FC236}">
                  <a16:creationId xmlns:a16="http://schemas.microsoft.com/office/drawing/2014/main" id="{896CBA3D-9660-FADA-A693-06E7D869EB46}"/>
                </a:ext>
              </a:extLst>
            </p:cNvPr>
            <p:cNvSpPr/>
            <p:nvPr/>
          </p:nvSpPr>
          <p:spPr>
            <a:xfrm flipH="1">
              <a:off x="135" y="2554600"/>
              <a:ext cx="769641" cy="394418"/>
            </a:xfrm>
            <a:custGeom>
              <a:avLst/>
              <a:gdLst/>
              <a:ahLst/>
              <a:cxnLst/>
              <a:rect l="l" t="t" r="r" b="b"/>
              <a:pathLst>
                <a:path w="538" h="276" extrusionOk="0">
                  <a:moveTo>
                    <a:pt x="46" y="0"/>
                  </a:moveTo>
                  <a:cubicBezTo>
                    <a:pt x="538" y="0"/>
                    <a:pt x="538" y="0"/>
                    <a:pt x="538" y="0"/>
                  </a:cubicBezTo>
                  <a:cubicBezTo>
                    <a:pt x="538" y="276"/>
                    <a:pt x="538" y="276"/>
                    <a:pt x="538" y="276"/>
                  </a:cubicBezTo>
                  <a:cubicBezTo>
                    <a:pt x="46" y="276"/>
                    <a:pt x="46" y="276"/>
                    <a:pt x="46" y="276"/>
                  </a:cubicBezTo>
                  <a:cubicBezTo>
                    <a:pt x="34" y="276"/>
                    <a:pt x="24" y="272"/>
                    <a:pt x="16" y="265"/>
                  </a:cubicBezTo>
                  <a:cubicBezTo>
                    <a:pt x="6" y="256"/>
                    <a:pt x="0" y="244"/>
                    <a:pt x="0" y="230"/>
                  </a:cubicBezTo>
                  <a:cubicBezTo>
                    <a:pt x="0" y="46"/>
                    <a:pt x="0" y="46"/>
                    <a:pt x="0" y="46"/>
                  </a:cubicBezTo>
                  <a:cubicBezTo>
                    <a:pt x="0" y="32"/>
                    <a:pt x="6" y="20"/>
                    <a:pt x="15" y="12"/>
                  </a:cubicBezTo>
                  <a:cubicBezTo>
                    <a:pt x="23" y="5"/>
                    <a:pt x="34" y="0"/>
                    <a:pt x="46"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1" name="Google Shape;1851;p33">
              <a:extLst>
                <a:ext uri="{FF2B5EF4-FFF2-40B4-BE49-F238E27FC236}">
                  <a16:creationId xmlns:a16="http://schemas.microsoft.com/office/drawing/2014/main" id="{689CBFCB-3A9C-39A8-4292-5900AE7B5470}"/>
                </a:ext>
              </a:extLst>
            </p:cNvPr>
            <p:cNvSpPr/>
            <p:nvPr/>
          </p:nvSpPr>
          <p:spPr>
            <a:xfrm flipH="1">
              <a:off x="135" y="2554600"/>
              <a:ext cx="769641" cy="83770"/>
            </a:xfrm>
            <a:custGeom>
              <a:avLst/>
              <a:gdLst/>
              <a:ahLst/>
              <a:cxnLst/>
              <a:rect l="l" t="t" r="r" b="b"/>
              <a:pathLst>
                <a:path w="538" h="59" extrusionOk="0">
                  <a:moveTo>
                    <a:pt x="46" y="0"/>
                  </a:moveTo>
                  <a:cubicBezTo>
                    <a:pt x="34" y="0"/>
                    <a:pt x="23" y="5"/>
                    <a:pt x="15" y="12"/>
                  </a:cubicBezTo>
                  <a:cubicBezTo>
                    <a:pt x="6" y="20"/>
                    <a:pt x="0" y="32"/>
                    <a:pt x="0" y="46"/>
                  </a:cubicBezTo>
                  <a:cubicBezTo>
                    <a:pt x="0" y="59"/>
                    <a:pt x="0" y="59"/>
                    <a:pt x="0" y="59"/>
                  </a:cubicBezTo>
                  <a:cubicBezTo>
                    <a:pt x="0" y="46"/>
                    <a:pt x="6" y="34"/>
                    <a:pt x="15" y="25"/>
                  </a:cubicBezTo>
                  <a:cubicBezTo>
                    <a:pt x="23" y="18"/>
                    <a:pt x="34" y="14"/>
                    <a:pt x="46" y="14"/>
                  </a:cubicBezTo>
                  <a:cubicBezTo>
                    <a:pt x="538" y="14"/>
                    <a:pt x="538" y="14"/>
                    <a:pt x="538" y="14"/>
                  </a:cubicBezTo>
                  <a:cubicBezTo>
                    <a:pt x="538" y="0"/>
                    <a:pt x="538" y="0"/>
                    <a:pt x="538" y="0"/>
                  </a:cubicBezTo>
                  <a:lnTo>
                    <a:pt x="46"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2" name="Google Shape;1852;p33">
              <a:extLst>
                <a:ext uri="{FF2B5EF4-FFF2-40B4-BE49-F238E27FC236}">
                  <a16:creationId xmlns:a16="http://schemas.microsoft.com/office/drawing/2014/main" id="{5216F966-1D1E-AE7B-063B-BD74F9747B93}"/>
                </a:ext>
              </a:extLst>
            </p:cNvPr>
            <p:cNvSpPr/>
            <p:nvPr/>
          </p:nvSpPr>
          <p:spPr>
            <a:xfrm flipH="1">
              <a:off x="1511496" y="2540639"/>
              <a:ext cx="1486923" cy="731244"/>
            </a:xfrm>
            <a:custGeom>
              <a:avLst/>
              <a:gdLst/>
              <a:ahLst/>
              <a:cxnLst/>
              <a:rect l="l" t="t" r="r" b="b"/>
              <a:pathLst>
                <a:path w="1039" h="510" extrusionOk="0">
                  <a:moveTo>
                    <a:pt x="988" y="0"/>
                  </a:moveTo>
                  <a:cubicBezTo>
                    <a:pt x="742" y="59"/>
                    <a:pt x="742" y="59"/>
                    <a:pt x="742" y="59"/>
                  </a:cubicBezTo>
                  <a:cubicBezTo>
                    <a:pt x="415" y="213"/>
                    <a:pt x="11" y="503"/>
                    <a:pt x="0" y="510"/>
                  </a:cubicBezTo>
                  <a:cubicBezTo>
                    <a:pt x="28" y="491"/>
                    <a:pt x="47" y="479"/>
                    <a:pt x="47" y="478"/>
                  </a:cubicBezTo>
                  <a:cubicBezTo>
                    <a:pt x="47" y="478"/>
                    <a:pt x="47" y="478"/>
                    <a:pt x="47" y="478"/>
                  </a:cubicBezTo>
                  <a:cubicBezTo>
                    <a:pt x="300" y="341"/>
                    <a:pt x="795" y="239"/>
                    <a:pt x="795" y="239"/>
                  </a:cubicBezTo>
                  <a:cubicBezTo>
                    <a:pt x="1039" y="22"/>
                    <a:pt x="1039" y="22"/>
                    <a:pt x="1039" y="22"/>
                  </a:cubicBezTo>
                  <a:cubicBezTo>
                    <a:pt x="988" y="0"/>
                    <a:pt x="988" y="0"/>
                    <a:pt x="988" y="0"/>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3" name="Google Shape;1853;p33">
              <a:extLst>
                <a:ext uri="{FF2B5EF4-FFF2-40B4-BE49-F238E27FC236}">
                  <a16:creationId xmlns:a16="http://schemas.microsoft.com/office/drawing/2014/main" id="{BF4C9CA6-F502-6FB8-2D6A-03057DDA9C18}"/>
                </a:ext>
              </a:extLst>
            </p:cNvPr>
            <p:cNvSpPr/>
            <p:nvPr/>
          </p:nvSpPr>
          <p:spPr>
            <a:xfrm flipH="1">
              <a:off x="2930355" y="3224762"/>
              <a:ext cx="68064" cy="48866"/>
            </a:xfrm>
            <a:custGeom>
              <a:avLst/>
              <a:gdLst/>
              <a:ahLst/>
              <a:cxnLst/>
              <a:rect l="l" t="t" r="r" b="b"/>
              <a:pathLst>
                <a:path w="47" h="33" extrusionOk="0">
                  <a:moveTo>
                    <a:pt x="47" y="0"/>
                  </a:moveTo>
                  <a:cubicBezTo>
                    <a:pt x="47" y="1"/>
                    <a:pt x="28" y="13"/>
                    <a:pt x="0" y="32"/>
                  </a:cubicBezTo>
                  <a:cubicBezTo>
                    <a:pt x="0" y="33"/>
                    <a:pt x="0" y="33"/>
                    <a:pt x="0" y="33"/>
                  </a:cubicBezTo>
                  <a:cubicBezTo>
                    <a:pt x="28" y="13"/>
                    <a:pt x="47" y="1"/>
                    <a:pt x="47" y="0"/>
                  </a:cubicBezTo>
                </a:path>
              </a:pathLst>
            </a:custGeom>
            <a:solidFill>
              <a:srgbClr val="2FCBE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4" name="Google Shape;1854;p33">
              <a:extLst>
                <a:ext uri="{FF2B5EF4-FFF2-40B4-BE49-F238E27FC236}">
                  <a16:creationId xmlns:a16="http://schemas.microsoft.com/office/drawing/2014/main" id="{59F409A5-3169-1CC2-CEE6-BD6A04755137}"/>
                </a:ext>
              </a:extLst>
            </p:cNvPr>
            <p:cNvSpPr/>
            <p:nvPr/>
          </p:nvSpPr>
          <p:spPr>
            <a:xfrm flipH="1">
              <a:off x="1511494" y="2516206"/>
              <a:ext cx="425833" cy="109949"/>
            </a:xfrm>
            <a:custGeom>
              <a:avLst/>
              <a:gdLst/>
              <a:ahLst/>
              <a:cxnLst/>
              <a:rect l="l" t="t" r="r" b="b"/>
              <a:pathLst>
                <a:path w="244" h="63" extrusionOk="0">
                  <a:moveTo>
                    <a:pt x="189" y="0"/>
                  </a:moveTo>
                  <a:lnTo>
                    <a:pt x="0" y="63"/>
                  </a:lnTo>
                  <a:lnTo>
                    <a:pt x="202" y="14"/>
                  </a:lnTo>
                  <a:lnTo>
                    <a:pt x="244" y="32"/>
                  </a:lnTo>
                  <a:lnTo>
                    <a:pt x="189"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5" name="Google Shape;1855;p33">
              <a:extLst>
                <a:ext uri="{FF2B5EF4-FFF2-40B4-BE49-F238E27FC236}">
                  <a16:creationId xmlns:a16="http://schemas.microsoft.com/office/drawing/2014/main" id="{C827D758-1C78-14A7-7F9D-3A9D5CFAE15F}"/>
                </a:ext>
              </a:extLst>
            </p:cNvPr>
            <p:cNvSpPr/>
            <p:nvPr/>
          </p:nvSpPr>
          <p:spPr>
            <a:xfrm flipH="1">
              <a:off x="1511494" y="2516206"/>
              <a:ext cx="425833" cy="109949"/>
            </a:xfrm>
            <a:custGeom>
              <a:avLst/>
              <a:gdLst/>
              <a:ahLst/>
              <a:cxnLst/>
              <a:rect l="l" t="t" r="r" b="b"/>
              <a:pathLst>
                <a:path w="244" h="63" extrusionOk="0">
                  <a:moveTo>
                    <a:pt x="189" y="0"/>
                  </a:moveTo>
                  <a:lnTo>
                    <a:pt x="0" y="63"/>
                  </a:lnTo>
                  <a:lnTo>
                    <a:pt x="202" y="14"/>
                  </a:lnTo>
                  <a:lnTo>
                    <a:pt x="244" y="32"/>
                  </a:lnTo>
                  <a:lnTo>
                    <a:pt x="189" y="0"/>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6" name="Google Shape;1856;p33">
              <a:extLst>
                <a:ext uri="{FF2B5EF4-FFF2-40B4-BE49-F238E27FC236}">
                  <a16:creationId xmlns:a16="http://schemas.microsoft.com/office/drawing/2014/main" id="{6B729E16-CB46-D24A-D463-7F800F2EEBCC}"/>
                </a:ext>
              </a:extLst>
            </p:cNvPr>
            <p:cNvSpPr/>
            <p:nvPr/>
          </p:nvSpPr>
          <p:spPr>
            <a:xfrm flipH="1">
              <a:off x="1511494" y="2512656"/>
              <a:ext cx="425833" cy="366495"/>
            </a:xfrm>
            <a:custGeom>
              <a:avLst/>
              <a:gdLst/>
              <a:ahLst/>
              <a:cxnLst/>
              <a:rect l="l" t="t" r="r" b="b"/>
              <a:pathLst>
                <a:path w="244" h="210" extrusionOk="0">
                  <a:moveTo>
                    <a:pt x="0" y="63"/>
                  </a:moveTo>
                  <a:lnTo>
                    <a:pt x="189" y="11"/>
                  </a:lnTo>
                  <a:lnTo>
                    <a:pt x="228" y="36"/>
                  </a:lnTo>
                  <a:lnTo>
                    <a:pt x="44" y="210"/>
                  </a:lnTo>
                  <a:lnTo>
                    <a:pt x="244" y="32"/>
                  </a:lnTo>
                  <a:lnTo>
                    <a:pt x="189" y="0"/>
                  </a:lnTo>
                  <a:lnTo>
                    <a:pt x="0" y="63"/>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7" name="Google Shape;1857;p33">
              <a:extLst>
                <a:ext uri="{FF2B5EF4-FFF2-40B4-BE49-F238E27FC236}">
                  <a16:creationId xmlns:a16="http://schemas.microsoft.com/office/drawing/2014/main" id="{4E1318BC-F9DB-9B07-70FC-31B19E08160A}"/>
                </a:ext>
              </a:extLst>
            </p:cNvPr>
            <p:cNvSpPr/>
            <p:nvPr/>
          </p:nvSpPr>
          <p:spPr>
            <a:xfrm flipH="1">
              <a:off x="136" y="2577289"/>
              <a:ext cx="1853421" cy="465972"/>
            </a:xfrm>
            <a:custGeom>
              <a:avLst/>
              <a:gdLst/>
              <a:ahLst/>
              <a:cxnLst/>
              <a:rect l="l" t="t" r="r" b="b"/>
              <a:pathLst>
                <a:path w="1062" h="267" extrusionOk="0">
                  <a:moveTo>
                    <a:pt x="1062" y="236"/>
                  </a:moveTo>
                  <a:lnTo>
                    <a:pt x="1062" y="234"/>
                  </a:lnTo>
                  <a:lnTo>
                    <a:pt x="599" y="234"/>
                  </a:lnTo>
                  <a:lnTo>
                    <a:pt x="599" y="0"/>
                  </a:lnTo>
                  <a:lnTo>
                    <a:pt x="263" y="0"/>
                  </a:lnTo>
                  <a:lnTo>
                    <a:pt x="0" y="236"/>
                  </a:lnTo>
                  <a:lnTo>
                    <a:pt x="597" y="236"/>
                  </a:lnTo>
                  <a:lnTo>
                    <a:pt x="597" y="267"/>
                  </a:lnTo>
                  <a:lnTo>
                    <a:pt x="1062" y="267"/>
                  </a:lnTo>
                  <a:lnTo>
                    <a:pt x="1062" y="265"/>
                  </a:lnTo>
                  <a:lnTo>
                    <a:pt x="599" y="265"/>
                  </a:lnTo>
                  <a:lnTo>
                    <a:pt x="599" y="236"/>
                  </a:lnTo>
                  <a:lnTo>
                    <a:pt x="1062" y="236"/>
                  </a:lnTo>
                  <a:close/>
                  <a:moveTo>
                    <a:pt x="597" y="234"/>
                  </a:moveTo>
                  <a:lnTo>
                    <a:pt x="7" y="234"/>
                  </a:lnTo>
                  <a:lnTo>
                    <a:pt x="264" y="2"/>
                  </a:lnTo>
                  <a:lnTo>
                    <a:pt x="597" y="2"/>
                  </a:lnTo>
                  <a:lnTo>
                    <a:pt x="597" y="23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8" name="Google Shape;1858;p33">
              <a:extLst>
                <a:ext uri="{FF2B5EF4-FFF2-40B4-BE49-F238E27FC236}">
                  <a16:creationId xmlns:a16="http://schemas.microsoft.com/office/drawing/2014/main" id="{C3B33C4A-9F5E-5238-566F-4574B52F78AA}"/>
                </a:ext>
              </a:extLst>
            </p:cNvPr>
            <p:cNvSpPr/>
            <p:nvPr/>
          </p:nvSpPr>
          <p:spPr>
            <a:xfrm flipH="1">
              <a:off x="872625" y="3041515"/>
              <a:ext cx="1284600" cy="69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40497123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71"/>
        <p:cNvGrpSpPr/>
        <p:nvPr/>
      </p:nvGrpSpPr>
      <p:grpSpPr>
        <a:xfrm>
          <a:off x="0" y="0"/>
          <a:ext cx="0" cy="0"/>
          <a:chOff x="0" y="0"/>
          <a:chExt cx="0" cy="0"/>
        </a:xfrm>
      </p:grpSpPr>
      <p:sp>
        <p:nvSpPr>
          <p:cNvPr id="2572" name="Google Shape;2572;p4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Expected Results</a:t>
            </a:r>
            <a:endParaRPr dirty="0"/>
          </a:p>
        </p:txBody>
      </p:sp>
      <p:sp>
        <p:nvSpPr>
          <p:cNvPr id="2573" name="Google Shape;2573;p47"/>
          <p:cNvSpPr txBox="1">
            <a:spLocks noGrp="1"/>
          </p:cNvSpPr>
          <p:nvPr>
            <p:ph type="subTitle" idx="4294967295"/>
          </p:nvPr>
        </p:nvSpPr>
        <p:spPr>
          <a:xfrm>
            <a:off x="1591975" y="1219600"/>
            <a:ext cx="2274600" cy="441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800" dirty="0">
                <a:latin typeface="Sora ExtraBold"/>
                <a:ea typeface="Sora ExtraBold"/>
                <a:cs typeface="Sora ExtraBold"/>
                <a:sym typeface="Sora ExtraBold"/>
              </a:rPr>
              <a:t>Inference</a:t>
            </a:r>
            <a:endParaRPr sz="1800" dirty="0">
              <a:latin typeface="Sora ExtraBold"/>
              <a:ea typeface="Sora ExtraBold"/>
              <a:cs typeface="Sora ExtraBold"/>
              <a:sym typeface="Sora ExtraBold"/>
            </a:endParaRPr>
          </a:p>
        </p:txBody>
      </p:sp>
      <p:sp>
        <p:nvSpPr>
          <p:cNvPr id="2574" name="Google Shape;2574;p47"/>
          <p:cNvSpPr txBox="1">
            <a:spLocks noGrp="1"/>
          </p:cNvSpPr>
          <p:nvPr>
            <p:ph type="subTitle" idx="4294967295"/>
          </p:nvPr>
        </p:nvSpPr>
        <p:spPr>
          <a:xfrm>
            <a:off x="1591982" y="1605525"/>
            <a:ext cx="6832018" cy="55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latin typeface="Hanken Grotesk"/>
                <a:ea typeface="Hanken Grotesk"/>
                <a:cs typeface="Hanken Grotesk"/>
                <a:sym typeface="Hanken Grotesk"/>
              </a:rPr>
              <a:t>A HuggingFace dashboard capable for determining the ridership trends of nearby public transit stops/stations at a certain given point of time.</a:t>
            </a:r>
            <a:endParaRPr sz="1400" dirty="0">
              <a:latin typeface="Hanken Grotesk"/>
              <a:ea typeface="Hanken Grotesk"/>
              <a:cs typeface="Hanken Grotesk"/>
              <a:sym typeface="Hanken Grotesk"/>
            </a:endParaRPr>
          </a:p>
        </p:txBody>
      </p:sp>
      <p:sp>
        <p:nvSpPr>
          <p:cNvPr id="2" name="Google Shape;2573;p47">
            <a:extLst>
              <a:ext uri="{FF2B5EF4-FFF2-40B4-BE49-F238E27FC236}">
                <a16:creationId xmlns:a16="http://schemas.microsoft.com/office/drawing/2014/main" id="{0FC667B2-AD06-D874-0629-4766CE757B63}"/>
              </a:ext>
            </a:extLst>
          </p:cNvPr>
          <p:cNvSpPr txBox="1">
            <a:spLocks/>
          </p:cNvSpPr>
          <p:nvPr/>
        </p:nvSpPr>
        <p:spPr>
          <a:xfrm>
            <a:off x="1591974" y="2743056"/>
            <a:ext cx="3649626" cy="4419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Hanken Grotesk"/>
              <a:buChar char="●"/>
              <a:defRPr sz="12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00000"/>
              </a:lnSpc>
              <a:spcBef>
                <a:spcPts val="0"/>
              </a:spcBef>
              <a:spcAft>
                <a:spcPts val="0"/>
              </a:spcAft>
              <a:buClr>
                <a:schemeClr val="dk1"/>
              </a:buClr>
              <a:buSzPts val="1200"/>
              <a:buFont typeface="Hanken Grotesk"/>
              <a:buChar char="○"/>
              <a:defRPr sz="12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00000"/>
              </a:lnSpc>
              <a:spcBef>
                <a:spcPts val="0"/>
              </a:spcBef>
              <a:spcAft>
                <a:spcPts val="0"/>
              </a:spcAft>
              <a:buClr>
                <a:schemeClr val="dk1"/>
              </a:buClr>
              <a:buSzPts val="1200"/>
              <a:buFont typeface="Hanken Grotesk"/>
              <a:buChar char="■"/>
              <a:defRPr sz="12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00000"/>
              </a:lnSpc>
              <a:spcBef>
                <a:spcPts val="0"/>
              </a:spcBef>
              <a:spcAft>
                <a:spcPts val="0"/>
              </a:spcAft>
              <a:buClr>
                <a:schemeClr val="dk1"/>
              </a:buClr>
              <a:buSzPts val="1200"/>
              <a:buFont typeface="Hanken Grotesk"/>
              <a:buChar char="●"/>
              <a:defRPr sz="12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00000"/>
              </a:lnSpc>
              <a:spcBef>
                <a:spcPts val="0"/>
              </a:spcBef>
              <a:spcAft>
                <a:spcPts val="0"/>
              </a:spcAft>
              <a:buClr>
                <a:schemeClr val="dk1"/>
              </a:buClr>
              <a:buSzPts val="1200"/>
              <a:buFont typeface="Hanken Grotesk"/>
              <a:buChar char="○"/>
              <a:defRPr sz="12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00000"/>
              </a:lnSpc>
              <a:spcBef>
                <a:spcPts val="0"/>
              </a:spcBef>
              <a:spcAft>
                <a:spcPts val="0"/>
              </a:spcAft>
              <a:buClr>
                <a:schemeClr val="dk1"/>
              </a:buClr>
              <a:buSzPts val="1200"/>
              <a:buFont typeface="Hanken Grotesk"/>
              <a:buChar char="■"/>
              <a:defRPr sz="12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00000"/>
              </a:lnSpc>
              <a:spcBef>
                <a:spcPts val="0"/>
              </a:spcBef>
              <a:spcAft>
                <a:spcPts val="0"/>
              </a:spcAft>
              <a:buClr>
                <a:schemeClr val="dk1"/>
              </a:buClr>
              <a:buSzPts val="1200"/>
              <a:buFont typeface="Hanken Grotesk"/>
              <a:buChar char="●"/>
              <a:defRPr sz="12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00000"/>
              </a:lnSpc>
              <a:spcBef>
                <a:spcPts val="0"/>
              </a:spcBef>
              <a:spcAft>
                <a:spcPts val="0"/>
              </a:spcAft>
              <a:buClr>
                <a:schemeClr val="dk1"/>
              </a:buClr>
              <a:buSzPts val="1200"/>
              <a:buFont typeface="Hanken Grotesk"/>
              <a:buChar char="○"/>
              <a:defRPr sz="12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00000"/>
              </a:lnSpc>
              <a:spcBef>
                <a:spcPts val="0"/>
              </a:spcBef>
              <a:spcAft>
                <a:spcPts val="0"/>
              </a:spcAft>
              <a:buClr>
                <a:schemeClr val="dk1"/>
              </a:buClr>
              <a:buSzPts val="1200"/>
              <a:buFont typeface="Hanken Grotesk"/>
              <a:buChar char="■"/>
              <a:defRPr sz="1200" b="0" i="0" u="none" strike="noStrike" cap="none">
                <a:solidFill>
                  <a:schemeClr val="dk1"/>
                </a:solidFill>
                <a:latin typeface="Hanken Grotesk"/>
                <a:ea typeface="Hanken Grotesk"/>
                <a:cs typeface="Hanken Grotesk"/>
                <a:sym typeface="Hanken Grotesk"/>
              </a:defRPr>
            </a:lvl9pPr>
          </a:lstStyle>
          <a:p>
            <a:pPr marL="0" indent="0">
              <a:buFont typeface="Hanken Grotesk"/>
              <a:buNone/>
            </a:pPr>
            <a:r>
              <a:rPr lang="en-MY" sz="1800" dirty="0">
                <a:latin typeface="Sora ExtraBold"/>
                <a:ea typeface="Sora ExtraBold"/>
                <a:cs typeface="Sora ExtraBold"/>
                <a:sym typeface="Sora ExtraBold"/>
              </a:rPr>
              <a:t>Comparative Table Analysis</a:t>
            </a:r>
          </a:p>
        </p:txBody>
      </p:sp>
      <p:sp>
        <p:nvSpPr>
          <p:cNvPr id="22" name="Google Shape;2574;p47">
            <a:extLst>
              <a:ext uri="{FF2B5EF4-FFF2-40B4-BE49-F238E27FC236}">
                <a16:creationId xmlns:a16="http://schemas.microsoft.com/office/drawing/2014/main" id="{DAD19C19-A183-C848-921F-AF781CEED263}"/>
              </a:ext>
            </a:extLst>
          </p:cNvPr>
          <p:cNvSpPr txBox="1">
            <a:spLocks/>
          </p:cNvSpPr>
          <p:nvPr/>
        </p:nvSpPr>
        <p:spPr>
          <a:xfrm>
            <a:off x="1570910" y="3130183"/>
            <a:ext cx="6853090" cy="552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Hanken Grotesk"/>
              <a:buChar char="●"/>
              <a:defRPr sz="12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00000"/>
              </a:lnSpc>
              <a:spcBef>
                <a:spcPts val="0"/>
              </a:spcBef>
              <a:spcAft>
                <a:spcPts val="0"/>
              </a:spcAft>
              <a:buClr>
                <a:schemeClr val="dk1"/>
              </a:buClr>
              <a:buSzPts val="1200"/>
              <a:buFont typeface="Hanken Grotesk"/>
              <a:buChar char="○"/>
              <a:defRPr sz="12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00000"/>
              </a:lnSpc>
              <a:spcBef>
                <a:spcPts val="0"/>
              </a:spcBef>
              <a:spcAft>
                <a:spcPts val="0"/>
              </a:spcAft>
              <a:buClr>
                <a:schemeClr val="dk1"/>
              </a:buClr>
              <a:buSzPts val="1200"/>
              <a:buFont typeface="Hanken Grotesk"/>
              <a:buChar char="■"/>
              <a:defRPr sz="12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00000"/>
              </a:lnSpc>
              <a:spcBef>
                <a:spcPts val="0"/>
              </a:spcBef>
              <a:spcAft>
                <a:spcPts val="0"/>
              </a:spcAft>
              <a:buClr>
                <a:schemeClr val="dk1"/>
              </a:buClr>
              <a:buSzPts val="1200"/>
              <a:buFont typeface="Hanken Grotesk"/>
              <a:buChar char="●"/>
              <a:defRPr sz="12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00000"/>
              </a:lnSpc>
              <a:spcBef>
                <a:spcPts val="0"/>
              </a:spcBef>
              <a:spcAft>
                <a:spcPts val="0"/>
              </a:spcAft>
              <a:buClr>
                <a:schemeClr val="dk1"/>
              </a:buClr>
              <a:buSzPts val="1200"/>
              <a:buFont typeface="Hanken Grotesk"/>
              <a:buChar char="○"/>
              <a:defRPr sz="12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00000"/>
              </a:lnSpc>
              <a:spcBef>
                <a:spcPts val="0"/>
              </a:spcBef>
              <a:spcAft>
                <a:spcPts val="0"/>
              </a:spcAft>
              <a:buClr>
                <a:schemeClr val="dk1"/>
              </a:buClr>
              <a:buSzPts val="1200"/>
              <a:buFont typeface="Hanken Grotesk"/>
              <a:buChar char="■"/>
              <a:defRPr sz="12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00000"/>
              </a:lnSpc>
              <a:spcBef>
                <a:spcPts val="0"/>
              </a:spcBef>
              <a:spcAft>
                <a:spcPts val="0"/>
              </a:spcAft>
              <a:buClr>
                <a:schemeClr val="dk1"/>
              </a:buClr>
              <a:buSzPts val="1200"/>
              <a:buFont typeface="Hanken Grotesk"/>
              <a:buChar char="●"/>
              <a:defRPr sz="12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00000"/>
              </a:lnSpc>
              <a:spcBef>
                <a:spcPts val="0"/>
              </a:spcBef>
              <a:spcAft>
                <a:spcPts val="0"/>
              </a:spcAft>
              <a:buClr>
                <a:schemeClr val="dk1"/>
              </a:buClr>
              <a:buSzPts val="1200"/>
              <a:buFont typeface="Hanken Grotesk"/>
              <a:buChar char="○"/>
              <a:defRPr sz="12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00000"/>
              </a:lnSpc>
              <a:spcBef>
                <a:spcPts val="0"/>
              </a:spcBef>
              <a:spcAft>
                <a:spcPts val="0"/>
              </a:spcAft>
              <a:buClr>
                <a:schemeClr val="dk1"/>
              </a:buClr>
              <a:buSzPts val="1200"/>
              <a:buFont typeface="Hanken Grotesk"/>
              <a:buChar char="■"/>
              <a:defRPr sz="1200" b="0" i="0" u="none" strike="noStrike" cap="none">
                <a:solidFill>
                  <a:schemeClr val="dk1"/>
                </a:solidFill>
                <a:latin typeface="Hanken Grotesk"/>
                <a:ea typeface="Hanken Grotesk"/>
                <a:cs typeface="Hanken Grotesk"/>
                <a:sym typeface="Hanken Grotesk"/>
              </a:defRPr>
            </a:lvl9pPr>
          </a:lstStyle>
          <a:p>
            <a:pPr marL="0" lvl="0" indent="0">
              <a:buNone/>
            </a:pPr>
            <a:r>
              <a:rPr lang="en-US" sz="1400" dirty="0"/>
              <a:t>Evaluation for different existing </a:t>
            </a:r>
            <a:r>
              <a:rPr lang="en-US" sz="1400" dirty="0" err="1"/>
              <a:t>spatio</a:t>
            </a:r>
            <a:r>
              <a:rPr lang="en-US" sz="1400" dirty="0"/>
              <a:t>-temporal models in the context of Malaysia public transit networks.</a:t>
            </a:r>
          </a:p>
        </p:txBody>
      </p:sp>
      <p:grpSp>
        <p:nvGrpSpPr>
          <p:cNvPr id="23" name="Google Shape;2011;p36">
            <a:extLst>
              <a:ext uri="{FF2B5EF4-FFF2-40B4-BE49-F238E27FC236}">
                <a16:creationId xmlns:a16="http://schemas.microsoft.com/office/drawing/2014/main" id="{5C93E02D-DCF6-0559-4048-BC2DCAE8C9BD}"/>
              </a:ext>
            </a:extLst>
          </p:cNvPr>
          <p:cNvGrpSpPr/>
          <p:nvPr/>
        </p:nvGrpSpPr>
        <p:grpSpPr>
          <a:xfrm>
            <a:off x="1121641" y="1256253"/>
            <a:ext cx="368608" cy="368594"/>
            <a:chOff x="4029641" y="2280487"/>
            <a:chExt cx="368608" cy="368594"/>
          </a:xfrm>
        </p:grpSpPr>
        <p:sp>
          <p:nvSpPr>
            <p:cNvPr id="24" name="Google Shape;2012;p36">
              <a:extLst>
                <a:ext uri="{FF2B5EF4-FFF2-40B4-BE49-F238E27FC236}">
                  <a16:creationId xmlns:a16="http://schemas.microsoft.com/office/drawing/2014/main" id="{7DD6A068-58A9-0F4A-D591-E8D87D6CB112}"/>
                </a:ext>
              </a:extLst>
            </p:cNvPr>
            <p:cNvSpPr/>
            <p:nvPr/>
          </p:nvSpPr>
          <p:spPr>
            <a:xfrm>
              <a:off x="4029641" y="2280487"/>
              <a:ext cx="194293" cy="358602"/>
            </a:xfrm>
            <a:custGeom>
              <a:avLst/>
              <a:gdLst/>
              <a:ahLst/>
              <a:cxnLst/>
              <a:rect l="l" t="t" r="r" b="b"/>
              <a:pathLst>
                <a:path w="74" h="136" extrusionOk="0">
                  <a:moveTo>
                    <a:pt x="42" y="0"/>
                  </a:moveTo>
                  <a:cubicBezTo>
                    <a:pt x="41" y="4"/>
                    <a:pt x="31" y="30"/>
                    <a:pt x="29" y="34"/>
                  </a:cubicBezTo>
                  <a:cubicBezTo>
                    <a:pt x="26" y="37"/>
                    <a:pt x="3" y="53"/>
                    <a:pt x="0" y="55"/>
                  </a:cubicBezTo>
                  <a:cubicBezTo>
                    <a:pt x="0" y="82"/>
                    <a:pt x="0" y="82"/>
                    <a:pt x="0" y="82"/>
                  </a:cubicBezTo>
                  <a:cubicBezTo>
                    <a:pt x="3" y="86"/>
                    <a:pt x="3" y="86"/>
                    <a:pt x="3" y="86"/>
                  </a:cubicBezTo>
                  <a:cubicBezTo>
                    <a:pt x="0" y="90"/>
                    <a:pt x="0" y="90"/>
                    <a:pt x="0" y="90"/>
                  </a:cubicBezTo>
                  <a:cubicBezTo>
                    <a:pt x="0" y="99"/>
                    <a:pt x="0" y="99"/>
                    <a:pt x="0" y="99"/>
                  </a:cubicBezTo>
                  <a:cubicBezTo>
                    <a:pt x="2" y="103"/>
                    <a:pt x="2" y="103"/>
                    <a:pt x="2" y="103"/>
                  </a:cubicBezTo>
                  <a:cubicBezTo>
                    <a:pt x="0" y="107"/>
                    <a:pt x="0" y="107"/>
                    <a:pt x="0" y="107"/>
                  </a:cubicBezTo>
                  <a:cubicBezTo>
                    <a:pt x="0" y="115"/>
                    <a:pt x="0" y="115"/>
                    <a:pt x="0" y="115"/>
                  </a:cubicBezTo>
                  <a:cubicBezTo>
                    <a:pt x="2" y="119"/>
                    <a:pt x="2" y="119"/>
                    <a:pt x="2" y="119"/>
                  </a:cubicBezTo>
                  <a:cubicBezTo>
                    <a:pt x="0" y="123"/>
                    <a:pt x="0" y="123"/>
                    <a:pt x="0" y="123"/>
                  </a:cubicBezTo>
                  <a:cubicBezTo>
                    <a:pt x="0" y="132"/>
                    <a:pt x="0" y="132"/>
                    <a:pt x="0" y="132"/>
                  </a:cubicBezTo>
                  <a:cubicBezTo>
                    <a:pt x="20" y="136"/>
                    <a:pt x="20" y="136"/>
                    <a:pt x="20" y="136"/>
                  </a:cubicBezTo>
                  <a:cubicBezTo>
                    <a:pt x="41" y="132"/>
                    <a:pt x="41" y="132"/>
                    <a:pt x="41" y="132"/>
                  </a:cubicBezTo>
                  <a:cubicBezTo>
                    <a:pt x="70" y="57"/>
                    <a:pt x="70" y="57"/>
                    <a:pt x="70" y="57"/>
                  </a:cubicBezTo>
                  <a:cubicBezTo>
                    <a:pt x="74" y="29"/>
                    <a:pt x="74" y="29"/>
                    <a:pt x="74" y="29"/>
                  </a:cubicBezTo>
                  <a:cubicBezTo>
                    <a:pt x="70" y="0"/>
                    <a:pt x="70" y="0"/>
                    <a:pt x="70" y="0"/>
                  </a:cubicBezTo>
                  <a:cubicBezTo>
                    <a:pt x="62" y="0"/>
                    <a:pt x="47" y="0"/>
                    <a:pt x="42" y="0"/>
                  </a:cubicBez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 name="Google Shape;2013;p36">
              <a:extLst>
                <a:ext uri="{FF2B5EF4-FFF2-40B4-BE49-F238E27FC236}">
                  <a16:creationId xmlns:a16="http://schemas.microsoft.com/office/drawing/2014/main" id="{DAFB67F2-ABEC-E548-C8DF-B7BD85283EE4}"/>
                </a:ext>
              </a:extLst>
            </p:cNvPr>
            <p:cNvSpPr/>
            <p:nvPr/>
          </p:nvSpPr>
          <p:spPr>
            <a:xfrm>
              <a:off x="4213942" y="2280487"/>
              <a:ext cx="184301" cy="358602"/>
            </a:xfrm>
            <a:custGeom>
              <a:avLst/>
              <a:gdLst/>
              <a:ahLst/>
              <a:cxnLst/>
              <a:rect l="l" t="t" r="r" b="b"/>
              <a:pathLst>
                <a:path w="70" h="136" extrusionOk="0">
                  <a:moveTo>
                    <a:pt x="70" y="55"/>
                  </a:moveTo>
                  <a:cubicBezTo>
                    <a:pt x="66" y="53"/>
                    <a:pt x="44" y="37"/>
                    <a:pt x="40" y="34"/>
                  </a:cubicBezTo>
                  <a:cubicBezTo>
                    <a:pt x="39" y="30"/>
                    <a:pt x="29" y="4"/>
                    <a:pt x="27" y="0"/>
                  </a:cubicBezTo>
                  <a:cubicBezTo>
                    <a:pt x="20" y="0"/>
                    <a:pt x="4" y="0"/>
                    <a:pt x="0" y="0"/>
                  </a:cubicBezTo>
                  <a:cubicBezTo>
                    <a:pt x="0" y="57"/>
                    <a:pt x="0" y="57"/>
                    <a:pt x="0" y="57"/>
                  </a:cubicBezTo>
                  <a:cubicBezTo>
                    <a:pt x="29" y="132"/>
                    <a:pt x="29" y="132"/>
                    <a:pt x="29" y="132"/>
                  </a:cubicBezTo>
                  <a:cubicBezTo>
                    <a:pt x="49" y="136"/>
                    <a:pt x="49" y="136"/>
                    <a:pt x="49" y="136"/>
                  </a:cubicBezTo>
                  <a:cubicBezTo>
                    <a:pt x="70" y="132"/>
                    <a:pt x="70" y="132"/>
                    <a:pt x="70" y="132"/>
                  </a:cubicBezTo>
                  <a:cubicBezTo>
                    <a:pt x="70" y="123"/>
                    <a:pt x="70" y="123"/>
                    <a:pt x="70" y="123"/>
                  </a:cubicBezTo>
                  <a:cubicBezTo>
                    <a:pt x="67" y="119"/>
                    <a:pt x="67" y="119"/>
                    <a:pt x="67" y="119"/>
                  </a:cubicBezTo>
                  <a:cubicBezTo>
                    <a:pt x="70" y="115"/>
                    <a:pt x="70" y="115"/>
                    <a:pt x="70" y="115"/>
                  </a:cubicBezTo>
                  <a:cubicBezTo>
                    <a:pt x="70" y="107"/>
                    <a:pt x="70" y="107"/>
                    <a:pt x="70" y="107"/>
                  </a:cubicBezTo>
                  <a:cubicBezTo>
                    <a:pt x="67" y="103"/>
                    <a:pt x="67" y="103"/>
                    <a:pt x="67" y="103"/>
                  </a:cubicBezTo>
                  <a:cubicBezTo>
                    <a:pt x="70" y="99"/>
                    <a:pt x="70" y="99"/>
                    <a:pt x="70" y="99"/>
                  </a:cubicBezTo>
                  <a:cubicBezTo>
                    <a:pt x="70" y="97"/>
                    <a:pt x="70" y="93"/>
                    <a:pt x="70" y="90"/>
                  </a:cubicBezTo>
                  <a:cubicBezTo>
                    <a:pt x="66" y="86"/>
                    <a:pt x="66" y="86"/>
                    <a:pt x="66" y="86"/>
                  </a:cubicBezTo>
                  <a:cubicBezTo>
                    <a:pt x="70" y="82"/>
                    <a:pt x="70" y="82"/>
                    <a:pt x="70" y="82"/>
                  </a:cubicBezTo>
                  <a:lnTo>
                    <a:pt x="70" y="55"/>
                  </a:ln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2014;p36">
              <a:extLst>
                <a:ext uri="{FF2B5EF4-FFF2-40B4-BE49-F238E27FC236}">
                  <a16:creationId xmlns:a16="http://schemas.microsoft.com/office/drawing/2014/main" id="{693DABB9-05EA-50AF-AFFA-9D87B9DB4826}"/>
                </a:ext>
              </a:extLst>
            </p:cNvPr>
            <p:cNvSpPr/>
            <p:nvPr/>
          </p:nvSpPr>
          <p:spPr>
            <a:xfrm>
              <a:off x="4282777" y="2464784"/>
              <a:ext cx="115466" cy="174305"/>
            </a:xfrm>
            <a:custGeom>
              <a:avLst/>
              <a:gdLst/>
              <a:ahLst/>
              <a:cxnLst/>
              <a:rect l="l" t="t" r="r" b="b"/>
              <a:pathLst>
                <a:path w="44" h="66" extrusionOk="0">
                  <a:moveTo>
                    <a:pt x="19" y="0"/>
                  </a:moveTo>
                  <a:cubicBezTo>
                    <a:pt x="16" y="0"/>
                    <a:pt x="14" y="0"/>
                    <a:pt x="11" y="0"/>
                  </a:cubicBezTo>
                  <a:cubicBezTo>
                    <a:pt x="11" y="12"/>
                    <a:pt x="11" y="12"/>
                    <a:pt x="11" y="12"/>
                  </a:cubicBezTo>
                  <a:cubicBezTo>
                    <a:pt x="8" y="12"/>
                    <a:pt x="5" y="12"/>
                    <a:pt x="2" y="12"/>
                  </a:cubicBezTo>
                  <a:cubicBezTo>
                    <a:pt x="1" y="16"/>
                    <a:pt x="1" y="16"/>
                    <a:pt x="1" y="16"/>
                  </a:cubicBezTo>
                  <a:cubicBezTo>
                    <a:pt x="3" y="20"/>
                    <a:pt x="3" y="20"/>
                    <a:pt x="3" y="20"/>
                  </a:cubicBezTo>
                  <a:cubicBezTo>
                    <a:pt x="19" y="20"/>
                    <a:pt x="19" y="20"/>
                    <a:pt x="19" y="20"/>
                  </a:cubicBezTo>
                  <a:cubicBezTo>
                    <a:pt x="19" y="29"/>
                    <a:pt x="19" y="29"/>
                    <a:pt x="19" y="29"/>
                  </a:cubicBezTo>
                  <a:cubicBezTo>
                    <a:pt x="17" y="29"/>
                    <a:pt x="5" y="29"/>
                    <a:pt x="3" y="29"/>
                  </a:cubicBezTo>
                  <a:cubicBezTo>
                    <a:pt x="1" y="33"/>
                    <a:pt x="1" y="33"/>
                    <a:pt x="1" y="33"/>
                  </a:cubicBezTo>
                  <a:cubicBezTo>
                    <a:pt x="3" y="37"/>
                    <a:pt x="3" y="37"/>
                    <a:pt x="3" y="37"/>
                  </a:cubicBezTo>
                  <a:cubicBezTo>
                    <a:pt x="11" y="37"/>
                    <a:pt x="11" y="37"/>
                    <a:pt x="11" y="37"/>
                  </a:cubicBezTo>
                  <a:cubicBezTo>
                    <a:pt x="11" y="45"/>
                    <a:pt x="11" y="45"/>
                    <a:pt x="11" y="45"/>
                  </a:cubicBezTo>
                  <a:cubicBezTo>
                    <a:pt x="8" y="45"/>
                    <a:pt x="6" y="45"/>
                    <a:pt x="3" y="45"/>
                  </a:cubicBezTo>
                  <a:cubicBezTo>
                    <a:pt x="0" y="49"/>
                    <a:pt x="0" y="49"/>
                    <a:pt x="0" y="49"/>
                  </a:cubicBezTo>
                  <a:cubicBezTo>
                    <a:pt x="3" y="53"/>
                    <a:pt x="3" y="53"/>
                    <a:pt x="3" y="53"/>
                  </a:cubicBezTo>
                  <a:cubicBezTo>
                    <a:pt x="19" y="53"/>
                    <a:pt x="19" y="53"/>
                    <a:pt x="19" y="53"/>
                  </a:cubicBezTo>
                  <a:cubicBezTo>
                    <a:pt x="19" y="62"/>
                    <a:pt x="19" y="62"/>
                    <a:pt x="19" y="62"/>
                  </a:cubicBezTo>
                  <a:cubicBezTo>
                    <a:pt x="23" y="66"/>
                    <a:pt x="23" y="66"/>
                    <a:pt x="23" y="66"/>
                  </a:cubicBezTo>
                  <a:cubicBezTo>
                    <a:pt x="27" y="62"/>
                    <a:pt x="27" y="62"/>
                    <a:pt x="27" y="62"/>
                  </a:cubicBezTo>
                  <a:cubicBezTo>
                    <a:pt x="27" y="53"/>
                    <a:pt x="27" y="53"/>
                    <a:pt x="27" y="53"/>
                  </a:cubicBezTo>
                  <a:cubicBezTo>
                    <a:pt x="44" y="53"/>
                    <a:pt x="44" y="53"/>
                    <a:pt x="44" y="53"/>
                  </a:cubicBezTo>
                  <a:cubicBezTo>
                    <a:pt x="44" y="51"/>
                    <a:pt x="44" y="48"/>
                    <a:pt x="44" y="45"/>
                  </a:cubicBezTo>
                  <a:cubicBezTo>
                    <a:pt x="41" y="45"/>
                    <a:pt x="22" y="45"/>
                    <a:pt x="19" y="45"/>
                  </a:cubicBezTo>
                  <a:cubicBezTo>
                    <a:pt x="19" y="42"/>
                    <a:pt x="19" y="40"/>
                    <a:pt x="19" y="37"/>
                  </a:cubicBezTo>
                  <a:cubicBezTo>
                    <a:pt x="44" y="37"/>
                    <a:pt x="44" y="37"/>
                    <a:pt x="44" y="37"/>
                  </a:cubicBezTo>
                  <a:cubicBezTo>
                    <a:pt x="44" y="34"/>
                    <a:pt x="44" y="32"/>
                    <a:pt x="44" y="29"/>
                  </a:cubicBezTo>
                  <a:cubicBezTo>
                    <a:pt x="42" y="29"/>
                    <a:pt x="29" y="29"/>
                    <a:pt x="27" y="29"/>
                  </a:cubicBezTo>
                  <a:cubicBezTo>
                    <a:pt x="27" y="26"/>
                    <a:pt x="27" y="24"/>
                    <a:pt x="27" y="21"/>
                  </a:cubicBezTo>
                  <a:cubicBezTo>
                    <a:pt x="44" y="21"/>
                    <a:pt x="44" y="21"/>
                    <a:pt x="44" y="21"/>
                  </a:cubicBezTo>
                  <a:cubicBezTo>
                    <a:pt x="44" y="18"/>
                    <a:pt x="44" y="15"/>
                    <a:pt x="44" y="12"/>
                  </a:cubicBezTo>
                  <a:cubicBezTo>
                    <a:pt x="41" y="12"/>
                    <a:pt x="22" y="12"/>
                    <a:pt x="19" y="12"/>
                  </a:cubicBezTo>
                  <a:cubicBezTo>
                    <a:pt x="19" y="8"/>
                    <a:pt x="19" y="4"/>
                    <a:pt x="19" y="0"/>
                  </a:cubicBezTo>
                  <a:close/>
                </a:path>
              </a:pathLst>
            </a:custGeom>
            <a:solidFill>
              <a:srgbClr val="A1B7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 name="Google Shape;2015;p36">
              <a:extLst>
                <a:ext uri="{FF2B5EF4-FFF2-40B4-BE49-F238E27FC236}">
                  <a16:creationId xmlns:a16="http://schemas.microsoft.com/office/drawing/2014/main" id="{A7CB7682-3A43-2E84-2CD1-61794C25B0B3}"/>
                </a:ext>
              </a:extLst>
            </p:cNvPr>
            <p:cNvSpPr/>
            <p:nvPr/>
          </p:nvSpPr>
          <p:spPr>
            <a:xfrm>
              <a:off x="4029641" y="2464784"/>
              <a:ext cx="111025" cy="172085"/>
            </a:xfrm>
            <a:custGeom>
              <a:avLst/>
              <a:gdLst/>
              <a:ahLst/>
              <a:cxnLst/>
              <a:rect l="l" t="t" r="r" b="b"/>
              <a:pathLst>
                <a:path w="42" h="65" extrusionOk="0">
                  <a:moveTo>
                    <a:pt x="24" y="45"/>
                  </a:moveTo>
                  <a:cubicBezTo>
                    <a:pt x="24" y="42"/>
                    <a:pt x="24" y="40"/>
                    <a:pt x="24" y="37"/>
                  </a:cubicBezTo>
                  <a:cubicBezTo>
                    <a:pt x="41" y="37"/>
                    <a:pt x="41" y="37"/>
                    <a:pt x="41" y="37"/>
                  </a:cubicBezTo>
                  <a:cubicBezTo>
                    <a:pt x="42" y="33"/>
                    <a:pt x="42" y="33"/>
                    <a:pt x="42" y="33"/>
                  </a:cubicBezTo>
                  <a:cubicBezTo>
                    <a:pt x="41" y="29"/>
                    <a:pt x="41" y="29"/>
                    <a:pt x="41" y="29"/>
                  </a:cubicBezTo>
                  <a:cubicBezTo>
                    <a:pt x="38" y="29"/>
                    <a:pt x="35" y="29"/>
                    <a:pt x="33" y="29"/>
                  </a:cubicBezTo>
                  <a:cubicBezTo>
                    <a:pt x="33" y="26"/>
                    <a:pt x="33" y="23"/>
                    <a:pt x="33" y="20"/>
                  </a:cubicBezTo>
                  <a:cubicBezTo>
                    <a:pt x="41" y="20"/>
                    <a:pt x="41" y="20"/>
                    <a:pt x="41" y="20"/>
                  </a:cubicBezTo>
                  <a:cubicBezTo>
                    <a:pt x="42" y="16"/>
                    <a:pt x="42" y="16"/>
                    <a:pt x="42" y="16"/>
                  </a:cubicBezTo>
                  <a:cubicBezTo>
                    <a:pt x="41" y="12"/>
                    <a:pt x="41" y="12"/>
                    <a:pt x="41" y="12"/>
                  </a:cubicBezTo>
                  <a:cubicBezTo>
                    <a:pt x="35" y="12"/>
                    <a:pt x="30" y="12"/>
                    <a:pt x="24" y="12"/>
                  </a:cubicBezTo>
                  <a:cubicBezTo>
                    <a:pt x="24" y="8"/>
                    <a:pt x="24" y="4"/>
                    <a:pt x="24" y="0"/>
                  </a:cubicBezTo>
                  <a:cubicBezTo>
                    <a:pt x="21" y="0"/>
                    <a:pt x="19" y="0"/>
                    <a:pt x="16" y="0"/>
                  </a:cubicBezTo>
                  <a:cubicBezTo>
                    <a:pt x="16" y="12"/>
                    <a:pt x="16" y="12"/>
                    <a:pt x="16" y="12"/>
                  </a:cubicBezTo>
                  <a:cubicBezTo>
                    <a:pt x="14" y="12"/>
                    <a:pt x="2" y="12"/>
                    <a:pt x="0" y="12"/>
                  </a:cubicBezTo>
                  <a:cubicBezTo>
                    <a:pt x="0" y="21"/>
                    <a:pt x="0" y="21"/>
                    <a:pt x="0" y="21"/>
                  </a:cubicBezTo>
                  <a:cubicBezTo>
                    <a:pt x="24" y="21"/>
                    <a:pt x="24" y="21"/>
                    <a:pt x="24" y="21"/>
                  </a:cubicBezTo>
                  <a:cubicBezTo>
                    <a:pt x="24" y="29"/>
                    <a:pt x="24" y="29"/>
                    <a:pt x="24" y="29"/>
                  </a:cubicBezTo>
                  <a:cubicBezTo>
                    <a:pt x="21" y="29"/>
                    <a:pt x="3" y="29"/>
                    <a:pt x="0" y="29"/>
                  </a:cubicBezTo>
                  <a:cubicBezTo>
                    <a:pt x="0" y="37"/>
                    <a:pt x="0" y="37"/>
                    <a:pt x="0" y="37"/>
                  </a:cubicBezTo>
                  <a:cubicBezTo>
                    <a:pt x="16" y="37"/>
                    <a:pt x="16" y="37"/>
                    <a:pt x="16" y="37"/>
                  </a:cubicBezTo>
                  <a:cubicBezTo>
                    <a:pt x="16" y="45"/>
                    <a:pt x="16" y="45"/>
                    <a:pt x="16" y="45"/>
                  </a:cubicBezTo>
                  <a:cubicBezTo>
                    <a:pt x="14" y="45"/>
                    <a:pt x="2" y="45"/>
                    <a:pt x="0" y="45"/>
                  </a:cubicBezTo>
                  <a:cubicBezTo>
                    <a:pt x="0" y="53"/>
                    <a:pt x="0" y="53"/>
                    <a:pt x="0" y="53"/>
                  </a:cubicBezTo>
                  <a:cubicBezTo>
                    <a:pt x="24" y="53"/>
                    <a:pt x="24" y="53"/>
                    <a:pt x="24" y="53"/>
                  </a:cubicBezTo>
                  <a:cubicBezTo>
                    <a:pt x="24" y="62"/>
                    <a:pt x="24" y="62"/>
                    <a:pt x="24" y="62"/>
                  </a:cubicBezTo>
                  <a:cubicBezTo>
                    <a:pt x="28" y="65"/>
                    <a:pt x="28" y="65"/>
                    <a:pt x="28" y="65"/>
                  </a:cubicBezTo>
                  <a:cubicBezTo>
                    <a:pt x="33" y="62"/>
                    <a:pt x="33" y="62"/>
                    <a:pt x="33" y="62"/>
                  </a:cubicBezTo>
                  <a:cubicBezTo>
                    <a:pt x="33" y="53"/>
                    <a:pt x="33" y="53"/>
                    <a:pt x="33" y="53"/>
                  </a:cubicBezTo>
                  <a:cubicBezTo>
                    <a:pt x="41" y="53"/>
                    <a:pt x="41" y="53"/>
                    <a:pt x="41" y="53"/>
                  </a:cubicBezTo>
                  <a:cubicBezTo>
                    <a:pt x="42" y="49"/>
                    <a:pt x="42" y="49"/>
                    <a:pt x="42" y="49"/>
                  </a:cubicBezTo>
                  <a:cubicBezTo>
                    <a:pt x="41" y="45"/>
                    <a:pt x="41" y="45"/>
                    <a:pt x="41" y="45"/>
                  </a:cubicBezTo>
                  <a:cubicBezTo>
                    <a:pt x="39" y="45"/>
                    <a:pt x="26" y="45"/>
                    <a:pt x="24" y="45"/>
                  </a:cubicBez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 name="Google Shape;2016;p36">
              <a:extLst>
                <a:ext uri="{FF2B5EF4-FFF2-40B4-BE49-F238E27FC236}">
                  <a16:creationId xmlns:a16="http://schemas.microsoft.com/office/drawing/2014/main" id="{6016BDDC-748A-F56A-CBE3-E7BBE73A0937}"/>
                </a:ext>
              </a:extLst>
            </p:cNvPr>
            <p:cNvSpPr/>
            <p:nvPr/>
          </p:nvSpPr>
          <p:spPr>
            <a:xfrm>
              <a:off x="4029641" y="2627112"/>
              <a:ext cx="107700" cy="21300"/>
            </a:xfrm>
            <a:prstGeom prst="rect">
              <a:avLst/>
            </a:pr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 name="Google Shape;2017;p36">
              <a:extLst>
                <a:ext uri="{FF2B5EF4-FFF2-40B4-BE49-F238E27FC236}">
                  <a16:creationId xmlns:a16="http://schemas.microsoft.com/office/drawing/2014/main" id="{8D6E5D9E-74E6-40E1-F96A-686A8579A746}"/>
                </a:ext>
              </a:extLst>
            </p:cNvPr>
            <p:cNvSpPr/>
            <p:nvPr/>
          </p:nvSpPr>
          <p:spPr>
            <a:xfrm>
              <a:off x="4290549" y="2627112"/>
              <a:ext cx="107700" cy="21300"/>
            </a:xfrm>
            <a:prstGeom prst="rect">
              <a:avLst/>
            </a:prstGeom>
            <a:solidFill>
              <a:srgbClr val="A1B7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 name="Google Shape;2018;p36">
              <a:extLst>
                <a:ext uri="{FF2B5EF4-FFF2-40B4-BE49-F238E27FC236}">
                  <a16:creationId xmlns:a16="http://schemas.microsoft.com/office/drawing/2014/main" id="{80B5C0FF-CB27-F855-08D4-41D1CBB4BCA7}"/>
                </a:ext>
              </a:extLst>
            </p:cNvPr>
            <p:cNvSpPr/>
            <p:nvPr/>
          </p:nvSpPr>
          <p:spPr>
            <a:xfrm>
              <a:off x="4137335" y="2430367"/>
              <a:ext cx="84379" cy="208722"/>
            </a:xfrm>
            <a:custGeom>
              <a:avLst/>
              <a:gdLst/>
              <a:ahLst/>
              <a:cxnLst/>
              <a:rect l="l" t="t" r="r" b="b"/>
              <a:pathLst>
                <a:path w="32" h="79" extrusionOk="0">
                  <a:moveTo>
                    <a:pt x="0" y="29"/>
                  </a:moveTo>
                  <a:cubicBezTo>
                    <a:pt x="0" y="79"/>
                    <a:pt x="0" y="79"/>
                    <a:pt x="0" y="79"/>
                  </a:cubicBezTo>
                  <a:cubicBezTo>
                    <a:pt x="21" y="58"/>
                    <a:pt x="21" y="58"/>
                    <a:pt x="21" y="58"/>
                  </a:cubicBezTo>
                  <a:cubicBezTo>
                    <a:pt x="29" y="25"/>
                    <a:pt x="29" y="25"/>
                    <a:pt x="29" y="25"/>
                  </a:cubicBezTo>
                  <a:cubicBezTo>
                    <a:pt x="32" y="9"/>
                    <a:pt x="32" y="9"/>
                    <a:pt x="32" y="9"/>
                  </a:cubicBezTo>
                  <a:cubicBezTo>
                    <a:pt x="29" y="0"/>
                    <a:pt x="29" y="0"/>
                    <a:pt x="29" y="0"/>
                  </a:cubicBezTo>
                  <a:cubicBezTo>
                    <a:pt x="13" y="0"/>
                    <a:pt x="0" y="13"/>
                    <a:pt x="0" y="29"/>
                  </a:cubicBez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 name="Google Shape;2019;p36">
              <a:extLst>
                <a:ext uri="{FF2B5EF4-FFF2-40B4-BE49-F238E27FC236}">
                  <a16:creationId xmlns:a16="http://schemas.microsoft.com/office/drawing/2014/main" id="{074794F4-9B53-9F2B-ED08-1C406E11953B}"/>
                </a:ext>
              </a:extLst>
            </p:cNvPr>
            <p:cNvSpPr/>
            <p:nvPr/>
          </p:nvSpPr>
          <p:spPr>
            <a:xfrm>
              <a:off x="4213942" y="2432588"/>
              <a:ext cx="76607" cy="206501"/>
            </a:xfrm>
            <a:custGeom>
              <a:avLst/>
              <a:gdLst/>
              <a:ahLst/>
              <a:cxnLst/>
              <a:rect l="l" t="t" r="r" b="b"/>
              <a:pathLst>
                <a:path w="29" h="78" extrusionOk="0">
                  <a:moveTo>
                    <a:pt x="29" y="28"/>
                  </a:moveTo>
                  <a:cubicBezTo>
                    <a:pt x="29" y="13"/>
                    <a:pt x="16" y="0"/>
                    <a:pt x="0" y="0"/>
                  </a:cubicBezTo>
                  <a:cubicBezTo>
                    <a:pt x="0" y="24"/>
                    <a:pt x="0" y="24"/>
                    <a:pt x="0" y="24"/>
                  </a:cubicBezTo>
                  <a:cubicBezTo>
                    <a:pt x="17" y="67"/>
                    <a:pt x="17" y="67"/>
                    <a:pt x="17" y="67"/>
                  </a:cubicBezTo>
                  <a:cubicBezTo>
                    <a:pt x="29" y="78"/>
                    <a:pt x="29" y="78"/>
                    <a:pt x="29" y="78"/>
                  </a:cubicBezTo>
                  <a:cubicBezTo>
                    <a:pt x="29" y="75"/>
                    <a:pt x="29" y="31"/>
                    <a:pt x="29" y="28"/>
                  </a:cubicBez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 name="Google Shape;2020;p36">
              <a:extLst>
                <a:ext uri="{FF2B5EF4-FFF2-40B4-BE49-F238E27FC236}">
                  <a16:creationId xmlns:a16="http://schemas.microsoft.com/office/drawing/2014/main" id="{E915D642-4C83-10E5-A22F-3064EEE94226}"/>
                </a:ext>
              </a:extLst>
            </p:cNvPr>
            <p:cNvSpPr/>
            <p:nvPr/>
          </p:nvSpPr>
          <p:spPr>
            <a:xfrm>
              <a:off x="4158430" y="2453682"/>
              <a:ext cx="61064" cy="143219"/>
            </a:xfrm>
            <a:custGeom>
              <a:avLst/>
              <a:gdLst/>
              <a:ahLst/>
              <a:cxnLst/>
              <a:rect l="l" t="t" r="r" b="b"/>
              <a:pathLst>
                <a:path w="23" h="54" extrusionOk="0">
                  <a:moveTo>
                    <a:pt x="0" y="20"/>
                  </a:moveTo>
                  <a:cubicBezTo>
                    <a:pt x="0" y="54"/>
                    <a:pt x="0" y="54"/>
                    <a:pt x="0" y="54"/>
                  </a:cubicBezTo>
                  <a:cubicBezTo>
                    <a:pt x="13" y="38"/>
                    <a:pt x="13" y="38"/>
                    <a:pt x="13" y="38"/>
                  </a:cubicBezTo>
                  <a:cubicBezTo>
                    <a:pt x="21" y="16"/>
                    <a:pt x="21" y="16"/>
                    <a:pt x="21" y="16"/>
                  </a:cubicBezTo>
                  <a:cubicBezTo>
                    <a:pt x="23" y="8"/>
                    <a:pt x="23" y="8"/>
                    <a:pt x="23" y="8"/>
                  </a:cubicBezTo>
                  <a:cubicBezTo>
                    <a:pt x="21" y="0"/>
                    <a:pt x="21" y="0"/>
                    <a:pt x="21" y="0"/>
                  </a:cubicBezTo>
                  <a:cubicBezTo>
                    <a:pt x="9" y="0"/>
                    <a:pt x="0" y="9"/>
                    <a:pt x="0" y="20"/>
                  </a:cubicBez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 name="Google Shape;2021;p36">
              <a:extLst>
                <a:ext uri="{FF2B5EF4-FFF2-40B4-BE49-F238E27FC236}">
                  <a16:creationId xmlns:a16="http://schemas.microsoft.com/office/drawing/2014/main" id="{E04E0BCF-13F5-1E01-00AD-96CABCDD451F}"/>
                </a:ext>
              </a:extLst>
            </p:cNvPr>
            <p:cNvSpPr/>
            <p:nvPr/>
          </p:nvSpPr>
          <p:spPr>
            <a:xfrm>
              <a:off x="4213942" y="2453682"/>
              <a:ext cx="52182" cy="143219"/>
            </a:xfrm>
            <a:custGeom>
              <a:avLst/>
              <a:gdLst/>
              <a:ahLst/>
              <a:cxnLst/>
              <a:rect l="l" t="t" r="r" b="b"/>
              <a:pathLst>
                <a:path w="20" h="54" extrusionOk="0">
                  <a:moveTo>
                    <a:pt x="20" y="20"/>
                  </a:moveTo>
                  <a:cubicBezTo>
                    <a:pt x="20" y="9"/>
                    <a:pt x="11" y="0"/>
                    <a:pt x="0" y="0"/>
                  </a:cubicBezTo>
                  <a:cubicBezTo>
                    <a:pt x="0" y="16"/>
                    <a:pt x="0" y="16"/>
                    <a:pt x="0" y="16"/>
                  </a:cubicBezTo>
                  <a:cubicBezTo>
                    <a:pt x="4" y="35"/>
                    <a:pt x="4" y="35"/>
                    <a:pt x="4" y="35"/>
                  </a:cubicBezTo>
                  <a:cubicBezTo>
                    <a:pt x="20" y="54"/>
                    <a:pt x="20" y="54"/>
                    <a:pt x="20" y="54"/>
                  </a:cubicBezTo>
                  <a:cubicBezTo>
                    <a:pt x="20" y="47"/>
                    <a:pt x="20" y="27"/>
                    <a:pt x="20" y="20"/>
                  </a:cubicBez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 name="Google Shape;2022;p36">
              <a:extLst>
                <a:ext uri="{FF2B5EF4-FFF2-40B4-BE49-F238E27FC236}">
                  <a16:creationId xmlns:a16="http://schemas.microsoft.com/office/drawing/2014/main" id="{4ECEEABF-A95D-2295-CAE0-F16CF7B94EA8}"/>
                </a:ext>
              </a:extLst>
            </p:cNvPr>
            <p:cNvSpPr/>
            <p:nvPr/>
          </p:nvSpPr>
          <p:spPr>
            <a:xfrm>
              <a:off x="4152878" y="2568035"/>
              <a:ext cx="71056" cy="81047"/>
            </a:xfrm>
            <a:custGeom>
              <a:avLst/>
              <a:gdLst/>
              <a:ahLst/>
              <a:cxnLst/>
              <a:rect l="l" t="t" r="r" b="b"/>
              <a:pathLst>
                <a:path w="64" h="73" extrusionOk="0">
                  <a:moveTo>
                    <a:pt x="41" y="4"/>
                  </a:moveTo>
                  <a:lnTo>
                    <a:pt x="10" y="33"/>
                  </a:lnTo>
                  <a:lnTo>
                    <a:pt x="0" y="73"/>
                  </a:lnTo>
                  <a:lnTo>
                    <a:pt x="55" y="73"/>
                  </a:lnTo>
                  <a:lnTo>
                    <a:pt x="64" y="33"/>
                  </a:lnTo>
                  <a:lnTo>
                    <a:pt x="55" y="4"/>
                  </a:lnTo>
                  <a:lnTo>
                    <a:pt x="48" y="0"/>
                  </a:lnTo>
                  <a:lnTo>
                    <a:pt x="41" y="4"/>
                  </a:ln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 name="Google Shape;2023;p36">
              <a:extLst>
                <a:ext uri="{FF2B5EF4-FFF2-40B4-BE49-F238E27FC236}">
                  <a16:creationId xmlns:a16="http://schemas.microsoft.com/office/drawing/2014/main" id="{94A4E5CF-D73E-4130-B69F-48541F618D4F}"/>
                </a:ext>
              </a:extLst>
            </p:cNvPr>
            <p:cNvSpPr/>
            <p:nvPr/>
          </p:nvSpPr>
          <p:spPr>
            <a:xfrm>
              <a:off x="4213942" y="2568035"/>
              <a:ext cx="57733" cy="81047"/>
            </a:xfrm>
            <a:custGeom>
              <a:avLst/>
              <a:gdLst/>
              <a:ahLst/>
              <a:cxnLst/>
              <a:rect l="l" t="t" r="r" b="b"/>
              <a:pathLst>
                <a:path w="52" h="73" extrusionOk="0">
                  <a:moveTo>
                    <a:pt x="14" y="4"/>
                  </a:moveTo>
                  <a:lnTo>
                    <a:pt x="5" y="0"/>
                  </a:lnTo>
                  <a:lnTo>
                    <a:pt x="0" y="4"/>
                  </a:lnTo>
                  <a:lnTo>
                    <a:pt x="0" y="73"/>
                  </a:lnTo>
                  <a:lnTo>
                    <a:pt x="52" y="73"/>
                  </a:lnTo>
                  <a:lnTo>
                    <a:pt x="40" y="38"/>
                  </a:lnTo>
                  <a:lnTo>
                    <a:pt x="14" y="4"/>
                  </a:ln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 name="Google Shape;2024;p36">
              <a:extLst>
                <a:ext uri="{FF2B5EF4-FFF2-40B4-BE49-F238E27FC236}">
                  <a16:creationId xmlns:a16="http://schemas.microsoft.com/office/drawing/2014/main" id="{759D2C14-E0F2-E62D-95D7-002A6720F6F5}"/>
                </a:ext>
              </a:extLst>
            </p:cNvPr>
            <p:cNvSpPr/>
            <p:nvPr/>
          </p:nvSpPr>
          <p:spPr>
            <a:xfrm>
              <a:off x="4137335" y="2560263"/>
              <a:ext cx="61064" cy="88818"/>
            </a:xfrm>
            <a:custGeom>
              <a:avLst/>
              <a:gdLst/>
              <a:ahLst/>
              <a:cxnLst/>
              <a:rect l="l" t="t" r="r" b="b"/>
              <a:pathLst>
                <a:path w="23" h="34" extrusionOk="0">
                  <a:moveTo>
                    <a:pt x="0" y="29"/>
                  </a:moveTo>
                  <a:cubicBezTo>
                    <a:pt x="0" y="34"/>
                    <a:pt x="0" y="34"/>
                    <a:pt x="0" y="34"/>
                  </a:cubicBezTo>
                  <a:cubicBezTo>
                    <a:pt x="7" y="34"/>
                    <a:pt x="7" y="34"/>
                    <a:pt x="7" y="34"/>
                  </a:cubicBezTo>
                  <a:cubicBezTo>
                    <a:pt x="10" y="28"/>
                    <a:pt x="20" y="11"/>
                    <a:pt x="23" y="5"/>
                  </a:cubicBezTo>
                  <a:cubicBezTo>
                    <a:pt x="21" y="1"/>
                    <a:pt x="21" y="1"/>
                    <a:pt x="21" y="1"/>
                  </a:cubicBezTo>
                  <a:cubicBezTo>
                    <a:pt x="17" y="0"/>
                    <a:pt x="17" y="0"/>
                    <a:pt x="17" y="0"/>
                  </a:cubicBezTo>
                  <a:cubicBezTo>
                    <a:pt x="16" y="1"/>
                    <a:pt x="1" y="27"/>
                    <a:pt x="0" y="29"/>
                  </a:cubicBez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 name="Google Shape;2025;p36">
              <a:extLst>
                <a:ext uri="{FF2B5EF4-FFF2-40B4-BE49-F238E27FC236}">
                  <a16:creationId xmlns:a16="http://schemas.microsoft.com/office/drawing/2014/main" id="{59F3A53E-6968-04C3-7412-796E225E332F}"/>
                </a:ext>
              </a:extLst>
            </p:cNvPr>
            <p:cNvSpPr/>
            <p:nvPr/>
          </p:nvSpPr>
          <p:spPr>
            <a:xfrm>
              <a:off x="4229486" y="2560263"/>
              <a:ext cx="61064" cy="88818"/>
            </a:xfrm>
            <a:custGeom>
              <a:avLst/>
              <a:gdLst/>
              <a:ahLst/>
              <a:cxnLst/>
              <a:rect l="l" t="t" r="r" b="b"/>
              <a:pathLst>
                <a:path w="23" h="34" extrusionOk="0">
                  <a:moveTo>
                    <a:pt x="0" y="5"/>
                  </a:moveTo>
                  <a:cubicBezTo>
                    <a:pt x="3" y="11"/>
                    <a:pt x="13" y="28"/>
                    <a:pt x="16" y="34"/>
                  </a:cubicBezTo>
                  <a:cubicBezTo>
                    <a:pt x="23" y="34"/>
                    <a:pt x="23" y="34"/>
                    <a:pt x="23" y="34"/>
                  </a:cubicBezTo>
                  <a:cubicBezTo>
                    <a:pt x="23" y="32"/>
                    <a:pt x="23" y="31"/>
                    <a:pt x="23" y="29"/>
                  </a:cubicBezTo>
                  <a:cubicBezTo>
                    <a:pt x="22" y="27"/>
                    <a:pt x="7" y="1"/>
                    <a:pt x="6" y="0"/>
                  </a:cubicBezTo>
                  <a:cubicBezTo>
                    <a:pt x="2" y="1"/>
                    <a:pt x="2" y="1"/>
                    <a:pt x="2" y="1"/>
                  </a:cubicBezTo>
                  <a:lnTo>
                    <a:pt x="0" y="5"/>
                  </a:ln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 name="Google Shape;2026;p36">
              <a:extLst>
                <a:ext uri="{FF2B5EF4-FFF2-40B4-BE49-F238E27FC236}">
                  <a16:creationId xmlns:a16="http://schemas.microsoft.com/office/drawing/2014/main" id="{5AC2DB1B-68CA-B431-7E52-1D8FC0004744}"/>
                </a:ext>
              </a:extLst>
            </p:cNvPr>
            <p:cNvSpPr/>
            <p:nvPr/>
          </p:nvSpPr>
          <p:spPr>
            <a:xfrm>
              <a:off x="4179524" y="2496981"/>
              <a:ext cx="39969" cy="59952"/>
            </a:xfrm>
            <a:custGeom>
              <a:avLst/>
              <a:gdLst/>
              <a:ahLst/>
              <a:cxnLst/>
              <a:rect l="l" t="t" r="r" b="b"/>
              <a:pathLst>
                <a:path w="15" h="23" extrusionOk="0">
                  <a:moveTo>
                    <a:pt x="0" y="13"/>
                  </a:moveTo>
                  <a:cubicBezTo>
                    <a:pt x="0" y="21"/>
                    <a:pt x="0" y="21"/>
                    <a:pt x="0" y="21"/>
                  </a:cubicBezTo>
                  <a:cubicBezTo>
                    <a:pt x="7" y="23"/>
                    <a:pt x="7" y="23"/>
                    <a:pt x="7" y="23"/>
                  </a:cubicBezTo>
                  <a:cubicBezTo>
                    <a:pt x="13" y="21"/>
                    <a:pt x="13" y="21"/>
                    <a:pt x="13" y="21"/>
                  </a:cubicBezTo>
                  <a:cubicBezTo>
                    <a:pt x="15" y="11"/>
                    <a:pt x="15" y="11"/>
                    <a:pt x="15" y="11"/>
                  </a:cubicBezTo>
                  <a:cubicBezTo>
                    <a:pt x="13" y="0"/>
                    <a:pt x="13" y="0"/>
                    <a:pt x="13" y="0"/>
                  </a:cubicBezTo>
                  <a:cubicBezTo>
                    <a:pt x="6" y="0"/>
                    <a:pt x="0" y="6"/>
                    <a:pt x="0" y="13"/>
                  </a:cubicBez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 name="Google Shape;2027;p36">
              <a:extLst>
                <a:ext uri="{FF2B5EF4-FFF2-40B4-BE49-F238E27FC236}">
                  <a16:creationId xmlns:a16="http://schemas.microsoft.com/office/drawing/2014/main" id="{321689D3-F695-8B8A-D57C-6EA3A0CB4399}"/>
                </a:ext>
              </a:extLst>
            </p:cNvPr>
            <p:cNvSpPr/>
            <p:nvPr/>
          </p:nvSpPr>
          <p:spPr>
            <a:xfrm>
              <a:off x="4213942" y="2496981"/>
              <a:ext cx="31087" cy="63283"/>
            </a:xfrm>
            <a:custGeom>
              <a:avLst/>
              <a:gdLst/>
              <a:ahLst/>
              <a:cxnLst/>
              <a:rect l="l" t="t" r="r" b="b"/>
              <a:pathLst>
                <a:path w="12" h="24" extrusionOk="0">
                  <a:moveTo>
                    <a:pt x="12" y="13"/>
                  </a:moveTo>
                  <a:cubicBezTo>
                    <a:pt x="12" y="6"/>
                    <a:pt x="7" y="0"/>
                    <a:pt x="0" y="0"/>
                  </a:cubicBezTo>
                  <a:cubicBezTo>
                    <a:pt x="0" y="21"/>
                    <a:pt x="0" y="21"/>
                    <a:pt x="0" y="21"/>
                  </a:cubicBezTo>
                  <a:cubicBezTo>
                    <a:pt x="6" y="24"/>
                    <a:pt x="6" y="24"/>
                    <a:pt x="6" y="24"/>
                  </a:cubicBezTo>
                  <a:cubicBezTo>
                    <a:pt x="12" y="21"/>
                    <a:pt x="12" y="21"/>
                    <a:pt x="12" y="21"/>
                  </a:cubicBezTo>
                  <a:cubicBezTo>
                    <a:pt x="12" y="18"/>
                    <a:pt x="12" y="15"/>
                    <a:pt x="12" y="13"/>
                  </a:cubicBez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 name="Google Shape;2028;p36">
              <a:extLst>
                <a:ext uri="{FF2B5EF4-FFF2-40B4-BE49-F238E27FC236}">
                  <a16:creationId xmlns:a16="http://schemas.microsoft.com/office/drawing/2014/main" id="{EFC9ACB5-612F-F50A-434C-0C86AE9AC583}"/>
                </a:ext>
              </a:extLst>
            </p:cNvPr>
            <p:cNvSpPr/>
            <p:nvPr/>
          </p:nvSpPr>
          <p:spPr>
            <a:xfrm>
              <a:off x="4179524" y="2551381"/>
              <a:ext cx="39969" cy="21095"/>
            </a:xfrm>
            <a:custGeom>
              <a:avLst/>
              <a:gdLst/>
              <a:ahLst/>
              <a:cxnLst/>
              <a:rect l="l" t="t" r="r" b="b"/>
              <a:pathLst>
                <a:path w="15" h="8" extrusionOk="0">
                  <a:moveTo>
                    <a:pt x="0" y="0"/>
                  </a:moveTo>
                  <a:cubicBezTo>
                    <a:pt x="0" y="8"/>
                    <a:pt x="0" y="8"/>
                    <a:pt x="0" y="8"/>
                  </a:cubicBezTo>
                  <a:cubicBezTo>
                    <a:pt x="13" y="8"/>
                    <a:pt x="13" y="8"/>
                    <a:pt x="13" y="8"/>
                  </a:cubicBezTo>
                  <a:cubicBezTo>
                    <a:pt x="15" y="4"/>
                    <a:pt x="15" y="4"/>
                    <a:pt x="15" y="4"/>
                  </a:cubicBezTo>
                  <a:cubicBezTo>
                    <a:pt x="13" y="0"/>
                    <a:pt x="13" y="0"/>
                    <a:pt x="13" y="0"/>
                  </a:cubicBezTo>
                  <a:cubicBezTo>
                    <a:pt x="9" y="0"/>
                    <a:pt x="5" y="0"/>
                    <a:pt x="0" y="0"/>
                  </a:cubicBez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 name="Google Shape;2029;p36">
              <a:extLst>
                <a:ext uri="{FF2B5EF4-FFF2-40B4-BE49-F238E27FC236}">
                  <a16:creationId xmlns:a16="http://schemas.microsoft.com/office/drawing/2014/main" id="{E129C1A9-C71D-F844-289A-30897536A76F}"/>
                </a:ext>
              </a:extLst>
            </p:cNvPr>
            <p:cNvSpPr/>
            <p:nvPr/>
          </p:nvSpPr>
          <p:spPr>
            <a:xfrm>
              <a:off x="4213942" y="2551381"/>
              <a:ext cx="31087" cy="21095"/>
            </a:xfrm>
            <a:custGeom>
              <a:avLst/>
              <a:gdLst/>
              <a:ahLst/>
              <a:cxnLst/>
              <a:rect l="l" t="t" r="r" b="b"/>
              <a:pathLst>
                <a:path w="12" h="8" extrusionOk="0">
                  <a:moveTo>
                    <a:pt x="12" y="0"/>
                  </a:moveTo>
                  <a:cubicBezTo>
                    <a:pt x="0" y="0"/>
                    <a:pt x="0" y="0"/>
                    <a:pt x="0" y="0"/>
                  </a:cubicBezTo>
                  <a:cubicBezTo>
                    <a:pt x="0" y="8"/>
                    <a:pt x="0" y="8"/>
                    <a:pt x="0" y="8"/>
                  </a:cubicBezTo>
                  <a:cubicBezTo>
                    <a:pt x="12" y="8"/>
                    <a:pt x="12" y="8"/>
                    <a:pt x="12" y="8"/>
                  </a:cubicBezTo>
                  <a:cubicBezTo>
                    <a:pt x="12" y="5"/>
                    <a:pt x="12" y="3"/>
                    <a:pt x="12" y="0"/>
                  </a:cubicBez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2" name="Google Shape;2030;p36">
            <a:extLst>
              <a:ext uri="{FF2B5EF4-FFF2-40B4-BE49-F238E27FC236}">
                <a16:creationId xmlns:a16="http://schemas.microsoft.com/office/drawing/2014/main" id="{4DDBB5FA-C2D8-1B69-5A1E-40BBC15BAC20}"/>
              </a:ext>
            </a:extLst>
          </p:cNvPr>
          <p:cNvGrpSpPr/>
          <p:nvPr/>
        </p:nvGrpSpPr>
        <p:grpSpPr>
          <a:xfrm>
            <a:off x="1154941" y="2779123"/>
            <a:ext cx="302030" cy="369766"/>
            <a:chOff x="1410204" y="3337089"/>
            <a:chExt cx="302030" cy="369766"/>
          </a:xfrm>
        </p:grpSpPr>
        <p:sp>
          <p:nvSpPr>
            <p:cNvPr id="43" name="Google Shape;2031;p36">
              <a:extLst>
                <a:ext uri="{FF2B5EF4-FFF2-40B4-BE49-F238E27FC236}">
                  <a16:creationId xmlns:a16="http://schemas.microsoft.com/office/drawing/2014/main" id="{BB570C6D-C734-5DBF-F4CA-0182EBB1DC6C}"/>
                </a:ext>
              </a:extLst>
            </p:cNvPr>
            <p:cNvSpPr/>
            <p:nvPr/>
          </p:nvSpPr>
          <p:spPr>
            <a:xfrm>
              <a:off x="1539011" y="3588041"/>
              <a:ext cx="34423" cy="118814"/>
            </a:xfrm>
            <a:custGeom>
              <a:avLst/>
              <a:gdLst/>
              <a:ahLst/>
              <a:cxnLst/>
              <a:rect l="l" t="t" r="r" b="b"/>
              <a:pathLst>
                <a:path w="31" h="107" extrusionOk="0">
                  <a:moveTo>
                    <a:pt x="0" y="7"/>
                  </a:moveTo>
                  <a:lnTo>
                    <a:pt x="0" y="57"/>
                  </a:lnTo>
                  <a:lnTo>
                    <a:pt x="12" y="66"/>
                  </a:lnTo>
                  <a:lnTo>
                    <a:pt x="0" y="78"/>
                  </a:lnTo>
                  <a:lnTo>
                    <a:pt x="0" y="107"/>
                  </a:lnTo>
                  <a:lnTo>
                    <a:pt x="21" y="107"/>
                  </a:lnTo>
                  <a:lnTo>
                    <a:pt x="31" y="57"/>
                  </a:lnTo>
                  <a:lnTo>
                    <a:pt x="21" y="9"/>
                  </a:lnTo>
                  <a:lnTo>
                    <a:pt x="12" y="0"/>
                  </a:lnTo>
                  <a:lnTo>
                    <a:pt x="0" y="7"/>
                  </a:ln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 name="Google Shape;2032;p36">
              <a:extLst>
                <a:ext uri="{FF2B5EF4-FFF2-40B4-BE49-F238E27FC236}">
                  <a16:creationId xmlns:a16="http://schemas.microsoft.com/office/drawing/2014/main" id="{328BE278-0BC1-A9F0-56E0-501768C51CF3}"/>
                </a:ext>
              </a:extLst>
            </p:cNvPr>
            <p:cNvSpPr/>
            <p:nvPr/>
          </p:nvSpPr>
          <p:spPr>
            <a:xfrm>
              <a:off x="1562329" y="3588041"/>
              <a:ext cx="21098" cy="118814"/>
            </a:xfrm>
            <a:custGeom>
              <a:avLst/>
              <a:gdLst/>
              <a:ahLst/>
              <a:cxnLst/>
              <a:rect l="l" t="t" r="r" b="b"/>
              <a:pathLst>
                <a:path w="19" h="107" extrusionOk="0">
                  <a:moveTo>
                    <a:pt x="19" y="7"/>
                  </a:moveTo>
                  <a:lnTo>
                    <a:pt x="10" y="0"/>
                  </a:lnTo>
                  <a:lnTo>
                    <a:pt x="0" y="9"/>
                  </a:lnTo>
                  <a:lnTo>
                    <a:pt x="0" y="107"/>
                  </a:lnTo>
                  <a:lnTo>
                    <a:pt x="19" y="107"/>
                  </a:lnTo>
                  <a:lnTo>
                    <a:pt x="19" y="78"/>
                  </a:lnTo>
                  <a:lnTo>
                    <a:pt x="10" y="66"/>
                  </a:lnTo>
                  <a:lnTo>
                    <a:pt x="19" y="57"/>
                  </a:lnTo>
                  <a:lnTo>
                    <a:pt x="19" y="7"/>
                  </a:ln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 name="Google Shape;2033;p36">
              <a:extLst>
                <a:ext uri="{FF2B5EF4-FFF2-40B4-BE49-F238E27FC236}">
                  <a16:creationId xmlns:a16="http://schemas.microsoft.com/office/drawing/2014/main" id="{FD88C479-D3AB-8C91-AEF7-6744F2CA1791}"/>
                </a:ext>
              </a:extLst>
            </p:cNvPr>
            <p:cNvSpPr/>
            <p:nvPr/>
          </p:nvSpPr>
          <p:spPr>
            <a:xfrm>
              <a:off x="1430191" y="3337089"/>
              <a:ext cx="143243" cy="260946"/>
            </a:xfrm>
            <a:custGeom>
              <a:avLst/>
              <a:gdLst/>
              <a:ahLst/>
              <a:cxnLst/>
              <a:rect l="l" t="t" r="r" b="b"/>
              <a:pathLst>
                <a:path w="54" h="99" extrusionOk="0">
                  <a:moveTo>
                    <a:pt x="0" y="49"/>
                  </a:moveTo>
                  <a:cubicBezTo>
                    <a:pt x="0" y="77"/>
                    <a:pt x="22" y="99"/>
                    <a:pt x="50" y="99"/>
                  </a:cubicBezTo>
                  <a:cubicBezTo>
                    <a:pt x="54" y="49"/>
                    <a:pt x="54" y="49"/>
                    <a:pt x="54" y="49"/>
                  </a:cubicBezTo>
                  <a:cubicBezTo>
                    <a:pt x="50" y="0"/>
                    <a:pt x="50" y="0"/>
                    <a:pt x="50" y="0"/>
                  </a:cubicBezTo>
                  <a:cubicBezTo>
                    <a:pt x="22" y="0"/>
                    <a:pt x="0" y="22"/>
                    <a:pt x="0" y="49"/>
                  </a:cubicBez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 name="Google Shape;2034;p36">
              <a:extLst>
                <a:ext uri="{FF2B5EF4-FFF2-40B4-BE49-F238E27FC236}">
                  <a16:creationId xmlns:a16="http://schemas.microsoft.com/office/drawing/2014/main" id="{F9FCBFD2-9151-C5E2-1486-176BF5FC6976}"/>
                </a:ext>
              </a:extLst>
            </p:cNvPr>
            <p:cNvSpPr/>
            <p:nvPr/>
          </p:nvSpPr>
          <p:spPr>
            <a:xfrm>
              <a:off x="1562329" y="3337089"/>
              <a:ext cx="128807" cy="260946"/>
            </a:xfrm>
            <a:custGeom>
              <a:avLst/>
              <a:gdLst/>
              <a:ahLst/>
              <a:cxnLst/>
              <a:rect l="l" t="t" r="r" b="b"/>
              <a:pathLst>
                <a:path w="49" h="99" extrusionOk="0">
                  <a:moveTo>
                    <a:pt x="49" y="49"/>
                  </a:moveTo>
                  <a:cubicBezTo>
                    <a:pt x="49" y="22"/>
                    <a:pt x="27" y="0"/>
                    <a:pt x="0" y="0"/>
                  </a:cubicBezTo>
                  <a:cubicBezTo>
                    <a:pt x="0" y="99"/>
                    <a:pt x="0" y="99"/>
                    <a:pt x="0" y="99"/>
                  </a:cubicBezTo>
                  <a:cubicBezTo>
                    <a:pt x="27" y="99"/>
                    <a:pt x="49" y="77"/>
                    <a:pt x="49" y="49"/>
                  </a:cubicBez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 name="Google Shape;2035;p36">
              <a:extLst>
                <a:ext uri="{FF2B5EF4-FFF2-40B4-BE49-F238E27FC236}">
                  <a16:creationId xmlns:a16="http://schemas.microsoft.com/office/drawing/2014/main" id="{065FDCC2-A9E9-D41C-D34C-F98B6E45EB92}"/>
                </a:ext>
              </a:extLst>
            </p:cNvPr>
            <p:cNvSpPr/>
            <p:nvPr/>
          </p:nvSpPr>
          <p:spPr>
            <a:xfrm>
              <a:off x="1462393" y="3365959"/>
              <a:ext cx="111041" cy="200984"/>
            </a:xfrm>
            <a:custGeom>
              <a:avLst/>
              <a:gdLst/>
              <a:ahLst/>
              <a:cxnLst/>
              <a:rect l="l" t="t" r="r" b="b"/>
              <a:pathLst>
                <a:path w="42" h="76" extrusionOk="0">
                  <a:moveTo>
                    <a:pt x="0" y="38"/>
                  </a:moveTo>
                  <a:cubicBezTo>
                    <a:pt x="0" y="59"/>
                    <a:pt x="17" y="76"/>
                    <a:pt x="38" y="76"/>
                  </a:cubicBezTo>
                  <a:cubicBezTo>
                    <a:pt x="42" y="38"/>
                    <a:pt x="42" y="38"/>
                    <a:pt x="42" y="38"/>
                  </a:cubicBezTo>
                  <a:cubicBezTo>
                    <a:pt x="38" y="0"/>
                    <a:pt x="38" y="0"/>
                    <a:pt x="38" y="0"/>
                  </a:cubicBezTo>
                  <a:cubicBezTo>
                    <a:pt x="17" y="0"/>
                    <a:pt x="0" y="17"/>
                    <a:pt x="0" y="38"/>
                  </a:cubicBez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 name="Google Shape;2036;p36">
              <a:extLst>
                <a:ext uri="{FF2B5EF4-FFF2-40B4-BE49-F238E27FC236}">
                  <a16:creationId xmlns:a16="http://schemas.microsoft.com/office/drawing/2014/main" id="{F1CBE0AA-C01A-7C98-D510-8AACB538FB9E}"/>
                </a:ext>
              </a:extLst>
            </p:cNvPr>
            <p:cNvSpPr/>
            <p:nvPr/>
          </p:nvSpPr>
          <p:spPr>
            <a:xfrm>
              <a:off x="1562329" y="3365959"/>
              <a:ext cx="99937" cy="200984"/>
            </a:xfrm>
            <a:custGeom>
              <a:avLst/>
              <a:gdLst/>
              <a:ahLst/>
              <a:cxnLst/>
              <a:rect l="l" t="t" r="r" b="b"/>
              <a:pathLst>
                <a:path w="38" h="76" extrusionOk="0">
                  <a:moveTo>
                    <a:pt x="38" y="38"/>
                  </a:moveTo>
                  <a:cubicBezTo>
                    <a:pt x="38" y="17"/>
                    <a:pt x="21" y="0"/>
                    <a:pt x="0" y="0"/>
                  </a:cubicBezTo>
                  <a:cubicBezTo>
                    <a:pt x="0" y="76"/>
                    <a:pt x="0" y="76"/>
                    <a:pt x="0" y="76"/>
                  </a:cubicBezTo>
                  <a:cubicBezTo>
                    <a:pt x="21" y="76"/>
                    <a:pt x="38" y="59"/>
                    <a:pt x="38" y="38"/>
                  </a:cubicBezTo>
                  <a:close/>
                </a:path>
              </a:pathLst>
            </a:custGeom>
            <a:solidFill>
              <a:srgbClr val="A3CE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 name="Google Shape;2037;p36">
              <a:extLst>
                <a:ext uri="{FF2B5EF4-FFF2-40B4-BE49-F238E27FC236}">
                  <a16:creationId xmlns:a16="http://schemas.microsoft.com/office/drawing/2014/main" id="{01A0A5A6-FE18-62F4-6D57-A9A8FE2C436C}"/>
                </a:ext>
              </a:extLst>
            </p:cNvPr>
            <p:cNvSpPr/>
            <p:nvPr/>
          </p:nvSpPr>
          <p:spPr>
            <a:xfrm>
              <a:off x="1539011" y="3651333"/>
              <a:ext cx="34423" cy="23319"/>
            </a:xfrm>
            <a:custGeom>
              <a:avLst/>
              <a:gdLst/>
              <a:ahLst/>
              <a:cxnLst/>
              <a:rect l="l" t="t" r="r" b="b"/>
              <a:pathLst>
                <a:path w="31" h="21" extrusionOk="0">
                  <a:moveTo>
                    <a:pt x="0" y="0"/>
                  </a:moveTo>
                  <a:lnTo>
                    <a:pt x="0" y="21"/>
                  </a:lnTo>
                  <a:lnTo>
                    <a:pt x="21" y="21"/>
                  </a:lnTo>
                  <a:lnTo>
                    <a:pt x="31" y="9"/>
                  </a:lnTo>
                  <a:lnTo>
                    <a:pt x="21" y="0"/>
                  </a:lnTo>
                  <a:lnTo>
                    <a:pt x="0" y="0"/>
                  </a:ln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 name="Google Shape;2038;p36">
              <a:extLst>
                <a:ext uri="{FF2B5EF4-FFF2-40B4-BE49-F238E27FC236}">
                  <a16:creationId xmlns:a16="http://schemas.microsoft.com/office/drawing/2014/main" id="{2A79277D-86BA-ECC9-7A76-D7ABFA6B4E72}"/>
                </a:ext>
              </a:extLst>
            </p:cNvPr>
            <p:cNvSpPr/>
            <p:nvPr/>
          </p:nvSpPr>
          <p:spPr>
            <a:xfrm>
              <a:off x="1562329" y="3651333"/>
              <a:ext cx="21300" cy="23400"/>
            </a:xfrm>
            <a:prstGeom prst="rect">
              <a:avLst/>
            </a:pr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 name="Google Shape;2039;p36">
              <a:extLst>
                <a:ext uri="{FF2B5EF4-FFF2-40B4-BE49-F238E27FC236}">
                  <a16:creationId xmlns:a16="http://schemas.microsoft.com/office/drawing/2014/main" id="{445CB4C7-EDF1-69EA-6644-6C69D024D496}"/>
                </a:ext>
              </a:extLst>
            </p:cNvPr>
            <p:cNvSpPr/>
            <p:nvPr/>
          </p:nvSpPr>
          <p:spPr>
            <a:xfrm>
              <a:off x="1485711" y="3390388"/>
              <a:ext cx="87722" cy="152126"/>
            </a:xfrm>
            <a:custGeom>
              <a:avLst/>
              <a:gdLst/>
              <a:ahLst/>
              <a:cxnLst/>
              <a:rect l="l" t="t" r="r" b="b"/>
              <a:pathLst>
                <a:path w="33" h="58" extrusionOk="0">
                  <a:moveTo>
                    <a:pt x="0" y="29"/>
                  </a:moveTo>
                  <a:cubicBezTo>
                    <a:pt x="0" y="45"/>
                    <a:pt x="13" y="58"/>
                    <a:pt x="29" y="58"/>
                  </a:cubicBezTo>
                  <a:cubicBezTo>
                    <a:pt x="33" y="29"/>
                    <a:pt x="33" y="29"/>
                    <a:pt x="33" y="29"/>
                  </a:cubicBezTo>
                  <a:cubicBezTo>
                    <a:pt x="29" y="0"/>
                    <a:pt x="29" y="0"/>
                    <a:pt x="29" y="0"/>
                  </a:cubicBezTo>
                  <a:cubicBezTo>
                    <a:pt x="13" y="0"/>
                    <a:pt x="0" y="13"/>
                    <a:pt x="0" y="29"/>
                  </a:cubicBez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 name="Google Shape;2040;p36">
              <a:extLst>
                <a:ext uri="{FF2B5EF4-FFF2-40B4-BE49-F238E27FC236}">
                  <a16:creationId xmlns:a16="http://schemas.microsoft.com/office/drawing/2014/main" id="{A693DEEA-B567-B570-E779-C1D4815BE728}"/>
                </a:ext>
              </a:extLst>
            </p:cNvPr>
            <p:cNvSpPr/>
            <p:nvPr/>
          </p:nvSpPr>
          <p:spPr>
            <a:xfrm>
              <a:off x="1562329" y="3390388"/>
              <a:ext cx="76618" cy="152126"/>
            </a:xfrm>
            <a:custGeom>
              <a:avLst/>
              <a:gdLst/>
              <a:ahLst/>
              <a:cxnLst/>
              <a:rect l="l" t="t" r="r" b="b"/>
              <a:pathLst>
                <a:path w="29" h="58" extrusionOk="0">
                  <a:moveTo>
                    <a:pt x="29" y="29"/>
                  </a:moveTo>
                  <a:cubicBezTo>
                    <a:pt x="29" y="13"/>
                    <a:pt x="16" y="0"/>
                    <a:pt x="0" y="0"/>
                  </a:cubicBezTo>
                  <a:cubicBezTo>
                    <a:pt x="0" y="58"/>
                    <a:pt x="0" y="58"/>
                    <a:pt x="0" y="58"/>
                  </a:cubicBezTo>
                  <a:cubicBezTo>
                    <a:pt x="16" y="58"/>
                    <a:pt x="29" y="45"/>
                    <a:pt x="29" y="29"/>
                  </a:cubicBezTo>
                  <a:close/>
                </a:path>
              </a:pathLst>
            </a:custGeom>
            <a:solidFill>
              <a:srgbClr val="DF54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 name="Google Shape;2041;p36">
              <a:extLst>
                <a:ext uri="{FF2B5EF4-FFF2-40B4-BE49-F238E27FC236}">
                  <a16:creationId xmlns:a16="http://schemas.microsoft.com/office/drawing/2014/main" id="{3B20C786-CD2A-82F2-3306-16531494966F}"/>
                </a:ext>
              </a:extLst>
            </p:cNvPr>
            <p:cNvSpPr/>
            <p:nvPr/>
          </p:nvSpPr>
          <p:spPr>
            <a:xfrm>
              <a:off x="1410204" y="3434805"/>
              <a:ext cx="163230" cy="65514"/>
            </a:xfrm>
            <a:custGeom>
              <a:avLst/>
              <a:gdLst/>
              <a:ahLst/>
              <a:cxnLst/>
              <a:rect l="l" t="t" r="r" b="b"/>
              <a:pathLst>
                <a:path w="62" h="25" extrusionOk="0">
                  <a:moveTo>
                    <a:pt x="0" y="0"/>
                  </a:moveTo>
                  <a:cubicBezTo>
                    <a:pt x="0" y="25"/>
                    <a:pt x="0" y="25"/>
                    <a:pt x="0" y="25"/>
                  </a:cubicBezTo>
                  <a:cubicBezTo>
                    <a:pt x="58" y="25"/>
                    <a:pt x="58" y="25"/>
                    <a:pt x="58" y="25"/>
                  </a:cubicBezTo>
                  <a:cubicBezTo>
                    <a:pt x="62" y="12"/>
                    <a:pt x="62" y="12"/>
                    <a:pt x="62" y="12"/>
                  </a:cubicBezTo>
                  <a:cubicBezTo>
                    <a:pt x="58" y="0"/>
                    <a:pt x="58" y="0"/>
                    <a:pt x="58" y="0"/>
                  </a:cubicBezTo>
                  <a:cubicBezTo>
                    <a:pt x="54" y="0"/>
                    <a:pt x="3" y="0"/>
                    <a:pt x="0" y="0"/>
                  </a:cubicBezTo>
                  <a:close/>
                </a:path>
              </a:pathLst>
            </a:custGeom>
            <a:solidFill>
              <a:srgbClr val="00525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 name="Google Shape;2042;p36">
              <a:extLst>
                <a:ext uri="{FF2B5EF4-FFF2-40B4-BE49-F238E27FC236}">
                  <a16:creationId xmlns:a16="http://schemas.microsoft.com/office/drawing/2014/main" id="{8A57994B-195A-5EF2-99FF-A0260AC0C77D}"/>
                </a:ext>
              </a:extLst>
            </p:cNvPr>
            <p:cNvSpPr/>
            <p:nvPr/>
          </p:nvSpPr>
          <p:spPr>
            <a:xfrm>
              <a:off x="1562329" y="3434805"/>
              <a:ext cx="149905" cy="65514"/>
            </a:xfrm>
            <a:custGeom>
              <a:avLst/>
              <a:gdLst/>
              <a:ahLst/>
              <a:cxnLst/>
              <a:rect l="l" t="t" r="r" b="b"/>
              <a:pathLst>
                <a:path w="57" h="25" extrusionOk="0">
                  <a:moveTo>
                    <a:pt x="57" y="0"/>
                  </a:moveTo>
                  <a:cubicBezTo>
                    <a:pt x="54" y="0"/>
                    <a:pt x="3" y="0"/>
                    <a:pt x="0" y="0"/>
                  </a:cubicBezTo>
                  <a:cubicBezTo>
                    <a:pt x="0" y="25"/>
                    <a:pt x="0" y="25"/>
                    <a:pt x="0" y="25"/>
                  </a:cubicBezTo>
                  <a:cubicBezTo>
                    <a:pt x="57" y="25"/>
                    <a:pt x="57" y="25"/>
                    <a:pt x="57" y="25"/>
                  </a:cubicBezTo>
                  <a:cubicBezTo>
                    <a:pt x="57" y="22"/>
                    <a:pt x="57" y="3"/>
                    <a:pt x="57" y="0"/>
                  </a:cubicBezTo>
                  <a:close/>
                </a:path>
              </a:pathLst>
            </a:custGeom>
            <a:solidFill>
              <a:srgbClr val="00819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57"/>
        <p:cNvGrpSpPr/>
        <p:nvPr/>
      </p:nvGrpSpPr>
      <p:grpSpPr>
        <a:xfrm>
          <a:off x="0" y="0"/>
          <a:ext cx="0" cy="0"/>
          <a:chOff x="0" y="0"/>
          <a:chExt cx="0" cy="0"/>
        </a:xfrm>
      </p:grpSpPr>
      <p:sp>
        <p:nvSpPr>
          <p:cNvPr id="2660" name="Google Shape;2660;p48"/>
          <p:cNvSpPr txBox="1">
            <a:spLocks noGrp="1"/>
          </p:cNvSpPr>
          <p:nvPr>
            <p:ph type="ctrTitle"/>
          </p:nvPr>
        </p:nvSpPr>
        <p:spPr>
          <a:xfrm>
            <a:off x="2382250" y="828600"/>
            <a:ext cx="4379400" cy="915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Thanks!</a:t>
            </a:r>
            <a:endParaRPr/>
          </a:p>
        </p:txBody>
      </p:sp>
      <p:cxnSp>
        <p:nvCxnSpPr>
          <p:cNvPr id="2674" name="Google Shape;2674;p48"/>
          <p:cNvCxnSpPr>
            <a:endCxn id="2660" idx="0"/>
          </p:cNvCxnSpPr>
          <p:nvPr/>
        </p:nvCxnSpPr>
        <p:spPr>
          <a:xfrm>
            <a:off x="4571950" y="-114600"/>
            <a:ext cx="0" cy="943200"/>
          </a:xfrm>
          <a:prstGeom prst="straightConnector1">
            <a:avLst/>
          </a:prstGeom>
          <a:noFill/>
          <a:ln w="9525" cap="flat" cmpd="sng">
            <a:solidFill>
              <a:schemeClr val="dk1"/>
            </a:solidFill>
            <a:prstDash val="solid"/>
            <a:round/>
            <a:headEnd type="none" w="med" len="med"/>
            <a:tailEnd type="diamond" w="med" len="med"/>
          </a:ln>
        </p:spPr>
      </p:cxnSp>
      <p:grpSp>
        <p:nvGrpSpPr>
          <p:cNvPr id="2675" name="Google Shape;2675;p48"/>
          <p:cNvGrpSpPr/>
          <p:nvPr/>
        </p:nvGrpSpPr>
        <p:grpSpPr>
          <a:xfrm>
            <a:off x="-5271356" y="3801208"/>
            <a:ext cx="8509958" cy="1342288"/>
            <a:chOff x="-6328831" y="1568883"/>
            <a:chExt cx="8509958" cy="1342288"/>
          </a:xfrm>
        </p:grpSpPr>
        <p:sp>
          <p:nvSpPr>
            <p:cNvPr id="2676" name="Google Shape;2676;p48"/>
            <p:cNvSpPr/>
            <p:nvPr/>
          </p:nvSpPr>
          <p:spPr>
            <a:xfrm>
              <a:off x="-6328831" y="1568883"/>
              <a:ext cx="8509958" cy="1342288"/>
            </a:xfrm>
            <a:custGeom>
              <a:avLst/>
              <a:gdLst/>
              <a:ahLst/>
              <a:cxnLst/>
              <a:rect l="l" t="t" r="r" b="b"/>
              <a:pathLst>
                <a:path w="1958" h="309" extrusionOk="0">
                  <a:moveTo>
                    <a:pt x="1801" y="309"/>
                  </a:moveTo>
                  <a:cubicBezTo>
                    <a:pt x="18" y="309"/>
                    <a:pt x="18" y="309"/>
                    <a:pt x="18" y="309"/>
                  </a:cubicBezTo>
                  <a:cubicBezTo>
                    <a:pt x="8" y="309"/>
                    <a:pt x="0" y="301"/>
                    <a:pt x="0" y="291"/>
                  </a:cubicBezTo>
                  <a:cubicBezTo>
                    <a:pt x="0" y="17"/>
                    <a:pt x="0" y="17"/>
                    <a:pt x="0" y="17"/>
                  </a:cubicBezTo>
                  <a:cubicBezTo>
                    <a:pt x="0" y="8"/>
                    <a:pt x="8" y="0"/>
                    <a:pt x="18" y="0"/>
                  </a:cubicBezTo>
                  <a:cubicBezTo>
                    <a:pt x="1376" y="0"/>
                    <a:pt x="1376" y="0"/>
                    <a:pt x="1376" y="0"/>
                  </a:cubicBezTo>
                  <a:cubicBezTo>
                    <a:pt x="1528" y="0"/>
                    <a:pt x="1706" y="45"/>
                    <a:pt x="1811" y="115"/>
                  </a:cubicBezTo>
                  <a:cubicBezTo>
                    <a:pt x="1916" y="184"/>
                    <a:pt x="1955" y="230"/>
                    <a:pt x="1955" y="240"/>
                  </a:cubicBezTo>
                  <a:cubicBezTo>
                    <a:pt x="1955" y="249"/>
                    <a:pt x="1958" y="264"/>
                    <a:pt x="1930" y="276"/>
                  </a:cubicBezTo>
                  <a:cubicBezTo>
                    <a:pt x="1903" y="288"/>
                    <a:pt x="1885" y="290"/>
                    <a:pt x="1885" y="290"/>
                  </a:cubicBezTo>
                  <a:cubicBezTo>
                    <a:pt x="1885" y="309"/>
                    <a:pt x="1885" y="309"/>
                    <a:pt x="1885" y="309"/>
                  </a:cubicBezTo>
                  <a:cubicBezTo>
                    <a:pt x="1801" y="309"/>
                    <a:pt x="1801" y="309"/>
                    <a:pt x="1801" y="309"/>
                  </a:cubicBezTo>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7" name="Google Shape;2677;p48"/>
            <p:cNvSpPr/>
            <p:nvPr/>
          </p:nvSpPr>
          <p:spPr>
            <a:xfrm>
              <a:off x="-4952608" y="2737729"/>
              <a:ext cx="3261459" cy="173442"/>
            </a:xfrm>
            <a:custGeom>
              <a:avLst/>
              <a:gdLst/>
              <a:ahLst/>
              <a:cxnLst/>
              <a:rect l="l" t="t" r="r" b="b"/>
              <a:pathLst>
                <a:path w="750" h="40" extrusionOk="0">
                  <a:moveTo>
                    <a:pt x="750" y="40"/>
                  </a:moveTo>
                  <a:cubicBezTo>
                    <a:pt x="750" y="20"/>
                    <a:pt x="750" y="20"/>
                    <a:pt x="750" y="20"/>
                  </a:cubicBezTo>
                  <a:cubicBezTo>
                    <a:pt x="750" y="9"/>
                    <a:pt x="741" y="0"/>
                    <a:pt x="730" y="0"/>
                  </a:cubicBezTo>
                  <a:cubicBezTo>
                    <a:pt x="21" y="0"/>
                    <a:pt x="21" y="0"/>
                    <a:pt x="21" y="0"/>
                  </a:cubicBezTo>
                  <a:cubicBezTo>
                    <a:pt x="10" y="0"/>
                    <a:pt x="0" y="9"/>
                    <a:pt x="0" y="20"/>
                  </a:cubicBezTo>
                  <a:cubicBezTo>
                    <a:pt x="0" y="40"/>
                    <a:pt x="0" y="40"/>
                    <a:pt x="0" y="40"/>
                  </a:cubicBezTo>
                  <a:lnTo>
                    <a:pt x="750" y="4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8" name="Google Shape;2678;p48"/>
            <p:cNvSpPr/>
            <p:nvPr/>
          </p:nvSpPr>
          <p:spPr>
            <a:xfrm>
              <a:off x="-6328831" y="2319208"/>
              <a:ext cx="8506179" cy="418521"/>
            </a:xfrm>
            <a:custGeom>
              <a:avLst/>
              <a:gdLst/>
              <a:ahLst/>
              <a:cxnLst/>
              <a:rect l="l" t="t" r="r" b="b"/>
              <a:pathLst>
                <a:path w="1957" h="96" extrusionOk="0">
                  <a:moveTo>
                    <a:pt x="0" y="0"/>
                  </a:moveTo>
                  <a:cubicBezTo>
                    <a:pt x="0" y="37"/>
                    <a:pt x="0" y="37"/>
                    <a:pt x="0" y="37"/>
                  </a:cubicBezTo>
                  <a:cubicBezTo>
                    <a:pt x="1363" y="37"/>
                    <a:pt x="1363" y="37"/>
                    <a:pt x="1363" y="37"/>
                  </a:cubicBezTo>
                  <a:cubicBezTo>
                    <a:pt x="1536" y="37"/>
                    <a:pt x="1714" y="37"/>
                    <a:pt x="1943" y="96"/>
                  </a:cubicBezTo>
                  <a:cubicBezTo>
                    <a:pt x="1957" y="86"/>
                    <a:pt x="1955" y="74"/>
                    <a:pt x="1955" y="67"/>
                  </a:cubicBezTo>
                  <a:cubicBezTo>
                    <a:pt x="1955" y="66"/>
                    <a:pt x="1955" y="64"/>
                    <a:pt x="1953" y="61"/>
                  </a:cubicBezTo>
                  <a:cubicBezTo>
                    <a:pt x="1719" y="0"/>
                    <a:pt x="1538" y="0"/>
                    <a:pt x="1363" y="0"/>
                  </a:cubicBezTo>
                  <a:cubicBezTo>
                    <a:pt x="0" y="0"/>
                    <a:pt x="0" y="0"/>
                    <a:pt x="0" y="0"/>
                  </a:cubicBez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9" name="Google Shape;2679;p48"/>
            <p:cNvSpPr/>
            <p:nvPr/>
          </p:nvSpPr>
          <p:spPr>
            <a:xfrm>
              <a:off x="-560010" y="1874292"/>
              <a:ext cx="2066217" cy="459997"/>
            </a:xfrm>
            <a:custGeom>
              <a:avLst/>
              <a:gdLst/>
              <a:ahLst/>
              <a:cxnLst/>
              <a:rect l="l" t="t" r="r" b="b"/>
              <a:pathLst>
                <a:path w="476" h="106" extrusionOk="0">
                  <a:moveTo>
                    <a:pt x="0" y="6"/>
                  </a:moveTo>
                  <a:cubicBezTo>
                    <a:pt x="0" y="79"/>
                    <a:pt x="0" y="79"/>
                    <a:pt x="0" y="79"/>
                  </a:cubicBezTo>
                  <a:cubicBezTo>
                    <a:pt x="0" y="79"/>
                    <a:pt x="194" y="79"/>
                    <a:pt x="260" y="79"/>
                  </a:cubicBezTo>
                  <a:cubicBezTo>
                    <a:pt x="326" y="79"/>
                    <a:pt x="476" y="106"/>
                    <a:pt x="476" y="101"/>
                  </a:cubicBezTo>
                  <a:cubicBezTo>
                    <a:pt x="475" y="97"/>
                    <a:pt x="362" y="36"/>
                    <a:pt x="265" y="16"/>
                  </a:cubicBezTo>
                  <a:cubicBezTo>
                    <a:pt x="189" y="0"/>
                    <a:pt x="42" y="6"/>
                    <a:pt x="0" y="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0" name="Google Shape;2680;p48"/>
            <p:cNvSpPr/>
            <p:nvPr/>
          </p:nvSpPr>
          <p:spPr>
            <a:xfrm>
              <a:off x="819983" y="1746096"/>
              <a:ext cx="908685" cy="459997"/>
            </a:xfrm>
            <a:custGeom>
              <a:avLst/>
              <a:gdLst/>
              <a:ahLst/>
              <a:cxnLst/>
              <a:rect l="l" t="t" r="r" b="b"/>
              <a:pathLst>
                <a:path w="209" h="106" extrusionOk="0">
                  <a:moveTo>
                    <a:pt x="166" y="74"/>
                  </a:moveTo>
                  <a:cubicBezTo>
                    <a:pt x="121" y="44"/>
                    <a:pt x="63" y="19"/>
                    <a:pt x="0" y="0"/>
                  </a:cubicBezTo>
                  <a:cubicBezTo>
                    <a:pt x="7" y="13"/>
                    <a:pt x="23" y="36"/>
                    <a:pt x="52" y="51"/>
                  </a:cubicBezTo>
                  <a:cubicBezTo>
                    <a:pt x="93" y="71"/>
                    <a:pt x="145" y="97"/>
                    <a:pt x="159" y="102"/>
                  </a:cubicBezTo>
                  <a:cubicBezTo>
                    <a:pt x="168" y="106"/>
                    <a:pt x="193" y="105"/>
                    <a:pt x="209" y="104"/>
                  </a:cubicBezTo>
                  <a:cubicBezTo>
                    <a:pt x="196" y="94"/>
                    <a:pt x="182" y="84"/>
                    <a:pt x="166" y="74"/>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1" name="Google Shape;2681;p48"/>
            <p:cNvSpPr/>
            <p:nvPr/>
          </p:nvSpPr>
          <p:spPr>
            <a:xfrm>
              <a:off x="1868174" y="2828220"/>
              <a:ext cx="3772" cy="0"/>
            </a:xfrm>
            <a:custGeom>
              <a:avLst/>
              <a:gdLst/>
              <a:ahLst/>
              <a:cxnLst/>
              <a:rect l="l" t="t" r="r" b="b"/>
              <a:pathLst>
                <a:path w="1" h="120000" extrusionOk="0">
                  <a:moveTo>
                    <a:pt x="1" y="0"/>
                  </a:moveTo>
                  <a:cubicBezTo>
                    <a:pt x="1" y="0"/>
                    <a:pt x="1" y="0"/>
                    <a:pt x="0" y="0"/>
                  </a:cubicBezTo>
                  <a:cubicBezTo>
                    <a:pt x="1" y="0"/>
                    <a:pt x="1" y="0"/>
                    <a:pt x="1" y="0"/>
                  </a:cubicBezTo>
                  <a:cubicBezTo>
                    <a:pt x="1" y="0"/>
                    <a:pt x="1" y="0"/>
                    <a:pt x="1" y="0"/>
                  </a:cubicBezTo>
                </a:path>
              </a:pathLst>
            </a:custGeom>
            <a:solidFill>
              <a:srgbClr val="8C929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2" name="Google Shape;2682;p48"/>
            <p:cNvSpPr/>
            <p:nvPr/>
          </p:nvSpPr>
          <p:spPr>
            <a:xfrm>
              <a:off x="-6328831" y="2688980"/>
              <a:ext cx="8200779" cy="169670"/>
            </a:xfrm>
            <a:custGeom>
              <a:avLst/>
              <a:gdLst/>
              <a:ahLst/>
              <a:cxnLst/>
              <a:rect l="l" t="t" r="r" b="b"/>
              <a:pathLst>
                <a:path w="1887" h="39" extrusionOk="0">
                  <a:moveTo>
                    <a:pt x="1815" y="0"/>
                  </a:moveTo>
                  <a:cubicBezTo>
                    <a:pt x="0" y="0"/>
                    <a:pt x="0" y="0"/>
                    <a:pt x="0" y="0"/>
                  </a:cubicBezTo>
                  <a:cubicBezTo>
                    <a:pt x="0" y="2"/>
                    <a:pt x="0" y="2"/>
                    <a:pt x="0" y="2"/>
                  </a:cubicBezTo>
                  <a:cubicBezTo>
                    <a:pt x="1815" y="2"/>
                    <a:pt x="1815" y="2"/>
                    <a:pt x="1815" y="2"/>
                  </a:cubicBezTo>
                  <a:cubicBezTo>
                    <a:pt x="1885" y="38"/>
                    <a:pt x="1885" y="38"/>
                    <a:pt x="1885" y="38"/>
                  </a:cubicBezTo>
                  <a:cubicBezTo>
                    <a:pt x="1885" y="39"/>
                    <a:pt x="1885" y="39"/>
                    <a:pt x="1885" y="39"/>
                  </a:cubicBezTo>
                  <a:cubicBezTo>
                    <a:pt x="1885" y="37"/>
                    <a:pt x="1885" y="37"/>
                    <a:pt x="1885" y="37"/>
                  </a:cubicBezTo>
                  <a:cubicBezTo>
                    <a:pt x="1885" y="37"/>
                    <a:pt x="1885" y="37"/>
                    <a:pt x="1885" y="37"/>
                  </a:cubicBezTo>
                  <a:cubicBezTo>
                    <a:pt x="1885" y="37"/>
                    <a:pt x="1886" y="37"/>
                    <a:pt x="1886" y="37"/>
                  </a:cubicBezTo>
                  <a:cubicBezTo>
                    <a:pt x="1887" y="37"/>
                    <a:pt x="1887" y="37"/>
                    <a:pt x="1887" y="37"/>
                  </a:cubicBezTo>
                  <a:cubicBezTo>
                    <a:pt x="1886" y="36"/>
                    <a:pt x="1886" y="36"/>
                    <a:pt x="1886" y="36"/>
                  </a:cubicBezTo>
                  <a:cubicBezTo>
                    <a:pt x="1815" y="0"/>
                    <a:pt x="1815" y="0"/>
                    <a:pt x="1815" y="0"/>
                  </a:cubicBezTo>
                  <a:cubicBezTo>
                    <a:pt x="1815" y="0"/>
                    <a:pt x="1815" y="0"/>
                    <a:pt x="1815" y="0"/>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3" name="Google Shape;2683;p48"/>
            <p:cNvSpPr/>
            <p:nvPr/>
          </p:nvSpPr>
          <p:spPr>
            <a:xfrm>
              <a:off x="-1193449" y="1644292"/>
              <a:ext cx="471310" cy="1014256"/>
            </a:xfrm>
            <a:custGeom>
              <a:avLst/>
              <a:gdLst/>
              <a:ahLst/>
              <a:cxnLst/>
              <a:rect l="l" t="t" r="r" b="b"/>
              <a:pathLst>
                <a:path w="108" h="234" extrusionOk="0">
                  <a:moveTo>
                    <a:pt x="108" y="193"/>
                  </a:moveTo>
                  <a:cubicBezTo>
                    <a:pt x="106" y="193"/>
                    <a:pt x="106" y="193"/>
                    <a:pt x="106" y="193"/>
                  </a:cubicBezTo>
                  <a:cubicBezTo>
                    <a:pt x="106" y="221"/>
                    <a:pt x="106" y="221"/>
                    <a:pt x="106" y="221"/>
                  </a:cubicBezTo>
                  <a:cubicBezTo>
                    <a:pt x="106" y="227"/>
                    <a:pt x="101" y="232"/>
                    <a:pt x="95" y="232"/>
                  </a:cubicBezTo>
                  <a:cubicBezTo>
                    <a:pt x="13" y="232"/>
                    <a:pt x="13" y="232"/>
                    <a:pt x="13" y="232"/>
                  </a:cubicBezTo>
                  <a:cubicBezTo>
                    <a:pt x="7" y="232"/>
                    <a:pt x="2" y="227"/>
                    <a:pt x="2" y="221"/>
                  </a:cubicBezTo>
                  <a:cubicBezTo>
                    <a:pt x="2" y="193"/>
                    <a:pt x="2" y="193"/>
                    <a:pt x="2" y="193"/>
                  </a:cubicBezTo>
                  <a:cubicBezTo>
                    <a:pt x="0" y="193"/>
                    <a:pt x="0" y="193"/>
                    <a:pt x="0" y="193"/>
                  </a:cubicBezTo>
                  <a:cubicBezTo>
                    <a:pt x="0" y="221"/>
                    <a:pt x="0" y="221"/>
                    <a:pt x="0" y="221"/>
                  </a:cubicBezTo>
                  <a:cubicBezTo>
                    <a:pt x="0" y="228"/>
                    <a:pt x="5" y="234"/>
                    <a:pt x="13" y="234"/>
                  </a:cubicBezTo>
                  <a:cubicBezTo>
                    <a:pt x="95" y="234"/>
                    <a:pt x="95" y="234"/>
                    <a:pt x="95" y="234"/>
                  </a:cubicBezTo>
                  <a:cubicBezTo>
                    <a:pt x="102" y="234"/>
                    <a:pt x="108" y="228"/>
                    <a:pt x="108" y="221"/>
                  </a:cubicBezTo>
                  <a:cubicBezTo>
                    <a:pt x="108" y="193"/>
                    <a:pt x="108" y="193"/>
                    <a:pt x="108" y="193"/>
                  </a:cubicBezTo>
                  <a:moveTo>
                    <a:pt x="95" y="0"/>
                  </a:moveTo>
                  <a:cubicBezTo>
                    <a:pt x="13" y="0"/>
                    <a:pt x="13" y="0"/>
                    <a:pt x="13" y="0"/>
                  </a:cubicBezTo>
                  <a:cubicBezTo>
                    <a:pt x="5" y="0"/>
                    <a:pt x="0" y="6"/>
                    <a:pt x="0" y="13"/>
                  </a:cubicBezTo>
                  <a:cubicBezTo>
                    <a:pt x="0" y="156"/>
                    <a:pt x="0" y="156"/>
                    <a:pt x="0" y="156"/>
                  </a:cubicBezTo>
                  <a:cubicBezTo>
                    <a:pt x="2" y="156"/>
                    <a:pt x="2" y="156"/>
                    <a:pt x="2" y="156"/>
                  </a:cubicBezTo>
                  <a:cubicBezTo>
                    <a:pt x="2" y="13"/>
                    <a:pt x="2" y="13"/>
                    <a:pt x="2" y="13"/>
                  </a:cubicBezTo>
                  <a:cubicBezTo>
                    <a:pt x="2" y="7"/>
                    <a:pt x="7" y="2"/>
                    <a:pt x="13" y="2"/>
                  </a:cubicBezTo>
                  <a:cubicBezTo>
                    <a:pt x="95" y="2"/>
                    <a:pt x="95" y="2"/>
                    <a:pt x="95" y="2"/>
                  </a:cubicBezTo>
                  <a:cubicBezTo>
                    <a:pt x="101" y="2"/>
                    <a:pt x="106" y="7"/>
                    <a:pt x="106" y="13"/>
                  </a:cubicBezTo>
                  <a:cubicBezTo>
                    <a:pt x="106" y="156"/>
                    <a:pt x="106" y="156"/>
                    <a:pt x="106" y="156"/>
                  </a:cubicBezTo>
                  <a:cubicBezTo>
                    <a:pt x="108" y="156"/>
                    <a:pt x="108" y="156"/>
                    <a:pt x="108" y="156"/>
                  </a:cubicBezTo>
                  <a:cubicBezTo>
                    <a:pt x="108" y="13"/>
                    <a:pt x="108" y="13"/>
                    <a:pt x="108" y="13"/>
                  </a:cubicBezTo>
                  <a:cubicBezTo>
                    <a:pt x="108" y="6"/>
                    <a:pt x="102" y="0"/>
                    <a:pt x="95" y="0"/>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4" name="Google Shape;2684;p48"/>
            <p:cNvSpPr/>
            <p:nvPr/>
          </p:nvSpPr>
          <p:spPr>
            <a:xfrm>
              <a:off x="-1193449" y="2319208"/>
              <a:ext cx="471310" cy="162129"/>
            </a:xfrm>
            <a:custGeom>
              <a:avLst/>
              <a:gdLst/>
              <a:ahLst/>
              <a:cxnLst/>
              <a:rect l="l" t="t" r="r" b="b"/>
              <a:pathLst>
                <a:path w="125" h="43" extrusionOk="0">
                  <a:moveTo>
                    <a:pt x="3" y="0"/>
                  </a:moveTo>
                  <a:lnTo>
                    <a:pt x="0" y="0"/>
                  </a:lnTo>
                  <a:lnTo>
                    <a:pt x="0" y="43"/>
                  </a:lnTo>
                  <a:lnTo>
                    <a:pt x="3" y="43"/>
                  </a:lnTo>
                  <a:lnTo>
                    <a:pt x="3" y="0"/>
                  </a:lnTo>
                  <a:close/>
                  <a:moveTo>
                    <a:pt x="125" y="0"/>
                  </a:moveTo>
                  <a:lnTo>
                    <a:pt x="123" y="0"/>
                  </a:lnTo>
                  <a:lnTo>
                    <a:pt x="123" y="43"/>
                  </a:lnTo>
                  <a:lnTo>
                    <a:pt x="125" y="43"/>
                  </a:lnTo>
                  <a:lnTo>
                    <a:pt x="125" y="0"/>
                  </a:lnTo>
                  <a:close/>
                </a:path>
              </a:pathLst>
            </a:custGeom>
            <a:solidFill>
              <a:srgbClr val="BC45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5" name="Google Shape;2685;p48"/>
            <p:cNvSpPr/>
            <p:nvPr/>
          </p:nvSpPr>
          <p:spPr>
            <a:xfrm>
              <a:off x="-5917848" y="1644292"/>
              <a:ext cx="471310" cy="1014256"/>
            </a:xfrm>
            <a:custGeom>
              <a:avLst/>
              <a:gdLst/>
              <a:ahLst/>
              <a:cxnLst/>
              <a:rect l="l" t="t" r="r" b="b"/>
              <a:pathLst>
                <a:path w="108" h="234" extrusionOk="0">
                  <a:moveTo>
                    <a:pt x="108" y="193"/>
                  </a:moveTo>
                  <a:cubicBezTo>
                    <a:pt x="106" y="193"/>
                    <a:pt x="106" y="193"/>
                    <a:pt x="106" y="193"/>
                  </a:cubicBezTo>
                  <a:cubicBezTo>
                    <a:pt x="106" y="221"/>
                    <a:pt x="106" y="221"/>
                    <a:pt x="106" y="221"/>
                  </a:cubicBezTo>
                  <a:cubicBezTo>
                    <a:pt x="106" y="227"/>
                    <a:pt x="101" y="232"/>
                    <a:pt x="95" y="232"/>
                  </a:cubicBezTo>
                  <a:cubicBezTo>
                    <a:pt x="13" y="232"/>
                    <a:pt x="13" y="232"/>
                    <a:pt x="13" y="232"/>
                  </a:cubicBezTo>
                  <a:cubicBezTo>
                    <a:pt x="7" y="232"/>
                    <a:pt x="2" y="227"/>
                    <a:pt x="2" y="221"/>
                  </a:cubicBezTo>
                  <a:cubicBezTo>
                    <a:pt x="2" y="193"/>
                    <a:pt x="2" y="193"/>
                    <a:pt x="2" y="193"/>
                  </a:cubicBezTo>
                  <a:cubicBezTo>
                    <a:pt x="0" y="193"/>
                    <a:pt x="0" y="193"/>
                    <a:pt x="0" y="193"/>
                  </a:cubicBezTo>
                  <a:cubicBezTo>
                    <a:pt x="0" y="221"/>
                    <a:pt x="0" y="221"/>
                    <a:pt x="0" y="221"/>
                  </a:cubicBezTo>
                  <a:cubicBezTo>
                    <a:pt x="0" y="228"/>
                    <a:pt x="5" y="234"/>
                    <a:pt x="13" y="234"/>
                  </a:cubicBezTo>
                  <a:cubicBezTo>
                    <a:pt x="95" y="234"/>
                    <a:pt x="95" y="234"/>
                    <a:pt x="95" y="234"/>
                  </a:cubicBezTo>
                  <a:cubicBezTo>
                    <a:pt x="102" y="234"/>
                    <a:pt x="108" y="228"/>
                    <a:pt x="108" y="221"/>
                  </a:cubicBezTo>
                  <a:cubicBezTo>
                    <a:pt x="108" y="193"/>
                    <a:pt x="108" y="193"/>
                    <a:pt x="108" y="193"/>
                  </a:cubicBezTo>
                  <a:moveTo>
                    <a:pt x="95" y="0"/>
                  </a:moveTo>
                  <a:cubicBezTo>
                    <a:pt x="13" y="0"/>
                    <a:pt x="13" y="0"/>
                    <a:pt x="13" y="0"/>
                  </a:cubicBezTo>
                  <a:cubicBezTo>
                    <a:pt x="5" y="0"/>
                    <a:pt x="0" y="6"/>
                    <a:pt x="0" y="13"/>
                  </a:cubicBezTo>
                  <a:cubicBezTo>
                    <a:pt x="0" y="156"/>
                    <a:pt x="0" y="156"/>
                    <a:pt x="0" y="156"/>
                  </a:cubicBezTo>
                  <a:cubicBezTo>
                    <a:pt x="2" y="156"/>
                    <a:pt x="2" y="156"/>
                    <a:pt x="2" y="156"/>
                  </a:cubicBezTo>
                  <a:cubicBezTo>
                    <a:pt x="2" y="13"/>
                    <a:pt x="2" y="13"/>
                    <a:pt x="2" y="13"/>
                  </a:cubicBezTo>
                  <a:cubicBezTo>
                    <a:pt x="2" y="7"/>
                    <a:pt x="7" y="2"/>
                    <a:pt x="13" y="2"/>
                  </a:cubicBezTo>
                  <a:cubicBezTo>
                    <a:pt x="95" y="2"/>
                    <a:pt x="95" y="2"/>
                    <a:pt x="95" y="2"/>
                  </a:cubicBezTo>
                  <a:cubicBezTo>
                    <a:pt x="101" y="2"/>
                    <a:pt x="106" y="7"/>
                    <a:pt x="106" y="13"/>
                  </a:cubicBezTo>
                  <a:cubicBezTo>
                    <a:pt x="106" y="156"/>
                    <a:pt x="106" y="156"/>
                    <a:pt x="106" y="156"/>
                  </a:cubicBezTo>
                  <a:cubicBezTo>
                    <a:pt x="108" y="156"/>
                    <a:pt x="108" y="156"/>
                    <a:pt x="108" y="156"/>
                  </a:cubicBezTo>
                  <a:cubicBezTo>
                    <a:pt x="108" y="13"/>
                    <a:pt x="108" y="13"/>
                    <a:pt x="108" y="13"/>
                  </a:cubicBezTo>
                  <a:cubicBezTo>
                    <a:pt x="108" y="6"/>
                    <a:pt x="102" y="0"/>
                    <a:pt x="95" y="0"/>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6" name="Google Shape;2686;p48"/>
            <p:cNvSpPr/>
            <p:nvPr/>
          </p:nvSpPr>
          <p:spPr>
            <a:xfrm>
              <a:off x="-5917851" y="2319208"/>
              <a:ext cx="471310" cy="162129"/>
            </a:xfrm>
            <a:custGeom>
              <a:avLst/>
              <a:gdLst/>
              <a:ahLst/>
              <a:cxnLst/>
              <a:rect l="l" t="t" r="r" b="b"/>
              <a:pathLst>
                <a:path w="125" h="43" extrusionOk="0">
                  <a:moveTo>
                    <a:pt x="3" y="0"/>
                  </a:moveTo>
                  <a:lnTo>
                    <a:pt x="0" y="0"/>
                  </a:lnTo>
                  <a:lnTo>
                    <a:pt x="0" y="43"/>
                  </a:lnTo>
                  <a:lnTo>
                    <a:pt x="3" y="43"/>
                  </a:lnTo>
                  <a:lnTo>
                    <a:pt x="3" y="0"/>
                  </a:lnTo>
                  <a:close/>
                  <a:moveTo>
                    <a:pt x="125" y="0"/>
                  </a:moveTo>
                  <a:lnTo>
                    <a:pt x="123" y="0"/>
                  </a:lnTo>
                  <a:lnTo>
                    <a:pt x="123" y="43"/>
                  </a:lnTo>
                  <a:lnTo>
                    <a:pt x="125" y="43"/>
                  </a:lnTo>
                  <a:lnTo>
                    <a:pt x="125" y="0"/>
                  </a:lnTo>
                  <a:close/>
                </a:path>
              </a:pathLst>
            </a:custGeom>
            <a:solidFill>
              <a:srgbClr val="BC45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7" name="Google Shape;2687;p48"/>
            <p:cNvSpPr/>
            <p:nvPr/>
          </p:nvSpPr>
          <p:spPr>
            <a:xfrm>
              <a:off x="-5917851" y="2319208"/>
              <a:ext cx="471310" cy="162129"/>
            </a:xfrm>
            <a:custGeom>
              <a:avLst/>
              <a:gdLst/>
              <a:ahLst/>
              <a:cxnLst/>
              <a:rect l="l" t="t" r="r" b="b"/>
              <a:pathLst>
                <a:path w="125" h="43" extrusionOk="0">
                  <a:moveTo>
                    <a:pt x="3" y="0"/>
                  </a:moveTo>
                  <a:lnTo>
                    <a:pt x="0" y="0"/>
                  </a:lnTo>
                  <a:lnTo>
                    <a:pt x="0" y="43"/>
                  </a:lnTo>
                  <a:lnTo>
                    <a:pt x="3" y="43"/>
                  </a:lnTo>
                  <a:lnTo>
                    <a:pt x="3" y="0"/>
                  </a:lnTo>
                  <a:moveTo>
                    <a:pt x="125" y="0"/>
                  </a:moveTo>
                  <a:lnTo>
                    <a:pt x="123" y="0"/>
                  </a:lnTo>
                  <a:lnTo>
                    <a:pt x="123" y="43"/>
                  </a:lnTo>
                  <a:lnTo>
                    <a:pt x="125" y="43"/>
                  </a:lnTo>
                  <a:lnTo>
                    <a:pt x="125" y="0"/>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8" name="Google Shape;2688;p48"/>
            <p:cNvSpPr/>
            <p:nvPr/>
          </p:nvSpPr>
          <p:spPr>
            <a:xfrm>
              <a:off x="-1080335" y="1825277"/>
              <a:ext cx="245082" cy="422293"/>
            </a:xfrm>
            <a:custGeom>
              <a:avLst/>
              <a:gdLst/>
              <a:ahLst/>
              <a:cxnLst/>
              <a:rect l="l" t="t" r="r" b="b"/>
              <a:pathLst>
                <a:path w="56" h="97" extrusionOk="0">
                  <a:moveTo>
                    <a:pt x="56" y="71"/>
                  </a:moveTo>
                  <a:cubicBezTo>
                    <a:pt x="56" y="86"/>
                    <a:pt x="44" y="97"/>
                    <a:pt x="30" y="97"/>
                  </a:cubicBezTo>
                  <a:cubicBezTo>
                    <a:pt x="25" y="97"/>
                    <a:pt x="25" y="97"/>
                    <a:pt x="25" y="97"/>
                  </a:cubicBezTo>
                  <a:cubicBezTo>
                    <a:pt x="11" y="97"/>
                    <a:pt x="0" y="86"/>
                    <a:pt x="0" y="71"/>
                  </a:cubicBezTo>
                  <a:cubicBezTo>
                    <a:pt x="0" y="25"/>
                    <a:pt x="0" y="25"/>
                    <a:pt x="0" y="25"/>
                  </a:cubicBezTo>
                  <a:cubicBezTo>
                    <a:pt x="0" y="11"/>
                    <a:pt x="11" y="0"/>
                    <a:pt x="25" y="0"/>
                  </a:cubicBezTo>
                  <a:cubicBezTo>
                    <a:pt x="30" y="0"/>
                    <a:pt x="30" y="0"/>
                    <a:pt x="30" y="0"/>
                  </a:cubicBezTo>
                  <a:cubicBezTo>
                    <a:pt x="44" y="0"/>
                    <a:pt x="56" y="11"/>
                    <a:pt x="56" y="25"/>
                  </a:cubicBezTo>
                  <a:lnTo>
                    <a:pt x="56" y="7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9" name="Google Shape;2689;p48"/>
            <p:cNvSpPr/>
            <p:nvPr/>
          </p:nvSpPr>
          <p:spPr>
            <a:xfrm>
              <a:off x="-5804737" y="1825277"/>
              <a:ext cx="245082" cy="422293"/>
            </a:xfrm>
            <a:custGeom>
              <a:avLst/>
              <a:gdLst/>
              <a:ahLst/>
              <a:cxnLst/>
              <a:rect l="l" t="t" r="r" b="b"/>
              <a:pathLst>
                <a:path w="56" h="97" extrusionOk="0">
                  <a:moveTo>
                    <a:pt x="56" y="71"/>
                  </a:moveTo>
                  <a:cubicBezTo>
                    <a:pt x="56" y="86"/>
                    <a:pt x="44" y="97"/>
                    <a:pt x="30" y="97"/>
                  </a:cubicBezTo>
                  <a:cubicBezTo>
                    <a:pt x="25" y="97"/>
                    <a:pt x="25" y="97"/>
                    <a:pt x="25" y="97"/>
                  </a:cubicBezTo>
                  <a:cubicBezTo>
                    <a:pt x="11" y="97"/>
                    <a:pt x="0" y="86"/>
                    <a:pt x="0" y="71"/>
                  </a:cubicBezTo>
                  <a:cubicBezTo>
                    <a:pt x="0" y="25"/>
                    <a:pt x="0" y="25"/>
                    <a:pt x="0" y="25"/>
                  </a:cubicBezTo>
                  <a:cubicBezTo>
                    <a:pt x="0" y="11"/>
                    <a:pt x="11" y="0"/>
                    <a:pt x="25" y="0"/>
                  </a:cubicBezTo>
                  <a:cubicBezTo>
                    <a:pt x="30" y="0"/>
                    <a:pt x="30" y="0"/>
                    <a:pt x="30" y="0"/>
                  </a:cubicBezTo>
                  <a:cubicBezTo>
                    <a:pt x="44" y="0"/>
                    <a:pt x="56" y="11"/>
                    <a:pt x="56" y="25"/>
                  </a:cubicBezTo>
                  <a:lnTo>
                    <a:pt x="56" y="7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0" name="Google Shape;2690;p48"/>
            <p:cNvSpPr/>
            <p:nvPr/>
          </p:nvSpPr>
          <p:spPr>
            <a:xfrm>
              <a:off x="-6242111" y="1934620"/>
              <a:ext cx="260164" cy="15082"/>
            </a:xfrm>
            <a:custGeom>
              <a:avLst/>
              <a:gdLst/>
              <a:ahLst/>
              <a:cxnLst/>
              <a:rect l="l" t="t" r="r" b="b"/>
              <a:pathLst>
                <a:path w="60" h="4" extrusionOk="0">
                  <a:moveTo>
                    <a:pt x="60" y="2"/>
                  </a:moveTo>
                  <a:cubicBezTo>
                    <a:pt x="60" y="3"/>
                    <a:pt x="59" y="4"/>
                    <a:pt x="58" y="4"/>
                  </a:cubicBezTo>
                  <a:cubicBezTo>
                    <a:pt x="2" y="4"/>
                    <a:pt x="2" y="4"/>
                    <a:pt x="2" y="4"/>
                  </a:cubicBezTo>
                  <a:cubicBezTo>
                    <a:pt x="1" y="4"/>
                    <a:pt x="0" y="3"/>
                    <a:pt x="0" y="2"/>
                  </a:cubicBezTo>
                  <a:cubicBezTo>
                    <a:pt x="0" y="1"/>
                    <a:pt x="1" y="0"/>
                    <a:pt x="2" y="0"/>
                  </a:cubicBezTo>
                  <a:cubicBezTo>
                    <a:pt x="58" y="0"/>
                    <a:pt x="58" y="0"/>
                    <a:pt x="58" y="0"/>
                  </a:cubicBezTo>
                  <a:cubicBezTo>
                    <a:pt x="59" y="0"/>
                    <a:pt x="60" y="1"/>
                    <a:pt x="60"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1" name="Google Shape;2691;p48"/>
            <p:cNvSpPr/>
            <p:nvPr/>
          </p:nvSpPr>
          <p:spPr>
            <a:xfrm>
              <a:off x="-6242111" y="1994947"/>
              <a:ext cx="260164" cy="18851"/>
            </a:xfrm>
            <a:custGeom>
              <a:avLst/>
              <a:gdLst/>
              <a:ahLst/>
              <a:cxnLst/>
              <a:rect l="l" t="t" r="r" b="b"/>
              <a:pathLst>
                <a:path w="60" h="4" extrusionOk="0">
                  <a:moveTo>
                    <a:pt x="60" y="2"/>
                  </a:moveTo>
                  <a:cubicBezTo>
                    <a:pt x="60" y="3"/>
                    <a:pt x="59" y="4"/>
                    <a:pt x="58" y="4"/>
                  </a:cubicBezTo>
                  <a:cubicBezTo>
                    <a:pt x="2" y="4"/>
                    <a:pt x="2" y="4"/>
                    <a:pt x="2" y="4"/>
                  </a:cubicBezTo>
                  <a:cubicBezTo>
                    <a:pt x="1" y="4"/>
                    <a:pt x="0" y="3"/>
                    <a:pt x="0" y="2"/>
                  </a:cubicBezTo>
                  <a:cubicBezTo>
                    <a:pt x="0" y="1"/>
                    <a:pt x="1" y="0"/>
                    <a:pt x="2" y="0"/>
                  </a:cubicBezTo>
                  <a:cubicBezTo>
                    <a:pt x="58" y="0"/>
                    <a:pt x="58" y="0"/>
                    <a:pt x="58" y="0"/>
                  </a:cubicBezTo>
                  <a:cubicBezTo>
                    <a:pt x="59" y="0"/>
                    <a:pt x="60" y="1"/>
                    <a:pt x="60"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2" name="Google Shape;2692;p48"/>
            <p:cNvSpPr/>
            <p:nvPr/>
          </p:nvSpPr>
          <p:spPr>
            <a:xfrm>
              <a:off x="-6242111" y="2059046"/>
              <a:ext cx="260164" cy="15082"/>
            </a:xfrm>
            <a:custGeom>
              <a:avLst/>
              <a:gdLst/>
              <a:ahLst/>
              <a:cxnLst/>
              <a:rect l="l" t="t" r="r" b="b"/>
              <a:pathLst>
                <a:path w="60" h="3" extrusionOk="0">
                  <a:moveTo>
                    <a:pt x="60" y="1"/>
                  </a:moveTo>
                  <a:cubicBezTo>
                    <a:pt x="60" y="2"/>
                    <a:pt x="59" y="3"/>
                    <a:pt x="58" y="3"/>
                  </a:cubicBezTo>
                  <a:cubicBezTo>
                    <a:pt x="2" y="3"/>
                    <a:pt x="2" y="3"/>
                    <a:pt x="2" y="3"/>
                  </a:cubicBezTo>
                  <a:cubicBezTo>
                    <a:pt x="1" y="3"/>
                    <a:pt x="0" y="2"/>
                    <a:pt x="0" y="1"/>
                  </a:cubicBezTo>
                  <a:cubicBezTo>
                    <a:pt x="0" y="0"/>
                    <a:pt x="1" y="0"/>
                    <a:pt x="2" y="0"/>
                  </a:cubicBezTo>
                  <a:cubicBezTo>
                    <a:pt x="58" y="0"/>
                    <a:pt x="58" y="0"/>
                    <a:pt x="58" y="0"/>
                  </a:cubicBezTo>
                  <a:cubicBezTo>
                    <a:pt x="59" y="0"/>
                    <a:pt x="60" y="0"/>
                    <a:pt x="60" y="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3" name="Google Shape;2693;p48"/>
            <p:cNvSpPr/>
            <p:nvPr/>
          </p:nvSpPr>
          <p:spPr>
            <a:xfrm>
              <a:off x="-6242111" y="2119374"/>
              <a:ext cx="260164" cy="15082"/>
            </a:xfrm>
            <a:custGeom>
              <a:avLst/>
              <a:gdLst/>
              <a:ahLst/>
              <a:cxnLst/>
              <a:rect l="l" t="t" r="r" b="b"/>
              <a:pathLst>
                <a:path w="60" h="3" extrusionOk="0">
                  <a:moveTo>
                    <a:pt x="60" y="2"/>
                  </a:moveTo>
                  <a:cubicBezTo>
                    <a:pt x="60" y="2"/>
                    <a:pt x="59" y="3"/>
                    <a:pt x="58" y="3"/>
                  </a:cubicBezTo>
                  <a:cubicBezTo>
                    <a:pt x="2" y="3"/>
                    <a:pt x="2" y="3"/>
                    <a:pt x="2" y="3"/>
                  </a:cubicBezTo>
                  <a:cubicBezTo>
                    <a:pt x="1" y="3"/>
                    <a:pt x="0" y="2"/>
                    <a:pt x="0" y="2"/>
                  </a:cubicBezTo>
                  <a:cubicBezTo>
                    <a:pt x="0" y="1"/>
                    <a:pt x="1" y="0"/>
                    <a:pt x="2" y="0"/>
                  </a:cubicBezTo>
                  <a:cubicBezTo>
                    <a:pt x="58" y="0"/>
                    <a:pt x="58" y="0"/>
                    <a:pt x="58" y="0"/>
                  </a:cubicBezTo>
                  <a:cubicBezTo>
                    <a:pt x="59" y="0"/>
                    <a:pt x="60" y="1"/>
                    <a:pt x="60"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4" name="Google Shape;2694;p48"/>
            <p:cNvSpPr/>
            <p:nvPr/>
          </p:nvSpPr>
          <p:spPr>
            <a:xfrm>
              <a:off x="-5220312" y="1862982"/>
              <a:ext cx="3800635" cy="384588"/>
            </a:xfrm>
            <a:custGeom>
              <a:avLst/>
              <a:gdLst/>
              <a:ahLst/>
              <a:cxnLst/>
              <a:rect l="l" t="t" r="r" b="b"/>
              <a:pathLst>
                <a:path w="875" h="88" extrusionOk="0">
                  <a:moveTo>
                    <a:pt x="0" y="76"/>
                  </a:moveTo>
                  <a:cubicBezTo>
                    <a:pt x="0" y="83"/>
                    <a:pt x="5" y="88"/>
                    <a:pt x="12" y="88"/>
                  </a:cubicBezTo>
                  <a:cubicBezTo>
                    <a:pt x="863" y="88"/>
                    <a:pt x="863" y="88"/>
                    <a:pt x="863" y="88"/>
                  </a:cubicBezTo>
                  <a:cubicBezTo>
                    <a:pt x="869" y="88"/>
                    <a:pt x="875" y="83"/>
                    <a:pt x="875" y="76"/>
                  </a:cubicBezTo>
                  <a:cubicBezTo>
                    <a:pt x="875" y="12"/>
                    <a:pt x="875" y="12"/>
                    <a:pt x="875" y="12"/>
                  </a:cubicBezTo>
                  <a:cubicBezTo>
                    <a:pt x="875" y="5"/>
                    <a:pt x="869" y="0"/>
                    <a:pt x="863" y="0"/>
                  </a:cubicBezTo>
                  <a:cubicBezTo>
                    <a:pt x="12" y="0"/>
                    <a:pt x="12" y="0"/>
                    <a:pt x="12" y="0"/>
                  </a:cubicBezTo>
                  <a:cubicBezTo>
                    <a:pt x="5" y="0"/>
                    <a:pt x="0" y="5"/>
                    <a:pt x="0" y="12"/>
                  </a:cubicBezTo>
                  <a:cubicBezTo>
                    <a:pt x="0" y="76"/>
                    <a:pt x="0" y="76"/>
                    <a:pt x="0" y="76"/>
                  </a:cubicBezTo>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5" name="Google Shape;2695;p48"/>
            <p:cNvSpPr/>
            <p:nvPr/>
          </p:nvSpPr>
          <p:spPr>
            <a:xfrm>
              <a:off x="-4703759" y="1863336"/>
              <a:ext cx="30000" cy="384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6" name="Google Shape;2696;p48"/>
            <p:cNvSpPr/>
            <p:nvPr/>
          </p:nvSpPr>
          <p:spPr>
            <a:xfrm>
              <a:off x="-4703759" y="1863336"/>
              <a:ext cx="30000" cy="384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7" name="Google Shape;2697;p48"/>
            <p:cNvSpPr/>
            <p:nvPr/>
          </p:nvSpPr>
          <p:spPr>
            <a:xfrm>
              <a:off x="-4157034" y="1863336"/>
              <a:ext cx="30000" cy="384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8" name="Google Shape;2698;p48"/>
            <p:cNvSpPr/>
            <p:nvPr/>
          </p:nvSpPr>
          <p:spPr>
            <a:xfrm>
              <a:off x="-4157034" y="1863336"/>
              <a:ext cx="30000" cy="384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9" name="Google Shape;2699;p48"/>
            <p:cNvSpPr/>
            <p:nvPr/>
          </p:nvSpPr>
          <p:spPr>
            <a:xfrm>
              <a:off x="-3606539" y="1863336"/>
              <a:ext cx="30000" cy="384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0" name="Google Shape;2700;p48"/>
            <p:cNvSpPr/>
            <p:nvPr/>
          </p:nvSpPr>
          <p:spPr>
            <a:xfrm>
              <a:off x="-3606539" y="1863336"/>
              <a:ext cx="30000" cy="384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1" name="Google Shape;2701;p48"/>
            <p:cNvSpPr/>
            <p:nvPr/>
          </p:nvSpPr>
          <p:spPr>
            <a:xfrm>
              <a:off x="-3059817" y="1863336"/>
              <a:ext cx="30000" cy="384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2" name="Google Shape;2702;p48"/>
            <p:cNvSpPr/>
            <p:nvPr/>
          </p:nvSpPr>
          <p:spPr>
            <a:xfrm>
              <a:off x="-3059817" y="1863336"/>
              <a:ext cx="30000" cy="384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3" name="Google Shape;2703;p48"/>
            <p:cNvSpPr/>
            <p:nvPr/>
          </p:nvSpPr>
          <p:spPr>
            <a:xfrm>
              <a:off x="-2516863" y="1863336"/>
              <a:ext cx="30000" cy="384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4" name="Google Shape;2704;p48"/>
            <p:cNvSpPr/>
            <p:nvPr/>
          </p:nvSpPr>
          <p:spPr>
            <a:xfrm>
              <a:off x="-2516863" y="1863336"/>
              <a:ext cx="30000" cy="384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5" name="Google Shape;2705;p48"/>
            <p:cNvSpPr/>
            <p:nvPr/>
          </p:nvSpPr>
          <p:spPr>
            <a:xfrm>
              <a:off x="-1970138" y="1863336"/>
              <a:ext cx="30000" cy="384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6" name="Google Shape;2706;p48"/>
            <p:cNvSpPr/>
            <p:nvPr/>
          </p:nvSpPr>
          <p:spPr>
            <a:xfrm>
              <a:off x="-1970138" y="1863336"/>
              <a:ext cx="30000" cy="3849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 name="Subtitle 2">
            <a:extLst>
              <a:ext uri="{FF2B5EF4-FFF2-40B4-BE49-F238E27FC236}">
                <a16:creationId xmlns:a16="http://schemas.microsoft.com/office/drawing/2014/main" id="{4172B56B-3A4E-B987-55D7-B959A3CD8CD7}"/>
              </a:ext>
            </a:extLst>
          </p:cNvPr>
          <p:cNvSpPr>
            <a:spLocks noGrp="1"/>
          </p:cNvSpPr>
          <p:nvPr>
            <p:ph type="subTitle" idx="1"/>
          </p:nvPr>
        </p:nvSpPr>
        <p:spPr/>
        <p:txBody>
          <a:bodyPr/>
          <a:lstStyle/>
          <a:p>
            <a:r>
              <a:rPr lang="en-MY" sz="2000" dirty="0"/>
              <a:t>Any Question?</a:t>
            </a:r>
          </a:p>
        </p:txBody>
      </p:sp>
    </p:spTree>
  </p:cSld>
  <p:clrMapOvr>
    <a:masterClrMapping/>
  </p:clrMapOvr>
</p:sld>
</file>

<file path=ppt/theme/theme1.xml><?xml version="1.0" encoding="utf-8"?>
<a:theme xmlns:a="http://schemas.openxmlformats.org/drawingml/2006/main" name="Train Travel Marketing Plan by Slidesgo">
  <a:themeElements>
    <a:clrScheme name="Simple Light">
      <a:dk1>
        <a:srgbClr val="3B3A3A"/>
      </a:dk1>
      <a:lt1>
        <a:srgbClr val="DF543B"/>
      </a:lt1>
      <a:dk2>
        <a:srgbClr val="E2EAEC"/>
      </a:dk2>
      <a:lt2>
        <a:srgbClr val="00525B"/>
      </a:lt2>
      <a:accent1>
        <a:srgbClr val="008192"/>
      </a:accent1>
      <a:accent2>
        <a:srgbClr val="A1B7B8"/>
      </a:accent2>
      <a:accent3>
        <a:srgbClr val="A3CED1"/>
      </a:accent3>
      <a:accent4>
        <a:srgbClr val="CBDBDB"/>
      </a:accent4>
      <a:accent5>
        <a:srgbClr val="ECEAE5"/>
      </a:accent5>
      <a:accent6>
        <a:srgbClr val="FFFFFF"/>
      </a:accent6>
      <a:hlink>
        <a:srgbClr val="3B3A3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327</TotalTime>
  <Words>1963</Words>
  <Application>Microsoft Office PowerPoint</Application>
  <PresentationFormat>On-screen Show (16:9)</PresentationFormat>
  <Paragraphs>304</Paragraphs>
  <Slides>28</Slides>
  <Notes>28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Nova Square</vt:lpstr>
      <vt:lpstr>Sora ExtraBold</vt:lpstr>
      <vt:lpstr>Arial</vt:lpstr>
      <vt:lpstr>Hanken Grotesk</vt:lpstr>
      <vt:lpstr>Calibri</vt:lpstr>
      <vt:lpstr>Hanken Grotesk Light</vt:lpstr>
      <vt:lpstr>Wingdings</vt:lpstr>
      <vt:lpstr>Train Travel Marketing Plan by Slidesgo</vt:lpstr>
      <vt:lpstr>P1 - Assessing Public Transit Reliability through Deep Learning Analytics in Malaysia</vt:lpstr>
      <vt:lpstr>Research Background</vt:lpstr>
      <vt:lpstr>Contents of the Session</vt:lpstr>
      <vt:lpstr>Literature Review</vt:lpstr>
      <vt:lpstr>Public Transport Reliability</vt:lpstr>
      <vt:lpstr>Sources of Transit Data</vt:lpstr>
      <vt:lpstr>Evolution from Traditional to DL Models</vt:lpstr>
      <vt:lpstr>AI for Public Transport Systems</vt:lpstr>
      <vt:lpstr>Gapping the Problem</vt:lpstr>
      <vt:lpstr>Lack of Direct Ridership Forecasting</vt:lpstr>
      <vt:lpstr>Research Problem Statement</vt:lpstr>
      <vt:lpstr>Questioning Objectives</vt:lpstr>
      <vt:lpstr>Research Questions &amp; Objectives</vt:lpstr>
      <vt:lpstr>Scoping Down</vt:lpstr>
      <vt:lpstr>Research Scope</vt:lpstr>
      <vt:lpstr>Methodology</vt:lpstr>
      <vt:lpstr>Data Sources</vt:lpstr>
      <vt:lpstr>Data Preprocessing</vt:lpstr>
      <vt:lpstr>Explanatory Data Analysis</vt:lpstr>
      <vt:lpstr>Baseline &amp; Comparatives</vt:lpstr>
      <vt:lpstr>Baseline LSTM</vt:lpstr>
      <vt:lpstr>Selected SOTA Comparative Models</vt:lpstr>
      <vt:lpstr>Benchmark &amp; Evaluation</vt:lpstr>
      <vt:lpstr>90% Accuracy</vt:lpstr>
      <vt:lpstr>Why These Metrics?</vt:lpstr>
      <vt:lpstr>Outcomes</vt:lpstr>
      <vt:lpstr>Expected Results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YIP ZI XIAN</cp:lastModifiedBy>
  <cp:revision>1</cp:revision>
  <dcterms:modified xsi:type="dcterms:W3CDTF">2026-06-03T10:29:40Z</dcterms:modified>
</cp:coreProperties>
</file>